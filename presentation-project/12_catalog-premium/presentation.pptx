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0.jpg"/><Relationship Id="rId6" Type="http://schemas.openxmlformats.org/officeDocument/2006/relationships/image" Target="../media/image3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image" Target="../media/image35.jpg"/><Relationship Id="rId4" Type="http://schemas.openxmlformats.org/officeDocument/2006/relationships/image" Target="../media/image36.jpg"/><Relationship Id="rId5" Type="http://schemas.openxmlformats.org/officeDocument/2006/relationships/image" Target="../media/image37.jpg"/><Relationship Id="rId6" Type="http://schemas.openxmlformats.org/officeDocument/2006/relationships/image" Target="../media/image38.jpg"/><Relationship Id="rId7" Type="http://schemas.openxmlformats.org/officeDocument/2006/relationships/image" Target="../media/image39.jpg"/><Relationship Id="rId8" Type="http://schemas.openxmlformats.org/officeDocument/2006/relationships/image" Target="../media/image40.jpg"/><Relationship Id="rId9" Type="http://schemas.openxmlformats.org/officeDocument/2006/relationships/image" Target="../media/image41.jpg"/><Relationship Id="rId10" Type="http://schemas.openxmlformats.org/officeDocument/2006/relationships/image" Target="../media/image42.jpg"/><Relationship Id="rId11" Type="http://schemas.openxmlformats.org/officeDocument/2006/relationships/image" Target="../media/image43.jpg"/><Relationship Id="rId12" Type="http://schemas.openxmlformats.org/officeDocument/2006/relationships/image" Target="../media/image44.jpg"/><Relationship Id="rId13" Type="http://schemas.openxmlformats.org/officeDocument/2006/relationships/image" Target="../media/image45.jpg"/><Relationship Id="rId14" Type="http://schemas.openxmlformats.org/officeDocument/2006/relationships/image" Target="../media/image46.jpg"/><Relationship Id="rId15" Type="http://schemas.openxmlformats.org/officeDocument/2006/relationships/image" Target="../media/image47.jpg"/><Relationship Id="rId16" Type="http://schemas.openxmlformats.org/officeDocument/2006/relationships/image" Target="../media/image48.jpg"/><Relationship Id="rId17" Type="http://schemas.openxmlformats.org/officeDocument/2006/relationships/image" Target="../media/image49.jpg"/><Relationship Id="rId18" Type="http://schemas.openxmlformats.org/officeDocument/2006/relationships/image" Target="../media/image50.jpg"/><Relationship Id="rId19" Type="http://schemas.openxmlformats.org/officeDocument/2006/relationships/image" Target="../media/image5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image" descr="fddae18f4f6e59e4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  <p:sp>
        <p:nvSpPr>
          <p:cNvPr id="4" name="logo"/>
          <p:cNvSpPr/>
          <p:nvPr/>
        </p:nvSpPr>
        <p:spPr>
          <a:xfrm>
            <a:off x="5352396" y="677325"/>
            <a:ext cx="1619612" cy="986679"/>
          </a:xfrm>
          <a:custGeom>
            <a:avLst/>
            <a:gdLst/>
            <a:ahLst/>
            <a:cxnLst/>
            <a:rect l="0" t="0" r="r" b="b"/>
            <a:pathLst>
              <a:path w="1619612" h="986679">
                <a:moveTo>
                  <a:pt x="1518197" y="471"/>
                </a:moveTo>
                <a:lnTo>
                  <a:pt x="1509973" y="3743"/>
                </a:lnTo>
                <a:lnTo>
                  <a:pt x="1503179" y="7334"/>
                </a:lnTo>
                <a:lnTo>
                  <a:pt x="1493135" y="23611"/>
                </a:lnTo>
                <a:lnTo>
                  <a:pt x="1449166" y="45822"/>
                </a:lnTo>
                <a:lnTo>
                  <a:pt x="1435530" y="54862"/>
                </a:lnTo>
                <a:lnTo>
                  <a:pt x="1419311" y="67752"/>
                </a:lnTo>
                <a:lnTo>
                  <a:pt x="1414773" y="72971"/>
                </a:lnTo>
                <a:lnTo>
                  <a:pt x="1410118" y="80947"/>
                </a:lnTo>
                <a:lnTo>
                  <a:pt x="1402342" y="90544"/>
                </a:lnTo>
                <a:lnTo>
                  <a:pt x="1400207" y="95100"/>
                </a:lnTo>
                <a:lnTo>
                  <a:pt x="1400122" y="98518"/>
                </a:lnTo>
                <a:lnTo>
                  <a:pt x="1401602" y="102004"/>
                </a:lnTo>
                <a:lnTo>
                  <a:pt x="1407984" y="107902"/>
                </a:lnTo>
                <a:lnTo>
                  <a:pt x="1408857" y="109830"/>
                </a:lnTo>
                <a:lnTo>
                  <a:pt x="1406456" y="111240"/>
                </a:lnTo>
                <a:lnTo>
                  <a:pt x="1399228" y="113211"/>
                </a:lnTo>
                <a:lnTo>
                  <a:pt x="1396864" y="114893"/>
                </a:lnTo>
                <a:lnTo>
                  <a:pt x="1392195" y="124348"/>
                </a:lnTo>
                <a:lnTo>
                  <a:pt x="1381808" y="135280"/>
                </a:lnTo>
                <a:lnTo>
                  <a:pt x="1378366" y="140318"/>
                </a:lnTo>
                <a:lnTo>
                  <a:pt x="1374628" y="147663"/>
                </a:lnTo>
                <a:lnTo>
                  <a:pt x="1372187" y="148536"/>
                </a:lnTo>
                <a:lnTo>
                  <a:pt x="1368831" y="148259"/>
                </a:lnTo>
                <a:lnTo>
                  <a:pt x="1359749" y="143937"/>
                </a:lnTo>
                <a:lnTo>
                  <a:pt x="1357356" y="143468"/>
                </a:lnTo>
                <a:lnTo>
                  <a:pt x="1347866" y="145741"/>
                </a:lnTo>
                <a:lnTo>
                  <a:pt x="1341127" y="148314"/>
                </a:lnTo>
                <a:lnTo>
                  <a:pt x="1336752" y="151154"/>
                </a:lnTo>
                <a:lnTo>
                  <a:pt x="1334462" y="153723"/>
                </a:lnTo>
                <a:lnTo>
                  <a:pt x="1323930" y="169610"/>
                </a:lnTo>
                <a:lnTo>
                  <a:pt x="1317556" y="174330"/>
                </a:lnTo>
                <a:lnTo>
                  <a:pt x="1313035" y="175749"/>
                </a:lnTo>
                <a:lnTo>
                  <a:pt x="1309711" y="175773"/>
                </a:lnTo>
                <a:lnTo>
                  <a:pt x="1300540" y="169919"/>
                </a:lnTo>
                <a:lnTo>
                  <a:pt x="1295193" y="168545"/>
                </a:lnTo>
                <a:lnTo>
                  <a:pt x="1289527" y="168811"/>
                </a:lnTo>
                <a:lnTo>
                  <a:pt x="1283826" y="170702"/>
                </a:lnTo>
                <a:lnTo>
                  <a:pt x="1273140" y="177408"/>
                </a:lnTo>
                <a:lnTo>
                  <a:pt x="1245487" y="190857"/>
                </a:lnTo>
                <a:lnTo>
                  <a:pt x="1242601" y="193086"/>
                </a:lnTo>
                <a:lnTo>
                  <a:pt x="1239856" y="197565"/>
                </a:lnTo>
                <a:lnTo>
                  <a:pt x="1241230" y="208931"/>
                </a:lnTo>
                <a:lnTo>
                  <a:pt x="1244673" y="216267"/>
                </a:lnTo>
                <a:lnTo>
                  <a:pt x="1244514" y="219725"/>
                </a:lnTo>
                <a:lnTo>
                  <a:pt x="1241240" y="222186"/>
                </a:lnTo>
                <a:lnTo>
                  <a:pt x="1231861" y="225123"/>
                </a:lnTo>
                <a:lnTo>
                  <a:pt x="1226650" y="228801"/>
                </a:lnTo>
                <a:lnTo>
                  <a:pt x="1223659" y="228106"/>
                </a:lnTo>
                <a:lnTo>
                  <a:pt x="1218323" y="224922"/>
                </a:lnTo>
                <a:lnTo>
                  <a:pt x="1206681" y="217212"/>
                </a:lnTo>
                <a:lnTo>
                  <a:pt x="1192188" y="206464"/>
                </a:lnTo>
                <a:lnTo>
                  <a:pt x="1163325" y="187275"/>
                </a:lnTo>
                <a:lnTo>
                  <a:pt x="1146327" y="175276"/>
                </a:lnTo>
                <a:lnTo>
                  <a:pt x="1125542" y="159027"/>
                </a:lnTo>
                <a:lnTo>
                  <a:pt x="1090811" y="133833"/>
                </a:lnTo>
                <a:lnTo>
                  <a:pt x="1085435" y="130792"/>
                </a:lnTo>
                <a:lnTo>
                  <a:pt x="1082878" y="131120"/>
                </a:lnTo>
                <a:lnTo>
                  <a:pt x="1081686" y="132943"/>
                </a:lnTo>
                <a:lnTo>
                  <a:pt x="1082695" y="136825"/>
                </a:lnTo>
                <a:lnTo>
                  <a:pt x="1084153" y="139059"/>
                </a:lnTo>
                <a:lnTo>
                  <a:pt x="1087934" y="142196"/>
                </a:lnTo>
                <a:lnTo>
                  <a:pt x="1117336" y="163731"/>
                </a:lnTo>
                <a:lnTo>
                  <a:pt x="1152656" y="188442"/>
                </a:lnTo>
                <a:lnTo>
                  <a:pt x="1174181" y="204690"/>
                </a:lnTo>
                <a:lnTo>
                  <a:pt x="1182869" y="210544"/>
                </a:lnTo>
                <a:lnTo>
                  <a:pt x="1190084" y="213995"/>
                </a:lnTo>
                <a:lnTo>
                  <a:pt x="1198260" y="219038"/>
                </a:lnTo>
                <a:lnTo>
                  <a:pt x="1204671" y="224142"/>
                </a:lnTo>
                <a:lnTo>
                  <a:pt x="1207778" y="227705"/>
                </a:lnTo>
                <a:lnTo>
                  <a:pt x="1208841" y="230392"/>
                </a:lnTo>
                <a:lnTo>
                  <a:pt x="1209841" y="246284"/>
                </a:lnTo>
                <a:lnTo>
                  <a:pt x="1205967" y="246335"/>
                </a:lnTo>
                <a:lnTo>
                  <a:pt x="1203455" y="244676"/>
                </a:lnTo>
                <a:lnTo>
                  <a:pt x="1201203" y="241460"/>
                </a:lnTo>
                <a:lnTo>
                  <a:pt x="1198487" y="235485"/>
                </a:lnTo>
                <a:lnTo>
                  <a:pt x="1195863" y="232033"/>
                </a:lnTo>
                <a:lnTo>
                  <a:pt x="1183359" y="219227"/>
                </a:lnTo>
                <a:lnTo>
                  <a:pt x="1179611" y="216095"/>
                </a:lnTo>
                <a:lnTo>
                  <a:pt x="1176832" y="214840"/>
                </a:lnTo>
                <a:lnTo>
                  <a:pt x="1174326" y="215150"/>
                </a:lnTo>
                <a:lnTo>
                  <a:pt x="1167776" y="218191"/>
                </a:lnTo>
                <a:lnTo>
                  <a:pt x="1154912" y="218561"/>
                </a:lnTo>
                <a:lnTo>
                  <a:pt x="1149247" y="226296"/>
                </a:lnTo>
                <a:lnTo>
                  <a:pt x="1147030" y="235075"/>
                </a:lnTo>
                <a:lnTo>
                  <a:pt x="1145045" y="236555"/>
                </a:lnTo>
                <a:lnTo>
                  <a:pt x="1140770" y="238136"/>
                </a:lnTo>
                <a:lnTo>
                  <a:pt x="1137485" y="238099"/>
                </a:lnTo>
                <a:lnTo>
                  <a:pt x="1129956" y="233988"/>
                </a:lnTo>
                <a:lnTo>
                  <a:pt x="1125590" y="232701"/>
                </a:lnTo>
                <a:lnTo>
                  <a:pt x="1113207" y="235574"/>
                </a:lnTo>
                <a:lnTo>
                  <a:pt x="1107999" y="236102"/>
                </a:lnTo>
                <a:lnTo>
                  <a:pt x="1104676" y="235675"/>
                </a:lnTo>
                <a:lnTo>
                  <a:pt x="1098368" y="230685"/>
                </a:lnTo>
                <a:lnTo>
                  <a:pt x="1095621" y="226693"/>
                </a:lnTo>
                <a:lnTo>
                  <a:pt x="1097919" y="218202"/>
                </a:lnTo>
                <a:lnTo>
                  <a:pt x="1099065" y="205085"/>
                </a:lnTo>
                <a:lnTo>
                  <a:pt x="1098652" y="199487"/>
                </a:lnTo>
                <a:lnTo>
                  <a:pt x="1096235" y="195734"/>
                </a:lnTo>
                <a:lnTo>
                  <a:pt x="1087489" y="187585"/>
                </a:lnTo>
                <a:lnTo>
                  <a:pt x="1082190" y="184083"/>
                </a:lnTo>
                <a:lnTo>
                  <a:pt x="1077742" y="183072"/>
                </a:lnTo>
                <a:lnTo>
                  <a:pt x="1065138" y="182670"/>
                </a:lnTo>
                <a:lnTo>
                  <a:pt x="1060533" y="181901"/>
                </a:lnTo>
                <a:lnTo>
                  <a:pt x="1059106" y="180650"/>
                </a:lnTo>
                <a:lnTo>
                  <a:pt x="1057739" y="174840"/>
                </a:lnTo>
                <a:lnTo>
                  <a:pt x="1056291" y="172420"/>
                </a:lnTo>
                <a:lnTo>
                  <a:pt x="1053406" y="170619"/>
                </a:lnTo>
                <a:lnTo>
                  <a:pt x="1046311" y="168068"/>
                </a:lnTo>
                <a:lnTo>
                  <a:pt x="1038225" y="171043"/>
                </a:lnTo>
                <a:lnTo>
                  <a:pt x="1033300" y="175091"/>
                </a:lnTo>
                <a:lnTo>
                  <a:pt x="1034164" y="193026"/>
                </a:lnTo>
                <a:lnTo>
                  <a:pt x="1035323" y="198508"/>
                </a:lnTo>
                <a:lnTo>
                  <a:pt x="1035942" y="199210"/>
                </a:lnTo>
                <a:lnTo>
                  <a:pt x="1037661" y="199158"/>
                </a:lnTo>
                <a:lnTo>
                  <a:pt x="1043650" y="195668"/>
                </a:lnTo>
                <a:lnTo>
                  <a:pt x="1046172" y="195763"/>
                </a:lnTo>
                <a:lnTo>
                  <a:pt x="1048988" y="196896"/>
                </a:lnTo>
                <a:lnTo>
                  <a:pt x="1063687" y="207806"/>
                </a:lnTo>
                <a:lnTo>
                  <a:pt x="1074836" y="218330"/>
                </a:lnTo>
                <a:lnTo>
                  <a:pt x="1075578" y="221869"/>
                </a:lnTo>
                <a:lnTo>
                  <a:pt x="1075046" y="223907"/>
                </a:lnTo>
                <a:lnTo>
                  <a:pt x="1072121" y="228966"/>
                </a:lnTo>
                <a:lnTo>
                  <a:pt x="1064613" y="238708"/>
                </a:lnTo>
                <a:lnTo>
                  <a:pt x="1062665" y="243775"/>
                </a:lnTo>
                <a:lnTo>
                  <a:pt x="1062681" y="246357"/>
                </a:lnTo>
                <a:lnTo>
                  <a:pt x="1063810" y="250510"/>
                </a:lnTo>
                <a:lnTo>
                  <a:pt x="1065860" y="254090"/>
                </a:lnTo>
                <a:lnTo>
                  <a:pt x="1068597" y="256840"/>
                </a:lnTo>
                <a:lnTo>
                  <a:pt x="1073331" y="258928"/>
                </a:lnTo>
                <a:lnTo>
                  <a:pt x="1079253" y="259230"/>
                </a:lnTo>
                <a:lnTo>
                  <a:pt x="1087768" y="257988"/>
                </a:lnTo>
                <a:lnTo>
                  <a:pt x="1096093" y="254906"/>
                </a:lnTo>
                <a:lnTo>
                  <a:pt x="1102497" y="255839"/>
                </a:lnTo>
                <a:lnTo>
                  <a:pt x="1110379" y="253957"/>
                </a:lnTo>
                <a:lnTo>
                  <a:pt x="1113996" y="255400"/>
                </a:lnTo>
                <a:lnTo>
                  <a:pt x="1163241" y="297084"/>
                </a:lnTo>
                <a:lnTo>
                  <a:pt x="1165381" y="299617"/>
                </a:lnTo>
                <a:lnTo>
                  <a:pt x="1170899" y="303542"/>
                </a:lnTo>
                <a:lnTo>
                  <a:pt x="1185832" y="316298"/>
                </a:lnTo>
                <a:lnTo>
                  <a:pt x="1200582" y="329685"/>
                </a:lnTo>
                <a:lnTo>
                  <a:pt x="1210645" y="337084"/>
                </a:lnTo>
                <a:lnTo>
                  <a:pt x="1214583" y="341919"/>
                </a:lnTo>
                <a:lnTo>
                  <a:pt x="1226146" y="351666"/>
                </a:lnTo>
                <a:lnTo>
                  <a:pt x="1233692" y="357168"/>
                </a:lnTo>
                <a:lnTo>
                  <a:pt x="1235447" y="359222"/>
                </a:lnTo>
                <a:lnTo>
                  <a:pt x="1239332" y="359950"/>
                </a:lnTo>
                <a:lnTo>
                  <a:pt x="1241000" y="358689"/>
                </a:lnTo>
                <a:lnTo>
                  <a:pt x="1240912" y="356924"/>
                </a:lnTo>
                <a:lnTo>
                  <a:pt x="1234914" y="351148"/>
                </a:lnTo>
                <a:lnTo>
                  <a:pt x="1229067" y="346878"/>
                </a:lnTo>
                <a:lnTo>
                  <a:pt x="1220080" y="338473"/>
                </a:lnTo>
                <a:lnTo>
                  <a:pt x="1212621" y="334179"/>
                </a:lnTo>
                <a:lnTo>
                  <a:pt x="1207337" y="330202"/>
                </a:lnTo>
                <a:lnTo>
                  <a:pt x="1204380" y="326683"/>
                </a:lnTo>
                <a:lnTo>
                  <a:pt x="1192260" y="317922"/>
                </a:lnTo>
                <a:lnTo>
                  <a:pt x="1135237" y="264802"/>
                </a:lnTo>
                <a:lnTo>
                  <a:pt x="1132780" y="261335"/>
                </a:lnTo>
                <a:lnTo>
                  <a:pt x="1132784" y="257582"/>
                </a:lnTo>
                <a:lnTo>
                  <a:pt x="1135970" y="255359"/>
                </a:lnTo>
                <a:lnTo>
                  <a:pt x="1148969" y="252859"/>
                </a:lnTo>
                <a:lnTo>
                  <a:pt x="1155793" y="250238"/>
                </a:lnTo>
                <a:lnTo>
                  <a:pt x="1159446" y="247558"/>
                </a:lnTo>
                <a:lnTo>
                  <a:pt x="1162209" y="244258"/>
                </a:lnTo>
                <a:lnTo>
                  <a:pt x="1166122" y="235823"/>
                </a:lnTo>
                <a:lnTo>
                  <a:pt x="1169071" y="234479"/>
                </a:lnTo>
                <a:lnTo>
                  <a:pt x="1172489" y="234419"/>
                </a:lnTo>
                <a:lnTo>
                  <a:pt x="1177860" y="236367"/>
                </a:lnTo>
                <a:lnTo>
                  <a:pt x="1181526" y="239409"/>
                </a:lnTo>
                <a:lnTo>
                  <a:pt x="1183227" y="251385"/>
                </a:lnTo>
                <a:lnTo>
                  <a:pt x="1200586" y="264165"/>
                </a:lnTo>
                <a:lnTo>
                  <a:pt x="1206083" y="265381"/>
                </a:lnTo>
                <a:lnTo>
                  <a:pt x="1230245" y="266762"/>
                </a:lnTo>
                <a:lnTo>
                  <a:pt x="1232600" y="264414"/>
                </a:lnTo>
                <a:lnTo>
                  <a:pt x="1233027" y="262678"/>
                </a:lnTo>
                <a:lnTo>
                  <a:pt x="1229833" y="254595"/>
                </a:lnTo>
                <a:lnTo>
                  <a:pt x="1229709" y="250729"/>
                </a:lnTo>
                <a:lnTo>
                  <a:pt x="1232021" y="248559"/>
                </a:lnTo>
                <a:lnTo>
                  <a:pt x="1237375" y="248421"/>
                </a:lnTo>
                <a:lnTo>
                  <a:pt x="1249082" y="255123"/>
                </a:lnTo>
                <a:lnTo>
                  <a:pt x="1258551" y="262012"/>
                </a:lnTo>
                <a:lnTo>
                  <a:pt x="1267561" y="267307"/>
                </a:lnTo>
                <a:lnTo>
                  <a:pt x="1306801" y="293580"/>
                </a:lnTo>
                <a:lnTo>
                  <a:pt x="1309323" y="294555"/>
                </a:lnTo>
                <a:lnTo>
                  <a:pt x="1311645" y="294239"/>
                </a:lnTo>
                <a:lnTo>
                  <a:pt x="1312475" y="293620"/>
                </a:lnTo>
                <a:lnTo>
                  <a:pt x="1312723" y="291677"/>
                </a:lnTo>
                <a:lnTo>
                  <a:pt x="1311268" y="289109"/>
                </a:lnTo>
                <a:lnTo>
                  <a:pt x="1308323" y="286296"/>
                </a:lnTo>
                <a:lnTo>
                  <a:pt x="1267200" y="258787"/>
                </a:lnTo>
                <a:lnTo>
                  <a:pt x="1259345" y="252688"/>
                </a:lnTo>
                <a:lnTo>
                  <a:pt x="1249932" y="246841"/>
                </a:lnTo>
                <a:lnTo>
                  <a:pt x="1245066" y="241848"/>
                </a:lnTo>
                <a:lnTo>
                  <a:pt x="1244138" y="239522"/>
                </a:lnTo>
                <a:lnTo>
                  <a:pt x="1244573" y="238497"/>
                </a:lnTo>
                <a:lnTo>
                  <a:pt x="1252064" y="235564"/>
                </a:lnTo>
                <a:lnTo>
                  <a:pt x="1266396" y="221961"/>
                </a:lnTo>
                <a:lnTo>
                  <a:pt x="1266008" y="216017"/>
                </a:lnTo>
                <a:lnTo>
                  <a:pt x="1258781" y="206285"/>
                </a:lnTo>
                <a:lnTo>
                  <a:pt x="1258248" y="204376"/>
                </a:lnTo>
                <a:lnTo>
                  <a:pt x="1258961" y="202058"/>
                </a:lnTo>
                <a:lnTo>
                  <a:pt x="1266281" y="197476"/>
                </a:lnTo>
                <a:lnTo>
                  <a:pt x="1280441" y="191773"/>
                </a:lnTo>
                <a:lnTo>
                  <a:pt x="1295947" y="193285"/>
                </a:lnTo>
                <a:lnTo>
                  <a:pt x="1328127" y="187880"/>
                </a:lnTo>
                <a:lnTo>
                  <a:pt x="1331261" y="185769"/>
                </a:lnTo>
                <a:lnTo>
                  <a:pt x="1333653" y="183167"/>
                </a:lnTo>
                <a:lnTo>
                  <a:pt x="1346005" y="165078"/>
                </a:lnTo>
                <a:lnTo>
                  <a:pt x="1350011" y="161251"/>
                </a:lnTo>
                <a:lnTo>
                  <a:pt x="1351978" y="160194"/>
                </a:lnTo>
                <a:lnTo>
                  <a:pt x="1353956" y="159696"/>
                </a:lnTo>
                <a:lnTo>
                  <a:pt x="1358051" y="160340"/>
                </a:lnTo>
                <a:lnTo>
                  <a:pt x="1364214" y="164075"/>
                </a:lnTo>
                <a:lnTo>
                  <a:pt x="1369668" y="165520"/>
                </a:lnTo>
                <a:lnTo>
                  <a:pt x="1378324" y="165993"/>
                </a:lnTo>
                <a:lnTo>
                  <a:pt x="1382374" y="164695"/>
                </a:lnTo>
                <a:lnTo>
                  <a:pt x="1385562" y="161464"/>
                </a:lnTo>
                <a:lnTo>
                  <a:pt x="1390980" y="150344"/>
                </a:lnTo>
                <a:lnTo>
                  <a:pt x="1394180" y="145436"/>
                </a:lnTo>
                <a:lnTo>
                  <a:pt x="1408126" y="129911"/>
                </a:lnTo>
                <a:lnTo>
                  <a:pt x="1421975" y="121004"/>
                </a:lnTo>
                <a:lnTo>
                  <a:pt x="1428495" y="114796"/>
                </a:lnTo>
                <a:lnTo>
                  <a:pt x="1429039" y="112621"/>
                </a:lnTo>
                <a:lnTo>
                  <a:pt x="1428291" y="109583"/>
                </a:lnTo>
                <a:lnTo>
                  <a:pt x="1421917" y="97580"/>
                </a:lnTo>
                <a:lnTo>
                  <a:pt x="1421295" y="95008"/>
                </a:lnTo>
                <a:lnTo>
                  <a:pt x="1422520" y="90891"/>
                </a:lnTo>
                <a:lnTo>
                  <a:pt x="1427663" y="82377"/>
                </a:lnTo>
                <a:lnTo>
                  <a:pt x="1433201" y="76280"/>
                </a:lnTo>
                <a:lnTo>
                  <a:pt x="1443973" y="68116"/>
                </a:lnTo>
                <a:lnTo>
                  <a:pt x="1461039" y="57179"/>
                </a:lnTo>
                <a:lnTo>
                  <a:pt x="1464836" y="55350"/>
                </a:lnTo>
                <a:lnTo>
                  <a:pt x="1468129" y="54948"/>
                </a:lnTo>
                <a:lnTo>
                  <a:pt x="1471622" y="56920"/>
                </a:lnTo>
                <a:lnTo>
                  <a:pt x="1497388" y="79040"/>
                </a:lnTo>
                <a:lnTo>
                  <a:pt x="1507757" y="85572"/>
                </a:lnTo>
                <a:lnTo>
                  <a:pt x="1509554" y="88415"/>
                </a:lnTo>
                <a:lnTo>
                  <a:pt x="1512548" y="97668"/>
                </a:lnTo>
                <a:lnTo>
                  <a:pt x="1515425" y="102206"/>
                </a:lnTo>
                <a:lnTo>
                  <a:pt x="1519979" y="104928"/>
                </a:lnTo>
                <a:lnTo>
                  <a:pt x="1534212" y="109154"/>
                </a:lnTo>
                <a:lnTo>
                  <a:pt x="1536779" y="110906"/>
                </a:lnTo>
                <a:lnTo>
                  <a:pt x="1539415" y="113952"/>
                </a:lnTo>
                <a:lnTo>
                  <a:pt x="1539185" y="133593"/>
                </a:lnTo>
                <a:lnTo>
                  <a:pt x="1544377" y="165748"/>
                </a:lnTo>
                <a:lnTo>
                  <a:pt x="1547385" y="177476"/>
                </a:lnTo>
                <a:lnTo>
                  <a:pt x="1547593" y="181920"/>
                </a:lnTo>
                <a:lnTo>
                  <a:pt x="1545985" y="185306"/>
                </a:lnTo>
                <a:lnTo>
                  <a:pt x="1540455" y="190188"/>
                </a:lnTo>
                <a:lnTo>
                  <a:pt x="1536957" y="195079"/>
                </a:lnTo>
                <a:lnTo>
                  <a:pt x="1534456" y="202505"/>
                </a:lnTo>
                <a:lnTo>
                  <a:pt x="1530924" y="218149"/>
                </a:lnTo>
                <a:lnTo>
                  <a:pt x="1529253" y="221233"/>
                </a:lnTo>
                <a:lnTo>
                  <a:pt x="1527418" y="221189"/>
                </a:lnTo>
                <a:lnTo>
                  <a:pt x="1520748" y="215178"/>
                </a:lnTo>
                <a:lnTo>
                  <a:pt x="1515273" y="208923"/>
                </a:lnTo>
                <a:lnTo>
                  <a:pt x="1509640" y="200365"/>
                </a:lnTo>
                <a:lnTo>
                  <a:pt x="1505537" y="197014"/>
                </a:lnTo>
                <a:lnTo>
                  <a:pt x="1503125" y="197462"/>
                </a:lnTo>
                <a:lnTo>
                  <a:pt x="1500478" y="199138"/>
                </a:lnTo>
                <a:lnTo>
                  <a:pt x="1480772" y="215478"/>
                </a:lnTo>
                <a:lnTo>
                  <a:pt x="1480061" y="217395"/>
                </a:lnTo>
                <a:lnTo>
                  <a:pt x="1480651" y="219670"/>
                </a:lnTo>
                <a:lnTo>
                  <a:pt x="1488928" y="230095"/>
                </a:lnTo>
                <a:lnTo>
                  <a:pt x="1490224" y="232893"/>
                </a:lnTo>
                <a:lnTo>
                  <a:pt x="1489913" y="235003"/>
                </a:lnTo>
                <a:lnTo>
                  <a:pt x="1487980" y="236488"/>
                </a:lnTo>
                <a:lnTo>
                  <a:pt x="1480644" y="238619"/>
                </a:lnTo>
                <a:lnTo>
                  <a:pt x="1474524" y="242791"/>
                </a:lnTo>
                <a:lnTo>
                  <a:pt x="1468204" y="249478"/>
                </a:lnTo>
                <a:lnTo>
                  <a:pt x="1461198" y="259591"/>
                </a:lnTo>
                <a:lnTo>
                  <a:pt x="1461709" y="276309"/>
                </a:lnTo>
                <a:lnTo>
                  <a:pt x="1467149" y="301693"/>
                </a:lnTo>
                <a:lnTo>
                  <a:pt x="1471745" y="312669"/>
                </a:lnTo>
                <a:lnTo>
                  <a:pt x="1472263" y="316634"/>
                </a:lnTo>
                <a:lnTo>
                  <a:pt x="1471881" y="318198"/>
                </a:lnTo>
                <a:lnTo>
                  <a:pt x="1471064" y="319500"/>
                </a:lnTo>
                <a:lnTo>
                  <a:pt x="1468104" y="321372"/>
                </a:lnTo>
                <a:lnTo>
                  <a:pt x="1455552" y="323750"/>
                </a:lnTo>
                <a:lnTo>
                  <a:pt x="1449250" y="326265"/>
                </a:lnTo>
                <a:lnTo>
                  <a:pt x="1446588" y="327993"/>
                </a:lnTo>
                <a:lnTo>
                  <a:pt x="1444217" y="330064"/>
                </a:lnTo>
                <a:lnTo>
                  <a:pt x="1440239" y="335311"/>
                </a:lnTo>
                <a:lnTo>
                  <a:pt x="1435462" y="345616"/>
                </a:lnTo>
                <a:lnTo>
                  <a:pt x="1432402" y="349600"/>
                </a:lnTo>
                <a:lnTo>
                  <a:pt x="1432098" y="351817"/>
                </a:lnTo>
                <a:lnTo>
                  <a:pt x="1434010" y="354194"/>
                </a:lnTo>
                <a:lnTo>
                  <a:pt x="1438325" y="357163"/>
                </a:lnTo>
                <a:lnTo>
                  <a:pt x="1442471" y="358946"/>
                </a:lnTo>
                <a:lnTo>
                  <a:pt x="1444724" y="358868"/>
                </a:lnTo>
                <a:lnTo>
                  <a:pt x="1448137" y="356824"/>
                </a:lnTo>
                <a:lnTo>
                  <a:pt x="1452125" y="352653"/>
                </a:lnTo>
                <a:lnTo>
                  <a:pt x="1454868" y="342322"/>
                </a:lnTo>
                <a:lnTo>
                  <a:pt x="1457861" y="338760"/>
                </a:lnTo>
                <a:lnTo>
                  <a:pt x="1461938" y="337808"/>
                </a:lnTo>
                <a:lnTo>
                  <a:pt x="1468485" y="342702"/>
                </a:lnTo>
                <a:lnTo>
                  <a:pt x="1472583" y="343500"/>
                </a:lnTo>
                <a:lnTo>
                  <a:pt x="1475637" y="343133"/>
                </a:lnTo>
                <a:lnTo>
                  <a:pt x="1478138" y="341950"/>
                </a:lnTo>
                <a:lnTo>
                  <a:pt x="1481115" y="338374"/>
                </a:lnTo>
                <a:lnTo>
                  <a:pt x="1485293" y="328074"/>
                </a:lnTo>
                <a:lnTo>
                  <a:pt x="1489411" y="321412"/>
                </a:lnTo>
                <a:lnTo>
                  <a:pt x="1494272" y="315199"/>
                </a:lnTo>
                <a:lnTo>
                  <a:pt x="1495658" y="310965"/>
                </a:lnTo>
                <a:lnTo>
                  <a:pt x="1494123" y="307417"/>
                </a:lnTo>
                <a:lnTo>
                  <a:pt x="1486452" y="303581"/>
                </a:lnTo>
                <a:lnTo>
                  <a:pt x="1483425" y="298761"/>
                </a:lnTo>
                <a:lnTo>
                  <a:pt x="1480311" y="287932"/>
                </a:lnTo>
                <a:lnTo>
                  <a:pt x="1478238" y="277718"/>
                </a:lnTo>
                <a:lnTo>
                  <a:pt x="1477314" y="269302"/>
                </a:lnTo>
                <a:lnTo>
                  <a:pt x="1477684" y="263879"/>
                </a:lnTo>
                <a:lnTo>
                  <a:pt x="1481750" y="257891"/>
                </a:lnTo>
                <a:lnTo>
                  <a:pt x="1485098" y="255192"/>
                </a:lnTo>
                <a:lnTo>
                  <a:pt x="1486925" y="254564"/>
                </a:lnTo>
                <a:lnTo>
                  <a:pt x="1497142" y="259663"/>
                </a:lnTo>
                <a:lnTo>
                  <a:pt x="1503281" y="259877"/>
                </a:lnTo>
                <a:lnTo>
                  <a:pt x="1505067" y="259076"/>
                </a:lnTo>
                <a:lnTo>
                  <a:pt x="1506255" y="254730"/>
                </a:lnTo>
                <a:lnTo>
                  <a:pt x="1507347" y="231522"/>
                </a:lnTo>
                <a:lnTo>
                  <a:pt x="1508016" y="228709"/>
                </a:lnTo>
                <a:lnTo>
                  <a:pt x="1509710" y="227581"/>
                </a:lnTo>
                <a:lnTo>
                  <a:pt x="1511871" y="228799"/>
                </a:lnTo>
                <a:lnTo>
                  <a:pt x="1513253" y="231905"/>
                </a:lnTo>
                <a:lnTo>
                  <a:pt x="1515191" y="257381"/>
                </a:lnTo>
                <a:lnTo>
                  <a:pt x="1520332" y="280208"/>
                </a:lnTo>
                <a:lnTo>
                  <a:pt x="1524509" y="295251"/>
                </a:lnTo>
                <a:lnTo>
                  <a:pt x="1524904" y="299637"/>
                </a:lnTo>
                <a:lnTo>
                  <a:pt x="1523402" y="309741"/>
                </a:lnTo>
                <a:lnTo>
                  <a:pt x="1523593" y="314046"/>
                </a:lnTo>
                <a:lnTo>
                  <a:pt x="1527974" y="323890"/>
                </a:lnTo>
                <a:lnTo>
                  <a:pt x="1532835" y="339286"/>
                </a:lnTo>
                <a:lnTo>
                  <a:pt x="1537749" y="346335"/>
                </a:lnTo>
                <a:lnTo>
                  <a:pt x="1544506" y="353795"/>
                </a:lnTo>
                <a:lnTo>
                  <a:pt x="1549891" y="358653"/>
                </a:lnTo>
                <a:lnTo>
                  <a:pt x="1558395" y="364832"/>
                </a:lnTo>
                <a:lnTo>
                  <a:pt x="1588069" y="383292"/>
                </a:lnTo>
                <a:lnTo>
                  <a:pt x="1608168" y="394733"/>
                </a:lnTo>
                <a:lnTo>
                  <a:pt x="1613617" y="396443"/>
                </a:lnTo>
                <a:lnTo>
                  <a:pt x="1617683" y="396207"/>
                </a:lnTo>
                <a:lnTo>
                  <a:pt x="1618990" y="394797"/>
                </a:lnTo>
                <a:lnTo>
                  <a:pt x="1619612" y="392101"/>
                </a:lnTo>
                <a:lnTo>
                  <a:pt x="1619036" y="377138"/>
                </a:lnTo>
                <a:lnTo>
                  <a:pt x="1608970" y="357832"/>
                </a:lnTo>
                <a:lnTo>
                  <a:pt x="1608007" y="340340"/>
                </a:lnTo>
                <a:lnTo>
                  <a:pt x="1605211" y="336256"/>
                </a:lnTo>
                <a:lnTo>
                  <a:pt x="1597596" y="327679"/>
                </a:lnTo>
                <a:lnTo>
                  <a:pt x="1602204" y="316702"/>
                </a:lnTo>
                <a:lnTo>
                  <a:pt x="1602476" y="310269"/>
                </a:lnTo>
                <a:lnTo>
                  <a:pt x="1599394" y="305353"/>
                </a:lnTo>
                <a:lnTo>
                  <a:pt x="1591312" y="300387"/>
                </a:lnTo>
                <a:lnTo>
                  <a:pt x="1589899" y="298681"/>
                </a:lnTo>
                <a:lnTo>
                  <a:pt x="1588992" y="294360"/>
                </a:lnTo>
                <a:lnTo>
                  <a:pt x="1588355" y="280439"/>
                </a:lnTo>
                <a:lnTo>
                  <a:pt x="1583855" y="277851"/>
                </a:lnTo>
                <a:lnTo>
                  <a:pt x="1575640" y="276077"/>
                </a:lnTo>
                <a:lnTo>
                  <a:pt x="1567432" y="268070"/>
                </a:lnTo>
                <a:lnTo>
                  <a:pt x="1564005" y="265820"/>
                </a:lnTo>
                <a:lnTo>
                  <a:pt x="1561833" y="265572"/>
                </a:lnTo>
                <a:lnTo>
                  <a:pt x="1554286" y="267603"/>
                </a:lnTo>
                <a:lnTo>
                  <a:pt x="1551465" y="267501"/>
                </a:lnTo>
                <a:lnTo>
                  <a:pt x="1547052" y="260951"/>
                </a:lnTo>
                <a:lnTo>
                  <a:pt x="1538158" y="243770"/>
                </a:lnTo>
                <a:lnTo>
                  <a:pt x="1543779" y="233255"/>
                </a:lnTo>
                <a:lnTo>
                  <a:pt x="1548410" y="227899"/>
                </a:lnTo>
                <a:lnTo>
                  <a:pt x="1549802" y="225159"/>
                </a:lnTo>
                <a:lnTo>
                  <a:pt x="1548979" y="209489"/>
                </a:lnTo>
                <a:lnTo>
                  <a:pt x="1550339" y="202849"/>
                </a:lnTo>
                <a:lnTo>
                  <a:pt x="1553609" y="200568"/>
                </a:lnTo>
                <a:lnTo>
                  <a:pt x="1565142" y="195719"/>
                </a:lnTo>
                <a:lnTo>
                  <a:pt x="1567147" y="193665"/>
                </a:lnTo>
                <a:lnTo>
                  <a:pt x="1567485" y="192399"/>
                </a:lnTo>
                <a:lnTo>
                  <a:pt x="1566989" y="189054"/>
                </a:lnTo>
                <a:lnTo>
                  <a:pt x="1563350" y="179594"/>
                </a:lnTo>
                <a:lnTo>
                  <a:pt x="1561366" y="171698"/>
                </a:lnTo>
                <a:lnTo>
                  <a:pt x="1555852" y="139146"/>
                </a:lnTo>
                <a:lnTo>
                  <a:pt x="1554718" y="125115"/>
                </a:lnTo>
                <a:lnTo>
                  <a:pt x="1554718" y="120162"/>
                </a:lnTo>
                <a:lnTo>
                  <a:pt x="1566546" y="107742"/>
                </a:lnTo>
                <a:lnTo>
                  <a:pt x="1566546" y="101162"/>
                </a:lnTo>
                <a:lnTo>
                  <a:pt x="1560400" y="96005"/>
                </a:lnTo>
                <a:lnTo>
                  <a:pt x="1556427" y="94194"/>
                </a:lnTo>
                <a:lnTo>
                  <a:pt x="1551596" y="93781"/>
                </a:lnTo>
                <a:lnTo>
                  <a:pt x="1543109" y="94490"/>
                </a:lnTo>
                <a:lnTo>
                  <a:pt x="1534582" y="94203"/>
                </a:lnTo>
                <a:lnTo>
                  <a:pt x="1528695" y="92808"/>
                </a:lnTo>
                <a:lnTo>
                  <a:pt x="1526711" y="90706"/>
                </a:lnTo>
                <a:lnTo>
                  <a:pt x="1524287" y="77108"/>
                </a:lnTo>
                <a:lnTo>
                  <a:pt x="1520184" y="69259"/>
                </a:lnTo>
                <a:lnTo>
                  <a:pt x="1521099" y="65198"/>
                </a:lnTo>
                <a:lnTo>
                  <a:pt x="1524727" y="59086"/>
                </a:lnTo>
                <a:lnTo>
                  <a:pt x="1527753" y="55393"/>
                </a:lnTo>
                <a:lnTo>
                  <a:pt x="1536064" y="52747"/>
                </a:lnTo>
                <a:lnTo>
                  <a:pt x="1544349" y="46095"/>
                </a:lnTo>
                <a:lnTo>
                  <a:pt x="1552182" y="41131"/>
                </a:lnTo>
                <a:lnTo>
                  <a:pt x="1555346" y="36872"/>
                </a:lnTo>
                <a:lnTo>
                  <a:pt x="1555876" y="31875"/>
                </a:lnTo>
                <a:lnTo>
                  <a:pt x="1554718" y="28269"/>
                </a:lnTo>
                <a:lnTo>
                  <a:pt x="1552694" y="25219"/>
                </a:lnTo>
                <a:lnTo>
                  <a:pt x="1540496" y="20255"/>
                </a:lnTo>
                <a:lnTo>
                  <a:pt x="1537095" y="17669"/>
                </a:lnTo>
                <a:lnTo>
                  <a:pt x="1535609" y="14842"/>
                </a:lnTo>
                <a:lnTo>
                  <a:pt x="1533780" y="8141"/>
                </a:lnTo>
                <a:lnTo>
                  <a:pt x="1529527" y="2025"/>
                </a:lnTo>
                <a:lnTo>
                  <a:pt x="1524999" y="0"/>
                </a:lnTo>
                <a:lnTo>
                  <a:pt x="1518197" y="471"/>
                </a:lnTo>
                <a:close/>
                <a:moveTo>
                  <a:pt x="1518789" y="24942"/>
                </a:moveTo>
                <a:lnTo>
                  <a:pt x="1526388" y="32539"/>
                </a:lnTo>
                <a:lnTo>
                  <a:pt x="1527817" y="36761"/>
                </a:lnTo>
                <a:lnTo>
                  <a:pt x="1525599" y="38480"/>
                </a:lnTo>
                <a:lnTo>
                  <a:pt x="1518289" y="40041"/>
                </a:lnTo>
                <a:lnTo>
                  <a:pt x="1515314" y="41298"/>
                </a:lnTo>
                <a:lnTo>
                  <a:pt x="1509171" y="51405"/>
                </a:lnTo>
                <a:lnTo>
                  <a:pt x="1505519" y="52910"/>
                </a:lnTo>
                <a:lnTo>
                  <a:pt x="1495339" y="53021"/>
                </a:lnTo>
                <a:lnTo>
                  <a:pt x="1486158" y="51980"/>
                </a:lnTo>
                <a:lnTo>
                  <a:pt x="1481904" y="50211"/>
                </a:lnTo>
                <a:lnTo>
                  <a:pt x="1482018" y="48699"/>
                </a:lnTo>
                <a:lnTo>
                  <a:pt x="1491435" y="40910"/>
                </a:lnTo>
                <a:lnTo>
                  <a:pt x="1502058" y="41591"/>
                </a:lnTo>
                <a:lnTo>
                  <a:pt x="1506138" y="40735"/>
                </a:lnTo>
                <a:lnTo>
                  <a:pt x="1507881" y="38142"/>
                </a:lnTo>
                <a:lnTo>
                  <a:pt x="1508799" y="31568"/>
                </a:lnTo>
                <a:lnTo>
                  <a:pt x="1513662" y="24123"/>
                </a:lnTo>
                <a:lnTo>
                  <a:pt x="1516467" y="22276"/>
                </a:lnTo>
                <a:lnTo>
                  <a:pt x="1518789" y="24942"/>
                </a:lnTo>
                <a:close/>
                <a:moveTo>
                  <a:pt x="1077583" y="200079"/>
                </a:moveTo>
                <a:lnTo>
                  <a:pt x="1080764" y="202563"/>
                </a:lnTo>
                <a:lnTo>
                  <a:pt x="1082340" y="206111"/>
                </a:lnTo>
                <a:lnTo>
                  <a:pt x="1082077" y="210630"/>
                </a:lnTo>
                <a:lnTo>
                  <a:pt x="1080106" y="212499"/>
                </a:lnTo>
                <a:lnTo>
                  <a:pt x="1078345" y="212520"/>
                </a:lnTo>
                <a:lnTo>
                  <a:pt x="1076554" y="211462"/>
                </a:lnTo>
                <a:lnTo>
                  <a:pt x="1069790" y="205338"/>
                </a:lnTo>
                <a:lnTo>
                  <a:pt x="1069078" y="203773"/>
                </a:lnTo>
                <a:lnTo>
                  <a:pt x="1069367" y="200533"/>
                </a:lnTo>
                <a:lnTo>
                  <a:pt x="1071216" y="198776"/>
                </a:lnTo>
                <a:lnTo>
                  <a:pt x="1074562" y="198915"/>
                </a:lnTo>
                <a:lnTo>
                  <a:pt x="1077583" y="200079"/>
                </a:lnTo>
                <a:close/>
                <a:moveTo>
                  <a:pt x="1544811" y="284357"/>
                </a:moveTo>
                <a:lnTo>
                  <a:pt x="1548815" y="287049"/>
                </a:lnTo>
                <a:lnTo>
                  <a:pt x="1551609" y="287923"/>
                </a:lnTo>
                <a:lnTo>
                  <a:pt x="1557442" y="285377"/>
                </a:lnTo>
                <a:lnTo>
                  <a:pt x="1559793" y="285457"/>
                </a:lnTo>
                <a:lnTo>
                  <a:pt x="1568420" y="289690"/>
                </a:lnTo>
                <a:lnTo>
                  <a:pt x="1571867" y="292660"/>
                </a:lnTo>
                <a:lnTo>
                  <a:pt x="1572828" y="301892"/>
                </a:lnTo>
                <a:lnTo>
                  <a:pt x="1573644" y="304503"/>
                </a:lnTo>
                <a:lnTo>
                  <a:pt x="1576113" y="308199"/>
                </a:lnTo>
                <a:lnTo>
                  <a:pt x="1583624" y="315777"/>
                </a:lnTo>
                <a:lnTo>
                  <a:pt x="1582476" y="325687"/>
                </a:lnTo>
                <a:lnTo>
                  <a:pt x="1582820" y="332734"/>
                </a:lnTo>
                <a:lnTo>
                  <a:pt x="1585260" y="338164"/>
                </a:lnTo>
                <a:lnTo>
                  <a:pt x="1591978" y="345866"/>
                </a:lnTo>
                <a:lnTo>
                  <a:pt x="1592773" y="355972"/>
                </a:lnTo>
                <a:lnTo>
                  <a:pt x="1594348" y="362694"/>
                </a:lnTo>
                <a:lnTo>
                  <a:pt x="1594389" y="363759"/>
                </a:lnTo>
                <a:lnTo>
                  <a:pt x="1593408" y="365147"/>
                </a:lnTo>
                <a:lnTo>
                  <a:pt x="1589889" y="365270"/>
                </a:lnTo>
                <a:lnTo>
                  <a:pt x="1586648" y="363962"/>
                </a:lnTo>
                <a:lnTo>
                  <a:pt x="1562533" y="348682"/>
                </a:lnTo>
                <a:lnTo>
                  <a:pt x="1555515" y="342541"/>
                </a:lnTo>
                <a:lnTo>
                  <a:pt x="1547589" y="332252"/>
                </a:lnTo>
                <a:lnTo>
                  <a:pt x="1544450" y="325170"/>
                </a:lnTo>
                <a:lnTo>
                  <a:pt x="1540323" y="310171"/>
                </a:lnTo>
                <a:lnTo>
                  <a:pt x="1540422" y="298283"/>
                </a:lnTo>
                <a:lnTo>
                  <a:pt x="1537779" y="286704"/>
                </a:lnTo>
                <a:lnTo>
                  <a:pt x="1537921" y="283618"/>
                </a:lnTo>
                <a:lnTo>
                  <a:pt x="1539207" y="280935"/>
                </a:lnTo>
                <a:lnTo>
                  <a:pt x="1540412" y="281166"/>
                </a:lnTo>
                <a:lnTo>
                  <a:pt x="1544811" y="284357"/>
                </a:lnTo>
                <a:close/>
                <a:moveTo>
                  <a:pt x="1003285" y="13705"/>
                </a:moveTo>
                <a:lnTo>
                  <a:pt x="1001386" y="17134"/>
                </a:lnTo>
                <a:lnTo>
                  <a:pt x="1000218" y="21958"/>
                </a:lnTo>
                <a:lnTo>
                  <a:pt x="997358" y="40176"/>
                </a:lnTo>
                <a:lnTo>
                  <a:pt x="994038" y="54169"/>
                </a:lnTo>
                <a:lnTo>
                  <a:pt x="992984" y="68050"/>
                </a:lnTo>
                <a:lnTo>
                  <a:pt x="991505" y="72656"/>
                </a:lnTo>
                <a:lnTo>
                  <a:pt x="988891" y="76176"/>
                </a:lnTo>
                <a:lnTo>
                  <a:pt x="983420" y="81017"/>
                </a:lnTo>
                <a:lnTo>
                  <a:pt x="961422" y="89569"/>
                </a:lnTo>
                <a:lnTo>
                  <a:pt x="958894" y="91370"/>
                </a:lnTo>
                <a:lnTo>
                  <a:pt x="957386" y="94310"/>
                </a:lnTo>
                <a:lnTo>
                  <a:pt x="958125" y="96107"/>
                </a:lnTo>
                <a:lnTo>
                  <a:pt x="960015" y="97255"/>
                </a:lnTo>
                <a:lnTo>
                  <a:pt x="984235" y="99774"/>
                </a:lnTo>
                <a:lnTo>
                  <a:pt x="989016" y="101236"/>
                </a:lnTo>
                <a:lnTo>
                  <a:pt x="990739" y="102438"/>
                </a:lnTo>
                <a:lnTo>
                  <a:pt x="990855" y="103177"/>
                </a:lnTo>
                <a:lnTo>
                  <a:pt x="980662" y="109754"/>
                </a:lnTo>
                <a:lnTo>
                  <a:pt x="967808" y="113675"/>
                </a:lnTo>
                <a:lnTo>
                  <a:pt x="945814" y="122149"/>
                </a:lnTo>
                <a:lnTo>
                  <a:pt x="939915" y="124982"/>
                </a:lnTo>
                <a:lnTo>
                  <a:pt x="937784" y="126963"/>
                </a:lnTo>
                <a:lnTo>
                  <a:pt x="941185" y="129773"/>
                </a:lnTo>
                <a:lnTo>
                  <a:pt x="979494" y="130023"/>
                </a:lnTo>
                <a:lnTo>
                  <a:pt x="983797" y="130459"/>
                </a:lnTo>
                <a:lnTo>
                  <a:pt x="987007" y="131731"/>
                </a:lnTo>
                <a:lnTo>
                  <a:pt x="987953" y="133531"/>
                </a:lnTo>
                <a:lnTo>
                  <a:pt x="988538" y="143591"/>
                </a:lnTo>
                <a:lnTo>
                  <a:pt x="988243" y="163339"/>
                </a:lnTo>
                <a:lnTo>
                  <a:pt x="986712" y="180857"/>
                </a:lnTo>
                <a:lnTo>
                  <a:pt x="987546" y="187417"/>
                </a:lnTo>
                <a:lnTo>
                  <a:pt x="989514" y="187583"/>
                </a:lnTo>
                <a:lnTo>
                  <a:pt x="997446" y="182951"/>
                </a:lnTo>
                <a:lnTo>
                  <a:pt x="1000497" y="175997"/>
                </a:lnTo>
                <a:lnTo>
                  <a:pt x="1003544" y="174065"/>
                </a:lnTo>
                <a:lnTo>
                  <a:pt x="1009199" y="173243"/>
                </a:lnTo>
                <a:lnTo>
                  <a:pt x="1013142" y="177286"/>
                </a:lnTo>
                <a:lnTo>
                  <a:pt x="1014318" y="180023"/>
                </a:lnTo>
                <a:lnTo>
                  <a:pt x="1013551" y="182216"/>
                </a:lnTo>
                <a:lnTo>
                  <a:pt x="1010966" y="183725"/>
                </a:lnTo>
                <a:lnTo>
                  <a:pt x="1006686" y="184413"/>
                </a:lnTo>
                <a:lnTo>
                  <a:pt x="999145" y="184184"/>
                </a:lnTo>
                <a:lnTo>
                  <a:pt x="998056" y="191521"/>
                </a:lnTo>
                <a:lnTo>
                  <a:pt x="997370" y="192981"/>
                </a:lnTo>
                <a:lnTo>
                  <a:pt x="996078" y="193863"/>
                </a:lnTo>
                <a:lnTo>
                  <a:pt x="991256" y="193776"/>
                </a:lnTo>
                <a:lnTo>
                  <a:pt x="986078" y="190746"/>
                </a:lnTo>
                <a:lnTo>
                  <a:pt x="985098" y="191281"/>
                </a:lnTo>
                <a:lnTo>
                  <a:pt x="983966" y="193468"/>
                </a:lnTo>
                <a:lnTo>
                  <a:pt x="982091" y="205022"/>
                </a:lnTo>
                <a:lnTo>
                  <a:pt x="982289" y="222257"/>
                </a:lnTo>
                <a:lnTo>
                  <a:pt x="978930" y="230331"/>
                </a:lnTo>
                <a:lnTo>
                  <a:pt x="976707" y="239205"/>
                </a:lnTo>
                <a:lnTo>
                  <a:pt x="973240" y="263678"/>
                </a:lnTo>
                <a:lnTo>
                  <a:pt x="970322" y="275504"/>
                </a:lnTo>
                <a:lnTo>
                  <a:pt x="967956" y="297195"/>
                </a:lnTo>
                <a:lnTo>
                  <a:pt x="965877" y="304466"/>
                </a:lnTo>
                <a:lnTo>
                  <a:pt x="969738" y="307013"/>
                </a:lnTo>
                <a:lnTo>
                  <a:pt x="973369" y="306578"/>
                </a:lnTo>
                <a:lnTo>
                  <a:pt x="1001658" y="286205"/>
                </a:lnTo>
                <a:lnTo>
                  <a:pt x="1004767" y="284646"/>
                </a:lnTo>
                <a:lnTo>
                  <a:pt x="1006824" y="284394"/>
                </a:lnTo>
                <a:lnTo>
                  <a:pt x="1010914" y="285814"/>
                </a:lnTo>
                <a:lnTo>
                  <a:pt x="1019651" y="292526"/>
                </a:lnTo>
                <a:lnTo>
                  <a:pt x="1027330" y="297322"/>
                </a:lnTo>
                <a:lnTo>
                  <a:pt x="1029416" y="299538"/>
                </a:lnTo>
                <a:lnTo>
                  <a:pt x="1037701" y="305628"/>
                </a:lnTo>
                <a:lnTo>
                  <a:pt x="1039929" y="306838"/>
                </a:lnTo>
                <a:lnTo>
                  <a:pt x="1042881" y="307322"/>
                </a:lnTo>
                <a:lnTo>
                  <a:pt x="1045028" y="306177"/>
                </a:lnTo>
                <a:lnTo>
                  <a:pt x="1045739" y="304453"/>
                </a:lnTo>
                <a:lnTo>
                  <a:pt x="1045489" y="296361"/>
                </a:lnTo>
                <a:lnTo>
                  <a:pt x="1041247" y="274275"/>
                </a:lnTo>
                <a:lnTo>
                  <a:pt x="1038207" y="250013"/>
                </a:lnTo>
                <a:lnTo>
                  <a:pt x="1036944" y="245719"/>
                </a:lnTo>
                <a:lnTo>
                  <a:pt x="1035389" y="243840"/>
                </a:lnTo>
                <a:lnTo>
                  <a:pt x="1034011" y="243438"/>
                </a:lnTo>
                <a:lnTo>
                  <a:pt x="1033132" y="245112"/>
                </a:lnTo>
                <a:lnTo>
                  <a:pt x="1032412" y="251459"/>
                </a:lnTo>
                <a:lnTo>
                  <a:pt x="1026812" y="252300"/>
                </a:lnTo>
                <a:lnTo>
                  <a:pt x="1018366" y="247689"/>
                </a:lnTo>
                <a:lnTo>
                  <a:pt x="1016810" y="246097"/>
                </a:lnTo>
                <a:lnTo>
                  <a:pt x="1017095" y="243333"/>
                </a:lnTo>
                <a:lnTo>
                  <a:pt x="1021397" y="238800"/>
                </a:lnTo>
                <a:lnTo>
                  <a:pt x="1021693" y="238078"/>
                </a:lnTo>
                <a:lnTo>
                  <a:pt x="1021077" y="237358"/>
                </a:lnTo>
                <a:lnTo>
                  <a:pt x="1015944" y="237350"/>
                </a:lnTo>
                <a:lnTo>
                  <a:pt x="1008914" y="239714"/>
                </a:lnTo>
                <a:lnTo>
                  <a:pt x="1006476" y="239877"/>
                </a:lnTo>
                <a:lnTo>
                  <a:pt x="994917" y="235524"/>
                </a:lnTo>
                <a:lnTo>
                  <a:pt x="993378" y="234529"/>
                </a:lnTo>
                <a:lnTo>
                  <a:pt x="992950" y="232654"/>
                </a:lnTo>
                <a:lnTo>
                  <a:pt x="994422" y="229188"/>
                </a:lnTo>
                <a:lnTo>
                  <a:pt x="997911" y="225682"/>
                </a:lnTo>
                <a:lnTo>
                  <a:pt x="1003847" y="222423"/>
                </a:lnTo>
                <a:lnTo>
                  <a:pt x="1008002" y="221766"/>
                </a:lnTo>
                <a:lnTo>
                  <a:pt x="1013265" y="223736"/>
                </a:lnTo>
                <a:lnTo>
                  <a:pt x="1018378" y="227039"/>
                </a:lnTo>
                <a:lnTo>
                  <a:pt x="1020858" y="229978"/>
                </a:lnTo>
                <a:lnTo>
                  <a:pt x="1023635" y="235985"/>
                </a:lnTo>
                <a:lnTo>
                  <a:pt x="1032554" y="239391"/>
                </a:lnTo>
                <a:lnTo>
                  <a:pt x="1033725" y="238945"/>
                </a:lnTo>
                <a:lnTo>
                  <a:pt x="1034336" y="237581"/>
                </a:lnTo>
                <a:lnTo>
                  <a:pt x="1034578" y="232698"/>
                </a:lnTo>
                <a:lnTo>
                  <a:pt x="1033216" y="221897"/>
                </a:lnTo>
                <a:lnTo>
                  <a:pt x="1033109" y="215029"/>
                </a:lnTo>
                <a:lnTo>
                  <a:pt x="1030579" y="202720"/>
                </a:lnTo>
                <a:lnTo>
                  <a:pt x="1028443" y="196073"/>
                </a:lnTo>
                <a:lnTo>
                  <a:pt x="1026378" y="173307"/>
                </a:lnTo>
                <a:lnTo>
                  <a:pt x="1023559" y="161393"/>
                </a:lnTo>
                <a:lnTo>
                  <a:pt x="1023103" y="152126"/>
                </a:lnTo>
                <a:lnTo>
                  <a:pt x="1023550" y="144965"/>
                </a:lnTo>
                <a:lnTo>
                  <a:pt x="1022809" y="138538"/>
                </a:lnTo>
                <a:lnTo>
                  <a:pt x="1023815" y="134674"/>
                </a:lnTo>
                <a:lnTo>
                  <a:pt x="1026323" y="132563"/>
                </a:lnTo>
                <a:lnTo>
                  <a:pt x="1030934" y="130216"/>
                </a:lnTo>
                <a:lnTo>
                  <a:pt x="1070984" y="129897"/>
                </a:lnTo>
                <a:lnTo>
                  <a:pt x="1074404" y="129181"/>
                </a:lnTo>
                <a:lnTo>
                  <a:pt x="1075691" y="127182"/>
                </a:lnTo>
                <a:lnTo>
                  <a:pt x="1075005" y="125901"/>
                </a:lnTo>
                <a:lnTo>
                  <a:pt x="1071435" y="123835"/>
                </a:lnTo>
                <a:lnTo>
                  <a:pt x="1060473" y="120027"/>
                </a:lnTo>
                <a:lnTo>
                  <a:pt x="1051797" y="117990"/>
                </a:lnTo>
                <a:lnTo>
                  <a:pt x="1045904" y="114220"/>
                </a:lnTo>
                <a:lnTo>
                  <a:pt x="1034623" y="110033"/>
                </a:lnTo>
                <a:lnTo>
                  <a:pt x="1028983" y="106800"/>
                </a:lnTo>
                <a:lnTo>
                  <a:pt x="1025650" y="103910"/>
                </a:lnTo>
                <a:lnTo>
                  <a:pt x="1025422" y="103106"/>
                </a:lnTo>
                <a:lnTo>
                  <a:pt x="1026101" y="102382"/>
                </a:lnTo>
                <a:lnTo>
                  <a:pt x="1029802" y="100575"/>
                </a:lnTo>
                <a:lnTo>
                  <a:pt x="1053769" y="100451"/>
                </a:lnTo>
                <a:lnTo>
                  <a:pt x="1056668" y="99477"/>
                </a:lnTo>
                <a:lnTo>
                  <a:pt x="1057557" y="97810"/>
                </a:lnTo>
                <a:lnTo>
                  <a:pt x="1054488" y="94158"/>
                </a:lnTo>
                <a:lnTo>
                  <a:pt x="1038392" y="84538"/>
                </a:lnTo>
                <a:lnTo>
                  <a:pt x="1032292" y="81553"/>
                </a:lnTo>
                <a:lnTo>
                  <a:pt x="1028346" y="78614"/>
                </a:lnTo>
                <a:lnTo>
                  <a:pt x="1024627" y="74720"/>
                </a:lnTo>
                <a:lnTo>
                  <a:pt x="1022152" y="68803"/>
                </a:lnTo>
                <a:lnTo>
                  <a:pt x="1021212" y="57895"/>
                </a:lnTo>
                <a:lnTo>
                  <a:pt x="1018083" y="45867"/>
                </a:lnTo>
                <a:lnTo>
                  <a:pt x="1015455" y="28790"/>
                </a:lnTo>
                <a:lnTo>
                  <a:pt x="1012887" y="17757"/>
                </a:lnTo>
                <a:lnTo>
                  <a:pt x="1011564" y="14644"/>
                </a:lnTo>
                <a:lnTo>
                  <a:pt x="1009632" y="12818"/>
                </a:lnTo>
                <a:lnTo>
                  <a:pt x="1006274" y="12374"/>
                </a:lnTo>
                <a:lnTo>
                  <a:pt x="1003285" y="13705"/>
                </a:lnTo>
                <a:close/>
                <a:moveTo>
                  <a:pt x="1009495" y="57766"/>
                </a:moveTo>
                <a:lnTo>
                  <a:pt x="1008908" y="60612"/>
                </a:lnTo>
                <a:lnTo>
                  <a:pt x="1007600" y="60999"/>
                </a:lnTo>
                <a:lnTo>
                  <a:pt x="1006110" y="60537"/>
                </a:lnTo>
                <a:lnTo>
                  <a:pt x="1004735" y="58081"/>
                </a:lnTo>
                <a:lnTo>
                  <a:pt x="1005049" y="55237"/>
                </a:lnTo>
                <a:lnTo>
                  <a:pt x="1006430" y="54524"/>
                </a:lnTo>
                <a:lnTo>
                  <a:pt x="1008763" y="54883"/>
                </a:lnTo>
                <a:lnTo>
                  <a:pt x="1009495" y="57766"/>
                </a:lnTo>
                <a:close/>
                <a:moveTo>
                  <a:pt x="996853" y="83715"/>
                </a:moveTo>
                <a:lnTo>
                  <a:pt x="998018" y="85186"/>
                </a:lnTo>
                <a:lnTo>
                  <a:pt x="996813" y="87202"/>
                </a:lnTo>
                <a:lnTo>
                  <a:pt x="992793" y="87577"/>
                </a:lnTo>
                <a:lnTo>
                  <a:pt x="991109" y="86501"/>
                </a:lnTo>
                <a:lnTo>
                  <a:pt x="991327" y="85408"/>
                </a:lnTo>
                <a:lnTo>
                  <a:pt x="993452" y="83933"/>
                </a:lnTo>
                <a:lnTo>
                  <a:pt x="995079" y="83336"/>
                </a:lnTo>
                <a:lnTo>
                  <a:pt x="996853" y="83715"/>
                </a:lnTo>
                <a:close/>
                <a:moveTo>
                  <a:pt x="1032708" y="88077"/>
                </a:moveTo>
                <a:lnTo>
                  <a:pt x="1034642" y="89720"/>
                </a:lnTo>
                <a:lnTo>
                  <a:pt x="1034556" y="92300"/>
                </a:lnTo>
                <a:lnTo>
                  <a:pt x="1031677" y="93941"/>
                </a:lnTo>
                <a:lnTo>
                  <a:pt x="1028642" y="93917"/>
                </a:lnTo>
                <a:lnTo>
                  <a:pt x="1026156" y="92896"/>
                </a:lnTo>
                <a:lnTo>
                  <a:pt x="1024245" y="91022"/>
                </a:lnTo>
                <a:lnTo>
                  <a:pt x="1023245" y="88675"/>
                </a:lnTo>
                <a:lnTo>
                  <a:pt x="1023171" y="86007"/>
                </a:lnTo>
                <a:lnTo>
                  <a:pt x="1028761" y="86774"/>
                </a:lnTo>
                <a:lnTo>
                  <a:pt x="1032708" y="88077"/>
                </a:lnTo>
                <a:close/>
                <a:moveTo>
                  <a:pt x="987686" y="87707"/>
                </a:moveTo>
                <a:lnTo>
                  <a:pt x="988311" y="88656"/>
                </a:lnTo>
                <a:lnTo>
                  <a:pt x="988096" y="89903"/>
                </a:lnTo>
                <a:lnTo>
                  <a:pt x="985895" y="92211"/>
                </a:lnTo>
                <a:lnTo>
                  <a:pt x="983263" y="92780"/>
                </a:lnTo>
                <a:lnTo>
                  <a:pt x="980986" y="91838"/>
                </a:lnTo>
                <a:lnTo>
                  <a:pt x="981796" y="89583"/>
                </a:lnTo>
                <a:lnTo>
                  <a:pt x="984416" y="87512"/>
                </a:lnTo>
                <a:lnTo>
                  <a:pt x="985853" y="87048"/>
                </a:lnTo>
                <a:lnTo>
                  <a:pt x="987686" y="87707"/>
                </a:lnTo>
                <a:close/>
                <a:moveTo>
                  <a:pt x="987538" y="114026"/>
                </a:moveTo>
                <a:lnTo>
                  <a:pt x="989134" y="116320"/>
                </a:lnTo>
                <a:lnTo>
                  <a:pt x="987919" y="118189"/>
                </a:lnTo>
                <a:lnTo>
                  <a:pt x="983996" y="118474"/>
                </a:lnTo>
                <a:lnTo>
                  <a:pt x="982175" y="117031"/>
                </a:lnTo>
                <a:lnTo>
                  <a:pt x="981781" y="114478"/>
                </a:lnTo>
                <a:lnTo>
                  <a:pt x="982346" y="113065"/>
                </a:lnTo>
                <a:lnTo>
                  <a:pt x="984961" y="112973"/>
                </a:lnTo>
                <a:lnTo>
                  <a:pt x="987538" y="114026"/>
                </a:lnTo>
                <a:close/>
                <a:moveTo>
                  <a:pt x="1029603" y="115504"/>
                </a:moveTo>
                <a:lnTo>
                  <a:pt x="1029681" y="117069"/>
                </a:lnTo>
                <a:lnTo>
                  <a:pt x="1028439" y="118680"/>
                </a:lnTo>
                <a:lnTo>
                  <a:pt x="1026234" y="119067"/>
                </a:lnTo>
                <a:lnTo>
                  <a:pt x="1025054" y="118294"/>
                </a:lnTo>
                <a:lnTo>
                  <a:pt x="1024833" y="116439"/>
                </a:lnTo>
                <a:lnTo>
                  <a:pt x="1026253" y="114728"/>
                </a:lnTo>
                <a:lnTo>
                  <a:pt x="1028226" y="114414"/>
                </a:lnTo>
                <a:lnTo>
                  <a:pt x="1029603" y="115504"/>
                </a:lnTo>
                <a:close/>
                <a:moveTo>
                  <a:pt x="996557" y="135761"/>
                </a:moveTo>
                <a:lnTo>
                  <a:pt x="995892" y="137239"/>
                </a:lnTo>
                <a:lnTo>
                  <a:pt x="994879" y="136714"/>
                </a:lnTo>
                <a:lnTo>
                  <a:pt x="994534" y="135593"/>
                </a:lnTo>
                <a:lnTo>
                  <a:pt x="995679" y="134292"/>
                </a:lnTo>
                <a:lnTo>
                  <a:pt x="996557" y="135761"/>
                </a:lnTo>
                <a:close/>
                <a:moveTo>
                  <a:pt x="1011934" y="141379"/>
                </a:moveTo>
                <a:lnTo>
                  <a:pt x="1013287" y="143157"/>
                </a:lnTo>
                <a:lnTo>
                  <a:pt x="1013494" y="145462"/>
                </a:lnTo>
                <a:lnTo>
                  <a:pt x="1012567" y="147743"/>
                </a:lnTo>
                <a:lnTo>
                  <a:pt x="1010857" y="149183"/>
                </a:lnTo>
                <a:lnTo>
                  <a:pt x="1007532" y="149558"/>
                </a:lnTo>
                <a:lnTo>
                  <a:pt x="1004186" y="148788"/>
                </a:lnTo>
                <a:lnTo>
                  <a:pt x="1001755" y="147615"/>
                </a:lnTo>
                <a:lnTo>
                  <a:pt x="1000595" y="145824"/>
                </a:lnTo>
                <a:lnTo>
                  <a:pt x="1000771" y="142488"/>
                </a:lnTo>
                <a:lnTo>
                  <a:pt x="1003317" y="140875"/>
                </a:lnTo>
                <a:lnTo>
                  <a:pt x="1008596" y="140338"/>
                </a:lnTo>
                <a:lnTo>
                  <a:pt x="1011934" y="141379"/>
                </a:lnTo>
                <a:close/>
                <a:moveTo>
                  <a:pt x="997296" y="167994"/>
                </a:moveTo>
                <a:lnTo>
                  <a:pt x="997850" y="169303"/>
                </a:lnTo>
                <a:lnTo>
                  <a:pt x="996726" y="170550"/>
                </a:lnTo>
                <a:lnTo>
                  <a:pt x="995325" y="170886"/>
                </a:lnTo>
                <a:lnTo>
                  <a:pt x="993841" y="169999"/>
                </a:lnTo>
                <a:lnTo>
                  <a:pt x="993660" y="168425"/>
                </a:lnTo>
                <a:lnTo>
                  <a:pt x="994433" y="167083"/>
                </a:lnTo>
                <a:lnTo>
                  <a:pt x="995781" y="166892"/>
                </a:lnTo>
                <a:lnTo>
                  <a:pt x="997296" y="167994"/>
                </a:lnTo>
                <a:close/>
                <a:moveTo>
                  <a:pt x="1022284" y="168068"/>
                </a:moveTo>
                <a:lnTo>
                  <a:pt x="1020029" y="169629"/>
                </a:lnTo>
                <a:lnTo>
                  <a:pt x="1018414" y="169482"/>
                </a:lnTo>
                <a:lnTo>
                  <a:pt x="1017996" y="168807"/>
                </a:lnTo>
                <a:lnTo>
                  <a:pt x="1018384" y="167465"/>
                </a:lnTo>
                <a:lnTo>
                  <a:pt x="1019681" y="166876"/>
                </a:lnTo>
                <a:lnTo>
                  <a:pt x="1021917" y="166998"/>
                </a:lnTo>
                <a:lnTo>
                  <a:pt x="1022284" y="168068"/>
                </a:lnTo>
                <a:close/>
                <a:moveTo>
                  <a:pt x="1021915" y="185884"/>
                </a:moveTo>
                <a:lnTo>
                  <a:pt x="1023417" y="188823"/>
                </a:lnTo>
                <a:lnTo>
                  <a:pt x="1023646" y="191324"/>
                </a:lnTo>
                <a:lnTo>
                  <a:pt x="1022013" y="194264"/>
                </a:lnTo>
                <a:lnTo>
                  <a:pt x="1016656" y="197168"/>
                </a:lnTo>
                <a:lnTo>
                  <a:pt x="1018715" y="203220"/>
                </a:lnTo>
                <a:lnTo>
                  <a:pt x="1017459" y="206316"/>
                </a:lnTo>
                <a:lnTo>
                  <a:pt x="1012682" y="209217"/>
                </a:lnTo>
                <a:lnTo>
                  <a:pt x="1008266" y="210761"/>
                </a:lnTo>
                <a:lnTo>
                  <a:pt x="1004523" y="209325"/>
                </a:lnTo>
                <a:lnTo>
                  <a:pt x="999074" y="205339"/>
                </a:lnTo>
                <a:lnTo>
                  <a:pt x="998472" y="202398"/>
                </a:lnTo>
                <a:lnTo>
                  <a:pt x="1001709" y="197606"/>
                </a:lnTo>
                <a:lnTo>
                  <a:pt x="1006028" y="195379"/>
                </a:lnTo>
                <a:lnTo>
                  <a:pt x="1014977" y="194652"/>
                </a:lnTo>
                <a:lnTo>
                  <a:pt x="1017331" y="185515"/>
                </a:lnTo>
                <a:lnTo>
                  <a:pt x="1019540" y="184618"/>
                </a:lnTo>
                <a:lnTo>
                  <a:pt x="1021915" y="185884"/>
                </a:lnTo>
                <a:close/>
                <a:moveTo>
                  <a:pt x="995079" y="211464"/>
                </a:moveTo>
                <a:lnTo>
                  <a:pt x="998374" y="214855"/>
                </a:lnTo>
                <a:lnTo>
                  <a:pt x="998363" y="216462"/>
                </a:lnTo>
                <a:lnTo>
                  <a:pt x="997241" y="218331"/>
                </a:lnTo>
                <a:lnTo>
                  <a:pt x="990680" y="224179"/>
                </a:lnTo>
                <a:lnTo>
                  <a:pt x="988851" y="224248"/>
                </a:lnTo>
                <a:lnTo>
                  <a:pt x="986211" y="222888"/>
                </a:lnTo>
                <a:lnTo>
                  <a:pt x="985181" y="221555"/>
                </a:lnTo>
                <a:lnTo>
                  <a:pt x="985043" y="218560"/>
                </a:lnTo>
                <a:lnTo>
                  <a:pt x="986032" y="212961"/>
                </a:lnTo>
                <a:lnTo>
                  <a:pt x="987350" y="210181"/>
                </a:lnTo>
                <a:lnTo>
                  <a:pt x="988212" y="209412"/>
                </a:lnTo>
                <a:lnTo>
                  <a:pt x="990410" y="209078"/>
                </a:lnTo>
                <a:lnTo>
                  <a:pt x="995079" y="211464"/>
                </a:lnTo>
                <a:close/>
                <a:moveTo>
                  <a:pt x="1028199" y="210576"/>
                </a:moveTo>
                <a:lnTo>
                  <a:pt x="1029095" y="214962"/>
                </a:lnTo>
                <a:lnTo>
                  <a:pt x="1028629" y="220896"/>
                </a:lnTo>
                <a:lnTo>
                  <a:pt x="1027420" y="222970"/>
                </a:lnTo>
                <a:lnTo>
                  <a:pt x="1024693" y="223591"/>
                </a:lnTo>
                <a:lnTo>
                  <a:pt x="1017682" y="218429"/>
                </a:lnTo>
                <a:lnTo>
                  <a:pt x="1016407" y="216417"/>
                </a:lnTo>
                <a:lnTo>
                  <a:pt x="1016250" y="214325"/>
                </a:lnTo>
                <a:lnTo>
                  <a:pt x="1017512" y="212249"/>
                </a:lnTo>
                <a:lnTo>
                  <a:pt x="1021034" y="210454"/>
                </a:lnTo>
                <a:lnTo>
                  <a:pt x="1025227" y="209753"/>
                </a:lnTo>
                <a:lnTo>
                  <a:pt x="1028199" y="210576"/>
                </a:lnTo>
                <a:close/>
                <a:moveTo>
                  <a:pt x="989904" y="239409"/>
                </a:moveTo>
                <a:lnTo>
                  <a:pt x="995374" y="245175"/>
                </a:lnTo>
                <a:lnTo>
                  <a:pt x="991872" y="247901"/>
                </a:lnTo>
                <a:lnTo>
                  <a:pt x="983768" y="250646"/>
                </a:lnTo>
                <a:lnTo>
                  <a:pt x="981989" y="248211"/>
                </a:lnTo>
                <a:lnTo>
                  <a:pt x="981342" y="246111"/>
                </a:lnTo>
                <a:lnTo>
                  <a:pt x="981026" y="242318"/>
                </a:lnTo>
                <a:lnTo>
                  <a:pt x="981549" y="239244"/>
                </a:lnTo>
                <a:lnTo>
                  <a:pt x="982412" y="238301"/>
                </a:lnTo>
                <a:lnTo>
                  <a:pt x="984570" y="237812"/>
                </a:lnTo>
                <a:lnTo>
                  <a:pt x="989904" y="239409"/>
                </a:lnTo>
                <a:close/>
                <a:moveTo>
                  <a:pt x="1012008" y="251459"/>
                </a:moveTo>
                <a:lnTo>
                  <a:pt x="1020557" y="255656"/>
                </a:lnTo>
                <a:lnTo>
                  <a:pt x="1022071" y="257751"/>
                </a:lnTo>
                <a:lnTo>
                  <a:pt x="1022224" y="261534"/>
                </a:lnTo>
                <a:lnTo>
                  <a:pt x="1019623" y="264766"/>
                </a:lnTo>
                <a:lnTo>
                  <a:pt x="1012231" y="270222"/>
                </a:lnTo>
                <a:lnTo>
                  <a:pt x="1007587" y="272342"/>
                </a:lnTo>
                <a:lnTo>
                  <a:pt x="1003382" y="272034"/>
                </a:lnTo>
                <a:lnTo>
                  <a:pt x="1000882" y="270469"/>
                </a:lnTo>
                <a:lnTo>
                  <a:pt x="992769" y="263605"/>
                </a:lnTo>
                <a:lnTo>
                  <a:pt x="989262" y="258050"/>
                </a:lnTo>
                <a:lnTo>
                  <a:pt x="989268" y="256637"/>
                </a:lnTo>
                <a:lnTo>
                  <a:pt x="990202" y="255505"/>
                </a:lnTo>
                <a:lnTo>
                  <a:pt x="1002633" y="249146"/>
                </a:lnTo>
                <a:lnTo>
                  <a:pt x="1006441" y="248993"/>
                </a:lnTo>
                <a:lnTo>
                  <a:pt x="1012008" y="251459"/>
                </a:lnTo>
                <a:close/>
                <a:moveTo>
                  <a:pt x="987908" y="268389"/>
                </a:moveTo>
                <a:lnTo>
                  <a:pt x="995607" y="274653"/>
                </a:lnTo>
                <a:lnTo>
                  <a:pt x="997591" y="278210"/>
                </a:lnTo>
                <a:lnTo>
                  <a:pt x="997666" y="280661"/>
                </a:lnTo>
                <a:lnTo>
                  <a:pt x="996357" y="282135"/>
                </a:lnTo>
                <a:lnTo>
                  <a:pt x="991892" y="284682"/>
                </a:lnTo>
                <a:lnTo>
                  <a:pt x="982180" y="291922"/>
                </a:lnTo>
                <a:lnTo>
                  <a:pt x="979037" y="293814"/>
                </a:lnTo>
                <a:lnTo>
                  <a:pt x="977775" y="293735"/>
                </a:lnTo>
                <a:lnTo>
                  <a:pt x="976568" y="292024"/>
                </a:lnTo>
                <a:lnTo>
                  <a:pt x="975888" y="287117"/>
                </a:lnTo>
                <a:lnTo>
                  <a:pt x="978167" y="274515"/>
                </a:lnTo>
                <a:lnTo>
                  <a:pt x="978398" y="269701"/>
                </a:lnTo>
                <a:lnTo>
                  <a:pt x="980572" y="267085"/>
                </a:lnTo>
                <a:lnTo>
                  <a:pt x="982957" y="265983"/>
                </a:lnTo>
                <a:lnTo>
                  <a:pt x="985382" y="266421"/>
                </a:lnTo>
                <a:lnTo>
                  <a:pt x="987908" y="268389"/>
                </a:lnTo>
                <a:close/>
                <a:moveTo>
                  <a:pt x="1033004" y="267649"/>
                </a:moveTo>
                <a:lnTo>
                  <a:pt x="1034209" y="273176"/>
                </a:lnTo>
                <a:lnTo>
                  <a:pt x="1035263" y="290017"/>
                </a:lnTo>
                <a:lnTo>
                  <a:pt x="1034837" y="292766"/>
                </a:lnTo>
                <a:lnTo>
                  <a:pt x="1032263" y="293799"/>
                </a:lnTo>
                <a:lnTo>
                  <a:pt x="1029376" y="292380"/>
                </a:lnTo>
                <a:lnTo>
                  <a:pt x="1021430" y="285415"/>
                </a:lnTo>
                <a:lnTo>
                  <a:pt x="1017037" y="282648"/>
                </a:lnTo>
                <a:lnTo>
                  <a:pt x="1016038" y="279633"/>
                </a:lnTo>
                <a:lnTo>
                  <a:pt x="1017297" y="276531"/>
                </a:lnTo>
                <a:lnTo>
                  <a:pt x="1025310" y="269732"/>
                </a:lnTo>
                <a:lnTo>
                  <a:pt x="1030712" y="266614"/>
                </a:lnTo>
                <a:lnTo>
                  <a:pt x="1033004" y="267649"/>
                </a:lnTo>
                <a:close/>
                <a:moveTo>
                  <a:pt x="493917" y="17327"/>
                </a:moveTo>
                <a:lnTo>
                  <a:pt x="491862" y="18746"/>
                </a:lnTo>
                <a:lnTo>
                  <a:pt x="490654" y="21410"/>
                </a:lnTo>
                <a:lnTo>
                  <a:pt x="488551" y="35300"/>
                </a:lnTo>
                <a:lnTo>
                  <a:pt x="485202" y="50577"/>
                </a:lnTo>
                <a:lnTo>
                  <a:pt x="483104" y="66863"/>
                </a:lnTo>
                <a:lnTo>
                  <a:pt x="480466" y="77986"/>
                </a:lnTo>
                <a:lnTo>
                  <a:pt x="477607" y="95500"/>
                </a:lnTo>
                <a:lnTo>
                  <a:pt x="476251" y="98538"/>
                </a:lnTo>
                <a:lnTo>
                  <a:pt x="472753" y="102540"/>
                </a:lnTo>
                <a:lnTo>
                  <a:pt x="469616" y="104657"/>
                </a:lnTo>
                <a:lnTo>
                  <a:pt x="461933" y="107770"/>
                </a:lnTo>
                <a:lnTo>
                  <a:pt x="455360" y="111556"/>
                </a:lnTo>
                <a:lnTo>
                  <a:pt x="436260" y="119339"/>
                </a:lnTo>
                <a:lnTo>
                  <a:pt x="433204" y="121572"/>
                </a:lnTo>
                <a:lnTo>
                  <a:pt x="431040" y="125070"/>
                </a:lnTo>
                <a:lnTo>
                  <a:pt x="431660" y="126922"/>
                </a:lnTo>
                <a:lnTo>
                  <a:pt x="436001" y="128105"/>
                </a:lnTo>
                <a:lnTo>
                  <a:pt x="472299" y="130289"/>
                </a:lnTo>
                <a:lnTo>
                  <a:pt x="476170" y="131824"/>
                </a:lnTo>
                <a:lnTo>
                  <a:pt x="477505" y="133099"/>
                </a:lnTo>
                <a:lnTo>
                  <a:pt x="477492" y="134531"/>
                </a:lnTo>
                <a:lnTo>
                  <a:pt x="473709" y="138635"/>
                </a:lnTo>
                <a:lnTo>
                  <a:pt x="469387" y="141193"/>
                </a:lnTo>
                <a:lnTo>
                  <a:pt x="456842" y="146416"/>
                </a:lnTo>
                <a:lnTo>
                  <a:pt x="447665" y="149262"/>
                </a:lnTo>
                <a:lnTo>
                  <a:pt x="439946" y="152642"/>
                </a:lnTo>
                <a:lnTo>
                  <a:pt x="415102" y="161420"/>
                </a:lnTo>
                <a:lnTo>
                  <a:pt x="409532" y="164439"/>
                </a:lnTo>
                <a:lnTo>
                  <a:pt x="407955" y="165787"/>
                </a:lnTo>
                <a:lnTo>
                  <a:pt x="407168" y="168187"/>
                </a:lnTo>
                <a:lnTo>
                  <a:pt x="409147" y="169735"/>
                </a:lnTo>
                <a:lnTo>
                  <a:pt x="414360" y="170174"/>
                </a:lnTo>
                <a:lnTo>
                  <a:pt x="467016" y="170877"/>
                </a:lnTo>
                <a:lnTo>
                  <a:pt x="472229" y="171973"/>
                </a:lnTo>
                <a:lnTo>
                  <a:pt x="474104" y="173316"/>
                </a:lnTo>
                <a:lnTo>
                  <a:pt x="474873" y="175199"/>
                </a:lnTo>
                <a:lnTo>
                  <a:pt x="475307" y="185913"/>
                </a:lnTo>
                <a:lnTo>
                  <a:pt x="473965" y="197674"/>
                </a:lnTo>
                <a:lnTo>
                  <a:pt x="471539" y="238427"/>
                </a:lnTo>
                <a:lnTo>
                  <a:pt x="468560" y="246354"/>
                </a:lnTo>
                <a:lnTo>
                  <a:pt x="465644" y="273143"/>
                </a:lnTo>
                <a:lnTo>
                  <a:pt x="461965" y="286871"/>
                </a:lnTo>
                <a:lnTo>
                  <a:pt x="459642" y="308985"/>
                </a:lnTo>
                <a:lnTo>
                  <a:pt x="456241" y="322985"/>
                </a:lnTo>
                <a:lnTo>
                  <a:pt x="453644" y="344979"/>
                </a:lnTo>
                <a:lnTo>
                  <a:pt x="450253" y="360557"/>
                </a:lnTo>
                <a:lnTo>
                  <a:pt x="446568" y="389525"/>
                </a:lnTo>
                <a:lnTo>
                  <a:pt x="444531" y="397298"/>
                </a:lnTo>
                <a:lnTo>
                  <a:pt x="444484" y="400963"/>
                </a:lnTo>
                <a:lnTo>
                  <a:pt x="445272" y="403013"/>
                </a:lnTo>
                <a:lnTo>
                  <a:pt x="447917" y="403951"/>
                </a:lnTo>
                <a:lnTo>
                  <a:pt x="452943" y="402232"/>
                </a:lnTo>
                <a:lnTo>
                  <a:pt x="482904" y="381421"/>
                </a:lnTo>
                <a:lnTo>
                  <a:pt x="492704" y="373844"/>
                </a:lnTo>
                <a:lnTo>
                  <a:pt x="495487" y="372664"/>
                </a:lnTo>
                <a:lnTo>
                  <a:pt x="498181" y="372420"/>
                </a:lnTo>
                <a:lnTo>
                  <a:pt x="502017" y="373827"/>
                </a:lnTo>
                <a:lnTo>
                  <a:pt x="523867" y="390556"/>
                </a:lnTo>
                <a:lnTo>
                  <a:pt x="539518" y="401642"/>
                </a:lnTo>
                <a:lnTo>
                  <a:pt x="543403" y="403641"/>
                </a:lnTo>
                <a:lnTo>
                  <a:pt x="546310" y="403963"/>
                </a:lnTo>
                <a:lnTo>
                  <a:pt x="547663" y="403234"/>
                </a:lnTo>
                <a:lnTo>
                  <a:pt x="548294" y="401720"/>
                </a:lnTo>
                <a:lnTo>
                  <a:pt x="548307" y="395197"/>
                </a:lnTo>
                <a:lnTo>
                  <a:pt x="544743" y="373464"/>
                </a:lnTo>
                <a:lnTo>
                  <a:pt x="542390" y="353456"/>
                </a:lnTo>
                <a:lnTo>
                  <a:pt x="539182" y="338055"/>
                </a:lnTo>
                <a:lnTo>
                  <a:pt x="536252" y="313791"/>
                </a:lnTo>
                <a:lnTo>
                  <a:pt x="532458" y="296141"/>
                </a:lnTo>
                <a:lnTo>
                  <a:pt x="530308" y="277713"/>
                </a:lnTo>
                <a:lnTo>
                  <a:pt x="526418" y="255417"/>
                </a:lnTo>
                <a:lnTo>
                  <a:pt x="524024" y="234271"/>
                </a:lnTo>
                <a:lnTo>
                  <a:pt x="522942" y="229898"/>
                </a:lnTo>
                <a:lnTo>
                  <a:pt x="520493" y="225148"/>
                </a:lnTo>
                <a:lnTo>
                  <a:pt x="519921" y="221620"/>
                </a:lnTo>
                <a:lnTo>
                  <a:pt x="519200" y="174647"/>
                </a:lnTo>
                <a:lnTo>
                  <a:pt x="522670" y="171869"/>
                </a:lnTo>
                <a:lnTo>
                  <a:pt x="528497" y="170905"/>
                </a:lnTo>
                <a:lnTo>
                  <a:pt x="584425" y="171323"/>
                </a:lnTo>
                <a:lnTo>
                  <a:pt x="586576" y="170522"/>
                </a:lnTo>
                <a:lnTo>
                  <a:pt x="588149" y="167670"/>
                </a:lnTo>
                <a:lnTo>
                  <a:pt x="585191" y="165386"/>
                </a:lnTo>
                <a:lnTo>
                  <a:pt x="577107" y="161461"/>
                </a:lnTo>
                <a:lnTo>
                  <a:pt x="559978" y="154395"/>
                </a:lnTo>
                <a:lnTo>
                  <a:pt x="536684" y="146065"/>
                </a:lnTo>
                <a:lnTo>
                  <a:pt x="523804" y="140612"/>
                </a:lnTo>
                <a:lnTo>
                  <a:pt x="521040" y="138226"/>
                </a:lnTo>
                <a:lnTo>
                  <a:pt x="520663" y="133717"/>
                </a:lnTo>
                <a:lnTo>
                  <a:pt x="521500" y="132267"/>
                </a:lnTo>
                <a:lnTo>
                  <a:pt x="523300" y="131395"/>
                </a:lnTo>
                <a:lnTo>
                  <a:pt x="537089" y="130750"/>
                </a:lnTo>
                <a:lnTo>
                  <a:pt x="560302" y="132698"/>
                </a:lnTo>
                <a:lnTo>
                  <a:pt x="563262" y="131399"/>
                </a:lnTo>
                <a:lnTo>
                  <a:pt x="564565" y="129678"/>
                </a:lnTo>
                <a:lnTo>
                  <a:pt x="564801" y="128086"/>
                </a:lnTo>
                <a:lnTo>
                  <a:pt x="561840" y="124872"/>
                </a:lnTo>
                <a:lnTo>
                  <a:pt x="549437" y="118193"/>
                </a:lnTo>
                <a:lnTo>
                  <a:pt x="531811" y="107073"/>
                </a:lnTo>
                <a:lnTo>
                  <a:pt x="525549" y="103962"/>
                </a:lnTo>
                <a:lnTo>
                  <a:pt x="519873" y="98832"/>
                </a:lnTo>
                <a:lnTo>
                  <a:pt x="519140" y="97188"/>
                </a:lnTo>
                <a:lnTo>
                  <a:pt x="518553" y="90433"/>
                </a:lnTo>
                <a:lnTo>
                  <a:pt x="515783" y="78980"/>
                </a:lnTo>
                <a:lnTo>
                  <a:pt x="512526" y="58600"/>
                </a:lnTo>
                <a:lnTo>
                  <a:pt x="509026" y="43295"/>
                </a:lnTo>
                <a:lnTo>
                  <a:pt x="505616" y="23482"/>
                </a:lnTo>
                <a:lnTo>
                  <a:pt x="503672" y="19275"/>
                </a:lnTo>
                <a:lnTo>
                  <a:pt x="500359" y="16693"/>
                </a:lnTo>
                <a:lnTo>
                  <a:pt x="497344" y="16095"/>
                </a:lnTo>
                <a:lnTo>
                  <a:pt x="493917" y="17327"/>
                </a:lnTo>
                <a:close/>
                <a:moveTo>
                  <a:pt x="500422" y="52517"/>
                </a:moveTo>
                <a:lnTo>
                  <a:pt x="501107" y="54600"/>
                </a:lnTo>
                <a:lnTo>
                  <a:pt x="500663" y="57223"/>
                </a:lnTo>
                <a:lnTo>
                  <a:pt x="498279" y="57766"/>
                </a:lnTo>
                <a:lnTo>
                  <a:pt x="495915" y="57255"/>
                </a:lnTo>
                <a:lnTo>
                  <a:pt x="495468" y="54881"/>
                </a:lnTo>
                <a:lnTo>
                  <a:pt x="496521" y="52576"/>
                </a:lnTo>
                <a:lnTo>
                  <a:pt x="498468" y="51596"/>
                </a:lnTo>
                <a:lnTo>
                  <a:pt x="500422" y="52517"/>
                </a:lnTo>
                <a:close/>
                <a:moveTo>
                  <a:pt x="501384" y="71960"/>
                </a:moveTo>
                <a:lnTo>
                  <a:pt x="502687" y="75444"/>
                </a:lnTo>
                <a:lnTo>
                  <a:pt x="502271" y="79871"/>
                </a:lnTo>
                <a:lnTo>
                  <a:pt x="498972" y="81054"/>
                </a:lnTo>
                <a:lnTo>
                  <a:pt x="494730" y="80462"/>
                </a:lnTo>
                <a:lnTo>
                  <a:pt x="493085" y="77022"/>
                </a:lnTo>
                <a:lnTo>
                  <a:pt x="493312" y="73648"/>
                </a:lnTo>
                <a:lnTo>
                  <a:pt x="494165" y="71871"/>
                </a:lnTo>
                <a:lnTo>
                  <a:pt x="497386" y="70731"/>
                </a:lnTo>
                <a:lnTo>
                  <a:pt x="501384" y="71960"/>
                </a:lnTo>
                <a:close/>
                <a:moveTo>
                  <a:pt x="489407" y="84380"/>
                </a:moveTo>
                <a:lnTo>
                  <a:pt x="489951" y="86225"/>
                </a:lnTo>
                <a:lnTo>
                  <a:pt x="489210" y="88037"/>
                </a:lnTo>
                <a:lnTo>
                  <a:pt x="487615" y="89027"/>
                </a:lnTo>
                <a:lnTo>
                  <a:pt x="485849" y="88588"/>
                </a:lnTo>
                <a:lnTo>
                  <a:pt x="485100" y="85792"/>
                </a:lnTo>
                <a:lnTo>
                  <a:pt x="485937" y="83864"/>
                </a:lnTo>
                <a:lnTo>
                  <a:pt x="487596" y="83278"/>
                </a:lnTo>
                <a:lnTo>
                  <a:pt x="489407" y="84380"/>
                </a:lnTo>
                <a:close/>
                <a:moveTo>
                  <a:pt x="510403" y="85711"/>
                </a:moveTo>
                <a:lnTo>
                  <a:pt x="511807" y="86746"/>
                </a:lnTo>
                <a:lnTo>
                  <a:pt x="509581" y="87346"/>
                </a:lnTo>
                <a:lnTo>
                  <a:pt x="507463" y="86737"/>
                </a:lnTo>
                <a:lnTo>
                  <a:pt x="506411" y="85489"/>
                </a:lnTo>
                <a:lnTo>
                  <a:pt x="507825" y="84796"/>
                </a:lnTo>
                <a:lnTo>
                  <a:pt x="510403" y="85711"/>
                </a:lnTo>
                <a:close/>
                <a:moveTo>
                  <a:pt x="501975" y="94730"/>
                </a:moveTo>
                <a:lnTo>
                  <a:pt x="503112" y="97651"/>
                </a:lnTo>
                <a:lnTo>
                  <a:pt x="501861" y="99154"/>
                </a:lnTo>
                <a:lnTo>
                  <a:pt x="499367" y="100407"/>
                </a:lnTo>
                <a:lnTo>
                  <a:pt x="497469" y="100438"/>
                </a:lnTo>
                <a:lnTo>
                  <a:pt x="494633" y="99419"/>
                </a:lnTo>
                <a:lnTo>
                  <a:pt x="492512" y="96800"/>
                </a:lnTo>
                <a:lnTo>
                  <a:pt x="493021" y="94903"/>
                </a:lnTo>
                <a:lnTo>
                  <a:pt x="495968" y="93270"/>
                </a:lnTo>
                <a:lnTo>
                  <a:pt x="499834" y="93434"/>
                </a:lnTo>
                <a:lnTo>
                  <a:pt x="501975" y="94730"/>
                </a:lnTo>
                <a:close/>
                <a:moveTo>
                  <a:pt x="512177" y="109294"/>
                </a:moveTo>
                <a:lnTo>
                  <a:pt x="513075" y="112191"/>
                </a:lnTo>
                <a:lnTo>
                  <a:pt x="512511" y="115542"/>
                </a:lnTo>
                <a:lnTo>
                  <a:pt x="511156" y="116672"/>
                </a:lnTo>
                <a:lnTo>
                  <a:pt x="509322" y="116426"/>
                </a:lnTo>
                <a:lnTo>
                  <a:pt x="507449" y="114627"/>
                </a:lnTo>
                <a:lnTo>
                  <a:pt x="507488" y="111390"/>
                </a:lnTo>
                <a:lnTo>
                  <a:pt x="509577" y="108873"/>
                </a:lnTo>
                <a:lnTo>
                  <a:pt x="510916" y="108638"/>
                </a:lnTo>
                <a:lnTo>
                  <a:pt x="512177" y="109294"/>
                </a:lnTo>
                <a:close/>
                <a:moveTo>
                  <a:pt x="488224" y="111586"/>
                </a:moveTo>
                <a:lnTo>
                  <a:pt x="488466" y="114011"/>
                </a:lnTo>
                <a:lnTo>
                  <a:pt x="486492" y="115505"/>
                </a:lnTo>
                <a:lnTo>
                  <a:pt x="482552" y="114811"/>
                </a:lnTo>
                <a:lnTo>
                  <a:pt x="480107" y="113107"/>
                </a:lnTo>
                <a:lnTo>
                  <a:pt x="481513" y="110195"/>
                </a:lnTo>
                <a:lnTo>
                  <a:pt x="483950" y="109122"/>
                </a:lnTo>
                <a:lnTo>
                  <a:pt x="486522" y="109621"/>
                </a:lnTo>
                <a:lnTo>
                  <a:pt x="488224" y="111586"/>
                </a:lnTo>
                <a:close/>
                <a:moveTo>
                  <a:pt x="527259" y="113065"/>
                </a:moveTo>
                <a:lnTo>
                  <a:pt x="536989" y="119388"/>
                </a:lnTo>
                <a:lnTo>
                  <a:pt x="538141" y="120813"/>
                </a:lnTo>
                <a:lnTo>
                  <a:pt x="537795" y="122261"/>
                </a:lnTo>
                <a:lnTo>
                  <a:pt x="535696" y="123350"/>
                </a:lnTo>
                <a:lnTo>
                  <a:pt x="530206" y="123838"/>
                </a:lnTo>
                <a:lnTo>
                  <a:pt x="524828" y="123461"/>
                </a:lnTo>
                <a:lnTo>
                  <a:pt x="521464" y="122232"/>
                </a:lnTo>
                <a:lnTo>
                  <a:pt x="520287" y="120729"/>
                </a:lnTo>
                <a:lnTo>
                  <a:pt x="519774" y="118531"/>
                </a:lnTo>
                <a:lnTo>
                  <a:pt x="520383" y="113090"/>
                </a:lnTo>
                <a:lnTo>
                  <a:pt x="522401" y="111473"/>
                </a:lnTo>
                <a:lnTo>
                  <a:pt x="527259" y="113065"/>
                </a:lnTo>
                <a:close/>
                <a:moveTo>
                  <a:pt x="474695" y="112991"/>
                </a:moveTo>
                <a:lnTo>
                  <a:pt x="476978" y="114008"/>
                </a:lnTo>
                <a:lnTo>
                  <a:pt x="477304" y="115301"/>
                </a:lnTo>
                <a:lnTo>
                  <a:pt x="474695" y="117722"/>
                </a:lnTo>
                <a:lnTo>
                  <a:pt x="471300" y="119430"/>
                </a:lnTo>
                <a:lnTo>
                  <a:pt x="468078" y="120138"/>
                </a:lnTo>
                <a:lnTo>
                  <a:pt x="465364" y="119873"/>
                </a:lnTo>
                <a:lnTo>
                  <a:pt x="462974" y="117714"/>
                </a:lnTo>
                <a:lnTo>
                  <a:pt x="462954" y="115454"/>
                </a:lnTo>
                <a:lnTo>
                  <a:pt x="465151" y="113076"/>
                </a:lnTo>
                <a:lnTo>
                  <a:pt x="469321" y="112183"/>
                </a:lnTo>
                <a:lnTo>
                  <a:pt x="474695" y="112991"/>
                </a:lnTo>
                <a:close/>
                <a:moveTo>
                  <a:pt x="512177" y="135539"/>
                </a:moveTo>
                <a:lnTo>
                  <a:pt x="510926" y="138357"/>
                </a:lnTo>
                <a:lnTo>
                  <a:pt x="509441" y="138751"/>
                </a:lnTo>
                <a:lnTo>
                  <a:pt x="508576" y="138016"/>
                </a:lnTo>
                <a:lnTo>
                  <a:pt x="508224" y="135459"/>
                </a:lnTo>
                <a:lnTo>
                  <a:pt x="509877" y="133081"/>
                </a:lnTo>
                <a:lnTo>
                  <a:pt x="511970" y="133085"/>
                </a:lnTo>
                <a:lnTo>
                  <a:pt x="512177" y="135539"/>
                </a:lnTo>
                <a:close/>
                <a:moveTo>
                  <a:pt x="487041" y="136056"/>
                </a:moveTo>
                <a:lnTo>
                  <a:pt x="486952" y="137663"/>
                </a:lnTo>
                <a:lnTo>
                  <a:pt x="486083" y="138372"/>
                </a:lnTo>
                <a:lnTo>
                  <a:pt x="484232" y="137609"/>
                </a:lnTo>
                <a:lnTo>
                  <a:pt x="483242" y="136129"/>
                </a:lnTo>
                <a:lnTo>
                  <a:pt x="483997" y="134897"/>
                </a:lnTo>
                <a:lnTo>
                  <a:pt x="485232" y="134465"/>
                </a:lnTo>
                <a:lnTo>
                  <a:pt x="486386" y="134879"/>
                </a:lnTo>
                <a:lnTo>
                  <a:pt x="487041" y="136056"/>
                </a:lnTo>
                <a:close/>
                <a:moveTo>
                  <a:pt x="500496" y="148698"/>
                </a:moveTo>
                <a:lnTo>
                  <a:pt x="501051" y="150604"/>
                </a:lnTo>
                <a:lnTo>
                  <a:pt x="499647" y="151842"/>
                </a:lnTo>
                <a:lnTo>
                  <a:pt x="495520" y="151710"/>
                </a:lnTo>
                <a:lnTo>
                  <a:pt x="493891" y="150462"/>
                </a:lnTo>
                <a:lnTo>
                  <a:pt x="494379" y="148892"/>
                </a:lnTo>
                <a:lnTo>
                  <a:pt x="496560" y="147820"/>
                </a:lnTo>
                <a:lnTo>
                  <a:pt x="499180" y="147886"/>
                </a:lnTo>
                <a:lnTo>
                  <a:pt x="500496" y="148698"/>
                </a:lnTo>
                <a:close/>
                <a:moveTo>
                  <a:pt x="475435" y="150546"/>
                </a:moveTo>
                <a:lnTo>
                  <a:pt x="476826" y="153051"/>
                </a:lnTo>
                <a:lnTo>
                  <a:pt x="477088" y="155077"/>
                </a:lnTo>
                <a:lnTo>
                  <a:pt x="475343" y="157256"/>
                </a:lnTo>
                <a:lnTo>
                  <a:pt x="468624" y="158538"/>
                </a:lnTo>
                <a:lnTo>
                  <a:pt x="466000" y="157644"/>
                </a:lnTo>
                <a:lnTo>
                  <a:pt x="464900" y="156381"/>
                </a:lnTo>
                <a:lnTo>
                  <a:pt x="464462" y="151391"/>
                </a:lnTo>
                <a:lnTo>
                  <a:pt x="466236" y="148947"/>
                </a:lnTo>
                <a:lnTo>
                  <a:pt x="472588" y="148709"/>
                </a:lnTo>
                <a:lnTo>
                  <a:pt x="475435" y="150546"/>
                </a:lnTo>
                <a:close/>
                <a:moveTo>
                  <a:pt x="529402" y="151212"/>
                </a:moveTo>
                <a:lnTo>
                  <a:pt x="531554" y="154836"/>
                </a:lnTo>
                <a:lnTo>
                  <a:pt x="530753" y="157708"/>
                </a:lnTo>
                <a:lnTo>
                  <a:pt x="528288" y="158902"/>
                </a:lnTo>
                <a:lnTo>
                  <a:pt x="525188" y="159377"/>
                </a:lnTo>
                <a:lnTo>
                  <a:pt x="520605" y="158531"/>
                </a:lnTo>
                <a:lnTo>
                  <a:pt x="519727" y="154391"/>
                </a:lnTo>
                <a:lnTo>
                  <a:pt x="520901" y="150251"/>
                </a:lnTo>
                <a:lnTo>
                  <a:pt x="522282" y="149350"/>
                </a:lnTo>
                <a:lnTo>
                  <a:pt x="524930" y="149068"/>
                </a:lnTo>
                <a:lnTo>
                  <a:pt x="529402" y="151212"/>
                </a:lnTo>
                <a:close/>
                <a:moveTo>
                  <a:pt x="512990" y="154539"/>
                </a:moveTo>
                <a:lnTo>
                  <a:pt x="513693" y="156989"/>
                </a:lnTo>
                <a:lnTo>
                  <a:pt x="513049" y="159220"/>
                </a:lnTo>
                <a:lnTo>
                  <a:pt x="511077" y="160231"/>
                </a:lnTo>
                <a:lnTo>
                  <a:pt x="508886" y="159646"/>
                </a:lnTo>
                <a:lnTo>
                  <a:pt x="507625" y="157225"/>
                </a:lnTo>
                <a:lnTo>
                  <a:pt x="508375" y="154533"/>
                </a:lnTo>
                <a:lnTo>
                  <a:pt x="510547" y="153350"/>
                </a:lnTo>
                <a:lnTo>
                  <a:pt x="512990" y="154539"/>
                </a:lnTo>
                <a:close/>
                <a:moveTo>
                  <a:pt x="486450" y="156830"/>
                </a:moveTo>
                <a:lnTo>
                  <a:pt x="485516" y="157924"/>
                </a:lnTo>
                <a:lnTo>
                  <a:pt x="484269" y="157394"/>
                </a:lnTo>
                <a:lnTo>
                  <a:pt x="485476" y="155752"/>
                </a:lnTo>
                <a:lnTo>
                  <a:pt x="486450" y="156830"/>
                </a:lnTo>
                <a:close/>
                <a:moveTo>
                  <a:pt x="555056" y="160231"/>
                </a:moveTo>
                <a:lnTo>
                  <a:pt x="557393" y="161600"/>
                </a:lnTo>
                <a:lnTo>
                  <a:pt x="557782" y="162615"/>
                </a:lnTo>
                <a:lnTo>
                  <a:pt x="557239" y="163612"/>
                </a:lnTo>
                <a:lnTo>
                  <a:pt x="553647" y="165076"/>
                </a:lnTo>
                <a:lnTo>
                  <a:pt x="551816" y="164707"/>
                </a:lnTo>
                <a:lnTo>
                  <a:pt x="550528" y="163641"/>
                </a:lnTo>
                <a:lnTo>
                  <a:pt x="550172" y="161503"/>
                </a:lnTo>
                <a:lnTo>
                  <a:pt x="551359" y="160231"/>
                </a:lnTo>
                <a:lnTo>
                  <a:pt x="552690" y="159418"/>
                </a:lnTo>
                <a:lnTo>
                  <a:pt x="555056" y="160231"/>
                </a:lnTo>
                <a:close/>
                <a:moveTo>
                  <a:pt x="513212" y="174721"/>
                </a:moveTo>
                <a:lnTo>
                  <a:pt x="514462" y="177560"/>
                </a:lnTo>
                <a:lnTo>
                  <a:pt x="513743" y="181857"/>
                </a:lnTo>
                <a:lnTo>
                  <a:pt x="510987" y="183662"/>
                </a:lnTo>
                <a:lnTo>
                  <a:pt x="507753" y="183278"/>
                </a:lnTo>
                <a:lnTo>
                  <a:pt x="506436" y="180283"/>
                </a:lnTo>
                <a:lnTo>
                  <a:pt x="507493" y="176081"/>
                </a:lnTo>
                <a:lnTo>
                  <a:pt x="510532" y="173557"/>
                </a:lnTo>
                <a:lnTo>
                  <a:pt x="513212" y="174721"/>
                </a:lnTo>
                <a:close/>
                <a:moveTo>
                  <a:pt x="488668" y="177235"/>
                </a:moveTo>
                <a:lnTo>
                  <a:pt x="489301" y="180221"/>
                </a:lnTo>
                <a:lnTo>
                  <a:pt x="487827" y="181967"/>
                </a:lnTo>
                <a:lnTo>
                  <a:pt x="485933" y="182222"/>
                </a:lnTo>
                <a:lnTo>
                  <a:pt x="483493" y="181596"/>
                </a:lnTo>
                <a:lnTo>
                  <a:pt x="480952" y="179443"/>
                </a:lnTo>
                <a:lnTo>
                  <a:pt x="481511" y="177487"/>
                </a:lnTo>
                <a:lnTo>
                  <a:pt x="484267" y="175882"/>
                </a:lnTo>
                <a:lnTo>
                  <a:pt x="487207" y="175990"/>
                </a:lnTo>
                <a:lnTo>
                  <a:pt x="488668" y="177235"/>
                </a:lnTo>
                <a:close/>
                <a:moveTo>
                  <a:pt x="504119" y="186402"/>
                </a:moveTo>
                <a:lnTo>
                  <a:pt x="506836" y="190358"/>
                </a:lnTo>
                <a:lnTo>
                  <a:pt x="507150" y="192372"/>
                </a:lnTo>
                <a:lnTo>
                  <a:pt x="506257" y="193977"/>
                </a:lnTo>
                <a:lnTo>
                  <a:pt x="504151" y="195252"/>
                </a:lnTo>
                <a:lnTo>
                  <a:pt x="500001" y="196467"/>
                </a:lnTo>
                <a:lnTo>
                  <a:pt x="496792" y="196602"/>
                </a:lnTo>
                <a:lnTo>
                  <a:pt x="490286" y="195443"/>
                </a:lnTo>
                <a:lnTo>
                  <a:pt x="487753" y="194016"/>
                </a:lnTo>
                <a:lnTo>
                  <a:pt x="487435" y="192532"/>
                </a:lnTo>
                <a:lnTo>
                  <a:pt x="488668" y="188989"/>
                </a:lnTo>
                <a:lnTo>
                  <a:pt x="490436" y="185832"/>
                </a:lnTo>
                <a:lnTo>
                  <a:pt x="492436" y="184326"/>
                </a:lnTo>
                <a:lnTo>
                  <a:pt x="501827" y="183814"/>
                </a:lnTo>
                <a:lnTo>
                  <a:pt x="504119" y="186402"/>
                </a:lnTo>
                <a:close/>
                <a:moveTo>
                  <a:pt x="513138" y="197713"/>
                </a:moveTo>
                <a:lnTo>
                  <a:pt x="514746" y="201151"/>
                </a:lnTo>
                <a:lnTo>
                  <a:pt x="513804" y="204810"/>
                </a:lnTo>
                <a:lnTo>
                  <a:pt x="510807" y="205978"/>
                </a:lnTo>
                <a:lnTo>
                  <a:pt x="507823" y="205354"/>
                </a:lnTo>
                <a:lnTo>
                  <a:pt x="506763" y="202660"/>
                </a:lnTo>
                <a:lnTo>
                  <a:pt x="508809" y="197767"/>
                </a:lnTo>
                <a:lnTo>
                  <a:pt x="510690" y="196491"/>
                </a:lnTo>
                <a:lnTo>
                  <a:pt x="513138" y="197713"/>
                </a:lnTo>
                <a:close/>
                <a:moveTo>
                  <a:pt x="485341" y="198600"/>
                </a:moveTo>
                <a:lnTo>
                  <a:pt x="487993" y="201252"/>
                </a:lnTo>
                <a:lnTo>
                  <a:pt x="488263" y="203246"/>
                </a:lnTo>
                <a:lnTo>
                  <a:pt x="487707" y="204293"/>
                </a:lnTo>
                <a:lnTo>
                  <a:pt x="483354" y="205374"/>
                </a:lnTo>
                <a:lnTo>
                  <a:pt x="479279" y="204071"/>
                </a:lnTo>
                <a:lnTo>
                  <a:pt x="478401" y="201650"/>
                </a:lnTo>
                <a:lnTo>
                  <a:pt x="480271" y="198895"/>
                </a:lnTo>
                <a:lnTo>
                  <a:pt x="482125" y="197972"/>
                </a:lnTo>
                <a:lnTo>
                  <a:pt x="485341" y="198600"/>
                </a:lnTo>
                <a:close/>
                <a:moveTo>
                  <a:pt x="485711" y="218930"/>
                </a:moveTo>
                <a:lnTo>
                  <a:pt x="487809" y="221020"/>
                </a:lnTo>
                <a:lnTo>
                  <a:pt x="487026" y="223338"/>
                </a:lnTo>
                <a:lnTo>
                  <a:pt x="483245" y="225544"/>
                </a:lnTo>
                <a:lnTo>
                  <a:pt x="481374" y="225750"/>
                </a:lnTo>
                <a:lnTo>
                  <a:pt x="479990" y="225119"/>
                </a:lnTo>
                <a:lnTo>
                  <a:pt x="478910" y="222657"/>
                </a:lnTo>
                <a:lnTo>
                  <a:pt x="479552" y="218912"/>
                </a:lnTo>
                <a:lnTo>
                  <a:pt x="482432" y="217876"/>
                </a:lnTo>
                <a:lnTo>
                  <a:pt x="485711" y="218930"/>
                </a:lnTo>
                <a:close/>
                <a:moveTo>
                  <a:pt x="514395" y="219004"/>
                </a:moveTo>
                <a:lnTo>
                  <a:pt x="515418" y="220027"/>
                </a:lnTo>
                <a:lnTo>
                  <a:pt x="515827" y="221767"/>
                </a:lnTo>
                <a:lnTo>
                  <a:pt x="513656" y="224475"/>
                </a:lnTo>
                <a:lnTo>
                  <a:pt x="510901" y="225080"/>
                </a:lnTo>
                <a:lnTo>
                  <a:pt x="508949" y="224058"/>
                </a:lnTo>
                <a:lnTo>
                  <a:pt x="507618" y="222444"/>
                </a:lnTo>
                <a:lnTo>
                  <a:pt x="507335" y="219973"/>
                </a:lnTo>
                <a:lnTo>
                  <a:pt x="508821" y="218190"/>
                </a:lnTo>
                <a:lnTo>
                  <a:pt x="511551" y="217909"/>
                </a:lnTo>
                <a:lnTo>
                  <a:pt x="514395" y="219004"/>
                </a:lnTo>
                <a:close/>
                <a:moveTo>
                  <a:pt x="504415" y="229354"/>
                </a:moveTo>
                <a:lnTo>
                  <a:pt x="508532" y="232412"/>
                </a:lnTo>
                <a:lnTo>
                  <a:pt x="509008" y="235609"/>
                </a:lnTo>
                <a:lnTo>
                  <a:pt x="507280" y="238025"/>
                </a:lnTo>
                <a:lnTo>
                  <a:pt x="503897" y="240813"/>
                </a:lnTo>
                <a:lnTo>
                  <a:pt x="498968" y="242952"/>
                </a:lnTo>
                <a:lnTo>
                  <a:pt x="493922" y="242511"/>
                </a:lnTo>
                <a:lnTo>
                  <a:pt x="490713" y="240832"/>
                </a:lnTo>
                <a:lnTo>
                  <a:pt x="486711" y="236766"/>
                </a:lnTo>
                <a:lnTo>
                  <a:pt x="485112" y="233836"/>
                </a:lnTo>
                <a:lnTo>
                  <a:pt x="485481" y="232372"/>
                </a:lnTo>
                <a:lnTo>
                  <a:pt x="487085" y="230971"/>
                </a:lnTo>
                <a:lnTo>
                  <a:pt x="494724" y="227305"/>
                </a:lnTo>
                <a:lnTo>
                  <a:pt x="498499" y="227012"/>
                </a:lnTo>
                <a:lnTo>
                  <a:pt x="504415" y="229354"/>
                </a:lnTo>
                <a:close/>
                <a:moveTo>
                  <a:pt x="485341" y="242661"/>
                </a:moveTo>
                <a:lnTo>
                  <a:pt x="487910" y="246617"/>
                </a:lnTo>
                <a:lnTo>
                  <a:pt x="488327" y="249494"/>
                </a:lnTo>
                <a:lnTo>
                  <a:pt x="487766" y="251280"/>
                </a:lnTo>
                <a:lnTo>
                  <a:pt x="477726" y="257743"/>
                </a:lnTo>
                <a:lnTo>
                  <a:pt x="475038" y="258257"/>
                </a:lnTo>
                <a:lnTo>
                  <a:pt x="473575" y="256177"/>
                </a:lnTo>
                <a:lnTo>
                  <a:pt x="473388" y="252457"/>
                </a:lnTo>
                <a:lnTo>
                  <a:pt x="475621" y="245892"/>
                </a:lnTo>
                <a:lnTo>
                  <a:pt x="477806" y="243166"/>
                </a:lnTo>
                <a:lnTo>
                  <a:pt x="480178" y="241741"/>
                </a:lnTo>
                <a:lnTo>
                  <a:pt x="482710" y="241568"/>
                </a:lnTo>
                <a:lnTo>
                  <a:pt x="485341" y="242661"/>
                </a:lnTo>
                <a:close/>
                <a:moveTo>
                  <a:pt x="518239" y="242588"/>
                </a:moveTo>
                <a:lnTo>
                  <a:pt x="519798" y="248262"/>
                </a:lnTo>
                <a:lnTo>
                  <a:pt x="520323" y="254586"/>
                </a:lnTo>
                <a:lnTo>
                  <a:pt x="518491" y="257685"/>
                </a:lnTo>
                <a:lnTo>
                  <a:pt x="516318" y="258402"/>
                </a:lnTo>
                <a:lnTo>
                  <a:pt x="508502" y="252458"/>
                </a:lnTo>
                <a:lnTo>
                  <a:pt x="507695" y="251274"/>
                </a:lnTo>
                <a:lnTo>
                  <a:pt x="507520" y="248993"/>
                </a:lnTo>
                <a:lnTo>
                  <a:pt x="508602" y="245693"/>
                </a:lnTo>
                <a:lnTo>
                  <a:pt x="511575" y="242742"/>
                </a:lnTo>
                <a:lnTo>
                  <a:pt x="515290" y="241499"/>
                </a:lnTo>
                <a:lnTo>
                  <a:pt x="518239" y="242588"/>
                </a:lnTo>
                <a:close/>
                <a:moveTo>
                  <a:pt x="504119" y="256560"/>
                </a:moveTo>
                <a:lnTo>
                  <a:pt x="511144" y="260856"/>
                </a:lnTo>
                <a:lnTo>
                  <a:pt x="513568" y="263107"/>
                </a:lnTo>
                <a:lnTo>
                  <a:pt x="514664" y="267003"/>
                </a:lnTo>
                <a:lnTo>
                  <a:pt x="512574" y="270524"/>
                </a:lnTo>
                <a:lnTo>
                  <a:pt x="503146" y="276572"/>
                </a:lnTo>
                <a:lnTo>
                  <a:pt x="499064" y="277408"/>
                </a:lnTo>
                <a:lnTo>
                  <a:pt x="495242" y="276247"/>
                </a:lnTo>
                <a:lnTo>
                  <a:pt x="485655" y="269294"/>
                </a:lnTo>
                <a:lnTo>
                  <a:pt x="484988" y="266687"/>
                </a:lnTo>
                <a:lnTo>
                  <a:pt x="485530" y="262997"/>
                </a:lnTo>
                <a:lnTo>
                  <a:pt x="492290" y="257669"/>
                </a:lnTo>
                <a:lnTo>
                  <a:pt x="495139" y="255914"/>
                </a:lnTo>
                <a:lnTo>
                  <a:pt x="499036" y="254703"/>
                </a:lnTo>
                <a:lnTo>
                  <a:pt x="502335" y="255228"/>
                </a:lnTo>
                <a:lnTo>
                  <a:pt x="504119" y="256560"/>
                </a:lnTo>
                <a:close/>
                <a:moveTo>
                  <a:pt x="478466" y="274673"/>
                </a:moveTo>
                <a:lnTo>
                  <a:pt x="484839" y="278942"/>
                </a:lnTo>
                <a:lnTo>
                  <a:pt x="486998" y="281090"/>
                </a:lnTo>
                <a:lnTo>
                  <a:pt x="487845" y="283424"/>
                </a:lnTo>
                <a:lnTo>
                  <a:pt x="487371" y="285749"/>
                </a:lnTo>
                <a:lnTo>
                  <a:pt x="485565" y="287870"/>
                </a:lnTo>
                <a:lnTo>
                  <a:pt x="476357" y="294097"/>
                </a:lnTo>
                <a:lnTo>
                  <a:pt x="471567" y="296177"/>
                </a:lnTo>
                <a:lnTo>
                  <a:pt x="468859" y="296428"/>
                </a:lnTo>
                <a:lnTo>
                  <a:pt x="467705" y="295100"/>
                </a:lnTo>
                <a:lnTo>
                  <a:pt x="467339" y="290932"/>
                </a:lnTo>
                <a:lnTo>
                  <a:pt x="468577" y="282341"/>
                </a:lnTo>
                <a:lnTo>
                  <a:pt x="470230" y="277113"/>
                </a:lnTo>
                <a:lnTo>
                  <a:pt x="472256" y="273933"/>
                </a:lnTo>
                <a:lnTo>
                  <a:pt x="474128" y="272770"/>
                </a:lnTo>
                <a:lnTo>
                  <a:pt x="475737" y="272773"/>
                </a:lnTo>
                <a:lnTo>
                  <a:pt x="478466" y="274673"/>
                </a:lnTo>
                <a:close/>
                <a:moveTo>
                  <a:pt x="524671" y="274155"/>
                </a:moveTo>
                <a:lnTo>
                  <a:pt x="525610" y="280085"/>
                </a:lnTo>
                <a:lnTo>
                  <a:pt x="526371" y="293894"/>
                </a:lnTo>
                <a:lnTo>
                  <a:pt x="522607" y="295351"/>
                </a:lnTo>
                <a:lnTo>
                  <a:pt x="510588" y="287197"/>
                </a:lnTo>
                <a:lnTo>
                  <a:pt x="509222" y="285408"/>
                </a:lnTo>
                <a:lnTo>
                  <a:pt x="508629" y="282213"/>
                </a:lnTo>
                <a:lnTo>
                  <a:pt x="510049" y="279303"/>
                </a:lnTo>
                <a:lnTo>
                  <a:pt x="515680" y="275245"/>
                </a:lnTo>
                <a:lnTo>
                  <a:pt x="522009" y="273304"/>
                </a:lnTo>
                <a:lnTo>
                  <a:pt x="524671" y="274155"/>
                </a:lnTo>
                <a:close/>
                <a:moveTo>
                  <a:pt x="504267" y="292268"/>
                </a:moveTo>
                <a:lnTo>
                  <a:pt x="516985" y="301400"/>
                </a:lnTo>
                <a:lnTo>
                  <a:pt x="519515" y="304309"/>
                </a:lnTo>
                <a:lnTo>
                  <a:pt x="518571" y="306478"/>
                </a:lnTo>
                <a:lnTo>
                  <a:pt x="507682" y="312350"/>
                </a:lnTo>
                <a:lnTo>
                  <a:pt x="499278" y="315709"/>
                </a:lnTo>
                <a:lnTo>
                  <a:pt x="496498" y="316032"/>
                </a:lnTo>
                <a:lnTo>
                  <a:pt x="484976" y="311093"/>
                </a:lnTo>
                <a:lnTo>
                  <a:pt x="479713" y="307605"/>
                </a:lnTo>
                <a:lnTo>
                  <a:pt x="477314" y="305167"/>
                </a:lnTo>
                <a:lnTo>
                  <a:pt x="477357" y="303283"/>
                </a:lnTo>
                <a:lnTo>
                  <a:pt x="479141" y="301480"/>
                </a:lnTo>
                <a:lnTo>
                  <a:pt x="495197" y="289882"/>
                </a:lnTo>
                <a:lnTo>
                  <a:pt x="498919" y="289477"/>
                </a:lnTo>
                <a:lnTo>
                  <a:pt x="504267" y="292268"/>
                </a:lnTo>
                <a:close/>
                <a:moveTo>
                  <a:pt x="474474" y="313115"/>
                </a:moveTo>
                <a:lnTo>
                  <a:pt x="481926" y="318736"/>
                </a:lnTo>
                <a:lnTo>
                  <a:pt x="484065" y="321397"/>
                </a:lnTo>
                <a:lnTo>
                  <a:pt x="484013" y="322659"/>
                </a:lnTo>
                <a:lnTo>
                  <a:pt x="482300" y="323999"/>
                </a:lnTo>
                <a:lnTo>
                  <a:pt x="475832" y="326552"/>
                </a:lnTo>
                <a:lnTo>
                  <a:pt x="469655" y="329929"/>
                </a:lnTo>
                <a:lnTo>
                  <a:pt x="467631" y="330072"/>
                </a:lnTo>
                <a:lnTo>
                  <a:pt x="464653" y="328915"/>
                </a:lnTo>
                <a:lnTo>
                  <a:pt x="463308" y="327179"/>
                </a:lnTo>
                <a:lnTo>
                  <a:pt x="463193" y="324253"/>
                </a:lnTo>
                <a:lnTo>
                  <a:pt x="465078" y="317102"/>
                </a:lnTo>
                <a:lnTo>
                  <a:pt x="467192" y="312280"/>
                </a:lnTo>
                <a:lnTo>
                  <a:pt x="469881" y="311234"/>
                </a:lnTo>
                <a:lnTo>
                  <a:pt x="474474" y="313115"/>
                </a:lnTo>
                <a:close/>
                <a:moveTo>
                  <a:pt x="528146" y="313411"/>
                </a:moveTo>
                <a:lnTo>
                  <a:pt x="529893" y="316553"/>
                </a:lnTo>
                <a:lnTo>
                  <a:pt x="531168" y="323576"/>
                </a:lnTo>
                <a:lnTo>
                  <a:pt x="530665" y="330201"/>
                </a:lnTo>
                <a:lnTo>
                  <a:pt x="529255" y="332633"/>
                </a:lnTo>
                <a:lnTo>
                  <a:pt x="526910" y="332639"/>
                </a:lnTo>
                <a:lnTo>
                  <a:pt x="521527" y="330514"/>
                </a:lnTo>
                <a:lnTo>
                  <a:pt x="509059" y="322622"/>
                </a:lnTo>
                <a:lnTo>
                  <a:pt x="508795" y="321534"/>
                </a:lnTo>
                <a:lnTo>
                  <a:pt x="509901" y="319520"/>
                </a:lnTo>
                <a:lnTo>
                  <a:pt x="517493" y="313594"/>
                </a:lnTo>
                <a:lnTo>
                  <a:pt x="521123" y="312127"/>
                </a:lnTo>
                <a:lnTo>
                  <a:pt x="524361" y="311768"/>
                </a:lnTo>
                <a:lnTo>
                  <a:pt x="528146" y="313411"/>
                </a:lnTo>
                <a:close/>
                <a:moveTo>
                  <a:pt x="505671" y="330563"/>
                </a:moveTo>
                <a:lnTo>
                  <a:pt x="518415" y="337825"/>
                </a:lnTo>
                <a:lnTo>
                  <a:pt x="520122" y="339361"/>
                </a:lnTo>
                <a:lnTo>
                  <a:pt x="520303" y="341107"/>
                </a:lnTo>
                <a:lnTo>
                  <a:pt x="518803" y="343953"/>
                </a:lnTo>
                <a:lnTo>
                  <a:pt x="515646" y="347138"/>
                </a:lnTo>
                <a:lnTo>
                  <a:pt x="499086" y="359004"/>
                </a:lnTo>
                <a:lnTo>
                  <a:pt x="495283" y="358478"/>
                </a:lnTo>
                <a:lnTo>
                  <a:pt x="491274" y="356306"/>
                </a:lnTo>
                <a:lnTo>
                  <a:pt x="476500" y="345090"/>
                </a:lnTo>
                <a:lnTo>
                  <a:pt x="471783" y="340055"/>
                </a:lnTo>
                <a:lnTo>
                  <a:pt x="472351" y="338145"/>
                </a:lnTo>
                <a:lnTo>
                  <a:pt x="475811" y="335529"/>
                </a:lnTo>
                <a:lnTo>
                  <a:pt x="491969" y="326919"/>
                </a:lnTo>
                <a:lnTo>
                  <a:pt x="494568" y="326437"/>
                </a:lnTo>
                <a:lnTo>
                  <a:pt x="497571" y="326860"/>
                </a:lnTo>
                <a:lnTo>
                  <a:pt x="505671" y="330563"/>
                </a:lnTo>
                <a:close/>
                <a:moveTo>
                  <a:pt x="467155" y="348084"/>
                </a:moveTo>
                <a:lnTo>
                  <a:pt x="484243" y="360926"/>
                </a:lnTo>
                <a:lnTo>
                  <a:pt x="486754" y="363358"/>
                </a:lnTo>
                <a:lnTo>
                  <a:pt x="486917" y="364977"/>
                </a:lnTo>
                <a:lnTo>
                  <a:pt x="485228" y="368287"/>
                </a:lnTo>
                <a:lnTo>
                  <a:pt x="482778" y="370687"/>
                </a:lnTo>
                <a:lnTo>
                  <a:pt x="465334" y="383749"/>
                </a:lnTo>
                <a:lnTo>
                  <a:pt x="460005" y="386866"/>
                </a:lnTo>
                <a:lnTo>
                  <a:pt x="457880" y="387355"/>
                </a:lnTo>
                <a:lnTo>
                  <a:pt x="456069" y="385290"/>
                </a:lnTo>
                <a:lnTo>
                  <a:pt x="455779" y="381466"/>
                </a:lnTo>
                <a:lnTo>
                  <a:pt x="458413" y="369116"/>
                </a:lnTo>
                <a:lnTo>
                  <a:pt x="460786" y="349888"/>
                </a:lnTo>
                <a:lnTo>
                  <a:pt x="462604" y="346884"/>
                </a:lnTo>
                <a:lnTo>
                  <a:pt x="464512" y="346820"/>
                </a:lnTo>
                <a:lnTo>
                  <a:pt x="467155" y="348084"/>
                </a:lnTo>
                <a:close/>
                <a:moveTo>
                  <a:pt x="532508" y="351041"/>
                </a:moveTo>
                <a:lnTo>
                  <a:pt x="533929" y="355251"/>
                </a:lnTo>
                <a:lnTo>
                  <a:pt x="536564" y="377054"/>
                </a:lnTo>
                <a:lnTo>
                  <a:pt x="536100" y="384907"/>
                </a:lnTo>
                <a:lnTo>
                  <a:pt x="535465" y="386453"/>
                </a:lnTo>
                <a:lnTo>
                  <a:pt x="534163" y="387011"/>
                </a:lnTo>
                <a:lnTo>
                  <a:pt x="530844" y="385953"/>
                </a:lnTo>
                <a:lnTo>
                  <a:pt x="527431" y="383829"/>
                </a:lnTo>
                <a:lnTo>
                  <a:pt x="508259" y="369671"/>
                </a:lnTo>
                <a:lnTo>
                  <a:pt x="508259" y="363239"/>
                </a:lnTo>
                <a:lnTo>
                  <a:pt x="527212" y="349203"/>
                </a:lnTo>
                <a:lnTo>
                  <a:pt x="529666" y="348916"/>
                </a:lnTo>
                <a:lnTo>
                  <a:pt x="532508" y="351041"/>
                </a:lnTo>
                <a:close/>
                <a:moveTo>
                  <a:pt x="712302" y="126298"/>
                </a:moveTo>
                <a:lnTo>
                  <a:pt x="689557" y="127405"/>
                </a:lnTo>
                <a:lnTo>
                  <a:pt x="623161" y="128187"/>
                </a:lnTo>
                <a:lnTo>
                  <a:pt x="602880" y="130575"/>
                </a:lnTo>
                <a:lnTo>
                  <a:pt x="596439" y="132011"/>
                </a:lnTo>
                <a:lnTo>
                  <a:pt x="596446" y="132690"/>
                </a:lnTo>
                <a:lnTo>
                  <a:pt x="606288" y="135735"/>
                </a:lnTo>
                <a:lnTo>
                  <a:pt x="607942" y="137202"/>
                </a:lnTo>
                <a:lnTo>
                  <a:pt x="608240" y="139060"/>
                </a:lnTo>
                <a:lnTo>
                  <a:pt x="601155" y="153318"/>
                </a:lnTo>
                <a:lnTo>
                  <a:pt x="599288" y="154986"/>
                </a:lnTo>
                <a:lnTo>
                  <a:pt x="594309" y="157237"/>
                </a:lnTo>
                <a:lnTo>
                  <a:pt x="592353" y="159935"/>
                </a:lnTo>
                <a:lnTo>
                  <a:pt x="592393" y="163193"/>
                </a:lnTo>
                <a:lnTo>
                  <a:pt x="595090" y="167536"/>
                </a:lnTo>
                <a:lnTo>
                  <a:pt x="595696" y="169867"/>
                </a:lnTo>
                <a:lnTo>
                  <a:pt x="595463" y="172494"/>
                </a:lnTo>
                <a:lnTo>
                  <a:pt x="594011" y="176407"/>
                </a:lnTo>
                <a:lnTo>
                  <a:pt x="593037" y="177614"/>
                </a:lnTo>
                <a:lnTo>
                  <a:pt x="591196" y="178387"/>
                </a:lnTo>
                <a:lnTo>
                  <a:pt x="569406" y="177271"/>
                </a:lnTo>
                <a:lnTo>
                  <a:pt x="563040" y="177891"/>
                </a:lnTo>
                <a:lnTo>
                  <a:pt x="560715" y="179019"/>
                </a:lnTo>
                <a:lnTo>
                  <a:pt x="559362" y="180874"/>
                </a:lnTo>
                <a:lnTo>
                  <a:pt x="556272" y="188272"/>
                </a:lnTo>
                <a:lnTo>
                  <a:pt x="554113" y="191244"/>
                </a:lnTo>
                <a:lnTo>
                  <a:pt x="551546" y="193400"/>
                </a:lnTo>
                <a:lnTo>
                  <a:pt x="545022" y="195976"/>
                </a:lnTo>
                <a:lnTo>
                  <a:pt x="542497" y="198101"/>
                </a:lnTo>
                <a:lnTo>
                  <a:pt x="539979" y="202152"/>
                </a:lnTo>
                <a:lnTo>
                  <a:pt x="536832" y="211574"/>
                </a:lnTo>
                <a:lnTo>
                  <a:pt x="526094" y="221352"/>
                </a:lnTo>
                <a:lnTo>
                  <a:pt x="525467" y="222883"/>
                </a:lnTo>
                <a:lnTo>
                  <a:pt x="525780" y="225362"/>
                </a:lnTo>
                <a:lnTo>
                  <a:pt x="530213" y="229113"/>
                </a:lnTo>
                <a:lnTo>
                  <a:pt x="536639" y="232592"/>
                </a:lnTo>
                <a:lnTo>
                  <a:pt x="546746" y="236850"/>
                </a:lnTo>
                <a:lnTo>
                  <a:pt x="553152" y="240943"/>
                </a:lnTo>
                <a:lnTo>
                  <a:pt x="559427" y="242800"/>
                </a:lnTo>
                <a:lnTo>
                  <a:pt x="563964" y="246228"/>
                </a:lnTo>
                <a:lnTo>
                  <a:pt x="571556" y="249153"/>
                </a:lnTo>
                <a:lnTo>
                  <a:pt x="594133" y="262014"/>
                </a:lnTo>
                <a:lnTo>
                  <a:pt x="604819" y="266919"/>
                </a:lnTo>
                <a:lnTo>
                  <a:pt x="611195" y="271089"/>
                </a:lnTo>
                <a:lnTo>
                  <a:pt x="658650" y="295002"/>
                </a:lnTo>
                <a:lnTo>
                  <a:pt x="695092" y="311644"/>
                </a:lnTo>
                <a:lnTo>
                  <a:pt x="710960" y="317888"/>
                </a:lnTo>
                <a:lnTo>
                  <a:pt x="773178" y="338237"/>
                </a:lnTo>
                <a:lnTo>
                  <a:pt x="795518" y="347603"/>
                </a:lnTo>
                <a:lnTo>
                  <a:pt x="829784" y="359099"/>
                </a:lnTo>
                <a:lnTo>
                  <a:pt x="840817" y="362158"/>
                </a:lnTo>
                <a:lnTo>
                  <a:pt x="866026" y="370725"/>
                </a:lnTo>
                <a:lnTo>
                  <a:pt x="877486" y="373903"/>
                </a:lnTo>
                <a:lnTo>
                  <a:pt x="903666" y="382750"/>
                </a:lnTo>
                <a:lnTo>
                  <a:pt x="914669" y="385747"/>
                </a:lnTo>
                <a:lnTo>
                  <a:pt x="958207" y="400173"/>
                </a:lnTo>
                <a:lnTo>
                  <a:pt x="1008728" y="415525"/>
                </a:lnTo>
                <a:lnTo>
                  <a:pt x="1053450" y="430136"/>
                </a:lnTo>
                <a:lnTo>
                  <a:pt x="1065246" y="433111"/>
                </a:lnTo>
                <a:lnTo>
                  <a:pt x="1074367" y="436571"/>
                </a:lnTo>
                <a:lnTo>
                  <a:pt x="1083120" y="438524"/>
                </a:lnTo>
                <a:lnTo>
                  <a:pt x="1085997" y="438283"/>
                </a:lnTo>
                <a:lnTo>
                  <a:pt x="1087188" y="436597"/>
                </a:lnTo>
                <a:lnTo>
                  <a:pt x="1087226" y="434375"/>
                </a:lnTo>
                <a:lnTo>
                  <a:pt x="1084351" y="431974"/>
                </a:lnTo>
                <a:lnTo>
                  <a:pt x="1077075" y="430107"/>
                </a:lnTo>
                <a:lnTo>
                  <a:pt x="1032929" y="414770"/>
                </a:lnTo>
                <a:lnTo>
                  <a:pt x="820080" y="344501"/>
                </a:lnTo>
                <a:lnTo>
                  <a:pt x="704079" y="305317"/>
                </a:lnTo>
                <a:lnTo>
                  <a:pt x="652288" y="282418"/>
                </a:lnTo>
                <a:lnTo>
                  <a:pt x="613450" y="263843"/>
                </a:lnTo>
                <a:lnTo>
                  <a:pt x="612312" y="262424"/>
                </a:lnTo>
                <a:lnTo>
                  <a:pt x="612930" y="261111"/>
                </a:lnTo>
                <a:lnTo>
                  <a:pt x="616995" y="259691"/>
                </a:lnTo>
                <a:lnTo>
                  <a:pt x="624105" y="259000"/>
                </a:lnTo>
                <a:lnTo>
                  <a:pt x="627070" y="254677"/>
                </a:lnTo>
                <a:lnTo>
                  <a:pt x="629927" y="253215"/>
                </a:lnTo>
                <a:lnTo>
                  <a:pt x="633392" y="253825"/>
                </a:lnTo>
                <a:lnTo>
                  <a:pt x="637435" y="256493"/>
                </a:lnTo>
                <a:lnTo>
                  <a:pt x="646284" y="266614"/>
                </a:lnTo>
                <a:lnTo>
                  <a:pt x="656560" y="265653"/>
                </a:lnTo>
                <a:lnTo>
                  <a:pt x="691974" y="282777"/>
                </a:lnTo>
                <a:lnTo>
                  <a:pt x="718789" y="293665"/>
                </a:lnTo>
                <a:lnTo>
                  <a:pt x="759810" y="305578"/>
                </a:lnTo>
                <a:lnTo>
                  <a:pt x="773903" y="308689"/>
                </a:lnTo>
                <a:lnTo>
                  <a:pt x="782737" y="311618"/>
                </a:lnTo>
                <a:lnTo>
                  <a:pt x="796093" y="314416"/>
                </a:lnTo>
                <a:lnTo>
                  <a:pt x="802107" y="317126"/>
                </a:lnTo>
                <a:lnTo>
                  <a:pt x="813601" y="320841"/>
                </a:lnTo>
                <a:lnTo>
                  <a:pt x="819675" y="323924"/>
                </a:lnTo>
                <a:lnTo>
                  <a:pt x="836410" y="330308"/>
                </a:lnTo>
                <a:lnTo>
                  <a:pt x="883139" y="346976"/>
                </a:lnTo>
                <a:lnTo>
                  <a:pt x="926241" y="361338"/>
                </a:lnTo>
                <a:lnTo>
                  <a:pt x="948107" y="367768"/>
                </a:lnTo>
                <a:lnTo>
                  <a:pt x="956164" y="370854"/>
                </a:lnTo>
                <a:lnTo>
                  <a:pt x="997078" y="383204"/>
                </a:lnTo>
                <a:lnTo>
                  <a:pt x="1039195" y="395028"/>
                </a:lnTo>
                <a:lnTo>
                  <a:pt x="1132169" y="418276"/>
                </a:lnTo>
                <a:lnTo>
                  <a:pt x="1190609" y="430759"/>
                </a:lnTo>
                <a:lnTo>
                  <a:pt x="1197347" y="430759"/>
                </a:lnTo>
                <a:lnTo>
                  <a:pt x="1199505" y="429774"/>
                </a:lnTo>
                <a:lnTo>
                  <a:pt x="1200834" y="428334"/>
                </a:lnTo>
                <a:lnTo>
                  <a:pt x="1201983" y="424197"/>
                </a:lnTo>
                <a:lnTo>
                  <a:pt x="1201191" y="422751"/>
                </a:lnTo>
                <a:lnTo>
                  <a:pt x="1199683" y="422120"/>
                </a:lnTo>
                <a:lnTo>
                  <a:pt x="1151514" y="412377"/>
                </a:lnTo>
                <a:lnTo>
                  <a:pt x="1113720" y="402643"/>
                </a:lnTo>
                <a:lnTo>
                  <a:pt x="1052460" y="388588"/>
                </a:lnTo>
                <a:lnTo>
                  <a:pt x="1027754" y="382144"/>
                </a:lnTo>
                <a:lnTo>
                  <a:pt x="977513" y="367070"/>
                </a:lnTo>
                <a:lnTo>
                  <a:pt x="888233" y="337752"/>
                </a:lnTo>
                <a:lnTo>
                  <a:pt x="858822" y="328875"/>
                </a:lnTo>
                <a:lnTo>
                  <a:pt x="834230" y="320493"/>
                </a:lnTo>
                <a:lnTo>
                  <a:pt x="824011" y="318120"/>
                </a:lnTo>
                <a:lnTo>
                  <a:pt x="821662" y="316877"/>
                </a:lnTo>
                <a:lnTo>
                  <a:pt x="821236" y="316128"/>
                </a:lnTo>
                <a:lnTo>
                  <a:pt x="821872" y="314311"/>
                </a:lnTo>
                <a:lnTo>
                  <a:pt x="831150" y="307270"/>
                </a:lnTo>
                <a:lnTo>
                  <a:pt x="832796" y="305353"/>
                </a:lnTo>
                <a:lnTo>
                  <a:pt x="833805" y="301728"/>
                </a:lnTo>
                <a:lnTo>
                  <a:pt x="833914" y="292268"/>
                </a:lnTo>
                <a:lnTo>
                  <a:pt x="840260" y="284426"/>
                </a:lnTo>
                <a:lnTo>
                  <a:pt x="841222" y="281154"/>
                </a:lnTo>
                <a:lnTo>
                  <a:pt x="841184" y="275004"/>
                </a:lnTo>
                <a:lnTo>
                  <a:pt x="842745" y="273264"/>
                </a:lnTo>
                <a:lnTo>
                  <a:pt x="845668" y="272577"/>
                </a:lnTo>
                <a:lnTo>
                  <a:pt x="849855" y="272966"/>
                </a:lnTo>
                <a:lnTo>
                  <a:pt x="861656" y="276225"/>
                </a:lnTo>
                <a:lnTo>
                  <a:pt x="876331" y="279256"/>
                </a:lnTo>
                <a:lnTo>
                  <a:pt x="909155" y="288312"/>
                </a:lnTo>
                <a:lnTo>
                  <a:pt x="953126" y="299202"/>
                </a:lnTo>
                <a:lnTo>
                  <a:pt x="956673" y="299659"/>
                </a:lnTo>
                <a:lnTo>
                  <a:pt x="959316" y="299097"/>
                </a:lnTo>
                <a:lnTo>
                  <a:pt x="960805" y="297638"/>
                </a:lnTo>
                <a:lnTo>
                  <a:pt x="960892" y="295408"/>
                </a:lnTo>
                <a:lnTo>
                  <a:pt x="959402" y="292803"/>
                </a:lnTo>
                <a:lnTo>
                  <a:pt x="956950" y="291242"/>
                </a:lnTo>
                <a:lnTo>
                  <a:pt x="935791" y="285715"/>
                </a:lnTo>
                <a:lnTo>
                  <a:pt x="915753" y="281622"/>
                </a:lnTo>
                <a:lnTo>
                  <a:pt x="912978" y="280150"/>
                </a:lnTo>
                <a:lnTo>
                  <a:pt x="912250" y="278402"/>
                </a:lnTo>
                <a:lnTo>
                  <a:pt x="913120" y="276585"/>
                </a:lnTo>
                <a:lnTo>
                  <a:pt x="915471" y="274831"/>
                </a:lnTo>
                <a:lnTo>
                  <a:pt x="928090" y="270070"/>
                </a:lnTo>
                <a:lnTo>
                  <a:pt x="929355" y="267511"/>
                </a:lnTo>
                <a:lnTo>
                  <a:pt x="931072" y="258850"/>
                </a:lnTo>
                <a:lnTo>
                  <a:pt x="934112" y="255765"/>
                </a:lnTo>
                <a:lnTo>
                  <a:pt x="937421" y="255003"/>
                </a:lnTo>
                <a:lnTo>
                  <a:pt x="960291" y="254729"/>
                </a:lnTo>
                <a:lnTo>
                  <a:pt x="966332" y="253901"/>
                </a:lnTo>
                <a:lnTo>
                  <a:pt x="968319" y="252985"/>
                </a:lnTo>
                <a:lnTo>
                  <a:pt x="969047" y="251605"/>
                </a:lnTo>
                <a:lnTo>
                  <a:pt x="967946" y="241420"/>
                </a:lnTo>
                <a:lnTo>
                  <a:pt x="968458" y="236894"/>
                </a:lnTo>
                <a:lnTo>
                  <a:pt x="970168" y="232224"/>
                </a:lnTo>
                <a:lnTo>
                  <a:pt x="974400" y="224593"/>
                </a:lnTo>
                <a:lnTo>
                  <a:pt x="975210" y="220243"/>
                </a:lnTo>
                <a:lnTo>
                  <a:pt x="974357" y="215362"/>
                </a:lnTo>
                <a:lnTo>
                  <a:pt x="971861" y="213495"/>
                </a:lnTo>
                <a:lnTo>
                  <a:pt x="968483" y="214171"/>
                </a:lnTo>
                <a:lnTo>
                  <a:pt x="961647" y="220277"/>
                </a:lnTo>
                <a:lnTo>
                  <a:pt x="952348" y="231166"/>
                </a:lnTo>
                <a:lnTo>
                  <a:pt x="950953" y="233814"/>
                </a:lnTo>
                <a:lnTo>
                  <a:pt x="950057" y="237522"/>
                </a:lnTo>
                <a:lnTo>
                  <a:pt x="946870" y="240565"/>
                </a:lnTo>
                <a:lnTo>
                  <a:pt x="943021" y="241189"/>
                </a:lnTo>
                <a:lnTo>
                  <a:pt x="935008" y="239614"/>
                </a:lnTo>
                <a:lnTo>
                  <a:pt x="929670" y="239455"/>
                </a:lnTo>
                <a:lnTo>
                  <a:pt x="924532" y="240434"/>
                </a:lnTo>
                <a:lnTo>
                  <a:pt x="918650" y="243276"/>
                </a:lnTo>
                <a:lnTo>
                  <a:pt x="916926" y="246163"/>
                </a:lnTo>
                <a:lnTo>
                  <a:pt x="914978" y="254838"/>
                </a:lnTo>
                <a:lnTo>
                  <a:pt x="914118" y="256209"/>
                </a:lnTo>
                <a:lnTo>
                  <a:pt x="912965" y="256604"/>
                </a:lnTo>
                <a:lnTo>
                  <a:pt x="907603" y="254462"/>
                </a:lnTo>
                <a:lnTo>
                  <a:pt x="898156" y="252769"/>
                </a:lnTo>
                <a:lnTo>
                  <a:pt x="891375" y="248058"/>
                </a:lnTo>
                <a:lnTo>
                  <a:pt x="884408" y="245674"/>
                </a:lnTo>
                <a:lnTo>
                  <a:pt x="873692" y="238354"/>
                </a:lnTo>
                <a:lnTo>
                  <a:pt x="864008" y="234943"/>
                </a:lnTo>
                <a:lnTo>
                  <a:pt x="860265" y="235021"/>
                </a:lnTo>
                <a:lnTo>
                  <a:pt x="857165" y="236304"/>
                </a:lnTo>
                <a:lnTo>
                  <a:pt x="842109" y="250246"/>
                </a:lnTo>
                <a:lnTo>
                  <a:pt x="831509" y="257395"/>
                </a:lnTo>
                <a:lnTo>
                  <a:pt x="828644" y="258740"/>
                </a:lnTo>
                <a:lnTo>
                  <a:pt x="825607" y="259268"/>
                </a:lnTo>
                <a:lnTo>
                  <a:pt x="820193" y="258548"/>
                </a:lnTo>
                <a:lnTo>
                  <a:pt x="810758" y="255587"/>
                </a:lnTo>
                <a:lnTo>
                  <a:pt x="795564" y="252383"/>
                </a:lnTo>
                <a:lnTo>
                  <a:pt x="784290" y="248946"/>
                </a:lnTo>
                <a:lnTo>
                  <a:pt x="771027" y="246692"/>
                </a:lnTo>
                <a:lnTo>
                  <a:pt x="761203" y="243560"/>
                </a:lnTo>
                <a:lnTo>
                  <a:pt x="745902" y="241100"/>
                </a:lnTo>
                <a:lnTo>
                  <a:pt x="735511" y="237688"/>
                </a:lnTo>
                <a:lnTo>
                  <a:pt x="720677" y="235742"/>
                </a:lnTo>
                <a:lnTo>
                  <a:pt x="720072" y="236563"/>
                </a:lnTo>
                <a:lnTo>
                  <a:pt x="720426" y="238309"/>
                </a:lnTo>
                <a:lnTo>
                  <a:pt x="723609" y="240306"/>
                </a:lnTo>
                <a:lnTo>
                  <a:pt x="737096" y="243133"/>
                </a:lnTo>
                <a:lnTo>
                  <a:pt x="746201" y="247231"/>
                </a:lnTo>
                <a:lnTo>
                  <a:pt x="758184" y="249333"/>
                </a:lnTo>
                <a:lnTo>
                  <a:pt x="770754" y="253011"/>
                </a:lnTo>
                <a:lnTo>
                  <a:pt x="784382" y="254850"/>
                </a:lnTo>
                <a:lnTo>
                  <a:pt x="791761" y="258928"/>
                </a:lnTo>
                <a:lnTo>
                  <a:pt x="800323" y="260183"/>
                </a:lnTo>
                <a:lnTo>
                  <a:pt x="820366" y="266701"/>
                </a:lnTo>
                <a:lnTo>
                  <a:pt x="821741" y="267587"/>
                </a:lnTo>
                <a:lnTo>
                  <a:pt x="823324" y="269960"/>
                </a:lnTo>
                <a:lnTo>
                  <a:pt x="822729" y="274855"/>
                </a:lnTo>
                <a:lnTo>
                  <a:pt x="816730" y="283557"/>
                </a:lnTo>
                <a:lnTo>
                  <a:pt x="813260" y="286658"/>
                </a:lnTo>
                <a:lnTo>
                  <a:pt x="812407" y="286716"/>
                </a:lnTo>
                <a:lnTo>
                  <a:pt x="810849" y="285468"/>
                </a:lnTo>
                <a:lnTo>
                  <a:pt x="807043" y="279144"/>
                </a:lnTo>
                <a:lnTo>
                  <a:pt x="800685" y="272039"/>
                </a:lnTo>
                <a:lnTo>
                  <a:pt x="795226" y="267582"/>
                </a:lnTo>
                <a:lnTo>
                  <a:pt x="786478" y="262161"/>
                </a:lnTo>
                <a:lnTo>
                  <a:pt x="783186" y="262331"/>
                </a:lnTo>
                <a:lnTo>
                  <a:pt x="773635" y="268490"/>
                </a:lnTo>
                <a:lnTo>
                  <a:pt x="769927" y="269415"/>
                </a:lnTo>
                <a:lnTo>
                  <a:pt x="764994" y="267686"/>
                </a:lnTo>
                <a:lnTo>
                  <a:pt x="753807" y="266262"/>
                </a:lnTo>
                <a:lnTo>
                  <a:pt x="746679" y="263509"/>
                </a:lnTo>
                <a:lnTo>
                  <a:pt x="746544" y="257928"/>
                </a:lnTo>
                <a:lnTo>
                  <a:pt x="745413" y="255562"/>
                </a:lnTo>
                <a:lnTo>
                  <a:pt x="735220" y="248502"/>
                </a:lnTo>
                <a:lnTo>
                  <a:pt x="711498" y="247384"/>
                </a:lnTo>
                <a:lnTo>
                  <a:pt x="702728" y="246466"/>
                </a:lnTo>
                <a:lnTo>
                  <a:pt x="698697" y="245398"/>
                </a:lnTo>
                <a:lnTo>
                  <a:pt x="696444" y="243099"/>
                </a:lnTo>
                <a:lnTo>
                  <a:pt x="695891" y="240002"/>
                </a:lnTo>
                <a:lnTo>
                  <a:pt x="697146" y="236525"/>
                </a:lnTo>
                <a:lnTo>
                  <a:pt x="699549" y="233685"/>
                </a:lnTo>
                <a:lnTo>
                  <a:pt x="702136" y="233074"/>
                </a:lnTo>
                <a:lnTo>
                  <a:pt x="706970" y="234584"/>
                </a:lnTo>
                <a:lnTo>
                  <a:pt x="714127" y="235335"/>
                </a:lnTo>
                <a:lnTo>
                  <a:pt x="716599" y="234755"/>
                </a:lnTo>
                <a:lnTo>
                  <a:pt x="716683" y="233548"/>
                </a:lnTo>
                <a:lnTo>
                  <a:pt x="701902" y="229075"/>
                </a:lnTo>
                <a:lnTo>
                  <a:pt x="686198" y="216354"/>
                </a:lnTo>
                <a:lnTo>
                  <a:pt x="683368" y="214790"/>
                </a:lnTo>
                <a:lnTo>
                  <a:pt x="680760" y="214504"/>
                </a:lnTo>
                <a:lnTo>
                  <a:pt x="673674" y="216636"/>
                </a:lnTo>
                <a:lnTo>
                  <a:pt x="671549" y="216602"/>
                </a:lnTo>
                <a:lnTo>
                  <a:pt x="666706" y="209652"/>
                </a:lnTo>
                <a:lnTo>
                  <a:pt x="661956" y="204659"/>
                </a:lnTo>
                <a:lnTo>
                  <a:pt x="661942" y="202131"/>
                </a:lnTo>
                <a:lnTo>
                  <a:pt x="663487" y="201077"/>
                </a:lnTo>
                <a:lnTo>
                  <a:pt x="670471" y="200219"/>
                </a:lnTo>
                <a:lnTo>
                  <a:pt x="706682" y="198921"/>
                </a:lnTo>
                <a:lnTo>
                  <a:pt x="751305" y="195313"/>
                </a:lnTo>
                <a:lnTo>
                  <a:pt x="772103" y="193233"/>
                </a:lnTo>
                <a:lnTo>
                  <a:pt x="780981" y="189581"/>
                </a:lnTo>
                <a:lnTo>
                  <a:pt x="800397" y="191050"/>
                </a:lnTo>
                <a:lnTo>
                  <a:pt x="813624" y="189304"/>
                </a:lnTo>
                <a:lnTo>
                  <a:pt x="839532" y="188110"/>
                </a:lnTo>
                <a:lnTo>
                  <a:pt x="858766" y="185807"/>
                </a:lnTo>
                <a:lnTo>
                  <a:pt x="871896" y="183294"/>
                </a:lnTo>
                <a:lnTo>
                  <a:pt x="902080" y="181994"/>
                </a:lnTo>
                <a:lnTo>
                  <a:pt x="907511" y="180957"/>
                </a:lnTo>
                <a:lnTo>
                  <a:pt x="909397" y="179609"/>
                </a:lnTo>
                <a:lnTo>
                  <a:pt x="907352" y="178814"/>
                </a:lnTo>
                <a:lnTo>
                  <a:pt x="899694" y="178448"/>
                </a:lnTo>
                <a:lnTo>
                  <a:pt x="872383" y="179086"/>
                </a:lnTo>
                <a:lnTo>
                  <a:pt x="846995" y="182005"/>
                </a:lnTo>
                <a:lnTo>
                  <a:pt x="799051" y="184089"/>
                </a:lnTo>
                <a:lnTo>
                  <a:pt x="785807" y="186370"/>
                </a:lnTo>
                <a:lnTo>
                  <a:pt x="774605" y="186226"/>
                </a:lnTo>
                <a:lnTo>
                  <a:pt x="763322" y="188084"/>
                </a:lnTo>
                <a:lnTo>
                  <a:pt x="696871" y="191017"/>
                </a:lnTo>
                <a:lnTo>
                  <a:pt x="682200" y="193308"/>
                </a:lnTo>
                <a:lnTo>
                  <a:pt x="676964" y="192981"/>
                </a:lnTo>
                <a:lnTo>
                  <a:pt x="672728" y="188147"/>
                </a:lnTo>
                <a:lnTo>
                  <a:pt x="670819" y="186966"/>
                </a:lnTo>
                <a:lnTo>
                  <a:pt x="663009" y="189488"/>
                </a:lnTo>
                <a:lnTo>
                  <a:pt x="661180" y="189571"/>
                </a:lnTo>
                <a:lnTo>
                  <a:pt x="659181" y="188686"/>
                </a:lnTo>
                <a:lnTo>
                  <a:pt x="658036" y="185859"/>
                </a:lnTo>
                <a:lnTo>
                  <a:pt x="659036" y="181447"/>
                </a:lnTo>
                <a:lnTo>
                  <a:pt x="663014" y="177737"/>
                </a:lnTo>
                <a:lnTo>
                  <a:pt x="667197" y="175796"/>
                </a:lnTo>
                <a:lnTo>
                  <a:pt x="677733" y="173504"/>
                </a:lnTo>
                <a:lnTo>
                  <a:pt x="693766" y="171572"/>
                </a:lnTo>
                <a:lnTo>
                  <a:pt x="716737" y="173150"/>
                </a:lnTo>
                <a:lnTo>
                  <a:pt x="733119" y="171365"/>
                </a:lnTo>
                <a:lnTo>
                  <a:pt x="786274" y="170362"/>
                </a:lnTo>
                <a:lnTo>
                  <a:pt x="813260" y="168585"/>
                </a:lnTo>
                <a:lnTo>
                  <a:pt x="837934" y="168021"/>
                </a:lnTo>
                <a:lnTo>
                  <a:pt x="852560" y="165904"/>
                </a:lnTo>
                <a:lnTo>
                  <a:pt x="893699" y="165105"/>
                </a:lnTo>
                <a:lnTo>
                  <a:pt x="931323" y="163446"/>
                </a:lnTo>
                <a:lnTo>
                  <a:pt x="940048" y="162772"/>
                </a:lnTo>
                <a:lnTo>
                  <a:pt x="944439" y="161485"/>
                </a:lnTo>
                <a:lnTo>
                  <a:pt x="943877" y="159913"/>
                </a:lnTo>
                <a:lnTo>
                  <a:pt x="942127" y="159316"/>
                </a:lnTo>
                <a:lnTo>
                  <a:pt x="919634" y="158272"/>
                </a:lnTo>
                <a:lnTo>
                  <a:pt x="899165" y="159649"/>
                </a:lnTo>
                <a:lnTo>
                  <a:pt x="827669" y="160649"/>
                </a:lnTo>
                <a:lnTo>
                  <a:pt x="822038" y="161102"/>
                </a:lnTo>
                <a:lnTo>
                  <a:pt x="812688" y="162976"/>
                </a:lnTo>
                <a:lnTo>
                  <a:pt x="783569" y="163373"/>
                </a:lnTo>
                <a:lnTo>
                  <a:pt x="764372" y="165213"/>
                </a:lnTo>
                <a:lnTo>
                  <a:pt x="721783" y="165924"/>
                </a:lnTo>
                <a:lnTo>
                  <a:pt x="689566" y="168567"/>
                </a:lnTo>
                <a:lnTo>
                  <a:pt x="659797" y="168005"/>
                </a:lnTo>
                <a:lnTo>
                  <a:pt x="658112" y="167624"/>
                </a:lnTo>
                <a:lnTo>
                  <a:pt x="655955" y="165780"/>
                </a:lnTo>
                <a:lnTo>
                  <a:pt x="654425" y="163073"/>
                </a:lnTo>
                <a:lnTo>
                  <a:pt x="653620" y="159885"/>
                </a:lnTo>
                <a:lnTo>
                  <a:pt x="653634" y="156593"/>
                </a:lnTo>
                <a:lnTo>
                  <a:pt x="655644" y="150432"/>
                </a:lnTo>
                <a:lnTo>
                  <a:pt x="656314" y="145553"/>
                </a:lnTo>
                <a:lnTo>
                  <a:pt x="655791" y="143292"/>
                </a:lnTo>
                <a:lnTo>
                  <a:pt x="652715" y="138496"/>
                </a:lnTo>
                <a:lnTo>
                  <a:pt x="655599" y="135539"/>
                </a:lnTo>
                <a:lnTo>
                  <a:pt x="735546" y="135017"/>
                </a:lnTo>
                <a:lnTo>
                  <a:pt x="827231" y="132702"/>
                </a:lnTo>
                <a:lnTo>
                  <a:pt x="856481" y="130503"/>
                </a:lnTo>
                <a:lnTo>
                  <a:pt x="906332" y="129114"/>
                </a:lnTo>
                <a:lnTo>
                  <a:pt x="915879" y="127857"/>
                </a:lnTo>
                <a:lnTo>
                  <a:pt x="916345" y="126889"/>
                </a:lnTo>
                <a:lnTo>
                  <a:pt x="913964" y="126144"/>
                </a:lnTo>
                <a:lnTo>
                  <a:pt x="888943" y="125346"/>
                </a:lnTo>
                <a:lnTo>
                  <a:pt x="747965" y="125180"/>
                </a:lnTo>
                <a:lnTo>
                  <a:pt x="712302" y="126298"/>
                </a:lnTo>
                <a:close/>
                <a:moveTo>
                  <a:pt x="628836" y="155500"/>
                </a:moveTo>
                <a:lnTo>
                  <a:pt x="631088" y="158981"/>
                </a:lnTo>
                <a:lnTo>
                  <a:pt x="636381" y="164908"/>
                </a:lnTo>
                <a:lnTo>
                  <a:pt x="636873" y="167051"/>
                </a:lnTo>
                <a:lnTo>
                  <a:pt x="635860" y="169103"/>
                </a:lnTo>
                <a:lnTo>
                  <a:pt x="634455" y="170877"/>
                </a:lnTo>
                <a:lnTo>
                  <a:pt x="621952" y="171399"/>
                </a:lnTo>
                <a:lnTo>
                  <a:pt x="617475" y="170416"/>
                </a:lnTo>
                <a:lnTo>
                  <a:pt x="616121" y="166367"/>
                </a:lnTo>
                <a:lnTo>
                  <a:pt x="616076" y="162170"/>
                </a:lnTo>
                <a:lnTo>
                  <a:pt x="617074" y="158449"/>
                </a:lnTo>
                <a:lnTo>
                  <a:pt x="618952" y="155466"/>
                </a:lnTo>
                <a:lnTo>
                  <a:pt x="623063" y="152950"/>
                </a:lnTo>
                <a:lnTo>
                  <a:pt x="627728" y="152764"/>
                </a:lnTo>
                <a:lnTo>
                  <a:pt x="628836" y="155500"/>
                </a:lnTo>
                <a:close/>
                <a:moveTo>
                  <a:pt x="632459" y="176126"/>
                </a:moveTo>
                <a:lnTo>
                  <a:pt x="637676" y="177793"/>
                </a:lnTo>
                <a:lnTo>
                  <a:pt x="640286" y="179915"/>
                </a:lnTo>
                <a:lnTo>
                  <a:pt x="642107" y="182728"/>
                </a:lnTo>
                <a:lnTo>
                  <a:pt x="643056" y="186134"/>
                </a:lnTo>
                <a:lnTo>
                  <a:pt x="643073" y="190402"/>
                </a:lnTo>
                <a:lnTo>
                  <a:pt x="642414" y="192200"/>
                </a:lnTo>
                <a:lnTo>
                  <a:pt x="640587" y="193543"/>
                </a:lnTo>
                <a:lnTo>
                  <a:pt x="638380" y="193844"/>
                </a:lnTo>
                <a:lnTo>
                  <a:pt x="636790" y="193198"/>
                </a:lnTo>
                <a:lnTo>
                  <a:pt x="629419" y="186513"/>
                </a:lnTo>
                <a:lnTo>
                  <a:pt x="620541" y="183707"/>
                </a:lnTo>
                <a:lnTo>
                  <a:pt x="618052" y="181948"/>
                </a:lnTo>
                <a:lnTo>
                  <a:pt x="616601" y="179922"/>
                </a:lnTo>
                <a:lnTo>
                  <a:pt x="616412" y="177850"/>
                </a:lnTo>
                <a:lnTo>
                  <a:pt x="617969" y="175165"/>
                </a:lnTo>
                <a:lnTo>
                  <a:pt x="632459" y="176126"/>
                </a:lnTo>
                <a:close/>
                <a:moveTo>
                  <a:pt x="588102" y="190468"/>
                </a:moveTo>
                <a:lnTo>
                  <a:pt x="588789" y="191469"/>
                </a:lnTo>
                <a:lnTo>
                  <a:pt x="588937" y="194696"/>
                </a:lnTo>
                <a:lnTo>
                  <a:pt x="586643" y="201300"/>
                </a:lnTo>
                <a:lnTo>
                  <a:pt x="582201" y="207943"/>
                </a:lnTo>
                <a:lnTo>
                  <a:pt x="578142" y="211773"/>
                </a:lnTo>
                <a:lnTo>
                  <a:pt x="572994" y="215728"/>
                </a:lnTo>
                <a:lnTo>
                  <a:pt x="570518" y="216821"/>
                </a:lnTo>
                <a:lnTo>
                  <a:pt x="568400" y="216853"/>
                </a:lnTo>
                <a:lnTo>
                  <a:pt x="563086" y="215013"/>
                </a:lnTo>
                <a:lnTo>
                  <a:pt x="559270" y="215604"/>
                </a:lnTo>
                <a:lnTo>
                  <a:pt x="559525" y="217729"/>
                </a:lnTo>
                <a:lnTo>
                  <a:pt x="561393" y="220708"/>
                </a:lnTo>
                <a:lnTo>
                  <a:pt x="568932" y="227656"/>
                </a:lnTo>
                <a:lnTo>
                  <a:pt x="571778" y="237206"/>
                </a:lnTo>
                <a:lnTo>
                  <a:pt x="571945" y="239952"/>
                </a:lnTo>
                <a:lnTo>
                  <a:pt x="571345" y="241690"/>
                </a:lnTo>
                <a:lnTo>
                  <a:pt x="569280" y="242724"/>
                </a:lnTo>
                <a:lnTo>
                  <a:pt x="565581" y="242162"/>
                </a:lnTo>
                <a:lnTo>
                  <a:pt x="558540" y="237985"/>
                </a:lnTo>
                <a:lnTo>
                  <a:pt x="550453" y="234591"/>
                </a:lnTo>
                <a:lnTo>
                  <a:pt x="548820" y="230852"/>
                </a:lnTo>
                <a:lnTo>
                  <a:pt x="549188" y="224484"/>
                </a:lnTo>
                <a:lnTo>
                  <a:pt x="552051" y="218775"/>
                </a:lnTo>
                <a:lnTo>
                  <a:pt x="556848" y="215206"/>
                </a:lnTo>
                <a:lnTo>
                  <a:pt x="556810" y="211174"/>
                </a:lnTo>
                <a:lnTo>
                  <a:pt x="558262" y="208405"/>
                </a:lnTo>
                <a:lnTo>
                  <a:pt x="564038" y="203766"/>
                </a:lnTo>
                <a:lnTo>
                  <a:pt x="570116" y="196825"/>
                </a:lnTo>
                <a:lnTo>
                  <a:pt x="578710" y="190005"/>
                </a:lnTo>
                <a:lnTo>
                  <a:pt x="583482" y="189313"/>
                </a:lnTo>
                <a:lnTo>
                  <a:pt x="588102" y="190468"/>
                </a:lnTo>
                <a:close/>
                <a:moveTo>
                  <a:pt x="610059" y="214495"/>
                </a:moveTo>
                <a:lnTo>
                  <a:pt x="614078" y="221193"/>
                </a:lnTo>
                <a:lnTo>
                  <a:pt x="617193" y="228655"/>
                </a:lnTo>
                <a:lnTo>
                  <a:pt x="616471" y="232653"/>
                </a:lnTo>
                <a:lnTo>
                  <a:pt x="613657" y="234756"/>
                </a:lnTo>
                <a:lnTo>
                  <a:pt x="611501" y="234658"/>
                </a:lnTo>
                <a:lnTo>
                  <a:pt x="609975" y="233633"/>
                </a:lnTo>
                <a:lnTo>
                  <a:pt x="607529" y="225167"/>
                </a:lnTo>
                <a:lnTo>
                  <a:pt x="605797" y="222597"/>
                </a:lnTo>
                <a:lnTo>
                  <a:pt x="602915" y="220833"/>
                </a:lnTo>
                <a:lnTo>
                  <a:pt x="597713" y="218930"/>
                </a:lnTo>
                <a:lnTo>
                  <a:pt x="598157" y="215016"/>
                </a:lnTo>
                <a:lnTo>
                  <a:pt x="599354" y="213482"/>
                </a:lnTo>
                <a:lnTo>
                  <a:pt x="602110" y="211806"/>
                </a:lnTo>
                <a:lnTo>
                  <a:pt x="607013" y="211620"/>
                </a:lnTo>
                <a:lnTo>
                  <a:pt x="610059" y="214495"/>
                </a:lnTo>
                <a:close/>
                <a:moveTo>
                  <a:pt x="669349" y="220483"/>
                </a:moveTo>
                <a:lnTo>
                  <a:pt x="669753" y="225303"/>
                </a:lnTo>
                <a:lnTo>
                  <a:pt x="668638" y="228070"/>
                </a:lnTo>
                <a:lnTo>
                  <a:pt x="660905" y="232550"/>
                </a:lnTo>
                <a:lnTo>
                  <a:pt x="654090" y="241140"/>
                </a:lnTo>
                <a:lnTo>
                  <a:pt x="652721" y="241256"/>
                </a:lnTo>
                <a:lnTo>
                  <a:pt x="651575" y="240560"/>
                </a:lnTo>
                <a:lnTo>
                  <a:pt x="649862" y="237706"/>
                </a:lnTo>
                <a:lnTo>
                  <a:pt x="649463" y="233051"/>
                </a:lnTo>
                <a:lnTo>
                  <a:pt x="654989" y="229567"/>
                </a:lnTo>
                <a:lnTo>
                  <a:pt x="658505" y="223042"/>
                </a:lnTo>
                <a:lnTo>
                  <a:pt x="661185" y="220561"/>
                </a:lnTo>
                <a:lnTo>
                  <a:pt x="665653" y="219300"/>
                </a:lnTo>
                <a:lnTo>
                  <a:pt x="668250" y="219586"/>
                </a:lnTo>
                <a:lnTo>
                  <a:pt x="669349" y="220483"/>
                </a:lnTo>
                <a:close/>
                <a:moveTo>
                  <a:pt x="862007" y="260035"/>
                </a:moveTo>
                <a:lnTo>
                  <a:pt x="862728" y="263907"/>
                </a:lnTo>
                <a:lnTo>
                  <a:pt x="860666" y="266262"/>
                </a:lnTo>
                <a:lnTo>
                  <a:pt x="856672" y="266382"/>
                </a:lnTo>
                <a:lnTo>
                  <a:pt x="852887" y="264105"/>
                </a:lnTo>
                <a:lnTo>
                  <a:pt x="852720" y="262816"/>
                </a:lnTo>
                <a:lnTo>
                  <a:pt x="853573" y="261430"/>
                </a:lnTo>
                <a:lnTo>
                  <a:pt x="857578" y="258847"/>
                </a:lnTo>
                <a:lnTo>
                  <a:pt x="860543" y="258450"/>
                </a:lnTo>
                <a:lnTo>
                  <a:pt x="862007" y="260035"/>
                </a:lnTo>
                <a:close/>
                <a:moveTo>
                  <a:pt x="710454" y="262105"/>
                </a:moveTo>
                <a:lnTo>
                  <a:pt x="715025" y="262861"/>
                </a:lnTo>
                <a:lnTo>
                  <a:pt x="717560" y="264159"/>
                </a:lnTo>
                <a:lnTo>
                  <a:pt x="722894" y="273311"/>
                </a:lnTo>
                <a:lnTo>
                  <a:pt x="726664" y="276349"/>
                </a:lnTo>
                <a:lnTo>
                  <a:pt x="732327" y="278571"/>
                </a:lnTo>
                <a:lnTo>
                  <a:pt x="743832" y="280245"/>
                </a:lnTo>
                <a:lnTo>
                  <a:pt x="757414" y="283417"/>
                </a:lnTo>
                <a:lnTo>
                  <a:pt x="759686" y="284692"/>
                </a:lnTo>
                <a:lnTo>
                  <a:pt x="765442" y="289837"/>
                </a:lnTo>
                <a:lnTo>
                  <a:pt x="769818" y="291898"/>
                </a:lnTo>
                <a:lnTo>
                  <a:pt x="779642" y="288836"/>
                </a:lnTo>
                <a:lnTo>
                  <a:pt x="787247" y="284145"/>
                </a:lnTo>
                <a:lnTo>
                  <a:pt x="789469" y="283776"/>
                </a:lnTo>
                <a:lnTo>
                  <a:pt x="794050" y="288185"/>
                </a:lnTo>
                <a:lnTo>
                  <a:pt x="802949" y="302515"/>
                </a:lnTo>
                <a:lnTo>
                  <a:pt x="803589" y="305428"/>
                </a:lnTo>
                <a:lnTo>
                  <a:pt x="803115" y="309215"/>
                </a:lnTo>
                <a:lnTo>
                  <a:pt x="801608" y="310520"/>
                </a:lnTo>
                <a:lnTo>
                  <a:pt x="800008" y="310427"/>
                </a:lnTo>
                <a:lnTo>
                  <a:pt x="777593" y="302952"/>
                </a:lnTo>
                <a:lnTo>
                  <a:pt x="766787" y="300261"/>
                </a:lnTo>
                <a:lnTo>
                  <a:pt x="757366" y="296666"/>
                </a:lnTo>
                <a:lnTo>
                  <a:pt x="727448" y="287943"/>
                </a:lnTo>
                <a:lnTo>
                  <a:pt x="710832" y="281936"/>
                </a:lnTo>
                <a:lnTo>
                  <a:pt x="692045" y="273564"/>
                </a:lnTo>
                <a:lnTo>
                  <a:pt x="686911" y="270650"/>
                </a:lnTo>
                <a:lnTo>
                  <a:pt x="685381" y="268459"/>
                </a:lnTo>
                <a:lnTo>
                  <a:pt x="687109" y="266236"/>
                </a:lnTo>
                <a:lnTo>
                  <a:pt x="693376" y="261957"/>
                </a:lnTo>
                <a:lnTo>
                  <a:pt x="697867" y="260922"/>
                </a:lnTo>
                <a:lnTo>
                  <a:pt x="710454" y="262105"/>
                </a:lnTo>
                <a:close/>
                <a:moveTo>
                  <a:pt x="902964" y="272750"/>
                </a:moveTo>
                <a:lnTo>
                  <a:pt x="904072" y="275190"/>
                </a:lnTo>
                <a:lnTo>
                  <a:pt x="901784" y="276707"/>
                </a:lnTo>
                <a:lnTo>
                  <a:pt x="896498" y="276287"/>
                </a:lnTo>
                <a:lnTo>
                  <a:pt x="894536" y="274451"/>
                </a:lnTo>
                <a:lnTo>
                  <a:pt x="895164" y="273153"/>
                </a:lnTo>
                <a:lnTo>
                  <a:pt x="897779" y="271965"/>
                </a:lnTo>
                <a:lnTo>
                  <a:pt x="901093" y="271955"/>
                </a:lnTo>
                <a:lnTo>
                  <a:pt x="902964" y="272750"/>
                </a:lnTo>
                <a:close/>
                <a:moveTo>
                  <a:pt x="662918" y="154760"/>
                </a:moveTo>
                <a:lnTo>
                  <a:pt x="662465" y="157061"/>
                </a:lnTo>
                <a:lnTo>
                  <a:pt x="663509" y="159418"/>
                </a:lnTo>
                <a:lnTo>
                  <a:pt x="665032" y="159989"/>
                </a:lnTo>
                <a:lnTo>
                  <a:pt x="667178" y="159021"/>
                </a:lnTo>
                <a:lnTo>
                  <a:pt x="668146" y="156875"/>
                </a:lnTo>
                <a:lnTo>
                  <a:pt x="667575" y="155352"/>
                </a:lnTo>
                <a:lnTo>
                  <a:pt x="665219" y="154308"/>
                </a:lnTo>
                <a:lnTo>
                  <a:pt x="662918" y="154760"/>
                </a:lnTo>
                <a:close/>
                <a:moveTo>
                  <a:pt x="972530" y="170877"/>
                </a:moveTo>
                <a:lnTo>
                  <a:pt x="958494" y="172458"/>
                </a:lnTo>
                <a:lnTo>
                  <a:pt x="955054" y="173647"/>
                </a:lnTo>
                <a:lnTo>
                  <a:pt x="954690" y="174661"/>
                </a:lnTo>
                <a:lnTo>
                  <a:pt x="956118" y="175756"/>
                </a:lnTo>
                <a:lnTo>
                  <a:pt x="959517" y="176239"/>
                </a:lnTo>
                <a:lnTo>
                  <a:pt x="968307" y="175978"/>
                </a:lnTo>
                <a:lnTo>
                  <a:pt x="976598" y="174919"/>
                </a:lnTo>
                <a:lnTo>
                  <a:pt x="979270" y="173720"/>
                </a:lnTo>
                <a:lnTo>
                  <a:pt x="979536" y="172465"/>
                </a:lnTo>
                <a:lnTo>
                  <a:pt x="978774" y="170951"/>
                </a:lnTo>
                <a:lnTo>
                  <a:pt x="976818" y="170054"/>
                </a:lnTo>
                <a:lnTo>
                  <a:pt x="972530" y="170877"/>
                </a:lnTo>
                <a:close/>
                <a:moveTo>
                  <a:pt x="937414" y="174573"/>
                </a:moveTo>
                <a:lnTo>
                  <a:pt x="937193" y="176449"/>
                </a:lnTo>
                <a:lnTo>
                  <a:pt x="940297" y="177161"/>
                </a:lnTo>
                <a:lnTo>
                  <a:pt x="943585" y="176534"/>
                </a:lnTo>
                <a:lnTo>
                  <a:pt x="945391" y="174736"/>
                </a:lnTo>
                <a:lnTo>
                  <a:pt x="944882" y="174016"/>
                </a:lnTo>
                <a:lnTo>
                  <a:pt x="942492" y="173503"/>
                </a:lnTo>
                <a:lnTo>
                  <a:pt x="939456" y="173701"/>
                </a:lnTo>
                <a:lnTo>
                  <a:pt x="937414" y="174573"/>
                </a:lnTo>
                <a:close/>
                <a:moveTo>
                  <a:pt x="915827" y="178048"/>
                </a:moveTo>
                <a:lnTo>
                  <a:pt x="913833" y="179612"/>
                </a:lnTo>
                <a:lnTo>
                  <a:pt x="916267" y="180693"/>
                </a:lnTo>
                <a:lnTo>
                  <a:pt x="922255" y="180569"/>
                </a:lnTo>
                <a:lnTo>
                  <a:pt x="923646" y="179962"/>
                </a:lnTo>
                <a:lnTo>
                  <a:pt x="924107" y="179009"/>
                </a:lnTo>
                <a:lnTo>
                  <a:pt x="923615" y="178064"/>
                </a:lnTo>
                <a:lnTo>
                  <a:pt x="921409" y="177309"/>
                </a:lnTo>
                <a:lnTo>
                  <a:pt x="915827" y="178048"/>
                </a:lnTo>
                <a:close/>
                <a:moveTo>
                  <a:pt x="423241" y="179379"/>
                </a:moveTo>
                <a:lnTo>
                  <a:pt x="423070" y="180460"/>
                </a:lnTo>
                <a:lnTo>
                  <a:pt x="424109" y="181407"/>
                </a:lnTo>
                <a:lnTo>
                  <a:pt x="430256" y="183762"/>
                </a:lnTo>
                <a:lnTo>
                  <a:pt x="435587" y="187326"/>
                </a:lnTo>
                <a:lnTo>
                  <a:pt x="442222" y="190006"/>
                </a:lnTo>
                <a:lnTo>
                  <a:pt x="448109" y="193305"/>
                </a:lnTo>
                <a:lnTo>
                  <a:pt x="455104" y="195976"/>
                </a:lnTo>
                <a:lnTo>
                  <a:pt x="460658" y="199611"/>
                </a:lnTo>
                <a:lnTo>
                  <a:pt x="464225" y="200178"/>
                </a:lnTo>
                <a:lnTo>
                  <a:pt x="466255" y="198853"/>
                </a:lnTo>
                <a:lnTo>
                  <a:pt x="466337" y="197258"/>
                </a:lnTo>
                <a:lnTo>
                  <a:pt x="465158" y="195615"/>
                </a:lnTo>
                <a:lnTo>
                  <a:pt x="456748" y="190499"/>
                </a:lnTo>
                <a:lnTo>
                  <a:pt x="449959" y="188391"/>
                </a:lnTo>
                <a:lnTo>
                  <a:pt x="444341" y="184924"/>
                </a:lnTo>
                <a:lnTo>
                  <a:pt x="436523" y="182367"/>
                </a:lnTo>
                <a:lnTo>
                  <a:pt x="430518" y="179454"/>
                </a:lnTo>
                <a:lnTo>
                  <a:pt x="426085" y="178572"/>
                </a:lnTo>
                <a:lnTo>
                  <a:pt x="423241" y="179379"/>
                </a:lnTo>
                <a:close/>
                <a:moveTo>
                  <a:pt x="1342691" y="203849"/>
                </a:moveTo>
                <a:lnTo>
                  <a:pt x="1338528" y="206859"/>
                </a:lnTo>
                <a:lnTo>
                  <a:pt x="1336957" y="210313"/>
                </a:lnTo>
                <a:lnTo>
                  <a:pt x="1328737" y="256163"/>
                </a:lnTo>
                <a:lnTo>
                  <a:pt x="1325038" y="273276"/>
                </a:lnTo>
                <a:lnTo>
                  <a:pt x="1322776" y="291103"/>
                </a:lnTo>
                <a:lnTo>
                  <a:pt x="1319181" y="305602"/>
                </a:lnTo>
                <a:lnTo>
                  <a:pt x="1316022" y="326318"/>
                </a:lnTo>
                <a:lnTo>
                  <a:pt x="1314422" y="330951"/>
                </a:lnTo>
                <a:lnTo>
                  <a:pt x="1311944" y="334110"/>
                </a:lnTo>
                <a:lnTo>
                  <a:pt x="1308130" y="336685"/>
                </a:lnTo>
                <a:lnTo>
                  <a:pt x="1250278" y="362976"/>
                </a:lnTo>
                <a:lnTo>
                  <a:pt x="1244462" y="366697"/>
                </a:lnTo>
                <a:lnTo>
                  <a:pt x="1242739" y="369005"/>
                </a:lnTo>
                <a:lnTo>
                  <a:pt x="1244767" y="371496"/>
                </a:lnTo>
                <a:lnTo>
                  <a:pt x="1248277" y="372795"/>
                </a:lnTo>
                <a:lnTo>
                  <a:pt x="1305209" y="374254"/>
                </a:lnTo>
                <a:lnTo>
                  <a:pt x="1310154" y="376909"/>
                </a:lnTo>
                <a:lnTo>
                  <a:pt x="1312403" y="380066"/>
                </a:lnTo>
                <a:lnTo>
                  <a:pt x="1312583" y="386779"/>
                </a:lnTo>
                <a:lnTo>
                  <a:pt x="1311192" y="390500"/>
                </a:lnTo>
                <a:lnTo>
                  <a:pt x="1309242" y="392371"/>
                </a:lnTo>
                <a:lnTo>
                  <a:pt x="1306213" y="393987"/>
                </a:lnTo>
                <a:lnTo>
                  <a:pt x="1290025" y="400452"/>
                </a:lnTo>
                <a:lnTo>
                  <a:pt x="1250985" y="414018"/>
                </a:lnTo>
                <a:lnTo>
                  <a:pt x="1242296" y="417992"/>
                </a:lnTo>
                <a:lnTo>
                  <a:pt x="1214262" y="428054"/>
                </a:lnTo>
                <a:lnTo>
                  <a:pt x="1208419" y="430908"/>
                </a:lnTo>
                <a:lnTo>
                  <a:pt x="1205826" y="433685"/>
                </a:lnTo>
                <a:lnTo>
                  <a:pt x="1206493" y="435802"/>
                </a:lnTo>
                <a:lnTo>
                  <a:pt x="1208732" y="438129"/>
                </a:lnTo>
                <a:lnTo>
                  <a:pt x="1309793" y="438424"/>
                </a:lnTo>
                <a:lnTo>
                  <a:pt x="1311826" y="439977"/>
                </a:lnTo>
                <a:lnTo>
                  <a:pt x="1312401" y="443271"/>
                </a:lnTo>
                <a:lnTo>
                  <a:pt x="1312810" y="458365"/>
                </a:lnTo>
                <a:lnTo>
                  <a:pt x="1311920" y="464827"/>
                </a:lnTo>
                <a:lnTo>
                  <a:pt x="1308626" y="467575"/>
                </a:lnTo>
                <a:lnTo>
                  <a:pt x="1301649" y="471300"/>
                </a:lnTo>
                <a:lnTo>
                  <a:pt x="1258930" y="487883"/>
                </a:lnTo>
                <a:lnTo>
                  <a:pt x="1242776" y="484029"/>
                </a:lnTo>
                <a:lnTo>
                  <a:pt x="1232765" y="479542"/>
                </a:lnTo>
                <a:lnTo>
                  <a:pt x="1187744" y="465595"/>
                </a:lnTo>
                <a:lnTo>
                  <a:pt x="1157056" y="455313"/>
                </a:lnTo>
                <a:lnTo>
                  <a:pt x="1146461" y="453751"/>
                </a:lnTo>
                <a:lnTo>
                  <a:pt x="1144784" y="454467"/>
                </a:lnTo>
                <a:lnTo>
                  <a:pt x="1144517" y="455895"/>
                </a:lnTo>
                <a:lnTo>
                  <a:pt x="1145362" y="458131"/>
                </a:lnTo>
                <a:lnTo>
                  <a:pt x="1147375" y="459770"/>
                </a:lnTo>
                <a:lnTo>
                  <a:pt x="1158110" y="462756"/>
                </a:lnTo>
                <a:lnTo>
                  <a:pt x="1180381" y="471775"/>
                </a:lnTo>
                <a:lnTo>
                  <a:pt x="1195984" y="477189"/>
                </a:lnTo>
                <a:lnTo>
                  <a:pt x="1218924" y="483538"/>
                </a:lnTo>
                <a:lnTo>
                  <a:pt x="1239353" y="488302"/>
                </a:lnTo>
                <a:lnTo>
                  <a:pt x="1242461" y="490068"/>
                </a:lnTo>
                <a:lnTo>
                  <a:pt x="1244761" y="492684"/>
                </a:lnTo>
                <a:lnTo>
                  <a:pt x="1244637" y="494027"/>
                </a:lnTo>
                <a:lnTo>
                  <a:pt x="1242092" y="498778"/>
                </a:lnTo>
                <a:lnTo>
                  <a:pt x="1242485" y="500205"/>
                </a:lnTo>
                <a:lnTo>
                  <a:pt x="1244127" y="501463"/>
                </a:lnTo>
                <a:lnTo>
                  <a:pt x="1298813" y="503358"/>
                </a:lnTo>
                <a:lnTo>
                  <a:pt x="1309169" y="504225"/>
                </a:lnTo>
                <a:lnTo>
                  <a:pt x="1310493" y="505015"/>
                </a:lnTo>
                <a:lnTo>
                  <a:pt x="1310930" y="507837"/>
                </a:lnTo>
                <a:lnTo>
                  <a:pt x="1310545" y="512303"/>
                </a:lnTo>
                <a:lnTo>
                  <a:pt x="1307853" y="525328"/>
                </a:lnTo>
                <a:lnTo>
                  <a:pt x="1303965" y="553209"/>
                </a:lnTo>
                <a:lnTo>
                  <a:pt x="1301383" y="566071"/>
                </a:lnTo>
                <a:lnTo>
                  <a:pt x="1299257" y="584596"/>
                </a:lnTo>
                <a:lnTo>
                  <a:pt x="1295515" y="601705"/>
                </a:lnTo>
                <a:lnTo>
                  <a:pt x="1286816" y="660963"/>
                </a:lnTo>
                <a:lnTo>
                  <a:pt x="1277479" y="716112"/>
                </a:lnTo>
                <a:lnTo>
                  <a:pt x="1269974" y="767162"/>
                </a:lnTo>
                <a:lnTo>
                  <a:pt x="1266035" y="787986"/>
                </a:lnTo>
                <a:lnTo>
                  <a:pt x="1265993" y="791369"/>
                </a:lnTo>
                <a:lnTo>
                  <a:pt x="1267185" y="794670"/>
                </a:lnTo>
                <a:lnTo>
                  <a:pt x="1269635" y="795650"/>
                </a:lnTo>
                <a:lnTo>
                  <a:pt x="1274545" y="793737"/>
                </a:lnTo>
                <a:lnTo>
                  <a:pt x="1340041" y="746674"/>
                </a:lnTo>
                <a:lnTo>
                  <a:pt x="1343175" y="744808"/>
                </a:lnTo>
                <a:lnTo>
                  <a:pt x="1346091" y="744193"/>
                </a:lnTo>
                <a:lnTo>
                  <a:pt x="1349234" y="744704"/>
                </a:lnTo>
                <a:lnTo>
                  <a:pt x="1351588" y="745953"/>
                </a:lnTo>
                <a:lnTo>
                  <a:pt x="1403608" y="785140"/>
                </a:lnTo>
                <a:lnTo>
                  <a:pt x="1414233" y="792437"/>
                </a:lnTo>
                <a:lnTo>
                  <a:pt x="1421203" y="796091"/>
                </a:lnTo>
                <a:lnTo>
                  <a:pt x="1422995" y="793716"/>
                </a:lnTo>
                <a:lnTo>
                  <a:pt x="1423625" y="791529"/>
                </a:lnTo>
                <a:lnTo>
                  <a:pt x="1423492" y="783128"/>
                </a:lnTo>
                <a:lnTo>
                  <a:pt x="1419743" y="764641"/>
                </a:lnTo>
                <a:lnTo>
                  <a:pt x="1417580" y="745459"/>
                </a:lnTo>
                <a:lnTo>
                  <a:pt x="1414448" y="728474"/>
                </a:lnTo>
                <a:lnTo>
                  <a:pt x="1411582" y="705397"/>
                </a:lnTo>
                <a:lnTo>
                  <a:pt x="1408885" y="691972"/>
                </a:lnTo>
                <a:lnTo>
                  <a:pt x="1405428" y="663193"/>
                </a:lnTo>
                <a:lnTo>
                  <a:pt x="1402564" y="650655"/>
                </a:lnTo>
                <a:lnTo>
                  <a:pt x="1399292" y="625140"/>
                </a:lnTo>
                <a:lnTo>
                  <a:pt x="1396419" y="612682"/>
                </a:lnTo>
                <a:lnTo>
                  <a:pt x="1393637" y="589091"/>
                </a:lnTo>
                <a:lnTo>
                  <a:pt x="1390600" y="572387"/>
                </a:lnTo>
                <a:lnTo>
                  <a:pt x="1388240" y="551304"/>
                </a:lnTo>
                <a:lnTo>
                  <a:pt x="1384314" y="529491"/>
                </a:lnTo>
                <a:lnTo>
                  <a:pt x="1382242" y="510579"/>
                </a:lnTo>
                <a:lnTo>
                  <a:pt x="1384904" y="507621"/>
                </a:lnTo>
                <a:lnTo>
                  <a:pt x="1419067" y="507785"/>
                </a:lnTo>
                <a:lnTo>
                  <a:pt x="1444327" y="508893"/>
                </a:lnTo>
                <a:lnTo>
                  <a:pt x="1449623" y="507645"/>
                </a:lnTo>
                <a:lnTo>
                  <a:pt x="1452105" y="504738"/>
                </a:lnTo>
                <a:lnTo>
                  <a:pt x="1444790" y="499490"/>
                </a:lnTo>
                <a:lnTo>
                  <a:pt x="1387276" y="470884"/>
                </a:lnTo>
                <a:lnTo>
                  <a:pt x="1378768" y="464521"/>
                </a:lnTo>
                <a:lnTo>
                  <a:pt x="1379298" y="442013"/>
                </a:lnTo>
                <a:lnTo>
                  <a:pt x="1380104" y="440188"/>
                </a:lnTo>
                <a:lnTo>
                  <a:pt x="1382256" y="439008"/>
                </a:lnTo>
                <a:lnTo>
                  <a:pt x="1392760" y="438159"/>
                </a:lnTo>
                <a:lnTo>
                  <a:pt x="1481603" y="438276"/>
                </a:lnTo>
                <a:lnTo>
                  <a:pt x="1483887" y="436008"/>
                </a:lnTo>
                <a:lnTo>
                  <a:pt x="1484460" y="434029"/>
                </a:lnTo>
                <a:lnTo>
                  <a:pt x="1483599" y="432362"/>
                </a:lnTo>
                <a:lnTo>
                  <a:pt x="1477499" y="429544"/>
                </a:lnTo>
                <a:lnTo>
                  <a:pt x="1464146" y="424670"/>
                </a:lnTo>
                <a:lnTo>
                  <a:pt x="1441473" y="414880"/>
                </a:lnTo>
                <a:lnTo>
                  <a:pt x="1431701" y="411857"/>
                </a:lnTo>
                <a:lnTo>
                  <a:pt x="1387176" y="394274"/>
                </a:lnTo>
                <a:lnTo>
                  <a:pt x="1382291" y="391309"/>
                </a:lnTo>
                <a:lnTo>
                  <a:pt x="1379239" y="387765"/>
                </a:lnTo>
                <a:lnTo>
                  <a:pt x="1378272" y="384097"/>
                </a:lnTo>
                <a:lnTo>
                  <a:pt x="1378649" y="382358"/>
                </a:lnTo>
                <a:lnTo>
                  <a:pt x="1381281" y="379355"/>
                </a:lnTo>
                <a:lnTo>
                  <a:pt x="1384054" y="378390"/>
                </a:lnTo>
                <a:lnTo>
                  <a:pt x="1396672" y="378138"/>
                </a:lnTo>
                <a:lnTo>
                  <a:pt x="1447152" y="379208"/>
                </a:lnTo>
                <a:lnTo>
                  <a:pt x="1449791" y="376870"/>
                </a:lnTo>
                <a:lnTo>
                  <a:pt x="1450323" y="375296"/>
                </a:lnTo>
                <a:lnTo>
                  <a:pt x="1443401" y="369798"/>
                </a:lnTo>
                <a:lnTo>
                  <a:pt x="1383721" y="335300"/>
                </a:lnTo>
                <a:lnTo>
                  <a:pt x="1380020" y="331820"/>
                </a:lnTo>
                <a:lnTo>
                  <a:pt x="1377940" y="326774"/>
                </a:lnTo>
                <a:lnTo>
                  <a:pt x="1376235" y="309214"/>
                </a:lnTo>
                <a:lnTo>
                  <a:pt x="1373262" y="296736"/>
                </a:lnTo>
                <a:lnTo>
                  <a:pt x="1370275" y="278175"/>
                </a:lnTo>
                <a:lnTo>
                  <a:pt x="1363643" y="243162"/>
                </a:lnTo>
                <a:lnTo>
                  <a:pt x="1360859" y="231591"/>
                </a:lnTo>
                <a:lnTo>
                  <a:pt x="1357454" y="211483"/>
                </a:lnTo>
                <a:lnTo>
                  <a:pt x="1355292" y="207075"/>
                </a:lnTo>
                <a:lnTo>
                  <a:pt x="1350933" y="202881"/>
                </a:lnTo>
                <a:lnTo>
                  <a:pt x="1347852" y="202275"/>
                </a:lnTo>
                <a:lnTo>
                  <a:pt x="1342691" y="203849"/>
                </a:lnTo>
                <a:close/>
                <a:moveTo>
                  <a:pt x="1347348" y="233346"/>
                </a:moveTo>
                <a:lnTo>
                  <a:pt x="1346082" y="235435"/>
                </a:lnTo>
                <a:lnTo>
                  <a:pt x="1344888" y="235322"/>
                </a:lnTo>
                <a:lnTo>
                  <a:pt x="1344317" y="234529"/>
                </a:lnTo>
                <a:lnTo>
                  <a:pt x="1344224" y="232533"/>
                </a:lnTo>
                <a:lnTo>
                  <a:pt x="1345237" y="231331"/>
                </a:lnTo>
                <a:lnTo>
                  <a:pt x="1346869" y="231728"/>
                </a:lnTo>
                <a:lnTo>
                  <a:pt x="1347348" y="233346"/>
                </a:lnTo>
                <a:close/>
                <a:moveTo>
                  <a:pt x="1350527" y="256634"/>
                </a:moveTo>
                <a:lnTo>
                  <a:pt x="1353678" y="260541"/>
                </a:lnTo>
                <a:lnTo>
                  <a:pt x="1353854" y="264256"/>
                </a:lnTo>
                <a:lnTo>
                  <a:pt x="1352349" y="266414"/>
                </a:lnTo>
                <a:lnTo>
                  <a:pt x="1349566" y="268167"/>
                </a:lnTo>
                <a:lnTo>
                  <a:pt x="1346544" y="269161"/>
                </a:lnTo>
                <a:lnTo>
                  <a:pt x="1344233" y="268853"/>
                </a:lnTo>
                <a:lnTo>
                  <a:pt x="1339366" y="263899"/>
                </a:lnTo>
                <a:lnTo>
                  <a:pt x="1339022" y="262687"/>
                </a:lnTo>
                <a:lnTo>
                  <a:pt x="1339752" y="260481"/>
                </a:lnTo>
                <a:lnTo>
                  <a:pt x="1341876" y="257107"/>
                </a:lnTo>
                <a:lnTo>
                  <a:pt x="1344480" y="254973"/>
                </a:lnTo>
                <a:lnTo>
                  <a:pt x="1347356" y="254820"/>
                </a:lnTo>
                <a:lnTo>
                  <a:pt x="1350527" y="256634"/>
                </a:lnTo>
                <a:close/>
                <a:moveTo>
                  <a:pt x="1337959" y="274155"/>
                </a:moveTo>
                <a:lnTo>
                  <a:pt x="1338717" y="275865"/>
                </a:lnTo>
                <a:lnTo>
                  <a:pt x="1337348" y="277850"/>
                </a:lnTo>
                <a:lnTo>
                  <a:pt x="1334536" y="280209"/>
                </a:lnTo>
                <a:lnTo>
                  <a:pt x="1332538" y="280251"/>
                </a:lnTo>
                <a:lnTo>
                  <a:pt x="1331420" y="277179"/>
                </a:lnTo>
                <a:lnTo>
                  <a:pt x="1332163" y="273995"/>
                </a:lnTo>
                <a:lnTo>
                  <a:pt x="1334590" y="272808"/>
                </a:lnTo>
                <a:lnTo>
                  <a:pt x="1337959" y="274155"/>
                </a:lnTo>
                <a:close/>
                <a:moveTo>
                  <a:pt x="1358659" y="274155"/>
                </a:moveTo>
                <a:lnTo>
                  <a:pt x="1359452" y="277264"/>
                </a:lnTo>
                <a:lnTo>
                  <a:pt x="1358801" y="278518"/>
                </a:lnTo>
                <a:lnTo>
                  <a:pt x="1357581" y="278749"/>
                </a:lnTo>
                <a:lnTo>
                  <a:pt x="1355578" y="277113"/>
                </a:lnTo>
                <a:lnTo>
                  <a:pt x="1355164" y="274918"/>
                </a:lnTo>
                <a:lnTo>
                  <a:pt x="1356676" y="273255"/>
                </a:lnTo>
                <a:lnTo>
                  <a:pt x="1358659" y="274155"/>
                </a:lnTo>
                <a:close/>
                <a:moveTo>
                  <a:pt x="1353410" y="289015"/>
                </a:moveTo>
                <a:lnTo>
                  <a:pt x="1356589" y="292836"/>
                </a:lnTo>
                <a:lnTo>
                  <a:pt x="1357280" y="295796"/>
                </a:lnTo>
                <a:lnTo>
                  <a:pt x="1354519" y="299808"/>
                </a:lnTo>
                <a:lnTo>
                  <a:pt x="1350364" y="302757"/>
                </a:lnTo>
                <a:lnTo>
                  <a:pt x="1345648" y="304540"/>
                </a:lnTo>
                <a:lnTo>
                  <a:pt x="1339246" y="300577"/>
                </a:lnTo>
                <a:lnTo>
                  <a:pt x="1336752" y="298169"/>
                </a:lnTo>
                <a:lnTo>
                  <a:pt x="1335992" y="294714"/>
                </a:lnTo>
                <a:lnTo>
                  <a:pt x="1336621" y="291877"/>
                </a:lnTo>
                <a:lnTo>
                  <a:pt x="1344345" y="285530"/>
                </a:lnTo>
                <a:lnTo>
                  <a:pt x="1346299" y="284975"/>
                </a:lnTo>
                <a:lnTo>
                  <a:pt x="1348409" y="285363"/>
                </a:lnTo>
                <a:lnTo>
                  <a:pt x="1353410" y="289015"/>
                </a:lnTo>
                <a:close/>
                <a:moveTo>
                  <a:pt x="1365017" y="305205"/>
                </a:moveTo>
                <a:lnTo>
                  <a:pt x="1366907" y="309798"/>
                </a:lnTo>
                <a:lnTo>
                  <a:pt x="1368309" y="315942"/>
                </a:lnTo>
                <a:lnTo>
                  <a:pt x="1367434" y="317966"/>
                </a:lnTo>
                <a:lnTo>
                  <a:pt x="1365807" y="318405"/>
                </a:lnTo>
                <a:lnTo>
                  <a:pt x="1362442" y="317430"/>
                </a:lnTo>
                <a:lnTo>
                  <a:pt x="1359954" y="315776"/>
                </a:lnTo>
                <a:lnTo>
                  <a:pt x="1357022" y="312756"/>
                </a:lnTo>
                <a:lnTo>
                  <a:pt x="1356026" y="310500"/>
                </a:lnTo>
                <a:lnTo>
                  <a:pt x="1356926" y="308264"/>
                </a:lnTo>
                <a:lnTo>
                  <a:pt x="1361051" y="304283"/>
                </a:lnTo>
                <a:lnTo>
                  <a:pt x="1362977" y="303684"/>
                </a:lnTo>
                <a:lnTo>
                  <a:pt x="1365017" y="305205"/>
                </a:lnTo>
                <a:close/>
                <a:moveTo>
                  <a:pt x="1335372" y="307127"/>
                </a:moveTo>
                <a:lnTo>
                  <a:pt x="1337216" y="309918"/>
                </a:lnTo>
                <a:lnTo>
                  <a:pt x="1336108" y="312949"/>
                </a:lnTo>
                <a:lnTo>
                  <a:pt x="1331124" y="317954"/>
                </a:lnTo>
                <a:lnTo>
                  <a:pt x="1328358" y="319391"/>
                </a:lnTo>
                <a:lnTo>
                  <a:pt x="1326245" y="319280"/>
                </a:lnTo>
                <a:lnTo>
                  <a:pt x="1324917" y="317630"/>
                </a:lnTo>
                <a:lnTo>
                  <a:pt x="1324504" y="314446"/>
                </a:lnTo>
                <a:lnTo>
                  <a:pt x="1325173" y="309590"/>
                </a:lnTo>
                <a:lnTo>
                  <a:pt x="1326786" y="306291"/>
                </a:lnTo>
                <a:lnTo>
                  <a:pt x="1329151" y="304689"/>
                </a:lnTo>
                <a:lnTo>
                  <a:pt x="1330556" y="304568"/>
                </a:lnTo>
                <a:lnTo>
                  <a:pt x="1335372" y="307127"/>
                </a:lnTo>
                <a:close/>
                <a:moveTo>
                  <a:pt x="1351266" y="319325"/>
                </a:moveTo>
                <a:lnTo>
                  <a:pt x="1358186" y="326770"/>
                </a:lnTo>
                <a:lnTo>
                  <a:pt x="1358807" y="327975"/>
                </a:lnTo>
                <a:lnTo>
                  <a:pt x="1357993" y="329265"/>
                </a:lnTo>
                <a:lnTo>
                  <a:pt x="1355007" y="329913"/>
                </a:lnTo>
                <a:lnTo>
                  <a:pt x="1346239" y="330045"/>
                </a:lnTo>
                <a:lnTo>
                  <a:pt x="1337306" y="329565"/>
                </a:lnTo>
                <a:lnTo>
                  <a:pt x="1334808" y="328724"/>
                </a:lnTo>
                <a:lnTo>
                  <a:pt x="1334492" y="328044"/>
                </a:lnTo>
                <a:lnTo>
                  <a:pt x="1335549" y="325995"/>
                </a:lnTo>
                <a:lnTo>
                  <a:pt x="1343134" y="318364"/>
                </a:lnTo>
                <a:lnTo>
                  <a:pt x="1348009" y="318507"/>
                </a:lnTo>
                <a:lnTo>
                  <a:pt x="1351266" y="319325"/>
                </a:lnTo>
                <a:close/>
                <a:moveTo>
                  <a:pt x="1350675" y="339508"/>
                </a:moveTo>
                <a:lnTo>
                  <a:pt x="1351102" y="340359"/>
                </a:lnTo>
                <a:lnTo>
                  <a:pt x="1350420" y="341883"/>
                </a:lnTo>
                <a:lnTo>
                  <a:pt x="1347034" y="343260"/>
                </a:lnTo>
                <a:lnTo>
                  <a:pt x="1343178" y="342801"/>
                </a:lnTo>
                <a:lnTo>
                  <a:pt x="1341332" y="340654"/>
                </a:lnTo>
                <a:lnTo>
                  <a:pt x="1341804" y="339434"/>
                </a:lnTo>
                <a:lnTo>
                  <a:pt x="1344037" y="338472"/>
                </a:lnTo>
                <a:lnTo>
                  <a:pt x="1348442" y="338514"/>
                </a:lnTo>
                <a:lnTo>
                  <a:pt x="1350675" y="339508"/>
                </a:lnTo>
                <a:close/>
                <a:moveTo>
                  <a:pt x="1370636" y="341726"/>
                </a:moveTo>
                <a:lnTo>
                  <a:pt x="1371800" y="346722"/>
                </a:lnTo>
                <a:lnTo>
                  <a:pt x="1371936" y="354380"/>
                </a:lnTo>
                <a:lnTo>
                  <a:pt x="1370238" y="359136"/>
                </a:lnTo>
                <a:lnTo>
                  <a:pt x="1367970" y="359729"/>
                </a:lnTo>
                <a:lnTo>
                  <a:pt x="1364763" y="358286"/>
                </a:lnTo>
                <a:lnTo>
                  <a:pt x="1358325" y="353682"/>
                </a:lnTo>
                <a:lnTo>
                  <a:pt x="1357059" y="350861"/>
                </a:lnTo>
                <a:lnTo>
                  <a:pt x="1358952" y="347150"/>
                </a:lnTo>
                <a:lnTo>
                  <a:pt x="1363613" y="343056"/>
                </a:lnTo>
                <a:lnTo>
                  <a:pt x="1368122" y="340672"/>
                </a:lnTo>
                <a:lnTo>
                  <a:pt x="1369268" y="340700"/>
                </a:lnTo>
                <a:lnTo>
                  <a:pt x="1370636" y="341726"/>
                </a:lnTo>
                <a:close/>
                <a:moveTo>
                  <a:pt x="1330492" y="343500"/>
                </a:moveTo>
                <a:lnTo>
                  <a:pt x="1334735" y="348227"/>
                </a:lnTo>
                <a:lnTo>
                  <a:pt x="1335808" y="350380"/>
                </a:lnTo>
                <a:lnTo>
                  <a:pt x="1335689" y="351811"/>
                </a:lnTo>
                <a:lnTo>
                  <a:pt x="1332999" y="354385"/>
                </a:lnTo>
                <a:lnTo>
                  <a:pt x="1327113" y="357707"/>
                </a:lnTo>
                <a:lnTo>
                  <a:pt x="1325002" y="358183"/>
                </a:lnTo>
                <a:lnTo>
                  <a:pt x="1322885" y="357563"/>
                </a:lnTo>
                <a:lnTo>
                  <a:pt x="1321471" y="356128"/>
                </a:lnTo>
                <a:lnTo>
                  <a:pt x="1320727" y="353320"/>
                </a:lnTo>
                <a:lnTo>
                  <a:pt x="1320896" y="344333"/>
                </a:lnTo>
                <a:lnTo>
                  <a:pt x="1323083" y="342268"/>
                </a:lnTo>
                <a:lnTo>
                  <a:pt x="1325393" y="341541"/>
                </a:lnTo>
                <a:lnTo>
                  <a:pt x="1327879" y="341948"/>
                </a:lnTo>
                <a:lnTo>
                  <a:pt x="1330492" y="343500"/>
                </a:lnTo>
                <a:close/>
                <a:moveTo>
                  <a:pt x="1389340" y="348158"/>
                </a:moveTo>
                <a:lnTo>
                  <a:pt x="1412201" y="362282"/>
                </a:lnTo>
                <a:lnTo>
                  <a:pt x="1414414" y="365223"/>
                </a:lnTo>
                <a:lnTo>
                  <a:pt x="1414180" y="367305"/>
                </a:lnTo>
                <a:lnTo>
                  <a:pt x="1409658" y="368546"/>
                </a:lnTo>
                <a:lnTo>
                  <a:pt x="1400466" y="368467"/>
                </a:lnTo>
                <a:lnTo>
                  <a:pt x="1384554" y="366523"/>
                </a:lnTo>
                <a:lnTo>
                  <a:pt x="1380173" y="365013"/>
                </a:lnTo>
                <a:lnTo>
                  <a:pt x="1378546" y="363683"/>
                </a:lnTo>
                <a:lnTo>
                  <a:pt x="1379504" y="346137"/>
                </a:lnTo>
                <a:lnTo>
                  <a:pt x="1380669" y="345252"/>
                </a:lnTo>
                <a:lnTo>
                  <a:pt x="1383111" y="345348"/>
                </a:lnTo>
                <a:lnTo>
                  <a:pt x="1389340" y="348158"/>
                </a:lnTo>
                <a:close/>
                <a:moveTo>
                  <a:pt x="1311049" y="347640"/>
                </a:moveTo>
                <a:lnTo>
                  <a:pt x="1312685" y="350902"/>
                </a:lnTo>
                <a:lnTo>
                  <a:pt x="1312908" y="355103"/>
                </a:lnTo>
                <a:lnTo>
                  <a:pt x="1311986" y="360839"/>
                </a:lnTo>
                <a:lnTo>
                  <a:pt x="1310301" y="362361"/>
                </a:lnTo>
                <a:lnTo>
                  <a:pt x="1304193" y="363369"/>
                </a:lnTo>
                <a:lnTo>
                  <a:pt x="1292015" y="363813"/>
                </a:lnTo>
                <a:lnTo>
                  <a:pt x="1283399" y="363705"/>
                </a:lnTo>
                <a:lnTo>
                  <a:pt x="1281325" y="362953"/>
                </a:lnTo>
                <a:lnTo>
                  <a:pt x="1282323" y="360283"/>
                </a:lnTo>
                <a:lnTo>
                  <a:pt x="1286950" y="355992"/>
                </a:lnTo>
                <a:lnTo>
                  <a:pt x="1295329" y="352865"/>
                </a:lnTo>
                <a:lnTo>
                  <a:pt x="1308898" y="346596"/>
                </a:lnTo>
                <a:lnTo>
                  <a:pt x="1311049" y="347640"/>
                </a:lnTo>
                <a:close/>
                <a:moveTo>
                  <a:pt x="1349936" y="359173"/>
                </a:moveTo>
                <a:lnTo>
                  <a:pt x="1353052" y="362176"/>
                </a:lnTo>
                <a:lnTo>
                  <a:pt x="1353309" y="363784"/>
                </a:lnTo>
                <a:lnTo>
                  <a:pt x="1352155" y="364958"/>
                </a:lnTo>
                <a:lnTo>
                  <a:pt x="1346270" y="365602"/>
                </a:lnTo>
                <a:lnTo>
                  <a:pt x="1343770" y="365014"/>
                </a:lnTo>
                <a:lnTo>
                  <a:pt x="1342238" y="363895"/>
                </a:lnTo>
                <a:lnTo>
                  <a:pt x="1341869" y="361354"/>
                </a:lnTo>
                <a:lnTo>
                  <a:pt x="1343950" y="358179"/>
                </a:lnTo>
                <a:lnTo>
                  <a:pt x="1346553" y="357682"/>
                </a:lnTo>
                <a:lnTo>
                  <a:pt x="1349936" y="359173"/>
                </a:lnTo>
                <a:close/>
                <a:moveTo>
                  <a:pt x="1347718" y="378912"/>
                </a:moveTo>
                <a:lnTo>
                  <a:pt x="1346008" y="380138"/>
                </a:lnTo>
                <a:lnTo>
                  <a:pt x="1344771" y="379188"/>
                </a:lnTo>
                <a:lnTo>
                  <a:pt x="1345845" y="378270"/>
                </a:lnTo>
                <a:lnTo>
                  <a:pt x="1347718" y="378912"/>
                </a:lnTo>
                <a:close/>
                <a:moveTo>
                  <a:pt x="1370636" y="379725"/>
                </a:moveTo>
                <a:lnTo>
                  <a:pt x="1371934" y="382242"/>
                </a:lnTo>
                <a:lnTo>
                  <a:pt x="1372019" y="384785"/>
                </a:lnTo>
                <a:lnTo>
                  <a:pt x="1370807" y="388905"/>
                </a:lnTo>
                <a:lnTo>
                  <a:pt x="1369398" y="390560"/>
                </a:lnTo>
                <a:lnTo>
                  <a:pt x="1366298" y="391557"/>
                </a:lnTo>
                <a:lnTo>
                  <a:pt x="1363624" y="391221"/>
                </a:lnTo>
                <a:lnTo>
                  <a:pt x="1359241" y="389434"/>
                </a:lnTo>
                <a:lnTo>
                  <a:pt x="1357634" y="388120"/>
                </a:lnTo>
                <a:lnTo>
                  <a:pt x="1357273" y="386665"/>
                </a:lnTo>
                <a:lnTo>
                  <a:pt x="1358172" y="384953"/>
                </a:lnTo>
                <a:lnTo>
                  <a:pt x="1364572" y="379794"/>
                </a:lnTo>
                <a:lnTo>
                  <a:pt x="1368108" y="378390"/>
                </a:lnTo>
                <a:lnTo>
                  <a:pt x="1370636" y="379725"/>
                </a:lnTo>
                <a:close/>
                <a:moveTo>
                  <a:pt x="1331675" y="382017"/>
                </a:moveTo>
                <a:lnTo>
                  <a:pt x="1334373" y="384337"/>
                </a:lnTo>
                <a:lnTo>
                  <a:pt x="1335553" y="386402"/>
                </a:lnTo>
                <a:lnTo>
                  <a:pt x="1335220" y="388186"/>
                </a:lnTo>
                <a:lnTo>
                  <a:pt x="1333383" y="389665"/>
                </a:lnTo>
                <a:lnTo>
                  <a:pt x="1330049" y="390814"/>
                </a:lnTo>
                <a:lnTo>
                  <a:pt x="1325788" y="391099"/>
                </a:lnTo>
                <a:lnTo>
                  <a:pt x="1322549" y="389739"/>
                </a:lnTo>
                <a:lnTo>
                  <a:pt x="1321028" y="387954"/>
                </a:lnTo>
                <a:lnTo>
                  <a:pt x="1319831" y="383682"/>
                </a:lnTo>
                <a:lnTo>
                  <a:pt x="1320019" y="382163"/>
                </a:lnTo>
                <a:lnTo>
                  <a:pt x="1321503" y="380053"/>
                </a:lnTo>
                <a:lnTo>
                  <a:pt x="1325843" y="379386"/>
                </a:lnTo>
                <a:lnTo>
                  <a:pt x="1331675" y="382017"/>
                </a:lnTo>
                <a:close/>
                <a:moveTo>
                  <a:pt x="1357033" y="401534"/>
                </a:moveTo>
                <a:lnTo>
                  <a:pt x="1358535" y="402211"/>
                </a:lnTo>
                <a:lnTo>
                  <a:pt x="1359239" y="403309"/>
                </a:lnTo>
                <a:lnTo>
                  <a:pt x="1358322" y="405979"/>
                </a:lnTo>
                <a:lnTo>
                  <a:pt x="1350331" y="410853"/>
                </a:lnTo>
                <a:lnTo>
                  <a:pt x="1346534" y="412228"/>
                </a:lnTo>
                <a:lnTo>
                  <a:pt x="1338597" y="409241"/>
                </a:lnTo>
                <a:lnTo>
                  <a:pt x="1333838" y="406387"/>
                </a:lnTo>
                <a:lnTo>
                  <a:pt x="1332292" y="404538"/>
                </a:lnTo>
                <a:lnTo>
                  <a:pt x="1333139" y="402294"/>
                </a:lnTo>
                <a:lnTo>
                  <a:pt x="1336212" y="401035"/>
                </a:lnTo>
                <a:lnTo>
                  <a:pt x="1357033" y="401534"/>
                </a:lnTo>
                <a:close/>
                <a:moveTo>
                  <a:pt x="1311123" y="403086"/>
                </a:moveTo>
                <a:lnTo>
                  <a:pt x="1312516" y="404367"/>
                </a:lnTo>
                <a:lnTo>
                  <a:pt x="1313027" y="405997"/>
                </a:lnTo>
                <a:lnTo>
                  <a:pt x="1313171" y="411839"/>
                </a:lnTo>
                <a:lnTo>
                  <a:pt x="1311945" y="420661"/>
                </a:lnTo>
                <a:lnTo>
                  <a:pt x="1309910" y="423695"/>
                </a:lnTo>
                <a:lnTo>
                  <a:pt x="1307987" y="423736"/>
                </a:lnTo>
                <a:lnTo>
                  <a:pt x="1295461" y="417324"/>
                </a:lnTo>
                <a:lnTo>
                  <a:pt x="1291123" y="414373"/>
                </a:lnTo>
                <a:lnTo>
                  <a:pt x="1289065" y="411676"/>
                </a:lnTo>
                <a:lnTo>
                  <a:pt x="1289382" y="410152"/>
                </a:lnTo>
                <a:lnTo>
                  <a:pt x="1291463" y="408819"/>
                </a:lnTo>
                <a:lnTo>
                  <a:pt x="1299942" y="406145"/>
                </a:lnTo>
                <a:lnTo>
                  <a:pt x="1307296" y="402932"/>
                </a:lnTo>
                <a:lnTo>
                  <a:pt x="1311123" y="403086"/>
                </a:lnTo>
                <a:close/>
                <a:moveTo>
                  <a:pt x="1390227" y="406191"/>
                </a:moveTo>
                <a:lnTo>
                  <a:pt x="1402200" y="410744"/>
                </a:lnTo>
                <a:lnTo>
                  <a:pt x="1402942" y="412656"/>
                </a:lnTo>
                <a:lnTo>
                  <a:pt x="1401908" y="415359"/>
                </a:lnTo>
                <a:lnTo>
                  <a:pt x="1399331" y="417924"/>
                </a:lnTo>
                <a:lnTo>
                  <a:pt x="1387362" y="423958"/>
                </a:lnTo>
                <a:lnTo>
                  <a:pt x="1382898" y="424869"/>
                </a:lnTo>
                <a:lnTo>
                  <a:pt x="1380240" y="424356"/>
                </a:lnTo>
                <a:lnTo>
                  <a:pt x="1379264" y="423093"/>
                </a:lnTo>
                <a:lnTo>
                  <a:pt x="1378699" y="417159"/>
                </a:lnTo>
                <a:lnTo>
                  <a:pt x="1378981" y="409676"/>
                </a:lnTo>
                <a:lnTo>
                  <a:pt x="1380025" y="405230"/>
                </a:lnTo>
                <a:lnTo>
                  <a:pt x="1383740" y="404325"/>
                </a:lnTo>
                <a:lnTo>
                  <a:pt x="1390227" y="406191"/>
                </a:lnTo>
                <a:close/>
                <a:moveTo>
                  <a:pt x="1370118" y="412106"/>
                </a:moveTo>
                <a:lnTo>
                  <a:pt x="1371681" y="416426"/>
                </a:lnTo>
                <a:lnTo>
                  <a:pt x="1371462" y="422887"/>
                </a:lnTo>
                <a:lnTo>
                  <a:pt x="1370329" y="424561"/>
                </a:lnTo>
                <a:lnTo>
                  <a:pt x="1368299" y="425395"/>
                </a:lnTo>
                <a:lnTo>
                  <a:pt x="1364490" y="424639"/>
                </a:lnTo>
                <a:lnTo>
                  <a:pt x="1361874" y="422915"/>
                </a:lnTo>
                <a:lnTo>
                  <a:pt x="1359546" y="420312"/>
                </a:lnTo>
                <a:lnTo>
                  <a:pt x="1358413" y="417885"/>
                </a:lnTo>
                <a:lnTo>
                  <a:pt x="1358659" y="416495"/>
                </a:lnTo>
                <a:lnTo>
                  <a:pt x="1360639" y="414495"/>
                </a:lnTo>
                <a:lnTo>
                  <a:pt x="1366568" y="411397"/>
                </a:lnTo>
                <a:lnTo>
                  <a:pt x="1368444" y="410964"/>
                </a:lnTo>
                <a:lnTo>
                  <a:pt x="1370118" y="412106"/>
                </a:lnTo>
                <a:close/>
                <a:moveTo>
                  <a:pt x="1330714" y="415137"/>
                </a:moveTo>
                <a:lnTo>
                  <a:pt x="1332309" y="416800"/>
                </a:lnTo>
                <a:lnTo>
                  <a:pt x="1332694" y="418698"/>
                </a:lnTo>
                <a:lnTo>
                  <a:pt x="1331858" y="420987"/>
                </a:lnTo>
                <a:lnTo>
                  <a:pt x="1329840" y="423543"/>
                </a:lnTo>
                <a:lnTo>
                  <a:pt x="1328208" y="424654"/>
                </a:lnTo>
                <a:lnTo>
                  <a:pt x="1324820" y="425322"/>
                </a:lnTo>
                <a:lnTo>
                  <a:pt x="1321879" y="424158"/>
                </a:lnTo>
                <a:lnTo>
                  <a:pt x="1320807" y="422981"/>
                </a:lnTo>
                <a:lnTo>
                  <a:pt x="1319920" y="419617"/>
                </a:lnTo>
                <a:lnTo>
                  <a:pt x="1320784" y="416275"/>
                </a:lnTo>
                <a:lnTo>
                  <a:pt x="1322276" y="414449"/>
                </a:lnTo>
                <a:lnTo>
                  <a:pt x="1324310" y="413492"/>
                </a:lnTo>
                <a:lnTo>
                  <a:pt x="1326725" y="413440"/>
                </a:lnTo>
                <a:lnTo>
                  <a:pt x="1330714" y="415137"/>
                </a:lnTo>
                <a:close/>
                <a:moveTo>
                  <a:pt x="1269649" y="419351"/>
                </a:moveTo>
                <a:lnTo>
                  <a:pt x="1270581" y="420907"/>
                </a:lnTo>
                <a:lnTo>
                  <a:pt x="1270714" y="422779"/>
                </a:lnTo>
                <a:lnTo>
                  <a:pt x="1269649" y="425413"/>
                </a:lnTo>
                <a:lnTo>
                  <a:pt x="1268302" y="426592"/>
                </a:lnTo>
                <a:lnTo>
                  <a:pt x="1258237" y="426794"/>
                </a:lnTo>
                <a:lnTo>
                  <a:pt x="1255229" y="426033"/>
                </a:lnTo>
                <a:lnTo>
                  <a:pt x="1253914" y="424722"/>
                </a:lnTo>
                <a:lnTo>
                  <a:pt x="1254737" y="422106"/>
                </a:lnTo>
                <a:lnTo>
                  <a:pt x="1257973" y="420425"/>
                </a:lnTo>
                <a:lnTo>
                  <a:pt x="1265939" y="418366"/>
                </a:lnTo>
                <a:lnTo>
                  <a:pt x="1268187" y="418439"/>
                </a:lnTo>
                <a:lnTo>
                  <a:pt x="1269649" y="419351"/>
                </a:lnTo>
                <a:close/>
                <a:moveTo>
                  <a:pt x="1437911" y="422751"/>
                </a:moveTo>
                <a:lnTo>
                  <a:pt x="1448157" y="426995"/>
                </a:lnTo>
                <a:lnTo>
                  <a:pt x="1449982" y="428956"/>
                </a:lnTo>
                <a:lnTo>
                  <a:pt x="1448852" y="430070"/>
                </a:lnTo>
                <a:lnTo>
                  <a:pt x="1445866" y="430764"/>
                </a:lnTo>
                <a:lnTo>
                  <a:pt x="1434869" y="431396"/>
                </a:lnTo>
                <a:lnTo>
                  <a:pt x="1426895" y="430736"/>
                </a:lnTo>
                <a:lnTo>
                  <a:pt x="1424086" y="427224"/>
                </a:lnTo>
                <a:lnTo>
                  <a:pt x="1422386" y="422825"/>
                </a:lnTo>
                <a:lnTo>
                  <a:pt x="1423156" y="420901"/>
                </a:lnTo>
                <a:lnTo>
                  <a:pt x="1426932" y="419794"/>
                </a:lnTo>
                <a:lnTo>
                  <a:pt x="1433024" y="420843"/>
                </a:lnTo>
                <a:lnTo>
                  <a:pt x="1437911" y="422751"/>
                </a:lnTo>
                <a:close/>
                <a:moveTo>
                  <a:pt x="1286949" y="421273"/>
                </a:moveTo>
                <a:lnTo>
                  <a:pt x="1287778" y="424349"/>
                </a:lnTo>
                <a:lnTo>
                  <a:pt x="1285953" y="426617"/>
                </a:lnTo>
                <a:lnTo>
                  <a:pt x="1283367" y="426101"/>
                </a:lnTo>
                <a:lnTo>
                  <a:pt x="1280509" y="423544"/>
                </a:lnTo>
                <a:lnTo>
                  <a:pt x="1280949" y="422011"/>
                </a:lnTo>
                <a:lnTo>
                  <a:pt x="1283030" y="420746"/>
                </a:lnTo>
                <a:lnTo>
                  <a:pt x="1285591" y="420579"/>
                </a:lnTo>
                <a:lnTo>
                  <a:pt x="1286949" y="421273"/>
                </a:lnTo>
                <a:close/>
                <a:moveTo>
                  <a:pt x="1411296" y="421864"/>
                </a:moveTo>
                <a:lnTo>
                  <a:pt x="1412758" y="423406"/>
                </a:lnTo>
                <a:lnTo>
                  <a:pt x="1413776" y="426538"/>
                </a:lnTo>
                <a:lnTo>
                  <a:pt x="1413514" y="428592"/>
                </a:lnTo>
                <a:lnTo>
                  <a:pt x="1412197" y="430055"/>
                </a:lnTo>
                <a:lnTo>
                  <a:pt x="1410270" y="431036"/>
                </a:lnTo>
                <a:lnTo>
                  <a:pt x="1406762" y="431477"/>
                </a:lnTo>
                <a:lnTo>
                  <a:pt x="1404364" y="431003"/>
                </a:lnTo>
                <a:lnTo>
                  <a:pt x="1401528" y="429300"/>
                </a:lnTo>
                <a:lnTo>
                  <a:pt x="1402186" y="427184"/>
                </a:lnTo>
                <a:lnTo>
                  <a:pt x="1408132" y="422093"/>
                </a:lnTo>
                <a:lnTo>
                  <a:pt x="1409653" y="421268"/>
                </a:lnTo>
                <a:lnTo>
                  <a:pt x="1411296" y="421864"/>
                </a:lnTo>
                <a:close/>
                <a:moveTo>
                  <a:pt x="1348088" y="426522"/>
                </a:moveTo>
                <a:lnTo>
                  <a:pt x="1348965" y="428123"/>
                </a:lnTo>
                <a:lnTo>
                  <a:pt x="1347231" y="429115"/>
                </a:lnTo>
                <a:lnTo>
                  <a:pt x="1343208" y="429006"/>
                </a:lnTo>
                <a:lnTo>
                  <a:pt x="1341994" y="427946"/>
                </a:lnTo>
                <a:lnTo>
                  <a:pt x="1342936" y="426290"/>
                </a:lnTo>
                <a:lnTo>
                  <a:pt x="1344473" y="425649"/>
                </a:lnTo>
                <a:lnTo>
                  <a:pt x="1348088" y="426522"/>
                </a:lnTo>
                <a:close/>
                <a:moveTo>
                  <a:pt x="1353189" y="439755"/>
                </a:moveTo>
                <a:lnTo>
                  <a:pt x="1353476" y="440637"/>
                </a:lnTo>
                <a:lnTo>
                  <a:pt x="1352668" y="442287"/>
                </a:lnTo>
                <a:lnTo>
                  <a:pt x="1347586" y="444317"/>
                </a:lnTo>
                <a:lnTo>
                  <a:pt x="1343060" y="443821"/>
                </a:lnTo>
                <a:lnTo>
                  <a:pt x="1340013" y="441989"/>
                </a:lnTo>
                <a:lnTo>
                  <a:pt x="1339329" y="440644"/>
                </a:lnTo>
                <a:lnTo>
                  <a:pt x="1340779" y="438843"/>
                </a:lnTo>
                <a:lnTo>
                  <a:pt x="1345055" y="438169"/>
                </a:lnTo>
                <a:lnTo>
                  <a:pt x="1350146" y="438509"/>
                </a:lnTo>
                <a:lnTo>
                  <a:pt x="1353189" y="439755"/>
                </a:lnTo>
                <a:close/>
                <a:moveTo>
                  <a:pt x="1370340" y="442638"/>
                </a:moveTo>
                <a:lnTo>
                  <a:pt x="1371677" y="447141"/>
                </a:lnTo>
                <a:lnTo>
                  <a:pt x="1371658" y="456021"/>
                </a:lnTo>
                <a:lnTo>
                  <a:pt x="1370340" y="460011"/>
                </a:lnTo>
                <a:lnTo>
                  <a:pt x="1368141" y="460952"/>
                </a:lnTo>
                <a:lnTo>
                  <a:pt x="1357080" y="453809"/>
                </a:lnTo>
                <a:lnTo>
                  <a:pt x="1356366" y="452965"/>
                </a:lnTo>
                <a:lnTo>
                  <a:pt x="1356137" y="450846"/>
                </a:lnTo>
                <a:lnTo>
                  <a:pt x="1358541" y="447061"/>
                </a:lnTo>
                <a:lnTo>
                  <a:pt x="1363834" y="443304"/>
                </a:lnTo>
                <a:lnTo>
                  <a:pt x="1368362" y="441280"/>
                </a:lnTo>
                <a:lnTo>
                  <a:pt x="1370340" y="442638"/>
                </a:lnTo>
                <a:close/>
                <a:moveTo>
                  <a:pt x="1330492" y="444117"/>
                </a:moveTo>
                <a:lnTo>
                  <a:pt x="1334820" y="448636"/>
                </a:lnTo>
                <a:lnTo>
                  <a:pt x="1335816" y="451135"/>
                </a:lnTo>
                <a:lnTo>
                  <a:pt x="1335452" y="452998"/>
                </a:lnTo>
                <a:lnTo>
                  <a:pt x="1332331" y="455504"/>
                </a:lnTo>
                <a:lnTo>
                  <a:pt x="1325561" y="459289"/>
                </a:lnTo>
                <a:lnTo>
                  <a:pt x="1322411" y="460239"/>
                </a:lnTo>
                <a:lnTo>
                  <a:pt x="1320298" y="459839"/>
                </a:lnTo>
                <a:lnTo>
                  <a:pt x="1319205" y="457569"/>
                </a:lnTo>
                <a:lnTo>
                  <a:pt x="1318921" y="449945"/>
                </a:lnTo>
                <a:lnTo>
                  <a:pt x="1319453" y="444639"/>
                </a:lnTo>
                <a:lnTo>
                  <a:pt x="1320660" y="441677"/>
                </a:lnTo>
                <a:lnTo>
                  <a:pt x="1326225" y="442457"/>
                </a:lnTo>
                <a:lnTo>
                  <a:pt x="1330492" y="444117"/>
                </a:lnTo>
                <a:close/>
                <a:moveTo>
                  <a:pt x="1353558" y="459716"/>
                </a:moveTo>
                <a:lnTo>
                  <a:pt x="1357792" y="464168"/>
                </a:lnTo>
                <a:lnTo>
                  <a:pt x="1357772" y="464780"/>
                </a:lnTo>
                <a:lnTo>
                  <a:pt x="1356365" y="465576"/>
                </a:lnTo>
                <a:lnTo>
                  <a:pt x="1344053" y="466054"/>
                </a:lnTo>
                <a:lnTo>
                  <a:pt x="1339854" y="465474"/>
                </a:lnTo>
                <a:lnTo>
                  <a:pt x="1337895" y="464216"/>
                </a:lnTo>
                <a:lnTo>
                  <a:pt x="1337697" y="463296"/>
                </a:lnTo>
                <a:lnTo>
                  <a:pt x="1338750" y="460802"/>
                </a:lnTo>
                <a:lnTo>
                  <a:pt x="1342617" y="455871"/>
                </a:lnTo>
                <a:lnTo>
                  <a:pt x="1348629" y="456267"/>
                </a:lnTo>
                <a:lnTo>
                  <a:pt x="1353558" y="459716"/>
                </a:lnTo>
                <a:close/>
                <a:moveTo>
                  <a:pt x="1352745" y="474501"/>
                </a:moveTo>
                <a:lnTo>
                  <a:pt x="1353746" y="476169"/>
                </a:lnTo>
                <a:lnTo>
                  <a:pt x="1352686" y="477780"/>
                </a:lnTo>
                <a:lnTo>
                  <a:pt x="1344761" y="480564"/>
                </a:lnTo>
                <a:lnTo>
                  <a:pt x="1339761" y="477994"/>
                </a:lnTo>
                <a:lnTo>
                  <a:pt x="1338150" y="476159"/>
                </a:lnTo>
                <a:lnTo>
                  <a:pt x="1338994" y="474649"/>
                </a:lnTo>
                <a:lnTo>
                  <a:pt x="1342766" y="473560"/>
                </a:lnTo>
                <a:lnTo>
                  <a:pt x="1349346" y="473495"/>
                </a:lnTo>
                <a:lnTo>
                  <a:pt x="1352745" y="474501"/>
                </a:lnTo>
                <a:close/>
                <a:moveTo>
                  <a:pt x="1328792" y="479381"/>
                </a:moveTo>
                <a:lnTo>
                  <a:pt x="1331193" y="480829"/>
                </a:lnTo>
                <a:lnTo>
                  <a:pt x="1334032" y="483715"/>
                </a:lnTo>
                <a:lnTo>
                  <a:pt x="1335414" y="486700"/>
                </a:lnTo>
                <a:lnTo>
                  <a:pt x="1335224" y="488326"/>
                </a:lnTo>
                <a:lnTo>
                  <a:pt x="1333340" y="489983"/>
                </a:lnTo>
                <a:lnTo>
                  <a:pt x="1328487" y="491256"/>
                </a:lnTo>
                <a:lnTo>
                  <a:pt x="1323216" y="490872"/>
                </a:lnTo>
                <a:lnTo>
                  <a:pt x="1320586" y="489583"/>
                </a:lnTo>
                <a:lnTo>
                  <a:pt x="1319117" y="487895"/>
                </a:lnTo>
                <a:lnTo>
                  <a:pt x="1318627" y="485554"/>
                </a:lnTo>
                <a:lnTo>
                  <a:pt x="1318956" y="480284"/>
                </a:lnTo>
                <a:lnTo>
                  <a:pt x="1319988" y="478242"/>
                </a:lnTo>
                <a:lnTo>
                  <a:pt x="1323161" y="477522"/>
                </a:lnTo>
                <a:lnTo>
                  <a:pt x="1328792" y="479381"/>
                </a:lnTo>
                <a:close/>
                <a:moveTo>
                  <a:pt x="1371375" y="480711"/>
                </a:moveTo>
                <a:lnTo>
                  <a:pt x="1372063" y="485230"/>
                </a:lnTo>
                <a:lnTo>
                  <a:pt x="1371701" y="490316"/>
                </a:lnTo>
                <a:lnTo>
                  <a:pt x="1370774" y="492712"/>
                </a:lnTo>
                <a:lnTo>
                  <a:pt x="1369212" y="493944"/>
                </a:lnTo>
                <a:lnTo>
                  <a:pt x="1366147" y="493755"/>
                </a:lnTo>
                <a:lnTo>
                  <a:pt x="1358922" y="489888"/>
                </a:lnTo>
                <a:lnTo>
                  <a:pt x="1357199" y="488114"/>
                </a:lnTo>
                <a:lnTo>
                  <a:pt x="1357100" y="486697"/>
                </a:lnTo>
                <a:lnTo>
                  <a:pt x="1358438" y="483964"/>
                </a:lnTo>
                <a:lnTo>
                  <a:pt x="1364010" y="479270"/>
                </a:lnTo>
                <a:lnTo>
                  <a:pt x="1368548" y="477920"/>
                </a:lnTo>
                <a:lnTo>
                  <a:pt x="1370008" y="478683"/>
                </a:lnTo>
                <a:lnTo>
                  <a:pt x="1371375" y="480711"/>
                </a:lnTo>
                <a:close/>
                <a:moveTo>
                  <a:pt x="1310754" y="480268"/>
                </a:moveTo>
                <a:lnTo>
                  <a:pt x="1312070" y="482774"/>
                </a:lnTo>
                <a:lnTo>
                  <a:pt x="1312185" y="485868"/>
                </a:lnTo>
                <a:lnTo>
                  <a:pt x="1311135" y="488697"/>
                </a:lnTo>
                <a:lnTo>
                  <a:pt x="1308831" y="491135"/>
                </a:lnTo>
                <a:lnTo>
                  <a:pt x="1286671" y="491958"/>
                </a:lnTo>
                <a:lnTo>
                  <a:pt x="1284328" y="491609"/>
                </a:lnTo>
                <a:lnTo>
                  <a:pt x="1282439" y="489953"/>
                </a:lnTo>
                <a:lnTo>
                  <a:pt x="1283912" y="487794"/>
                </a:lnTo>
                <a:lnTo>
                  <a:pt x="1285720" y="486487"/>
                </a:lnTo>
                <a:lnTo>
                  <a:pt x="1296083" y="483247"/>
                </a:lnTo>
                <a:lnTo>
                  <a:pt x="1304364" y="479638"/>
                </a:lnTo>
                <a:lnTo>
                  <a:pt x="1307753" y="478935"/>
                </a:lnTo>
                <a:lnTo>
                  <a:pt x="1310754" y="480268"/>
                </a:lnTo>
                <a:close/>
                <a:moveTo>
                  <a:pt x="1390596" y="481081"/>
                </a:moveTo>
                <a:lnTo>
                  <a:pt x="1411984" y="492252"/>
                </a:lnTo>
                <a:lnTo>
                  <a:pt x="1413718" y="493695"/>
                </a:lnTo>
                <a:lnTo>
                  <a:pt x="1413860" y="495657"/>
                </a:lnTo>
                <a:lnTo>
                  <a:pt x="1411404" y="496886"/>
                </a:lnTo>
                <a:lnTo>
                  <a:pt x="1399172" y="496828"/>
                </a:lnTo>
                <a:lnTo>
                  <a:pt x="1386206" y="495910"/>
                </a:lnTo>
                <a:lnTo>
                  <a:pt x="1381856" y="494470"/>
                </a:lnTo>
                <a:lnTo>
                  <a:pt x="1380397" y="492860"/>
                </a:lnTo>
                <a:lnTo>
                  <a:pt x="1379168" y="489350"/>
                </a:lnTo>
                <a:lnTo>
                  <a:pt x="1378828" y="483753"/>
                </a:lnTo>
                <a:lnTo>
                  <a:pt x="1379531" y="480567"/>
                </a:lnTo>
                <a:lnTo>
                  <a:pt x="1380636" y="479430"/>
                </a:lnTo>
                <a:lnTo>
                  <a:pt x="1383517" y="478723"/>
                </a:lnTo>
                <a:lnTo>
                  <a:pt x="1387077" y="479309"/>
                </a:lnTo>
                <a:lnTo>
                  <a:pt x="1390596" y="481081"/>
                </a:lnTo>
                <a:close/>
                <a:moveTo>
                  <a:pt x="1350010" y="505404"/>
                </a:moveTo>
                <a:lnTo>
                  <a:pt x="1351331" y="507335"/>
                </a:lnTo>
                <a:lnTo>
                  <a:pt x="1349492" y="509765"/>
                </a:lnTo>
                <a:lnTo>
                  <a:pt x="1346426" y="511194"/>
                </a:lnTo>
                <a:lnTo>
                  <a:pt x="1344687" y="510994"/>
                </a:lnTo>
                <a:lnTo>
                  <a:pt x="1343373" y="509952"/>
                </a:lnTo>
                <a:lnTo>
                  <a:pt x="1342543" y="506956"/>
                </a:lnTo>
                <a:lnTo>
                  <a:pt x="1343611" y="505428"/>
                </a:lnTo>
                <a:lnTo>
                  <a:pt x="1347125" y="504696"/>
                </a:lnTo>
                <a:lnTo>
                  <a:pt x="1350010" y="505404"/>
                </a:lnTo>
                <a:close/>
                <a:moveTo>
                  <a:pt x="1325539" y="509100"/>
                </a:moveTo>
                <a:lnTo>
                  <a:pt x="1333753" y="514486"/>
                </a:lnTo>
                <a:lnTo>
                  <a:pt x="1334978" y="517744"/>
                </a:lnTo>
                <a:lnTo>
                  <a:pt x="1333518" y="519657"/>
                </a:lnTo>
                <a:lnTo>
                  <a:pt x="1324224" y="525114"/>
                </a:lnTo>
                <a:lnTo>
                  <a:pt x="1320119" y="525790"/>
                </a:lnTo>
                <a:lnTo>
                  <a:pt x="1318498" y="524235"/>
                </a:lnTo>
                <a:lnTo>
                  <a:pt x="1317729" y="521027"/>
                </a:lnTo>
                <a:lnTo>
                  <a:pt x="1318666" y="510359"/>
                </a:lnTo>
                <a:lnTo>
                  <a:pt x="1320582" y="507931"/>
                </a:lnTo>
                <a:lnTo>
                  <a:pt x="1322660" y="507943"/>
                </a:lnTo>
                <a:lnTo>
                  <a:pt x="1325539" y="509100"/>
                </a:lnTo>
                <a:close/>
                <a:moveTo>
                  <a:pt x="1373223" y="510135"/>
                </a:moveTo>
                <a:lnTo>
                  <a:pt x="1375343" y="513374"/>
                </a:lnTo>
                <a:lnTo>
                  <a:pt x="1376381" y="517184"/>
                </a:lnTo>
                <a:lnTo>
                  <a:pt x="1375909" y="522347"/>
                </a:lnTo>
                <a:lnTo>
                  <a:pt x="1374241" y="524341"/>
                </a:lnTo>
                <a:lnTo>
                  <a:pt x="1372180" y="524501"/>
                </a:lnTo>
                <a:lnTo>
                  <a:pt x="1367993" y="522967"/>
                </a:lnTo>
                <a:lnTo>
                  <a:pt x="1361608" y="519733"/>
                </a:lnTo>
                <a:lnTo>
                  <a:pt x="1359203" y="517817"/>
                </a:lnTo>
                <a:lnTo>
                  <a:pt x="1359018" y="515867"/>
                </a:lnTo>
                <a:lnTo>
                  <a:pt x="1360335" y="513509"/>
                </a:lnTo>
                <a:lnTo>
                  <a:pt x="1365416" y="509387"/>
                </a:lnTo>
                <a:lnTo>
                  <a:pt x="1369675" y="508356"/>
                </a:lnTo>
                <a:lnTo>
                  <a:pt x="1373223" y="510135"/>
                </a:lnTo>
                <a:close/>
                <a:moveTo>
                  <a:pt x="1352449" y="525069"/>
                </a:moveTo>
                <a:lnTo>
                  <a:pt x="1364263" y="532311"/>
                </a:lnTo>
                <a:lnTo>
                  <a:pt x="1366496" y="534384"/>
                </a:lnTo>
                <a:lnTo>
                  <a:pt x="1366843" y="535694"/>
                </a:lnTo>
                <a:lnTo>
                  <a:pt x="1365858" y="538052"/>
                </a:lnTo>
                <a:lnTo>
                  <a:pt x="1363096" y="540830"/>
                </a:lnTo>
                <a:lnTo>
                  <a:pt x="1353389" y="548030"/>
                </a:lnTo>
                <a:lnTo>
                  <a:pt x="1349561" y="549990"/>
                </a:lnTo>
                <a:lnTo>
                  <a:pt x="1345463" y="550904"/>
                </a:lnTo>
                <a:lnTo>
                  <a:pt x="1341050" y="549643"/>
                </a:lnTo>
                <a:lnTo>
                  <a:pt x="1329919" y="541855"/>
                </a:lnTo>
                <a:lnTo>
                  <a:pt x="1324531" y="535862"/>
                </a:lnTo>
                <a:lnTo>
                  <a:pt x="1324523" y="534386"/>
                </a:lnTo>
                <a:lnTo>
                  <a:pt x="1326362" y="532443"/>
                </a:lnTo>
                <a:lnTo>
                  <a:pt x="1343771" y="522931"/>
                </a:lnTo>
                <a:lnTo>
                  <a:pt x="1346277" y="522580"/>
                </a:lnTo>
                <a:lnTo>
                  <a:pt x="1352449" y="525069"/>
                </a:lnTo>
                <a:close/>
                <a:moveTo>
                  <a:pt x="1321325" y="544660"/>
                </a:moveTo>
                <a:lnTo>
                  <a:pt x="1332967" y="552981"/>
                </a:lnTo>
                <a:lnTo>
                  <a:pt x="1335451" y="556594"/>
                </a:lnTo>
                <a:lnTo>
                  <a:pt x="1335668" y="558854"/>
                </a:lnTo>
                <a:lnTo>
                  <a:pt x="1317592" y="572087"/>
                </a:lnTo>
                <a:lnTo>
                  <a:pt x="1310384" y="574896"/>
                </a:lnTo>
                <a:lnTo>
                  <a:pt x="1308287" y="572164"/>
                </a:lnTo>
                <a:lnTo>
                  <a:pt x="1307889" y="570211"/>
                </a:lnTo>
                <a:lnTo>
                  <a:pt x="1311151" y="558974"/>
                </a:lnTo>
                <a:lnTo>
                  <a:pt x="1313359" y="546385"/>
                </a:lnTo>
                <a:lnTo>
                  <a:pt x="1315411" y="544041"/>
                </a:lnTo>
                <a:lnTo>
                  <a:pt x="1318004" y="543888"/>
                </a:lnTo>
                <a:lnTo>
                  <a:pt x="1321325" y="544660"/>
                </a:lnTo>
                <a:close/>
                <a:moveTo>
                  <a:pt x="1376772" y="545177"/>
                </a:moveTo>
                <a:lnTo>
                  <a:pt x="1379838" y="551974"/>
                </a:lnTo>
                <a:lnTo>
                  <a:pt x="1382525" y="564395"/>
                </a:lnTo>
                <a:lnTo>
                  <a:pt x="1383002" y="572729"/>
                </a:lnTo>
                <a:lnTo>
                  <a:pt x="1382575" y="574259"/>
                </a:lnTo>
                <a:lnTo>
                  <a:pt x="1380812" y="575513"/>
                </a:lnTo>
                <a:lnTo>
                  <a:pt x="1377799" y="574435"/>
                </a:lnTo>
                <a:lnTo>
                  <a:pt x="1360793" y="562602"/>
                </a:lnTo>
                <a:lnTo>
                  <a:pt x="1356589" y="558632"/>
                </a:lnTo>
                <a:lnTo>
                  <a:pt x="1360837" y="553485"/>
                </a:lnTo>
                <a:lnTo>
                  <a:pt x="1372036" y="544467"/>
                </a:lnTo>
                <a:lnTo>
                  <a:pt x="1374503" y="543935"/>
                </a:lnTo>
                <a:lnTo>
                  <a:pt x="1376772" y="545177"/>
                </a:lnTo>
                <a:close/>
                <a:moveTo>
                  <a:pt x="1353484" y="566690"/>
                </a:moveTo>
                <a:lnTo>
                  <a:pt x="1369188" y="577543"/>
                </a:lnTo>
                <a:lnTo>
                  <a:pt x="1375364" y="580555"/>
                </a:lnTo>
                <a:lnTo>
                  <a:pt x="1376228" y="581882"/>
                </a:lnTo>
                <a:lnTo>
                  <a:pt x="1376417" y="584706"/>
                </a:lnTo>
                <a:lnTo>
                  <a:pt x="1375552" y="586947"/>
                </a:lnTo>
                <a:lnTo>
                  <a:pt x="1373410" y="588868"/>
                </a:lnTo>
                <a:lnTo>
                  <a:pt x="1366550" y="592867"/>
                </a:lnTo>
                <a:lnTo>
                  <a:pt x="1353346" y="602225"/>
                </a:lnTo>
                <a:lnTo>
                  <a:pt x="1348772" y="603169"/>
                </a:lnTo>
                <a:lnTo>
                  <a:pt x="1344664" y="601497"/>
                </a:lnTo>
                <a:lnTo>
                  <a:pt x="1327503" y="589599"/>
                </a:lnTo>
                <a:lnTo>
                  <a:pt x="1323588" y="585468"/>
                </a:lnTo>
                <a:lnTo>
                  <a:pt x="1323132" y="583011"/>
                </a:lnTo>
                <a:lnTo>
                  <a:pt x="1325637" y="579446"/>
                </a:lnTo>
                <a:lnTo>
                  <a:pt x="1344225" y="565822"/>
                </a:lnTo>
                <a:lnTo>
                  <a:pt x="1347940" y="564546"/>
                </a:lnTo>
                <a:lnTo>
                  <a:pt x="1353484" y="566690"/>
                </a:lnTo>
                <a:close/>
                <a:moveTo>
                  <a:pt x="1313119" y="593231"/>
                </a:moveTo>
                <a:lnTo>
                  <a:pt x="1331546" y="606325"/>
                </a:lnTo>
                <a:lnTo>
                  <a:pt x="1335150" y="609680"/>
                </a:lnTo>
                <a:lnTo>
                  <a:pt x="1335951" y="612112"/>
                </a:lnTo>
                <a:lnTo>
                  <a:pt x="1332858" y="615335"/>
                </a:lnTo>
                <a:lnTo>
                  <a:pt x="1307336" y="632269"/>
                </a:lnTo>
                <a:lnTo>
                  <a:pt x="1302406" y="633992"/>
                </a:lnTo>
                <a:lnTo>
                  <a:pt x="1300649" y="632369"/>
                </a:lnTo>
                <a:lnTo>
                  <a:pt x="1300044" y="625509"/>
                </a:lnTo>
                <a:lnTo>
                  <a:pt x="1302090" y="607907"/>
                </a:lnTo>
                <a:lnTo>
                  <a:pt x="1304029" y="598600"/>
                </a:lnTo>
                <a:lnTo>
                  <a:pt x="1306328" y="593373"/>
                </a:lnTo>
                <a:lnTo>
                  <a:pt x="1308345" y="591587"/>
                </a:lnTo>
                <a:lnTo>
                  <a:pt x="1310420" y="591380"/>
                </a:lnTo>
                <a:lnTo>
                  <a:pt x="1313119" y="593231"/>
                </a:lnTo>
                <a:close/>
                <a:moveTo>
                  <a:pt x="1386752" y="593674"/>
                </a:moveTo>
                <a:lnTo>
                  <a:pt x="1387878" y="596572"/>
                </a:lnTo>
                <a:lnTo>
                  <a:pt x="1389956" y="616055"/>
                </a:lnTo>
                <a:lnTo>
                  <a:pt x="1392445" y="628051"/>
                </a:lnTo>
                <a:lnTo>
                  <a:pt x="1391638" y="630899"/>
                </a:lnTo>
                <a:lnTo>
                  <a:pt x="1389522" y="631849"/>
                </a:lnTo>
                <a:lnTo>
                  <a:pt x="1384731" y="630405"/>
                </a:lnTo>
                <a:lnTo>
                  <a:pt x="1362710" y="614659"/>
                </a:lnTo>
                <a:lnTo>
                  <a:pt x="1360224" y="612327"/>
                </a:lnTo>
                <a:lnTo>
                  <a:pt x="1359753" y="610965"/>
                </a:lnTo>
                <a:lnTo>
                  <a:pt x="1360453" y="608283"/>
                </a:lnTo>
                <a:lnTo>
                  <a:pt x="1362806" y="605433"/>
                </a:lnTo>
                <a:lnTo>
                  <a:pt x="1374766" y="597519"/>
                </a:lnTo>
                <a:lnTo>
                  <a:pt x="1380610" y="592488"/>
                </a:lnTo>
                <a:lnTo>
                  <a:pt x="1383425" y="592196"/>
                </a:lnTo>
                <a:lnTo>
                  <a:pt x="1386752" y="593674"/>
                </a:lnTo>
                <a:close/>
                <a:moveTo>
                  <a:pt x="1351784" y="619845"/>
                </a:moveTo>
                <a:lnTo>
                  <a:pt x="1382449" y="640675"/>
                </a:lnTo>
                <a:lnTo>
                  <a:pt x="1382788" y="641826"/>
                </a:lnTo>
                <a:lnTo>
                  <a:pt x="1381825" y="643624"/>
                </a:lnTo>
                <a:lnTo>
                  <a:pt x="1375705" y="648614"/>
                </a:lnTo>
                <a:lnTo>
                  <a:pt x="1350145" y="660636"/>
                </a:lnTo>
                <a:lnTo>
                  <a:pt x="1344221" y="661470"/>
                </a:lnTo>
                <a:lnTo>
                  <a:pt x="1339729" y="660139"/>
                </a:lnTo>
                <a:lnTo>
                  <a:pt x="1319577" y="649459"/>
                </a:lnTo>
                <a:lnTo>
                  <a:pt x="1315565" y="646855"/>
                </a:lnTo>
                <a:lnTo>
                  <a:pt x="1312016" y="643494"/>
                </a:lnTo>
                <a:lnTo>
                  <a:pt x="1311564" y="641848"/>
                </a:lnTo>
                <a:lnTo>
                  <a:pt x="1313544" y="639621"/>
                </a:lnTo>
                <a:lnTo>
                  <a:pt x="1340878" y="620382"/>
                </a:lnTo>
                <a:lnTo>
                  <a:pt x="1346331" y="618346"/>
                </a:lnTo>
                <a:lnTo>
                  <a:pt x="1351784" y="619845"/>
                </a:lnTo>
                <a:close/>
                <a:moveTo>
                  <a:pt x="1393627" y="650747"/>
                </a:moveTo>
                <a:lnTo>
                  <a:pt x="1394812" y="654477"/>
                </a:lnTo>
                <a:lnTo>
                  <a:pt x="1397010" y="671013"/>
                </a:lnTo>
                <a:lnTo>
                  <a:pt x="1399388" y="681726"/>
                </a:lnTo>
                <a:lnTo>
                  <a:pt x="1398966" y="686113"/>
                </a:lnTo>
                <a:lnTo>
                  <a:pt x="1397211" y="688561"/>
                </a:lnTo>
                <a:lnTo>
                  <a:pt x="1394678" y="688358"/>
                </a:lnTo>
                <a:lnTo>
                  <a:pt x="1390005" y="686335"/>
                </a:lnTo>
                <a:lnTo>
                  <a:pt x="1363275" y="672713"/>
                </a:lnTo>
                <a:lnTo>
                  <a:pt x="1360332" y="670513"/>
                </a:lnTo>
                <a:lnTo>
                  <a:pt x="1359595" y="666803"/>
                </a:lnTo>
                <a:lnTo>
                  <a:pt x="1360400" y="664852"/>
                </a:lnTo>
                <a:lnTo>
                  <a:pt x="1361590" y="663840"/>
                </a:lnTo>
                <a:lnTo>
                  <a:pt x="1369173" y="660929"/>
                </a:lnTo>
                <a:lnTo>
                  <a:pt x="1381807" y="654422"/>
                </a:lnTo>
                <a:lnTo>
                  <a:pt x="1388315" y="650279"/>
                </a:lnTo>
                <a:lnTo>
                  <a:pt x="1391446" y="649721"/>
                </a:lnTo>
                <a:lnTo>
                  <a:pt x="1393627" y="650747"/>
                </a:lnTo>
                <a:close/>
                <a:moveTo>
                  <a:pt x="1307057" y="652965"/>
                </a:moveTo>
                <a:lnTo>
                  <a:pt x="1327064" y="664094"/>
                </a:lnTo>
                <a:lnTo>
                  <a:pt x="1328929" y="666061"/>
                </a:lnTo>
                <a:lnTo>
                  <a:pt x="1328953" y="668372"/>
                </a:lnTo>
                <a:lnTo>
                  <a:pt x="1327480" y="670726"/>
                </a:lnTo>
                <a:lnTo>
                  <a:pt x="1324610" y="672641"/>
                </a:lnTo>
                <a:lnTo>
                  <a:pt x="1315724" y="675936"/>
                </a:lnTo>
                <a:lnTo>
                  <a:pt x="1299075" y="684399"/>
                </a:lnTo>
                <a:lnTo>
                  <a:pt x="1295303" y="684801"/>
                </a:lnTo>
                <a:lnTo>
                  <a:pt x="1293743" y="683065"/>
                </a:lnTo>
                <a:lnTo>
                  <a:pt x="1293454" y="680984"/>
                </a:lnTo>
                <a:lnTo>
                  <a:pt x="1294859" y="663426"/>
                </a:lnTo>
                <a:lnTo>
                  <a:pt x="1296707" y="651413"/>
                </a:lnTo>
                <a:lnTo>
                  <a:pt x="1298032" y="650531"/>
                </a:lnTo>
                <a:lnTo>
                  <a:pt x="1300940" y="650359"/>
                </a:lnTo>
                <a:lnTo>
                  <a:pt x="1307057" y="652965"/>
                </a:lnTo>
                <a:close/>
                <a:moveTo>
                  <a:pt x="1350305" y="676844"/>
                </a:moveTo>
                <a:lnTo>
                  <a:pt x="1381155" y="693801"/>
                </a:lnTo>
                <a:lnTo>
                  <a:pt x="1383213" y="695622"/>
                </a:lnTo>
                <a:lnTo>
                  <a:pt x="1383920" y="698860"/>
                </a:lnTo>
                <a:lnTo>
                  <a:pt x="1383487" y="700891"/>
                </a:lnTo>
                <a:lnTo>
                  <a:pt x="1381817" y="702691"/>
                </a:lnTo>
                <a:lnTo>
                  <a:pt x="1350637" y="725834"/>
                </a:lnTo>
                <a:lnTo>
                  <a:pt x="1347753" y="727456"/>
                </a:lnTo>
                <a:lnTo>
                  <a:pt x="1344982" y="727661"/>
                </a:lnTo>
                <a:lnTo>
                  <a:pt x="1339782" y="725053"/>
                </a:lnTo>
                <a:lnTo>
                  <a:pt x="1314141" y="705244"/>
                </a:lnTo>
                <a:lnTo>
                  <a:pt x="1306540" y="698755"/>
                </a:lnTo>
                <a:lnTo>
                  <a:pt x="1304208" y="695200"/>
                </a:lnTo>
                <a:lnTo>
                  <a:pt x="1304765" y="693626"/>
                </a:lnTo>
                <a:lnTo>
                  <a:pt x="1306855" y="692196"/>
                </a:lnTo>
                <a:lnTo>
                  <a:pt x="1333378" y="678865"/>
                </a:lnTo>
                <a:lnTo>
                  <a:pt x="1339624" y="675037"/>
                </a:lnTo>
                <a:lnTo>
                  <a:pt x="1344787" y="674436"/>
                </a:lnTo>
                <a:lnTo>
                  <a:pt x="1350305" y="676844"/>
                </a:lnTo>
                <a:close/>
                <a:moveTo>
                  <a:pt x="1301143" y="708855"/>
                </a:moveTo>
                <a:lnTo>
                  <a:pt x="1329869" y="730087"/>
                </a:lnTo>
                <a:lnTo>
                  <a:pt x="1333275" y="733265"/>
                </a:lnTo>
                <a:lnTo>
                  <a:pt x="1334411" y="735691"/>
                </a:lnTo>
                <a:lnTo>
                  <a:pt x="1332972" y="737985"/>
                </a:lnTo>
                <a:lnTo>
                  <a:pt x="1328155" y="742265"/>
                </a:lnTo>
                <a:lnTo>
                  <a:pt x="1319930" y="747660"/>
                </a:lnTo>
                <a:lnTo>
                  <a:pt x="1286786" y="772304"/>
                </a:lnTo>
                <a:lnTo>
                  <a:pt x="1284470" y="772729"/>
                </a:lnTo>
                <a:lnTo>
                  <a:pt x="1282443" y="771392"/>
                </a:lnTo>
                <a:lnTo>
                  <a:pt x="1282191" y="766699"/>
                </a:lnTo>
                <a:lnTo>
                  <a:pt x="1289298" y="708838"/>
                </a:lnTo>
                <a:lnTo>
                  <a:pt x="1290598" y="705204"/>
                </a:lnTo>
                <a:lnTo>
                  <a:pt x="1292765" y="704120"/>
                </a:lnTo>
                <a:lnTo>
                  <a:pt x="1296159" y="705400"/>
                </a:lnTo>
                <a:lnTo>
                  <a:pt x="1301143" y="708855"/>
                </a:lnTo>
                <a:close/>
                <a:moveTo>
                  <a:pt x="1400725" y="709668"/>
                </a:moveTo>
                <a:lnTo>
                  <a:pt x="1402078" y="715940"/>
                </a:lnTo>
                <a:lnTo>
                  <a:pt x="1405629" y="746988"/>
                </a:lnTo>
                <a:lnTo>
                  <a:pt x="1407192" y="768332"/>
                </a:lnTo>
                <a:lnTo>
                  <a:pt x="1407002" y="771794"/>
                </a:lnTo>
                <a:lnTo>
                  <a:pt x="1405890" y="773635"/>
                </a:lnTo>
                <a:lnTo>
                  <a:pt x="1404997" y="773938"/>
                </a:lnTo>
                <a:lnTo>
                  <a:pt x="1401004" y="772337"/>
                </a:lnTo>
                <a:lnTo>
                  <a:pt x="1365145" y="744264"/>
                </a:lnTo>
                <a:lnTo>
                  <a:pt x="1359406" y="739111"/>
                </a:lnTo>
                <a:lnTo>
                  <a:pt x="1357329" y="735987"/>
                </a:lnTo>
                <a:lnTo>
                  <a:pt x="1359980" y="732974"/>
                </a:lnTo>
                <a:lnTo>
                  <a:pt x="1368355" y="726555"/>
                </a:lnTo>
                <a:lnTo>
                  <a:pt x="1393429" y="708987"/>
                </a:lnTo>
                <a:lnTo>
                  <a:pt x="1398507" y="707007"/>
                </a:lnTo>
                <a:lnTo>
                  <a:pt x="1400725" y="709668"/>
                </a:lnTo>
                <a:close/>
                <a:moveTo>
                  <a:pt x="456139" y="228615"/>
                </a:moveTo>
                <a:lnTo>
                  <a:pt x="451157" y="231181"/>
                </a:lnTo>
                <a:lnTo>
                  <a:pt x="445983" y="235823"/>
                </a:lnTo>
                <a:lnTo>
                  <a:pt x="438867" y="238155"/>
                </a:lnTo>
                <a:lnTo>
                  <a:pt x="434311" y="240938"/>
                </a:lnTo>
                <a:lnTo>
                  <a:pt x="420272" y="259202"/>
                </a:lnTo>
                <a:lnTo>
                  <a:pt x="418715" y="262076"/>
                </a:lnTo>
                <a:lnTo>
                  <a:pt x="418475" y="264869"/>
                </a:lnTo>
                <a:lnTo>
                  <a:pt x="424019" y="283999"/>
                </a:lnTo>
                <a:lnTo>
                  <a:pt x="423927" y="287138"/>
                </a:lnTo>
                <a:lnTo>
                  <a:pt x="412216" y="301315"/>
                </a:lnTo>
                <a:lnTo>
                  <a:pt x="405624" y="314207"/>
                </a:lnTo>
                <a:lnTo>
                  <a:pt x="403564" y="315656"/>
                </a:lnTo>
                <a:lnTo>
                  <a:pt x="397905" y="315978"/>
                </a:lnTo>
                <a:lnTo>
                  <a:pt x="392975" y="318849"/>
                </a:lnTo>
                <a:lnTo>
                  <a:pt x="384955" y="327873"/>
                </a:lnTo>
                <a:lnTo>
                  <a:pt x="382453" y="333840"/>
                </a:lnTo>
                <a:lnTo>
                  <a:pt x="382356" y="336750"/>
                </a:lnTo>
                <a:lnTo>
                  <a:pt x="384255" y="341855"/>
                </a:lnTo>
                <a:lnTo>
                  <a:pt x="393140" y="357090"/>
                </a:lnTo>
                <a:lnTo>
                  <a:pt x="392465" y="358689"/>
                </a:lnTo>
                <a:lnTo>
                  <a:pt x="387736" y="362555"/>
                </a:lnTo>
                <a:lnTo>
                  <a:pt x="385787" y="365614"/>
                </a:lnTo>
                <a:lnTo>
                  <a:pt x="385495" y="369012"/>
                </a:lnTo>
                <a:lnTo>
                  <a:pt x="387247" y="376334"/>
                </a:lnTo>
                <a:lnTo>
                  <a:pt x="384405" y="385144"/>
                </a:lnTo>
                <a:lnTo>
                  <a:pt x="384293" y="390283"/>
                </a:lnTo>
                <a:lnTo>
                  <a:pt x="389973" y="400812"/>
                </a:lnTo>
                <a:lnTo>
                  <a:pt x="396251" y="409831"/>
                </a:lnTo>
                <a:lnTo>
                  <a:pt x="397410" y="413602"/>
                </a:lnTo>
                <a:lnTo>
                  <a:pt x="398225" y="422641"/>
                </a:lnTo>
                <a:lnTo>
                  <a:pt x="401903" y="431641"/>
                </a:lnTo>
                <a:lnTo>
                  <a:pt x="403174" y="438295"/>
                </a:lnTo>
                <a:lnTo>
                  <a:pt x="404620" y="440651"/>
                </a:lnTo>
                <a:lnTo>
                  <a:pt x="406400" y="441452"/>
                </a:lnTo>
                <a:lnTo>
                  <a:pt x="412391" y="441777"/>
                </a:lnTo>
                <a:lnTo>
                  <a:pt x="417068" y="440430"/>
                </a:lnTo>
                <a:lnTo>
                  <a:pt x="419030" y="437898"/>
                </a:lnTo>
                <a:lnTo>
                  <a:pt x="420175" y="432510"/>
                </a:lnTo>
                <a:lnTo>
                  <a:pt x="418823" y="425564"/>
                </a:lnTo>
                <a:lnTo>
                  <a:pt x="414176" y="417077"/>
                </a:lnTo>
                <a:lnTo>
                  <a:pt x="412301" y="407173"/>
                </a:lnTo>
                <a:lnTo>
                  <a:pt x="409583" y="399566"/>
                </a:lnTo>
                <a:lnTo>
                  <a:pt x="406026" y="392817"/>
                </a:lnTo>
                <a:lnTo>
                  <a:pt x="401432" y="386896"/>
                </a:lnTo>
                <a:lnTo>
                  <a:pt x="402837" y="372850"/>
                </a:lnTo>
                <a:lnTo>
                  <a:pt x="410949" y="359942"/>
                </a:lnTo>
                <a:lnTo>
                  <a:pt x="413898" y="352140"/>
                </a:lnTo>
                <a:lnTo>
                  <a:pt x="413914" y="345916"/>
                </a:lnTo>
                <a:lnTo>
                  <a:pt x="410230" y="339878"/>
                </a:lnTo>
                <a:lnTo>
                  <a:pt x="419720" y="335148"/>
                </a:lnTo>
                <a:lnTo>
                  <a:pt x="424420" y="330783"/>
                </a:lnTo>
                <a:lnTo>
                  <a:pt x="424920" y="326715"/>
                </a:lnTo>
                <a:lnTo>
                  <a:pt x="421910" y="318438"/>
                </a:lnTo>
                <a:lnTo>
                  <a:pt x="425576" y="309921"/>
                </a:lnTo>
                <a:lnTo>
                  <a:pt x="435777" y="298223"/>
                </a:lnTo>
                <a:lnTo>
                  <a:pt x="439414" y="291391"/>
                </a:lnTo>
                <a:lnTo>
                  <a:pt x="440089" y="287974"/>
                </a:lnTo>
                <a:lnTo>
                  <a:pt x="439963" y="283060"/>
                </a:lnTo>
                <a:lnTo>
                  <a:pt x="437579" y="275709"/>
                </a:lnTo>
                <a:lnTo>
                  <a:pt x="436771" y="269608"/>
                </a:lnTo>
                <a:lnTo>
                  <a:pt x="437066" y="265653"/>
                </a:lnTo>
                <a:lnTo>
                  <a:pt x="438046" y="263020"/>
                </a:lnTo>
                <a:lnTo>
                  <a:pt x="440734" y="258769"/>
                </a:lnTo>
                <a:lnTo>
                  <a:pt x="444002" y="255296"/>
                </a:lnTo>
                <a:lnTo>
                  <a:pt x="452563" y="251052"/>
                </a:lnTo>
                <a:lnTo>
                  <a:pt x="457396" y="247393"/>
                </a:lnTo>
                <a:lnTo>
                  <a:pt x="463078" y="241272"/>
                </a:lnTo>
                <a:lnTo>
                  <a:pt x="465886" y="236673"/>
                </a:lnTo>
                <a:lnTo>
                  <a:pt x="466457" y="233901"/>
                </a:lnTo>
                <a:lnTo>
                  <a:pt x="466194" y="230981"/>
                </a:lnTo>
                <a:lnTo>
                  <a:pt x="464390" y="227263"/>
                </a:lnTo>
                <a:lnTo>
                  <a:pt x="461422" y="226979"/>
                </a:lnTo>
                <a:lnTo>
                  <a:pt x="456139" y="228615"/>
                </a:lnTo>
                <a:close/>
                <a:moveTo>
                  <a:pt x="1100205" y="437389"/>
                </a:moveTo>
                <a:lnTo>
                  <a:pt x="1098061" y="439311"/>
                </a:lnTo>
                <a:lnTo>
                  <a:pt x="1099003" y="443395"/>
                </a:lnTo>
                <a:lnTo>
                  <a:pt x="1102748" y="448795"/>
                </a:lnTo>
                <a:lnTo>
                  <a:pt x="1105796" y="449679"/>
                </a:lnTo>
                <a:lnTo>
                  <a:pt x="1115384" y="449823"/>
                </a:lnTo>
                <a:lnTo>
                  <a:pt x="1120818" y="448840"/>
                </a:lnTo>
                <a:lnTo>
                  <a:pt x="1126055" y="444369"/>
                </a:lnTo>
                <a:lnTo>
                  <a:pt x="1128150" y="440568"/>
                </a:lnTo>
                <a:lnTo>
                  <a:pt x="1127450" y="438550"/>
                </a:lnTo>
                <a:lnTo>
                  <a:pt x="1124278" y="436900"/>
                </a:lnTo>
                <a:lnTo>
                  <a:pt x="1119849" y="437145"/>
                </a:lnTo>
                <a:lnTo>
                  <a:pt x="1113059" y="440217"/>
                </a:lnTo>
                <a:lnTo>
                  <a:pt x="1104208" y="436948"/>
                </a:lnTo>
                <a:lnTo>
                  <a:pt x="1100205" y="437389"/>
                </a:lnTo>
                <a:close/>
                <a:moveTo>
                  <a:pt x="15673" y="452840"/>
                </a:moveTo>
                <a:lnTo>
                  <a:pt x="10634" y="453491"/>
                </a:lnTo>
                <a:lnTo>
                  <a:pt x="7618" y="455419"/>
                </a:lnTo>
                <a:lnTo>
                  <a:pt x="6718" y="457350"/>
                </a:lnTo>
                <a:lnTo>
                  <a:pt x="5838" y="464122"/>
                </a:lnTo>
                <a:lnTo>
                  <a:pt x="6284" y="505330"/>
                </a:lnTo>
                <a:lnTo>
                  <a:pt x="9628" y="507982"/>
                </a:lnTo>
                <a:lnTo>
                  <a:pt x="13372" y="508675"/>
                </a:lnTo>
                <a:lnTo>
                  <a:pt x="17335" y="508290"/>
                </a:lnTo>
                <a:lnTo>
                  <a:pt x="21439" y="506143"/>
                </a:lnTo>
                <a:lnTo>
                  <a:pt x="21439" y="469326"/>
                </a:lnTo>
                <a:lnTo>
                  <a:pt x="24249" y="465852"/>
                </a:lnTo>
                <a:lnTo>
                  <a:pt x="37424" y="465151"/>
                </a:lnTo>
                <a:lnTo>
                  <a:pt x="40857" y="464441"/>
                </a:lnTo>
                <a:lnTo>
                  <a:pt x="43344" y="462363"/>
                </a:lnTo>
                <a:lnTo>
                  <a:pt x="44798" y="459214"/>
                </a:lnTo>
                <a:lnTo>
                  <a:pt x="44056" y="456289"/>
                </a:lnTo>
                <a:lnTo>
                  <a:pt x="40101" y="453481"/>
                </a:lnTo>
                <a:lnTo>
                  <a:pt x="28419" y="452417"/>
                </a:lnTo>
                <a:lnTo>
                  <a:pt x="15673" y="452840"/>
                </a:lnTo>
                <a:close/>
                <a:moveTo>
                  <a:pt x="79325" y="452988"/>
                </a:moveTo>
                <a:lnTo>
                  <a:pt x="77191" y="454584"/>
                </a:lnTo>
                <a:lnTo>
                  <a:pt x="75111" y="457572"/>
                </a:lnTo>
                <a:lnTo>
                  <a:pt x="75407" y="505773"/>
                </a:lnTo>
                <a:lnTo>
                  <a:pt x="78854" y="508410"/>
                </a:lnTo>
                <a:lnTo>
                  <a:pt x="82839" y="509034"/>
                </a:lnTo>
                <a:lnTo>
                  <a:pt x="89823" y="506513"/>
                </a:lnTo>
                <a:lnTo>
                  <a:pt x="90562" y="492614"/>
                </a:lnTo>
                <a:lnTo>
                  <a:pt x="94555" y="490336"/>
                </a:lnTo>
                <a:lnTo>
                  <a:pt x="103442" y="488582"/>
                </a:lnTo>
                <a:lnTo>
                  <a:pt x="108915" y="486746"/>
                </a:lnTo>
                <a:lnTo>
                  <a:pt x="115476" y="482708"/>
                </a:lnTo>
                <a:lnTo>
                  <a:pt x="118149" y="477826"/>
                </a:lnTo>
                <a:lnTo>
                  <a:pt x="118816" y="474897"/>
                </a:lnTo>
                <a:lnTo>
                  <a:pt x="118886" y="468652"/>
                </a:lnTo>
                <a:lnTo>
                  <a:pt x="117369" y="462682"/>
                </a:lnTo>
                <a:lnTo>
                  <a:pt x="116051" y="460096"/>
                </a:lnTo>
                <a:lnTo>
                  <a:pt x="114381" y="457934"/>
                </a:lnTo>
                <a:lnTo>
                  <a:pt x="110332" y="455431"/>
                </a:lnTo>
                <a:lnTo>
                  <a:pt x="103957" y="453882"/>
                </a:lnTo>
                <a:lnTo>
                  <a:pt x="91767" y="452424"/>
                </a:lnTo>
                <a:lnTo>
                  <a:pt x="84309" y="452277"/>
                </a:lnTo>
                <a:lnTo>
                  <a:pt x="79325" y="452988"/>
                </a:lnTo>
                <a:close/>
                <a:moveTo>
                  <a:pt x="101282" y="466221"/>
                </a:moveTo>
                <a:lnTo>
                  <a:pt x="104096" y="468354"/>
                </a:lnTo>
                <a:lnTo>
                  <a:pt x="104726" y="470205"/>
                </a:lnTo>
                <a:lnTo>
                  <a:pt x="104165" y="472431"/>
                </a:lnTo>
                <a:lnTo>
                  <a:pt x="101520" y="475617"/>
                </a:lnTo>
                <a:lnTo>
                  <a:pt x="99778" y="476551"/>
                </a:lnTo>
                <a:lnTo>
                  <a:pt x="96015" y="477135"/>
                </a:lnTo>
                <a:lnTo>
                  <a:pt x="92624" y="476061"/>
                </a:lnTo>
                <a:lnTo>
                  <a:pt x="91348" y="474920"/>
                </a:lnTo>
                <a:lnTo>
                  <a:pt x="90500" y="473388"/>
                </a:lnTo>
                <a:lnTo>
                  <a:pt x="90342" y="469804"/>
                </a:lnTo>
                <a:lnTo>
                  <a:pt x="92372" y="466195"/>
                </a:lnTo>
                <a:lnTo>
                  <a:pt x="96246" y="464901"/>
                </a:lnTo>
                <a:lnTo>
                  <a:pt x="101282" y="466221"/>
                </a:lnTo>
                <a:close/>
                <a:moveTo>
                  <a:pt x="150814" y="452619"/>
                </a:moveTo>
                <a:lnTo>
                  <a:pt x="148489" y="454677"/>
                </a:lnTo>
                <a:lnTo>
                  <a:pt x="147922" y="456740"/>
                </a:lnTo>
                <a:lnTo>
                  <a:pt x="148162" y="459140"/>
                </a:lnTo>
                <a:lnTo>
                  <a:pt x="160071" y="482952"/>
                </a:lnTo>
                <a:lnTo>
                  <a:pt x="164121" y="492910"/>
                </a:lnTo>
                <a:lnTo>
                  <a:pt x="163521" y="494960"/>
                </a:lnTo>
                <a:lnTo>
                  <a:pt x="161870" y="496460"/>
                </a:lnTo>
                <a:lnTo>
                  <a:pt x="156505" y="497535"/>
                </a:lnTo>
                <a:lnTo>
                  <a:pt x="154400" y="498889"/>
                </a:lnTo>
                <a:lnTo>
                  <a:pt x="153253" y="501340"/>
                </a:lnTo>
                <a:lnTo>
                  <a:pt x="153171" y="505294"/>
                </a:lnTo>
                <a:lnTo>
                  <a:pt x="154258" y="508011"/>
                </a:lnTo>
                <a:lnTo>
                  <a:pt x="156377" y="509691"/>
                </a:lnTo>
                <a:lnTo>
                  <a:pt x="159473" y="510308"/>
                </a:lnTo>
                <a:lnTo>
                  <a:pt x="163488" y="509831"/>
                </a:lnTo>
                <a:lnTo>
                  <a:pt x="170383" y="507015"/>
                </a:lnTo>
                <a:lnTo>
                  <a:pt x="173971" y="503958"/>
                </a:lnTo>
                <a:lnTo>
                  <a:pt x="175833" y="501391"/>
                </a:lnTo>
                <a:lnTo>
                  <a:pt x="193157" y="462630"/>
                </a:lnTo>
                <a:lnTo>
                  <a:pt x="194260" y="458906"/>
                </a:lnTo>
                <a:lnTo>
                  <a:pt x="194164" y="455816"/>
                </a:lnTo>
                <a:lnTo>
                  <a:pt x="192924" y="453560"/>
                </a:lnTo>
                <a:lnTo>
                  <a:pt x="190593" y="452337"/>
                </a:lnTo>
                <a:lnTo>
                  <a:pt x="187710" y="452300"/>
                </a:lnTo>
                <a:lnTo>
                  <a:pt x="185212" y="453325"/>
                </a:lnTo>
                <a:lnTo>
                  <a:pt x="182881" y="455428"/>
                </a:lnTo>
                <a:lnTo>
                  <a:pt x="180674" y="458667"/>
                </a:lnTo>
                <a:lnTo>
                  <a:pt x="175655" y="469996"/>
                </a:lnTo>
                <a:lnTo>
                  <a:pt x="173917" y="471861"/>
                </a:lnTo>
                <a:lnTo>
                  <a:pt x="173002" y="471886"/>
                </a:lnTo>
                <a:lnTo>
                  <a:pt x="169651" y="468207"/>
                </a:lnTo>
                <a:lnTo>
                  <a:pt x="162151" y="455414"/>
                </a:lnTo>
                <a:lnTo>
                  <a:pt x="157399" y="453162"/>
                </a:lnTo>
                <a:lnTo>
                  <a:pt x="150814" y="452619"/>
                </a:lnTo>
                <a:close/>
                <a:moveTo>
                  <a:pt x="235315" y="452914"/>
                </a:moveTo>
                <a:lnTo>
                  <a:pt x="229396" y="453819"/>
                </a:lnTo>
                <a:lnTo>
                  <a:pt x="225482" y="456833"/>
                </a:lnTo>
                <a:lnTo>
                  <a:pt x="225558" y="492629"/>
                </a:lnTo>
                <a:lnTo>
                  <a:pt x="226221" y="506143"/>
                </a:lnTo>
                <a:lnTo>
                  <a:pt x="229393" y="508331"/>
                </a:lnTo>
                <a:lnTo>
                  <a:pt x="234344" y="509039"/>
                </a:lnTo>
                <a:lnTo>
                  <a:pt x="238825" y="508061"/>
                </a:lnTo>
                <a:lnTo>
                  <a:pt x="241599" y="505625"/>
                </a:lnTo>
                <a:lnTo>
                  <a:pt x="241451" y="468291"/>
                </a:lnTo>
                <a:lnTo>
                  <a:pt x="244231" y="466226"/>
                </a:lnTo>
                <a:lnTo>
                  <a:pt x="248456" y="465540"/>
                </a:lnTo>
                <a:lnTo>
                  <a:pt x="252761" y="466554"/>
                </a:lnTo>
                <a:lnTo>
                  <a:pt x="254788" y="468021"/>
                </a:lnTo>
                <a:lnTo>
                  <a:pt x="255433" y="469405"/>
                </a:lnTo>
                <a:lnTo>
                  <a:pt x="255497" y="505625"/>
                </a:lnTo>
                <a:lnTo>
                  <a:pt x="258341" y="507693"/>
                </a:lnTo>
                <a:lnTo>
                  <a:pt x="262919" y="508900"/>
                </a:lnTo>
                <a:lnTo>
                  <a:pt x="267665" y="508621"/>
                </a:lnTo>
                <a:lnTo>
                  <a:pt x="269934" y="507623"/>
                </a:lnTo>
                <a:lnTo>
                  <a:pt x="270707" y="506357"/>
                </a:lnTo>
                <a:lnTo>
                  <a:pt x="271115" y="499129"/>
                </a:lnTo>
                <a:lnTo>
                  <a:pt x="271318" y="456093"/>
                </a:lnTo>
                <a:lnTo>
                  <a:pt x="267991" y="453062"/>
                </a:lnTo>
                <a:lnTo>
                  <a:pt x="235315" y="452914"/>
                </a:lnTo>
                <a:close/>
                <a:moveTo>
                  <a:pt x="313235" y="452840"/>
                </a:moveTo>
                <a:lnTo>
                  <a:pt x="309881" y="454232"/>
                </a:lnTo>
                <a:lnTo>
                  <a:pt x="307321" y="456537"/>
                </a:lnTo>
                <a:lnTo>
                  <a:pt x="307395" y="505478"/>
                </a:lnTo>
                <a:lnTo>
                  <a:pt x="309700" y="507702"/>
                </a:lnTo>
                <a:lnTo>
                  <a:pt x="314516" y="508865"/>
                </a:lnTo>
                <a:lnTo>
                  <a:pt x="319764" y="508215"/>
                </a:lnTo>
                <a:lnTo>
                  <a:pt x="322772" y="505921"/>
                </a:lnTo>
                <a:lnTo>
                  <a:pt x="323438" y="468291"/>
                </a:lnTo>
                <a:lnTo>
                  <a:pt x="326551" y="466034"/>
                </a:lnTo>
                <a:lnTo>
                  <a:pt x="331190" y="465325"/>
                </a:lnTo>
                <a:lnTo>
                  <a:pt x="335326" y="466972"/>
                </a:lnTo>
                <a:lnTo>
                  <a:pt x="337114" y="470435"/>
                </a:lnTo>
                <a:lnTo>
                  <a:pt x="337040" y="505330"/>
                </a:lnTo>
                <a:lnTo>
                  <a:pt x="339395" y="507459"/>
                </a:lnTo>
                <a:lnTo>
                  <a:pt x="343557" y="508733"/>
                </a:lnTo>
                <a:lnTo>
                  <a:pt x="348367" y="508610"/>
                </a:lnTo>
                <a:lnTo>
                  <a:pt x="352122" y="507030"/>
                </a:lnTo>
                <a:lnTo>
                  <a:pt x="353379" y="505921"/>
                </a:lnTo>
                <a:lnTo>
                  <a:pt x="353334" y="468174"/>
                </a:lnTo>
                <a:lnTo>
                  <a:pt x="352769" y="457479"/>
                </a:lnTo>
                <a:lnTo>
                  <a:pt x="351748" y="454591"/>
                </a:lnTo>
                <a:lnTo>
                  <a:pt x="349965" y="453574"/>
                </a:lnTo>
                <a:lnTo>
                  <a:pt x="343625" y="452992"/>
                </a:lnTo>
                <a:lnTo>
                  <a:pt x="313235" y="452840"/>
                </a:lnTo>
                <a:close/>
                <a:moveTo>
                  <a:pt x="403502" y="453358"/>
                </a:moveTo>
                <a:lnTo>
                  <a:pt x="400220" y="456778"/>
                </a:lnTo>
                <a:lnTo>
                  <a:pt x="397292" y="463292"/>
                </a:lnTo>
                <a:lnTo>
                  <a:pt x="388453" y="492454"/>
                </a:lnTo>
                <a:lnTo>
                  <a:pt x="384806" y="501970"/>
                </a:lnTo>
                <a:lnTo>
                  <a:pt x="384928" y="506485"/>
                </a:lnTo>
                <a:lnTo>
                  <a:pt x="387803" y="508784"/>
                </a:lnTo>
                <a:lnTo>
                  <a:pt x="393868" y="508229"/>
                </a:lnTo>
                <a:lnTo>
                  <a:pt x="396325" y="506183"/>
                </a:lnTo>
                <a:lnTo>
                  <a:pt x="399589" y="500611"/>
                </a:lnTo>
                <a:lnTo>
                  <a:pt x="401996" y="498048"/>
                </a:lnTo>
                <a:lnTo>
                  <a:pt x="404822" y="496762"/>
                </a:lnTo>
                <a:lnTo>
                  <a:pt x="408369" y="496570"/>
                </a:lnTo>
                <a:lnTo>
                  <a:pt x="411525" y="497223"/>
                </a:lnTo>
                <a:lnTo>
                  <a:pt x="413151" y="498225"/>
                </a:lnTo>
                <a:lnTo>
                  <a:pt x="419914" y="507800"/>
                </a:lnTo>
                <a:lnTo>
                  <a:pt x="423878" y="508992"/>
                </a:lnTo>
                <a:lnTo>
                  <a:pt x="429623" y="508073"/>
                </a:lnTo>
                <a:lnTo>
                  <a:pt x="432556" y="504812"/>
                </a:lnTo>
                <a:lnTo>
                  <a:pt x="431373" y="499785"/>
                </a:lnTo>
                <a:lnTo>
                  <a:pt x="417633" y="457614"/>
                </a:lnTo>
                <a:lnTo>
                  <a:pt x="414985" y="454642"/>
                </a:lnTo>
                <a:lnTo>
                  <a:pt x="410890" y="452790"/>
                </a:lnTo>
                <a:lnTo>
                  <a:pt x="406976" y="452329"/>
                </a:lnTo>
                <a:lnTo>
                  <a:pt x="403502" y="453358"/>
                </a:lnTo>
                <a:close/>
                <a:moveTo>
                  <a:pt x="409416" y="479455"/>
                </a:moveTo>
                <a:lnTo>
                  <a:pt x="410367" y="480743"/>
                </a:lnTo>
                <a:lnTo>
                  <a:pt x="409377" y="482358"/>
                </a:lnTo>
                <a:lnTo>
                  <a:pt x="406330" y="482809"/>
                </a:lnTo>
                <a:lnTo>
                  <a:pt x="404702" y="481994"/>
                </a:lnTo>
                <a:lnTo>
                  <a:pt x="404664" y="480224"/>
                </a:lnTo>
                <a:lnTo>
                  <a:pt x="405869" y="479085"/>
                </a:lnTo>
                <a:lnTo>
                  <a:pt x="407534" y="478798"/>
                </a:lnTo>
                <a:lnTo>
                  <a:pt x="409416" y="479455"/>
                </a:lnTo>
                <a:close/>
                <a:moveTo>
                  <a:pt x="515356" y="453136"/>
                </a:moveTo>
                <a:lnTo>
                  <a:pt x="512958" y="455397"/>
                </a:lnTo>
                <a:lnTo>
                  <a:pt x="511902" y="461083"/>
                </a:lnTo>
                <a:lnTo>
                  <a:pt x="511586" y="504590"/>
                </a:lnTo>
                <a:lnTo>
                  <a:pt x="514126" y="507455"/>
                </a:lnTo>
                <a:lnTo>
                  <a:pt x="515947" y="508418"/>
                </a:lnTo>
                <a:lnTo>
                  <a:pt x="520333" y="508621"/>
                </a:lnTo>
                <a:lnTo>
                  <a:pt x="523476" y="507730"/>
                </a:lnTo>
                <a:lnTo>
                  <a:pt x="525143" y="505410"/>
                </a:lnTo>
                <a:lnTo>
                  <a:pt x="525958" y="497217"/>
                </a:lnTo>
                <a:lnTo>
                  <a:pt x="526958" y="494162"/>
                </a:lnTo>
                <a:lnTo>
                  <a:pt x="528668" y="492162"/>
                </a:lnTo>
                <a:lnTo>
                  <a:pt x="532653" y="490719"/>
                </a:lnTo>
                <a:lnTo>
                  <a:pt x="534374" y="491117"/>
                </a:lnTo>
                <a:lnTo>
                  <a:pt x="535829" y="492419"/>
                </a:lnTo>
                <a:lnTo>
                  <a:pt x="540796" y="502110"/>
                </a:lnTo>
                <a:lnTo>
                  <a:pt x="545575" y="507973"/>
                </a:lnTo>
                <a:lnTo>
                  <a:pt x="550334" y="509121"/>
                </a:lnTo>
                <a:lnTo>
                  <a:pt x="558325" y="507810"/>
                </a:lnTo>
                <a:lnTo>
                  <a:pt x="559353" y="506374"/>
                </a:lnTo>
                <a:lnTo>
                  <a:pt x="558136" y="502112"/>
                </a:lnTo>
                <a:lnTo>
                  <a:pt x="545038" y="478060"/>
                </a:lnTo>
                <a:lnTo>
                  <a:pt x="544326" y="475371"/>
                </a:lnTo>
                <a:lnTo>
                  <a:pt x="544826" y="472385"/>
                </a:lnTo>
                <a:lnTo>
                  <a:pt x="546647" y="468823"/>
                </a:lnTo>
                <a:lnTo>
                  <a:pt x="553839" y="459026"/>
                </a:lnTo>
                <a:lnTo>
                  <a:pt x="554397" y="456423"/>
                </a:lnTo>
                <a:lnTo>
                  <a:pt x="553834" y="454238"/>
                </a:lnTo>
                <a:lnTo>
                  <a:pt x="552210" y="452735"/>
                </a:lnTo>
                <a:lnTo>
                  <a:pt x="549585" y="452175"/>
                </a:lnTo>
                <a:lnTo>
                  <a:pt x="546288" y="453061"/>
                </a:lnTo>
                <a:lnTo>
                  <a:pt x="542373" y="455193"/>
                </a:lnTo>
                <a:lnTo>
                  <a:pt x="539215" y="457780"/>
                </a:lnTo>
                <a:lnTo>
                  <a:pt x="532424" y="467053"/>
                </a:lnTo>
                <a:lnTo>
                  <a:pt x="528220" y="471396"/>
                </a:lnTo>
                <a:lnTo>
                  <a:pt x="526878" y="470656"/>
                </a:lnTo>
                <a:lnTo>
                  <a:pt x="526032" y="468346"/>
                </a:lnTo>
                <a:lnTo>
                  <a:pt x="525464" y="458105"/>
                </a:lnTo>
                <a:lnTo>
                  <a:pt x="524393" y="455239"/>
                </a:lnTo>
                <a:lnTo>
                  <a:pt x="522553" y="453578"/>
                </a:lnTo>
                <a:lnTo>
                  <a:pt x="519847" y="452563"/>
                </a:lnTo>
                <a:lnTo>
                  <a:pt x="515356" y="453136"/>
                </a:lnTo>
                <a:close/>
                <a:moveTo>
                  <a:pt x="607101" y="453284"/>
                </a:moveTo>
                <a:lnTo>
                  <a:pt x="602050" y="455169"/>
                </a:lnTo>
                <a:lnTo>
                  <a:pt x="597847" y="457775"/>
                </a:lnTo>
                <a:lnTo>
                  <a:pt x="592969" y="463213"/>
                </a:lnTo>
                <a:lnTo>
                  <a:pt x="590560" y="467977"/>
                </a:lnTo>
                <a:lnTo>
                  <a:pt x="588506" y="474581"/>
                </a:lnTo>
                <a:lnTo>
                  <a:pt x="588024" y="482810"/>
                </a:lnTo>
                <a:lnTo>
                  <a:pt x="591384" y="496444"/>
                </a:lnTo>
                <a:lnTo>
                  <a:pt x="593352" y="500082"/>
                </a:lnTo>
                <a:lnTo>
                  <a:pt x="596382" y="503555"/>
                </a:lnTo>
                <a:lnTo>
                  <a:pt x="599662" y="506439"/>
                </a:lnTo>
                <a:lnTo>
                  <a:pt x="603425" y="508173"/>
                </a:lnTo>
                <a:lnTo>
                  <a:pt x="611061" y="510203"/>
                </a:lnTo>
                <a:lnTo>
                  <a:pt x="615290" y="510218"/>
                </a:lnTo>
                <a:lnTo>
                  <a:pt x="623588" y="508287"/>
                </a:lnTo>
                <a:lnTo>
                  <a:pt x="626102" y="507105"/>
                </a:lnTo>
                <a:lnTo>
                  <a:pt x="631641" y="502128"/>
                </a:lnTo>
                <a:lnTo>
                  <a:pt x="635278" y="497103"/>
                </a:lnTo>
                <a:lnTo>
                  <a:pt x="638373" y="490988"/>
                </a:lnTo>
                <a:lnTo>
                  <a:pt x="638072" y="472836"/>
                </a:lnTo>
                <a:lnTo>
                  <a:pt x="635848" y="465750"/>
                </a:lnTo>
                <a:lnTo>
                  <a:pt x="631049" y="459245"/>
                </a:lnTo>
                <a:lnTo>
                  <a:pt x="627540" y="456049"/>
                </a:lnTo>
                <a:lnTo>
                  <a:pt x="621962" y="453877"/>
                </a:lnTo>
                <a:lnTo>
                  <a:pt x="616629" y="452741"/>
                </a:lnTo>
                <a:lnTo>
                  <a:pt x="611656" y="452547"/>
                </a:lnTo>
                <a:lnTo>
                  <a:pt x="607101" y="453284"/>
                </a:lnTo>
                <a:close/>
                <a:moveTo>
                  <a:pt x="618265" y="466961"/>
                </a:moveTo>
                <a:lnTo>
                  <a:pt x="620648" y="469925"/>
                </a:lnTo>
                <a:lnTo>
                  <a:pt x="622251" y="474156"/>
                </a:lnTo>
                <a:lnTo>
                  <a:pt x="623036" y="481846"/>
                </a:lnTo>
                <a:lnTo>
                  <a:pt x="622377" y="487179"/>
                </a:lnTo>
                <a:lnTo>
                  <a:pt x="620494" y="492587"/>
                </a:lnTo>
                <a:lnTo>
                  <a:pt x="618412" y="495525"/>
                </a:lnTo>
                <a:lnTo>
                  <a:pt x="615772" y="497005"/>
                </a:lnTo>
                <a:lnTo>
                  <a:pt x="611516" y="497020"/>
                </a:lnTo>
                <a:lnTo>
                  <a:pt x="608885" y="495590"/>
                </a:lnTo>
                <a:lnTo>
                  <a:pt x="607338" y="493830"/>
                </a:lnTo>
                <a:lnTo>
                  <a:pt x="604219" y="487720"/>
                </a:lnTo>
                <a:lnTo>
                  <a:pt x="603307" y="483504"/>
                </a:lnTo>
                <a:lnTo>
                  <a:pt x="603921" y="477032"/>
                </a:lnTo>
                <a:lnTo>
                  <a:pt x="606152" y="470755"/>
                </a:lnTo>
                <a:lnTo>
                  <a:pt x="609319" y="466665"/>
                </a:lnTo>
                <a:lnTo>
                  <a:pt x="613792" y="465538"/>
                </a:lnTo>
                <a:lnTo>
                  <a:pt x="618265" y="466961"/>
                </a:lnTo>
                <a:close/>
                <a:moveTo>
                  <a:pt x="676594" y="452914"/>
                </a:moveTo>
                <a:lnTo>
                  <a:pt x="674393" y="455069"/>
                </a:lnTo>
                <a:lnTo>
                  <a:pt x="673358" y="461367"/>
                </a:lnTo>
                <a:lnTo>
                  <a:pt x="673120" y="506291"/>
                </a:lnTo>
                <a:lnTo>
                  <a:pt x="676394" y="508547"/>
                </a:lnTo>
                <a:lnTo>
                  <a:pt x="679034" y="509026"/>
                </a:lnTo>
                <a:lnTo>
                  <a:pt x="681674" y="508547"/>
                </a:lnTo>
                <a:lnTo>
                  <a:pt x="684948" y="506291"/>
                </a:lnTo>
                <a:lnTo>
                  <a:pt x="686057" y="488341"/>
                </a:lnTo>
                <a:lnTo>
                  <a:pt x="686353" y="486700"/>
                </a:lnTo>
                <a:lnTo>
                  <a:pt x="687693" y="485417"/>
                </a:lnTo>
                <a:lnTo>
                  <a:pt x="689687" y="488116"/>
                </a:lnTo>
                <a:lnTo>
                  <a:pt x="694297" y="502475"/>
                </a:lnTo>
                <a:lnTo>
                  <a:pt x="696564" y="506198"/>
                </a:lnTo>
                <a:lnTo>
                  <a:pt x="699195" y="508200"/>
                </a:lnTo>
                <a:lnTo>
                  <a:pt x="704096" y="508287"/>
                </a:lnTo>
                <a:lnTo>
                  <a:pt x="707061" y="506434"/>
                </a:lnTo>
                <a:lnTo>
                  <a:pt x="708420" y="503587"/>
                </a:lnTo>
                <a:lnTo>
                  <a:pt x="710869" y="493832"/>
                </a:lnTo>
                <a:lnTo>
                  <a:pt x="712760" y="491181"/>
                </a:lnTo>
                <a:lnTo>
                  <a:pt x="715037" y="490026"/>
                </a:lnTo>
                <a:lnTo>
                  <a:pt x="716734" y="490417"/>
                </a:lnTo>
                <a:lnTo>
                  <a:pt x="717347" y="491588"/>
                </a:lnTo>
                <a:lnTo>
                  <a:pt x="716885" y="504738"/>
                </a:lnTo>
                <a:lnTo>
                  <a:pt x="718586" y="506513"/>
                </a:lnTo>
                <a:lnTo>
                  <a:pt x="721183" y="508241"/>
                </a:lnTo>
                <a:lnTo>
                  <a:pt x="724351" y="508934"/>
                </a:lnTo>
                <a:lnTo>
                  <a:pt x="728979" y="508131"/>
                </a:lnTo>
                <a:lnTo>
                  <a:pt x="731185" y="506435"/>
                </a:lnTo>
                <a:lnTo>
                  <a:pt x="731967" y="504586"/>
                </a:lnTo>
                <a:lnTo>
                  <a:pt x="732329" y="499987"/>
                </a:lnTo>
                <a:lnTo>
                  <a:pt x="732631" y="472960"/>
                </a:lnTo>
                <a:lnTo>
                  <a:pt x="732154" y="458885"/>
                </a:lnTo>
                <a:lnTo>
                  <a:pt x="730860" y="454754"/>
                </a:lnTo>
                <a:lnTo>
                  <a:pt x="728241" y="453107"/>
                </a:lnTo>
                <a:lnTo>
                  <a:pt x="720310" y="452323"/>
                </a:lnTo>
                <a:lnTo>
                  <a:pt x="716818" y="453269"/>
                </a:lnTo>
                <a:lnTo>
                  <a:pt x="712895" y="455581"/>
                </a:lnTo>
                <a:lnTo>
                  <a:pt x="710475" y="459579"/>
                </a:lnTo>
                <a:lnTo>
                  <a:pt x="706646" y="473744"/>
                </a:lnTo>
                <a:lnTo>
                  <a:pt x="704999" y="476114"/>
                </a:lnTo>
                <a:lnTo>
                  <a:pt x="701360" y="478198"/>
                </a:lnTo>
                <a:lnTo>
                  <a:pt x="698914" y="474694"/>
                </a:lnTo>
                <a:lnTo>
                  <a:pt x="694337" y="459568"/>
                </a:lnTo>
                <a:lnTo>
                  <a:pt x="691356" y="454882"/>
                </a:lnTo>
                <a:lnTo>
                  <a:pt x="689736" y="453563"/>
                </a:lnTo>
                <a:lnTo>
                  <a:pt x="685675" y="452568"/>
                </a:lnTo>
                <a:lnTo>
                  <a:pt x="680584" y="452292"/>
                </a:lnTo>
                <a:lnTo>
                  <a:pt x="676594" y="452914"/>
                </a:lnTo>
                <a:close/>
                <a:moveTo>
                  <a:pt x="774402" y="452766"/>
                </a:moveTo>
                <a:lnTo>
                  <a:pt x="771556" y="453852"/>
                </a:lnTo>
                <a:lnTo>
                  <a:pt x="768857" y="456093"/>
                </a:lnTo>
                <a:lnTo>
                  <a:pt x="768857" y="505921"/>
                </a:lnTo>
                <a:lnTo>
                  <a:pt x="772209" y="508235"/>
                </a:lnTo>
                <a:lnTo>
                  <a:pt x="775608" y="508786"/>
                </a:lnTo>
                <a:lnTo>
                  <a:pt x="780936" y="507500"/>
                </a:lnTo>
                <a:lnTo>
                  <a:pt x="782461" y="505877"/>
                </a:lnTo>
                <a:lnTo>
                  <a:pt x="783587" y="496508"/>
                </a:lnTo>
                <a:lnTo>
                  <a:pt x="783643" y="469326"/>
                </a:lnTo>
                <a:lnTo>
                  <a:pt x="788420" y="465916"/>
                </a:lnTo>
                <a:lnTo>
                  <a:pt x="793457" y="465527"/>
                </a:lnTo>
                <a:lnTo>
                  <a:pt x="796417" y="466243"/>
                </a:lnTo>
                <a:lnTo>
                  <a:pt x="797407" y="467155"/>
                </a:lnTo>
                <a:lnTo>
                  <a:pt x="798607" y="470688"/>
                </a:lnTo>
                <a:lnTo>
                  <a:pt x="798798" y="505256"/>
                </a:lnTo>
                <a:lnTo>
                  <a:pt x="801160" y="507589"/>
                </a:lnTo>
                <a:lnTo>
                  <a:pt x="803880" y="508598"/>
                </a:lnTo>
                <a:lnTo>
                  <a:pt x="808582" y="508470"/>
                </a:lnTo>
                <a:lnTo>
                  <a:pt x="811333" y="507378"/>
                </a:lnTo>
                <a:lnTo>
                  <a:pt x="813140" y="505551"/>
                </a:lnTo>
                <a:lnTo>
                  <a:pt x="813650" y="500742"/>
                </a:lnTo>
                <a:lnTo>
                  <a:pt x="813954" y="457202"/>
                </a:lnTo>
                <a:lnTo>
                  <a:pt x="810623" y="454072"/>
                </a:lnTo>
                <a:lnTo>
                  <a:pt x="807891" y="452840"/>
                </a:lnTo>
                <a:lnTo>
                  <a:pt x="774402" y="452766"/>
                </a:lnTo>
                <a:close/>
                <a:moveTo>
                  <a:pt x="864225" y="453801"/>
                </a:moveTo>
                <a:lnTo>
                  <a:pt x="860484" y="457464"/>
                </a:lnTo>
                <a:lnTo>
                  <a:pt x="858536" y="461575"/>
                </a:lnTo>
                <a:lnTo>
                  <a:pt x="854932" y="475104"/>
                </a:lnTo>
                <a:lnTo>
                  <a:pt x="845955" y="500919"/>
                </a:lnTo>
                <a:lnTo>
                  <a:pt x="845635" y="505700"/>
                </a:lnTo>
                <a:lnTo>
                  <a:pt x="848423" y="508712"/>
                </a:lnTo>
                <a:lnTo>
                  <a:pt x="854248" y="508699"/>
                </a:lnTo>
                <a:lnTo>
                  <a:pt x="857040" y="506466"/>
                </a:lnTo>
                <a:lnTo>
                  <a:pt x="860142" y="500652"/>
                </a:lnTo>
                <a:lnTo>
                  <a:pt x="862229" y="498279"/>
                </a:lnTo>
                <a:lnTo>
                  <a:pt x="865034" y="497043"/>
                </a:lnTo>
                <a:lnTo>
                  <a:pt x="870258" y="496637"/>
                </a:lnTo>
                <a:lnTo>
                  <a:pt x="873327" y="497502"/>
                </a:lnTo>
                <a:lnTo>
                  <a:pt x="874874" y="498788"/>
                </a:lnTo>
                <a:lnTo>
                  <a:pt x="878687" y="505381"/>
                </a:lnTo>
                <a:lnTo>
                  <a:pt x="881126" y="507592"/>
                </a:lnTo>
                <a:lnTo>
                  <a:pt x="885443" y="508878"/>
                </a:lnTo>
                <a:lnTo>
                  <a:pt x="890812" y="508157"/>
                </a:lnTo>
                <a:lnTo>
                  <a:pt x="892466" y="506501"/>
                </a:lnTo>
                <a:lnTo>
                  <a:pt x="892909" y="504886"/>
                </a:lnTo>
                <a:lnTo>
                  <a:pt x="891939" y="498112"/>
                </a:lnTo>
                <a:lnTo>
                  <a:pt x="882297" y="469552"/>
                </a:lnTo>
                <a:lnTo>
                  <a:pt x="879015" y="457859"/>
                </a:lnTo>
                <a:lnTo>
                  <a:pt x="877384" y="455326"/>
                </a:lnTo>
                <a:lnTo>
                  <a:pt x="873818" y="453143"/>
                </a:lnTo>
                <a:lnTo>
                  <a:pt x="867557" y="452354"/>
                </a:lnTo>
                <a:lnTo>
                  <a:pt x="864225" y="453801"/>
                </a:lnTo>
                <a:close/>
                <a:moveTo>
                  <a:pt x="870435" y="479455"/>
                </a:moveTo>
                <a:lnTo>
                  <a:pt x="871239" y="481450"/>
                </a:lnTo>
                <a:lnTo>
                  <a:pt x="870198" y="483034"/>
                </a:lnTo>
                <a:lnTo>
                  <a:pt x="866978" y="483704"/>
                </a:lnTo>
                <a:lnTo>
                  <a:pt x="865340" y="482687"/>
                </a:lnTo>
                <a:lnTo>
                  <a:pt x="865058" y="480143"/>
                </a:lnTo>
                <a:lnTo>
                  <a:pt x="866251" y="478417"/>
                </a:lnTo>
                <a:lnTo>
                  <a:pt x="868275" y="478127"/>
                </a:lnTo>
                <a:lnTo>
                  <a:pt x="870435" y="479455"/>
                </a:lnTo>
                <a:close/>
                <a:moveTo>
                  <a:pt x="930169" y="452914"/>
                </a:moveTo>
                <a:lnTo>
                  <a:pt x="927807" y="455065"/>
                </a:lnTo>
                <a:lnTo>
                  <a:pt x="926677" y="461175"/>
                </a:lnTo>
                <a:lnTo>
                  <a:pt x="926417" y="494695"/>
                </a:lnTo>
                <a:lnTo>
                  <a:pt x="926702" y="504681"/>
                </a:lnTo>
                <a:lnTo>
                  <a:pt x="927251" y="506276"/>
                </a:lnTo>
                <a:lnTo>
                  <a:pt x="930301" y="508441"/>
                </a:lnTo>
                <a:lnTo>
                  <a:pt x="934532" y="509001"/>
                </a:lnTo>
                <a:lnTo>
                  <a:pt x="937234" y="508318"/>
                </a:lnTo>
                <a:lnTo>
                  <a:pt x="940224" y="506143"/>
                </a:lnTo>
                <a:lnTo>
                  <a:pt x="940710" y="492799"/>
                </a:lnTo>
                <a:lnTo>
                  <a:pt x="941499" y="488640"/>
                </a:lnTo>
                <a:lnTo>
                  <a:pt x="944368" y="486429"/>
                </a:lnTo>
                <a:lnTo>
                  <a:pt x="949345" y="485803"/>
                </a:lnTo>
                <a:lnTo>
                  <a:pt x="954061" y="486834"/>
                </a:lnTo>
                <a:lnTo>
                  <a:pt x="955896" y="488400"/>
                </a:lnTo>
                <a:lnTo>
                  <a:pt x="956636" y="505478"/>
                </a:lnTo>
                <a:lnTo>
                  <a:pt x="959393" y="508052"/>
                </a:lnTo>
                <a:lnTo>
                  <a:pt x="961546" y="508881"/>
                </a:lnTo>
                <a:lnTo>
                  <a:pt x="965297" y="508949"/>
                </a:lnTo>
                <a:lnTo>
                  <a:pt x="968576" y="507627"/>
                </a:lnTo>
                <a:lnTo>
                  <a:pt x="970682" y="505256"/>
                </a:lnTo>
                <a:lnTo>
                  <a:pt x="970682" y="457720"/>
                </a:lnTo>
                <a:lnTo>
                  <a:pt x="968908" y="454888"/>
                </a:lnTo>
                <a:lnTo>
                  <a:pt x="967170" y="453193"/>
                </a:lnTo>
                <a:lnTo>
                  <a:pt x="965359" y="452545"/>
                </a:lnTo>
                <a:lnTo>
                  <a:pt x="962105" y="452506"/>
                </a:lnTo>
                <a:lnTo>
                  <a:pt x="959567" y="453670"/>
                </a:lnTo>
                <a:lnTo>
                  <a:pt x="957236" y="457508"/>
                </a:lnTo>
                <a:lnTo>
                  <a:pt x="956882" y="467921"/>
                </a:lnTo>
                <a:lnTo>
                  <a:pt x="955987" y="470923"/>
                </a:lnTo>
                <a:lnTo>
                  <a:pt x="954052" y="472757"/>
                </a:lnTo>
                <a:lnTo>
                  <a:pt x="948937" y="473576"/>
                </a:lnTo>
                <a:lnTo>
                  <a:pt x="943835" y="472916"/>
                </a:lnTo>
                <a:lnTo>
                  <a:pt x="941425" y="471267"/>
                </a:lnTo>
                <a:lnTo>
                  <a:pt x="940492" y="467582"/>
                </a:lnTo>
                <a:lnTo>
                  <a:pt x="940371" y="456463"/>
                </a:lnTo>
                <a:lnTo>
                  <a:pt x="935338" y="452504"/>
                </a:lnTo>
                <a:lnTo>
                  <a:pt x="932911" y="452244"/>
                </a:lnTo>
                <a:lnTo>
                  <a:pt x="930169" y="452914"/>
                </a:lnTo>
                <a:close/>
                <a:moveTo>
                  <a:pt x="1011565" y="453654"/>
                </a:moveTo>
                <a:lnTo>
                  <a:pt x="1008870" y="455892"/>
                </a:lnTo>
                <a:lnTo>
                  <a:pt x="1008286" y="457965"/>
                </a:lnTo>
                <a:lnTo>
                  <a:pt x="1007794" y="504738"/>
                </a:lnTo>
                <a:lnTo>
                  <a:pt x="1010091" y="507283"/>
                </a:lnTo>
                <a:lnTo>
                  <a:pt x="1012955" y="508591"/>
                </a:lnTo>
                <a:lnTo>
                  <a:pt x="1016370" y="508949"/>
                </a:lnTo>
                <a:lnTo>
                  <a:pt x="1019401" y="508213"/>
                </a:lnTo>
                <a:lnTo>
                  <a:pt x="1023393" y="503546"/>
                </a:lnTo>
                <a:lnTo>
                  <a:pt x="1029677" y="493169"/>
                </a:lnTo>
                <a:lnTo>
                  <a:pt x="1036774" y="485221"/>
                </a:lnTo>
                <a:lnTo>
                  <a:pt x="1038833" y="487943"/>
                </a:lnTo>
                <a:lnTo>
                  <a:pt x="1039334" y="489749"/>
                </a:lnTo>
                <a:lnTo>
                  <a:pt x="1039067" y="501446"/>
                </a:lnTo>
                <a:lnTo>
                  <a:pt x="1039584" y="505773"/>
                </a:lnTo>
                <a:lnTo>
                  <a:pt x="1041212" y="507620"/>
                </a:lnTo>
                <a:lnTo>
                  <a:pt x="1043720" y="508693"/>
                </a:lnTo>
                <a:lnTo>
                  <a:pt x="1048030" y="508750"/>
                </a:lnTo>
                <a:lnTo>
                  <a:pt x="1050534" y="507687"/>
                </a:lnTo>
                <a:lnTo>
                  <a:pt x="1052743" y="505256"/>
                </a:lnTo>
                <a:lnTo>
                  <a:pt x="1052743" y="456463"/>
                </a:lnTo>
                <a:lnTo>
                  <a:pt x="1047723" y="452407"/>
                </a:lnTo>
                <a:lnTo>
                  <a:pt x="1044717" y="452241"/>
                </a:lnTo>
                <a:lnTo>
                  <a:pt x="1041625" y="453792"/>
                </a:lnTo>
                <a:lnTo>
                  <a:pt x="1036928" y="459277"/>
                </a:lnTo>
                <a:lnTo>
                  <a:pt x="1027786" y="473670"/>
                </a:lnTo>
                <a:lnTo>
                  <a:pt x="1025049" y="476275"/>
                </a:lnTo>
                <a:lnTo>
                  <a:pt x="1023960" y="475800"/>
                </a:lnTo>
                <a:lnTo>
                  <a:pt x="1022827" y="472903"/>
                </a:lnTo>
                <a:lnTo>
                  <a:pt x="1022175" y="459163"/>
                </a:lnTo>
                <a:lnTo>
                  <a:pt x="1020938" y="454614"/>
                </a:lnTo>
                <a:lnTo>
                  <a:pt x="1019031" y="452988"/>
                </a:lnTo>
                <a:lnTo>
                  <a:pt x="1016748" y="452289"/>
                </a:lnTo>
                <a:lnTo>
                  <a:pt x="1014576" y="452344"/>
                </a:lnTo>
                <a:lnTo>
                  <a:pt x="1011565" y="453654"/>
                </a:lnTo>
                <a:close/>
                <a:moveTo>
                  <a:pt x="1091851" y="455058"/>
                </a:moveTo>
                <a:lnTo>
                  <a:pt x="1089707" y="457276"/>
                </a:lnTo>
                <a:lnTo>
                  <a:pt x="1090077" y="497863"/>
                </a:lnTo>
                <a:lnTo>
                  <a:pt x="1090484" y="505106"/>
                </a:lnTo>
                <a:lnTo>
                  <a:pt x="1091340" y="506622"/>
                </a:lnTo>
                <a:lnTo>
                  <a:pt x="1093741" y="508061"/>
                </a:lnTo>
                <a:lnTo>
                  <a:pt x="1096832" y="508721"/>
                </a:lnTo>
                <a:lnTo>
                  <a:pt x="1099985" y="508556"/>
                </a:lnTo>
                <a:lnTo>
                  <a:pt x="1102573" y="507520"/>
                </a:lnTo>
                <a:lnTo>
                  <a:pt x="1112534" y="490852"/>
                </a:lnTo>
                <a:lnTo>
                  <a:pt x="1115333" y="488520"/>
                </a:lnTo>
                <a:lnTo>
                  <a:pt x="1118593" y="487076"/>
                </a:lnTo>
                <a:lnTo>
                  <a:pt x="1119697" y="487386"/>
                </a:lnTo>
                <a:lnTo>
                  <a:pt x="1120249" y="488945"/>
                </a:lnTo>
                <a:lnTo>
                  <a:pt x="1121718" y="506660"/>
                </a:lnTo>
                <a:lnTo>
                  <a:pt x="1124489" y="508366"/>
                </a:lnTo>
                <a:lnTo>
                  <a:pt x="1128718" y="508885"/>
                </a:lnTo>
                <a:lnTo>
                  <a:pt x="1132667" y="508112"/>
                </a:lnTo>
                <a:lnTo>
                  <a:pt x="1135543" y="506069"/>
                </a:lnTo>
                <a:lnTo>
                  <a:pt x="1135329" y="462970"/>
                </a:lnTo>
                <a:lnTo>
                  <a:pt x="1133914" y="454821"/>
                </a:lnTo>
                <a:lnTo>
                  <a:pt x="1131729" y="453162"/>
                </a:lnTo>
                <a:lnTo>
                  <a:pt x="1128150" y="452914"/>
                </a:lnTo>
                <a:lnTo>
                  <a:pt x="1125933" y="453286"/>
                </a:lnTo>
                <a:lnTo>
                  <a:pt x="1122698" y="455151"/>
                </a:lnTo>
                <a:lnTo>
                  <a:pt x="1119742" y="458412"/>
                </a:lnTo>
                <a:lnTo>
                  <a:pt x="1110037" y="474132"/>
                </a:lnTo>
                <a:lnTo>
                  <a:pt x="1107468" y="475777"/>
                </a:lnTo>
                <a:lnTo>
                  <a:pt x="1105987" y="475334"/>
                </a:lnTo>
                <a:lnTo>
                  <a:pt x="1105013" y="473541"/>
                </a:lnTo>
                <a:lnTo>
                  <a:pt x="1104493" y="456537"/>
                </a:lnTo>
                <a:lnTo>
                  <a:pt x="1101758" y="454028"/>
                </a:lnTo>
                <a:lnTo>
                  <a:pt x="1098515" y="452855"/>
                </a:lnTo>
                <a:lnTo>
                  <a:pt x="1094970" y="453206"/>
                </a:lnTo>
                <a:lnTo>
                  <a:pt x="1091851" y="455058"/>
                </a:lnTo>
                <a:close/>
                <a:moveTo>
                  <a:pt x="1459794" y="457424"/>
                </a:moveTo>
                <a:lnTo>
                  <a:pt x="1459276" y="460381"/>
                </a:lnTo>
                <a:lnTo>
                  <a:pt x="1463585" y="469943"/>
                </a:lnTo>
                <a:lnTo>
                  <a:pt x="1462660" y="471881"/>
                </a:lnTo>
                <a:lnTo>
                  <a:pt x="1457472" y="473184"/>
                </a:lnTo>
                <a:lnTo>
                  <a:pt x="1444050" y="472073"/>
                </a:lnTo>
                <a:lnTo>
                  <a:pt x="1436232" y="473083"/>
                </a:lnTo>
                <a:lnTo>
                  <a:pt x="1431553" y="475642"/>
                </a:lnTo>
                <a:lnTo>
                  <a:pt x="1430870" y="479057"/>
                </a:lnTo>
                <a:lnTo>
                  <a:pt x="1432466" y="482516"/>
                </a:lnTo>
                <a:lnTo>
                  <a:pt x="1436008" y="484718"/>
                </a:lnTo>
                <a:lnTo>
                  <a:pt x="1444215" y="487144"/>
                </a:lnTo>
                <a:lnTo>
                  <a:pt x="1453897" y="488228"/>
                </a:lnTo>
                <a:lnTo>
                  <a:pt x="1456485" y="489204"/>
                </a:lnTo>
                <a:lnTo>
                  <a:pt x="1459289" y="491661"/>
                </a:lnTo>
                <a:lnTo>
                  <a:pt x="1464697" y="503328"/>
                </a:lnTo>
                <a:lnTo>
                  <a:pt x="1472096" y="524154"/>
                </a:lnTo>
                <a:lnTo>
                  <a:pt x="1482526" y="539268"/>
                </a:lnTo>
                <a:lnTo>
                  <a:pt x="1489404" y="555429"/>
                </a:lnTo>
                <a:lnTo>
                  <a:pt x="1490908" y="564620"/>
                </a:lnTo>
                <a:lnTo>
                  <a:pt x="1491433" y="595501"/>
                </a:lnTo>
                <a:lnTo>
                  <a:pt x="1493579" y="606168"/>
                </a:lnTo>
                <a:lnTo>
                  <a:pt x="1491093" y="621879"/>
                </a:lnTo>
                <a:lnTo>
                  <a:pt x="1487991" y="656320"/>
                </a:lnTo>
                <a:lnTo>
                  <a:pt x="1486468" y="663355"/>
                </a:lnTo>
                <a:lnTo>
                  <a:pt x="1483021" y="671704"/>
                </a:lnTo>
                <a:lnTo>
                  <a:pt x="1480764" y="675166"/>
                </a:lnTo>
                <a:lnTo>
                  <a:pt x="1477666" y="677805"/>
                </a:lnTo>
                <a:lnTo>
                  <a:pt x="1473769" y="679592"/>
                </a:lnTo>
                <a:lnTo>
                  <a:pt x="1469117" y="680500"/>
                </a:lnTo>
                <a:lnTo>
                  <a:pt x="1462455" y="680614"/>
                </a:lnTo>
                <a:lnTo>
                  <a:pt x="1455108" y="671351"/>
                </a:lnTo>
                <a:lnTo>
                  <a:pt x="1455172" y="669597"/>
                </a:lnTo>
                <a:lnTo>
                  <a:pt x="1456448" y="668241"/>
                </a:lnTo>
                <a:lnTo>
                  <a:pt x="1465295" y="666593"/>
                </a:lnTo>
                <a:lnTo>
                  <a:pt x="1467972" y="665271"/>
                </a:lnTo>
                <a:lnTo>
                  <a:pt x="1469404" y="663463"/>
                </a:lnTo>
                <a:lnTo>
                  <a:pt x="1469626" y="629234"/>
                </a:lnTo>
                <a:lnTo>
                  <a:pt x="1465717" y="619044"/>
                </a:lnTo>
                <a:lnTo>
                  <a:pt x="1463556" y="604816"/>
                </a:lnTo>
                <a:lnTo>
                  <a:pt x="1461690" y="599056"/>
                </a:lnTo>
                <a:lnTo>
                  <a:pt x="1456834" y="591496"/>
                </a:lnTo>
                <a:lnTo>
                  <a:pt x="1447151" y="583036"/>
                </a:lnTo>
                <a:lnTo>
                  <a:pt x="1442650" y="581044"/>
                </a:lnTo>
                <a:lnTo>
                  <a:pt x="1439236" y="582094"/>
                </a:lnTo>
                <a:lnTo>
                  <a:pt x="1423304" y="605672"/>
                </a:lnTo>
                <a:lnTo>
                  <a:pt x="1419746" y="608879"/>
                </a:lnTo>
                <a:lnTo>
                  <a:pt x="1416173" y="609181"/>
                </a:lnTo>
                <a:lnTo>
                  <a:pt x="1410322" y="604957"/>
                </a:lnTo>
                <a:lnTo>
                  <a:pt x="1407387" y="603627"/>
                </a:lnTo>
                <a:lnTo>
                  <a:pt x="1404792" y="603754"/>
                </a:lnTo>
                <a:lnTo>
                  <a:pt x="1402203" y="605799"/>
                </a:lnTo>
                <a:lnTo>
                  <a:pt x="1408191" y="624992"/>
                </a:lnTo>
                <a:lnTo>
                  <a:pt x="1410427" y="626652"/>
                </a:lnTo>
                <a:lnTo>
                  <a:pt x="1416108" y="627724"/>
                </a:lnTo>
                <a:lnTo>
                  <a:pt x="1421253" y="626992"/>
                </a:lnTo>
                <a:lnTo>
                  <a:pt x="1425387" y="624560"/>
                </a:lnTo>
                <a:lnTo>
                  <a:pt x="1432680" y="617681"/>
                </a:lnTo>
                <a:lnTo>
                  <a:pt x="1444342" y="605050"/>
                </a:lnTo>
                <a:lnTo>
                  <a:pt x="1445950" y="605005"/>
                </a:lnTo>
                <a:lnTo>
                  <a:pt x="1447466" y="606784"/>
                </a:lnTo>
                <a:lnTo>
                  <a:pt x="1448169" y="610259"/>
                </a:lnTo>
                <a:lnTo>
                  <a:pt x="1448261" y="620215"/>
                </a:lnTo>
                <a:lnTo>
                  <a:pt x="1453805" y="629973"/>
                </a:lnTo>
                <a:lnTo>
                  <a:pt x="1454323" y="647273"/>
                </a:lnTo>
                <a:lnTo>
                  <a:pt x="1450732" y="650436"/>
                </a:lnTo>
                <a:lnTo>
                  <a:pt x="1443512" y="651694"/>
                </a:lnTo>
                <a:lnTo>
                  <a:pt x="1440395" y="653933"/>
                </a:lnTo>
                <a:lnTo>
                  <a:pt x="1435286" y="662880"/>
                </a:lnTo>
                <a:lnTo>
                  <a:pt x="1433616" y="667019"/>
                </a:lnTo>
                <a:lnTo>
                  <a:pt x="1433235" y="669996"/>
                </a:lnTo>
                <a:lnTo>
                  <a:pt x="1435248" y="673952"/>
                </a:lnTo>
                <a:lnTo>
                  <a:pt x="1445788" y="686150"/>
                </a:lnTo>
                <a:lnTo>
                  <a:pt x="1448762" y="693093"/>
                </a:lnTo>
                <a:lnTo>
                  <a:pt x="1448069" y="697201"/>
                </a:lnTo>
                <a:lnTo>
                  <a:pt x="1440754" y="706429"/>
                </a:lnTo>
                <a:lnTo>
                  <a:pt x="1440683" y="709650"/>
                </a:lnTo>
                <a:lnTo>
                  <a:pt x="1444464" y="713594"/>
                </a:lnTo>
                <a:lnTo>
                  <a:pt x="1447870" y="714995"/>
                </a:lnTo>
                <a:lnTo>
                  <a:pt x="1453779" y="715978"/>
                </a:lnTo>
                <a:lnTo>
                  <a:pt x="1458729" y="715372"/>
                </a:lnTo>
                <a:lnTo>
                  <a:pt x="1460647" y="714000"/>
                </a:lnTo>
                <a:lnTo>
                  <a:pt x="1464723" y="708456"/>
                </a:lnTo>
                <a:lnTo>
                  <a:pt x="1467977" y="700578"/>
                </a:lnTo>
                <a:lnTo>
                  <a:pt x="1471641" y="697045"/>
                </a:lnTo>
                <a:lnTo>
                  <a:pt x="1477500" y="694590"/>
                </a:lnTo>
                <a:lnTo>
                  <a:pt x="1487905" y="692060"/>
                </a:lnTo>
                <a:lnTo>
                  <a:pt x="1493991" y="683710"/>
                </a:lnTo>
                <a:lnTo>
                  <a:pt x="1500824" y="672556"/>
                </a:lnTo>
                <a:lnTo>
                  <a:pt x="1505454" y="640371"/>
                </a:lnTo>
                <a:lnTo>
                  <a:pt x="1507313" y="616590"/>
                </a:lnTo>
                <a:lnTo>
                  <a:pt x="1507034" y="554566"/>
                </a:lnTo>
                <a:lnTo>
                  <a:pt x="1499243" y="537129"/>
                </a:lnTo>
                <a:lnTo>
                  <a:pt x="1494897" y="530104"/>
                </a:lnTo>
                <a:lnTo>
                  <a:pt x="1490594" y="524764"/>
                </a:lnTo>
                <a:lnTo>
                  <a:pt x="1484552" y="514105"/>
                </a:lnTo>
                <a:lnTo>
                  <a:pt x="1483838" y="511178"/>
                </a:lnTo>
                <a:lnTo>
                  <a:pt x="1484566" y="507026"/>
                </a:lnTo>
                <a:lnTo>
                  <a:pt x="1486071" y="506360"/>
                </a:lnTo>
                <a:lnTo>
                  <a:pt x="1489970" y="509277"/>
                </a:lnTo>
                <a:lnTo>
                  <a:pt x="1503696" y="527360"/>
                </a:lnTo>
                <a:lnTo>
                  <a:pt x="1510532" y="537518"/>
                </a:lnTo>
                <a:lnTo>
                  <a:pt x="1515302" y="542843"/>
                </a:lnTo>
                <a:lnTo>
                  <a:pt x="1519459" y="546374"/>
                </a:lnTo>
                <a:lnTo>
                  <a:pt x="1523006" y="552092"/>
                </a:lnTo>
                <a:lnTo>
                  <a:pt x="1526356" y="559814"/>
                </a:lnTo>
                <a:lnTo>
                  <a:pt x="1530099" y="566370"/>
                </a:lnTo>
                <a:lnTo>
                  <a:pt x="1534776" y="572309"/>
                </a:lnTo>
                <a:lnTo>
                  <a:pt x="1539860" y="577041"/>
                </a:lnTo>
                <a:lnTo>
                  <a:pt x="1544828" y="579978"/>
                </a:lnTo>
                <a:lnTo>
                  <a:pt x="1547103" y="580589"/>
                </a:lnTo>
                <a:lnTo>
                  <a:pt x="1551063" y="580044"/>
                </a:lnTo>
                <a:lnTo>
                  <a:pt x="1553235" y="576901"/>
                </a:lnTo>
                <a:lnTo>
                  <a:pt x="1554200" y="570313"/>
                </a:lnTo>
                <a:lnTo>
                  <a:pt x="1558488" y="568658"/>
                </a:lnTo>
                <a:lnTo>
                  <a:pt x="1563716" y="567751"/>
                </a:lnTo>
                <a:lnTo>
                  <a:pt x="1565151" y="565461"/>
                </a:lnTo>
                <a:lnTo>
                  <a:pt x="1563812" y="561874"/>
                </a:lnTo>
                <a:lnTo>
                  <a:pt x="1559049" y="557080"/>
                </a:lnTo>
                <a:lnTo>
                  <a:pt x="1539590" y="547471"/>
                </a:lnTo>
                <a:lnTo>
                  <a:pt x="1535705" y="544434"/>
                </a:lnTo>
                <a:lnTo>
                  <a:pt x="1532789" y="540418"/>
                </a:lnTo>
                <a:lnTo>
                  <a:pt x="1530321" y="532092"/>
                </a:lnTo>
                <a:lnTo>
                  <a:pt x="1529378" y="525166"/>
                </a:lnTo>
                <a:lnTo>
                  <a:pt x="1530584" y="522378"/>
                </a:lnTo>
                <a:lnTo>
                  <a:pt x="1537308" y="517389"/>
                </a:lnTo>
                <a:lnTo>
                  <a:pt x="1537419" y="513092"/>
                </a:lnTo>
                <a:lnTo>
                  <a:pt x="1535948" y="510256"/>
                </a:lnTo>
                <a:lnTo>
                  <a:pt x="1495390" y="481793"/>
                </a:lnTo>
                <a:lnTo>
                  <a:pt x="1491773" y="478055"/>
                </a:lnTo>
                <a:lnTo>
                  <a:pt x="1484686" y="468725"/>
                </a:lnTo>
                <a:lnTo>
                  <a:pt x="1473470" y="458015"/>
                </a:lnTo>
                <a:lnTo>
                  <a:pt x="1470543" y="456634"/>
                </a:lnTo>
                <a:lnTo>
                  <a:pt x="1465662" y="455724"/>
                </a:lnTo>
                <a:lnTo>
                  <a:pt x="1461479" y="456251"/>
                </a:lnTo>
                <a:lnTo>
                  <a:pt x="1459794" y="457424"/>
                </a:lnTo>
                <a:close/>
                <a:moveTo>
                  <a:pt x="993970" y="533496"/>
                </a:moveTo>
                <a:lnTo>
                  <a:pt x="985617" y="534769"/>
                </a:lnTo>
                <a:lnTo>
                  <a:pt x="977761" y="536871"/>
                </a:lnTo>
                <a:lnTo>
                  <a:pt x="970454" y="539759"/>
                </a:lnTo>
                <a:lnTo>
                  <a:pt x="963749" y="543390"/>
                </a:lnTo>
                <a:lnTo>
                  <a:pt x="957698" y="547718"/>
                </a:lnTo>
                <a:lnTo>
                  <a:pt x="952356" y="552701"/>
                </a:lnTo>
                <a:lnTo>
                  <a:pt x="947773" y="558295"/>
                </a:lnTo>
                <a:lnTo>
                  <a:pt x="944003" y="564454"/>
                </a:lnTo>
                <a:lnTo>
                  <a:pt x="941100" y="571136"/>
                </a:lnTo>
                <a:lnTo>
                  <a:pt x="939115" y="578297"/>
                </a:lnTo>
                <a:lnTo>
                  <a:pt x="937784" y="584877"/>
                </a:lnTo>
                <a:lnTo>
                  <a:pt x="937784" y="692073"/>
                </a:lnTo>
                <a:lnTo>
                  <a:pt x="940420" y="704808"/>
                </a:lnTo>
                <a:lnTo>
                  <a:pt x="944642" y="715015"/>
                </a:lnTo>
                <a:lnTo>
                  <a:pt x="947494" y="719725"/>
                </a:lnTo>
                <a:lnTo>
                  <a:pt x="954514" y="728162"/>
                </a:lnTo>
                <a:lnTo>
                  <a:pt x="963070" y="735020"/>
                </a:lnTo>
                <a:lnTo>
                  <a:pt x="972900" y="739979"/>
                </a:lnTo>
                <a:lnTo>
                  <a:pt x="984821" y="743693"/>
                </a:lnTo>
                <a:lnTo>
                  <a:pt x="1008580" y="744639"/>
                </a:lnTo>
                <a:lnTo>
                  <a:pt x="1080013" y="744507"/>
                </a:lnTo>
                <a:lnTo>
                  <a:pt x="1089960" y="743244"/>
                </a:lnTo>
                <a:lnTo>
                  <a:pt x="1104136" y="737913"/>
                </a:lnTo>
                <a:lnTo>
                  <a:pt x="1113762" y="731440"/>
                </a:lnTo>
                <a:lnTo>
                  <a:pt x="1121791" y="723831"/>
                </a:lnTo>
                <a:lnTo>
                  <a:pt x="1128653" y="713075"/>
                </a:lnTo>
                <a:lnTo>
                  <a:pt x="1133774" y="697607"/>
                </a:lnTo>
                <a:lnTo>
                  <a:pt x="1134776" y="683729"/>
                </a:lnTo>
                <a:lnTo>
                  <a:pt x="1135000" y="667333"/>
                </a:lnTo>
                <a:lnTo>
                  <a:pt x="1134434" y="579702"/>
                </a:lnTo>
                <a:lnTo>
                  <a:pt x="1127740" y="563549"/>
                </a:lnTo>
                <a:lnTo>
                  <a:pt x="1123742" y="557440"/>
                </a:lnTo>
                <a:lnTo>
                  <a:pt x="1118686" y="551311"/>
                </a:lnTo>
                <a:lnTo>
                  <a:pt x="1109743" y="543874"/>
                </a:lnTo>
                <a:lnTo>
                  <a:pt x="1099934" y="538718"/>
                </a:lnTo>
                <a:lnTo>
                  <a:pt x="1081945" y="533201"/>
                </a:lnTo>
                <a:lnTo>
                  <a:pt x="993970" y="533496"/>
                </a:lnTo>
                <a:close/>
                <a:moveTo>
                  <a:pt x="1075735" y="579702"/>
                </a:moveTo>
                <a:lnTo>
                  <a:pt x="1079972" y="582140"/>
                </a:lnTo>
                <a:lnTo>
                  <a:pt x="1085228" y="587462"/>
                </a:lnTo>
                <a:lnTo>
                  <a:pt x="1087415" y="591530"/>
                </a:lnTo>
                <a:lnTo>
                  <a:pt x="1087733" y="595149"/>
                </a:lnTo>
                <a:lnTo>
                  <a:pt x="1088241" y="625782"/>
                </a:lnTo>
                <a:lnTo>
                  <a:pt x="1087917" y="675733"/>
                </a:lnTo>
                <a:lnTo>
                  <a:pt x="1087341" y="686750"/>
                </a:lnTo>
                <a:lnTo>
                  <a:pt x="1084672" y="691445"/>
                </a:lnTo>
                <a:lnTo>
                  <a:pt x="1079431" y="697322"/>
                </a:lnTo>
                <a:lnTo>
                  <a:pt x="1066272" y="701388"/>
                </a:lnTo>
                <a:lnTo>
                  <a:pt x="1002841" y="700945"/>
                </a:lnTo>
                <a:lnTo>
                  <a:pt x="991752" y="696371"/>
                </a:lnTo>
                <a:lnTo>
                  <a:pt x="987590" y="691837"/>
                </a:lnTo>
                <a:lnTo>
                  <a:pt x="983028" y="683202"/>
                </a:lnTo>
                <a:lnTo>
                  <a:pt x="983176" y="595744"/>
                </a:lnTo>
                <a:lnTo>
                  <a:pt x="988245" y="585792"/>
                </a:lnTo>
                <a:lnTo>
                  <a:pt x="993686" y="580863"/>
                </a:lnTo>
                <a:lnTo>
                  <a:pt x="996483" y="579628"/>
                </a:lnTo>
                <a:lnTo>
                  <a:pt x="999622" y="579213"/>
                </a:lnTo>
                <a:lnTo>
                  <a:pt x="1047125" y="578590"/>
                </a:lnTo>
                <a:lnTo>
                  <a:pt x="1075735" y="579702"/>
                </a:lnTo>
                <a:close/>
                <a:moveTo>
                  <a:pt x="44875" y="537932"/>
                </a:moveTo>
                <a:lnTo>
                  <a:pt x="2809" y="538302"/>
                </a:lnTo>
                <a:lnTo>
                  <a:pt x="0" y="541776"/>
                </a:lnTo>
                <a:lnTo>
                  <a:pt x="0" y="577706"/>
                </a:lnTo>
                <a:lnTo>
                  <a:pt x="2809" y="581180"/>
                </a:lnTo>
                <a:lnTo>
                  <a:pt x="107270" y="581550"/>
                </a:lnTo>
                <a:lnTo>
                  <a:pt x="114386" y="584576"/>
                </a:lnTo>
                <a:lnTo>
                  <a:pt x="117376" y="586553"/>
                </a:lnTo>
                <a:lnTo>
                  <a:pt x="122721" y="593600"/>
                </a:lnTo>
                <a:lnTo>
                  <a:pt x="122537" y="609726"/>
                </a:lnTo>
                <a:lnTo>
                  <a:pt x="121612" y="613689"/>
                </a:lnTo>
                <a:lnTo>
                  <a:pt x="118065" y="614950"/>
                </a:lnTo>
                <a:lnTo>
                  <a:pt x="112341" y="615354"/>
                </a:lnTo>
                <a:lnTo>
                  <a:pt x="54190" y="616149"/>
                </a:lnTo>
                <a:lnTo>
                  <a:pt x="52782" y="618236"/>
                </a:lnTo>
                <a:lnTo>
                  <a:pt x="52034" y="623265"/>
                </a:lnTo>
                <a:lnTo>
                  <a:pt x="51942" y="649414"/>
                </a:lnTo>
                <a:lnTo>
                  <a:pt x="53025" y="657685"/>
                </a:lnTo>
                <a:lnTo>
                  <a:pt x="54049" y="659435"/>
                </a:lnTo>
                <a:lnTo>
                  <a:pt x="55311" y="660043"/>
                </a:lnTo>
                <a:lnTo>
                  <a:pt x="119616" y="660654"/>
                </a:lnTo>
                <a:lnTo>
                  <a:pt x="123091" y="663463"/>
                </a:lnTo>
                <a:lnTo>
                  <a:pt x="121977" y="685414"/>
                </a:lnTo>
                <a:lnTo>
                  <a:pt x="120400" y="688348"/>
                </a:lnTo>
                <a:lnTo>
                  <a:pt x="116662" y="691947"/>
                </a:lnTo>
                <a:lnTo>
                  <a:pt x="108305" y="696509"/>
                </a:lnTo>
                <a:lnTo>
                  <a:pt x="3105" y="697248"/>
                </a:lnTo>
                <a:lnTo>
                  <a:pt x="0" y="700058"/>
                </a:lnTo>
                <a:lnTo>
                  <a:pt x="0" y="737391"/>
                </a:lnTo>
                <a:lnTo>
                  <a:pt x="2809" y="740866"/>
                </a:lnTo>
                <a:lnTo>
                  <a:pt x="104720" y="740922"/>
                </a:lnTo>
                <a:lnTo>
                  <a:pt x="119030" y="740002"/>
                </a:lnTo>
                <a:lnTo>
                  <a:pt x="129894" y="738524"/>
                </a:lnTo>
                <a:lnTo>
                  <a:pt x="137139" y="736421"/>
                </a:lnTo>
                <a:lnTo>
                  <a:pt x="147045" y="732226"/>
                </a:lnTo>
                <a:lnTo>
                  <a:pt x="156014" y="724615"/>
                </a:lnTo>
                <a:lnTo>
                  <a:pt x="161829" y="716127"/>
                </a:lnTo>
                <a:lnTo>
                  <a:pt x="164892" y="708932"/>
                </a:lnTo>
                <a:lnTo>
                  <a:pt x="168437" y="697312"/>
                </a:lnTo>
                <a:lnTo>
                  <a:pt x="169338" y="690677"/>
                </a:lnTo>
                <a:lnTo>
                  <a:pt x="170442" y="655647"/>
                </a:lnTo>
                <a:lnTo>
                  <a:pt x="169648" y="593859"/>
                </a:lnTo>
                <a:lnTo>
                  <a:pt x="168333" y="579950"/>
                </a:lnTo>
                <a:lnTo>
                  <a:pt x="162957" y="563155"/>
                </a:lnTo>
                <a:lnTo>
                  <a:pt x="159043" y="556610"/>
                </a:lnTo>
                <a:lnTo>
                  <a:pt x="156571" y="553697"/>
                </a:lnTo>
                <a:lnTo>
                  <a:pt x="150580" y="548574"/>
                </a:lnTo>
                <a:lnTo>
                  <a:pt x="143164" y="544362"/>
                </a:lnTo>
                <a:lnTo>
                  <a:pt x="131240" y="540111"/>
                </a:lnTo>
                <a:lnTo>
                  <a:pt x="121609" y="538587"/>
                </a:lnTo>
                <a:lnTo>
                  <a:pt x="106410" y="537836"/>
                </a:lnTo>
                <a:lnTo>
                  <a:pt x="44875" y="537932"/>
                </a:lnTo>
                <a:close/>
                <a:moveTo>
                  <a:pt x="337336" y="537784"/>
                </a:moveTo>
                <a:lnTo>
                  <a:pt x="332710" y="538555"/>
                </a:lnTo>
                <a:lnTo>
                  <a:pt x="331791" y="539189"/>
                </a:lnTo>
                <a:lnTo>
                  <a:pt x="331398" y="540663"/>
                </a:lnTo>
                <a:lnTo>
                  <a:pt x="330091" y="610234"/>
                </a:lnTo>
                <a:lnTo>
                  <a:pt x="327282" y="613339"/>
                </a:lnTo>
                <a:lnTo>
                  <a:pt x="261293" y="613263"/>
                </a:lnTo>
                <a:lnTo>
                  <a:pt x="238050" y="612600"/>
                </a:lnTo>
                <a:lnTo>
                  <a:pt x="236238" y="609913"/>
                </a:lnTo>
                <a:lnTo>
                  <a:pt x="235367" y="601401"/>
                </a:lnTo>
                <a:lnTo>
                  <a:pt x="235093" y="540224"/>
                </a:lnTo>
                <a:lnTo>
                  <a:pt x="232291" y="538595"/>
                </a:lnTo>
                <a:lnTo>
                  <a:pt x="228412" y="538135"/>
                </a:lnTo>
                <a:lnTo>
                  <a:pt x="191475" y="537932"/>
                </a:lnTo>
                <a:lnTo>
                  <a:pt x="188518" y="540889"/>
                </a:lnTo>
                <a:lnTo>
                  <a:pt x="188518" y="737539"/>
                </a:lnTo>
                <a:lnTo>
                  <a:pt x="190608" y="739515"/>
                </a:lnTo>
                <a:lnTo>
                  <a:pt x="194098" y="740678"/>
                </a:lnTo>
                <a:lnTo>
                  <a:pt x="198439" y="741057"/>
                </a:lnTo>
                <a:lnTo>
                  <a:pt x="232062" y="740866"/>
                </a:lnTo>
                <a:lnTo>
                  <a:pt x="235241" y="737687"/>
                </a:lnTo>
                <a:lnTo>
                  <a:pt x="235207" y="675853"/>
                </a:lnTo>
                <a:lnTo>
                  <a:pt x="236193" y="661269"/>
                </a:lnTo>
                <a:lnTo>
                  <a:pt x="237301" y="658984"/>
                </a:lnTo>
                <a:lnTo>
                  <a:pt x="238768" y="658307"/>
                </a:lnTo>
                <a:lnTo>
                  <a:pt x="255424" y="657829"/>
                </a:lnTo>
                <a:lnTo>
                  <a:pt x="327430" y="657696"/>
                </a:lnTo>
                <a:lnTo>
                  <a:pt x="330461" y="661615"/>
                </a:lnTo>
                <a:lnTo>
                  <a:pt x="330461" y="737613"/>
                </a:lnTo>
                <a:lnTo>
                  <a:pt x="334157" y="741310"/>
                </a:lnTo>
                <a:lnTo>
                  <a:pt x="373265" y="740866"/>
                </a:lnTo>
                <a:lnTo>
                  <a:pt x="376592" y="737539"/>
                </a:lnTo>
                <a:lnTo>
                  <a:pt x="376296" y="541629"/>
                </a:lnTo>
                <a:lnTo>
                  <a:pt x="374312" y="539122"/>
                </a:lnTo>
                <a:lnTo>
                  <a:pt x="370482" y="538461"/>
                </a:lnTo>
                <a:lnTo>
                  <a:pt x="337336" y="537784"/>
                </a:lnTo>
                <a:close/>
                <a:moveTo>
                  <a:pt x="441723" y="538745"/>
                </a:moveTo>
                <a:lnTo>
                  <a:pt x="433842" y="540647"/>
                </a:lnTo>
                <a:lnTo>
                  <a:pt x="423148" y="544652"/>
                </a:lnTo>
                <a:lnTo>
                  <a:pt x="417549" y="547765"/>
                </a:lnTo>
                <a:lnTo>
                  <a:pt x="412485" y="552226"/>
                </a:lnTo>
                <a:lnTo>
                  <a:pt x="408164" y="557461"/>
                </a:lnTo>
                <a:lnTo>
                  <a:pt x="403220" y="566515"/>
                </a:lnTo>
                <a:lnTo>
                  <a:pt x="401047" y="573187"/>
                </a:lnTo>
                <a:lnTo>
                  <a:pt x="398475" y="585912"/>
                </a:lnTo>
                <a:lnTo>
                  <a:pt x="397848" y="613713"/>
                </a:lnTo>
                <a:lnTo>
                  <a:pt x="398105" y="692073"/>
                </a:lnTo>
                <a:lnTo>
                  <a:pt x="401452" y="706431"/>
                </a:lnTo>
                <a:lnTo>
                  <a:pt x="406557" y="718446"/>
                </a:lnTo>
                <a:lnTo>
                  <a:pt x="411353" y="724796"/>
                </a:lnTo>
                <a:lnTo>
                  <a:pt x="420917" y="732220"/>
                </a:lnTo>
                <a:lnTo>
                  <a:pt x="432390" y="737346"/>
                </a:lnTo>
                <a:lnTo>
                  <a:pt x="441083" y="739301"/>
                </a:lnTo>
                <a:lnTo>
                  <a:pt x="454346" y="740355"/>
                </a:lnTo>
                <a:lnTo>
                  <a:pt x="475654" y="740784"/>
                </a:lnTo>
                <a:lnTo>
                  <a:pt x="563484" y="740866"/>
                </a:lnTo>
                <a:lnTo>
                  <a:pt x="566293" y="737391"/>
                </a:lnTo>
                <a:lnTo>
                  <a:pt x="566173" y="705324"/>
                </a:lnTo>
                <a:lnTo>
                  <a:pt x="565775" y="700732"/>
                </a:lnTo>
                <a:lnTo>
                  <a:pt x="564258" y="697881"/>
                </a:lnTo>
                <a:lnTo>
                  <a:pt x="561448" y="697182"/>
                </a:lnTo>
                <a:lnTo>
                  <a:pt x="551620" y="696992"/>
                </a:lnTo>
                <a:lnTo>
                  <a:pt x="459466" y="696509"/>
                </a:lnTo>
                <a:lnTo>
                  <a:pt x="452194" y="692915"/>
                </a:lnTo>
                <a:lnTo>
                  <a:pt x="447085" y="688308"/>
                </a:lnTo>
                <a:lnTo>
                  <a:pt x="444370" y="681553"/>
                </a:lnTo>
                <a:lnTo>
                  <a:pt x="443571" y="671669"/>
                </a:lnTo>
                <a:lnTo>
                  <a:pt x="443971" y="664201"/>
                </a:lnTo>
                <a:lnTo>
                  <a:pt x="446676" y="661023"/>
                </a:lnTo>
                <a:lnTo>
                  <a:pt x="563410" y="659693"/>
                </a:lnTo>
                <a:lnTo>
                  <a:pt x="565141" y="657783"/>
                </a:lnTo>
                <a:lnTo>
                  <a:pt x="565794" y="654943"/>
                </a:lnTo>
                <a:lnTo>
                  <a:pt x="566293" y="637440"/>
                </a:lnTo>
                <a:lnTo>
                  <a:pt x="566293" y="619401"/>
                </a:lnTo>
                <a:lnTo>
                  <a:pt x="563484" y="615927"/>
                </a:lnTo>
                <a:lnTo>
                  <a:pt x="446551" y="614635"/>
                </a:lnTo>
                <a:lnTo>
                  <a:pt x="445057" y="614209"/>
                </a:lnTo>
                <a:lnTo>
                  <a:pt x="444283" y="613223"/>
                </a:lnTo>
                <a:lnTo>
                  <a:pt x="443592" y="607387"/>
                </a:lnTo>
                <a:lnTo>
                  <a:pt x="444348" y="596382"/>
                </a:lnTo>
                <a:lnTo>
                  <a:pt x="448050" y="588551"/>
                </a:lnTo>
                <a:lnTo>
                  <a:pt x="450262" y="585976"/>
                </a:lnTo>
                <a:lnTo>
                  <a:pt x="452196" y="584799"/>
                </a:lnTo>
                <a:lnTo>
                  <a:pt x="461240" y="581550"/>
                </a:lnTo>
                <a:lnTo>
                  <a:pt x="562375" y="581550"/>
                </a:lnTo>
                <a:lnTo>
                  <a:pt x="566293" y="578519"/>
                </a:lnTo>
                <a:lnTo>
                  <a:pt x="566293" y="540224"/>
                </a:lnTo>
                <a:lnTo>
                  <a:pt x="562813" y="538595"/>
                </a:lnTo>
                <a:lnTo>
                  <a:pt x="547569" y="538066"/>
                </a:lnTo>
                <a:lnTo>
                  <a:pt x="441723" y="538745"/>
                </a:lnTo>
                <a:close/>
                <a:moveTo>
                  <a:pt x="591207" y="539263"/>
                </a:moveTo>
                <a:lnTo>
                  <a:pt x="589950" y="540668"/>
                </a:lnTo>
                <a:lnTo>
                  <a:pt x="589950" y="737613"/>
                </a:lnTo>
                <a:lnTo>
                  <a:pt x="593572" y="741236"/>
                </a:lnTo>
                <a:lnTo>
                  <a:pt x="621205" y="741175"/>
                </a:lnTo>
                <a:lnTo>
                  <a:pt x="631629" y="740389"/>
                </a:lnTo>
                <a:lnTo>
                  <a:pt x="634070" y="739466"/>
                </a:lnTo>
                <a:lnTo>
                  <a:pt x="635638" y="738057"/>
                </a:lnTo>
                <a:lnTo>
                  <a:pt x="636202" y="735270"/>
                </a:lnTo>
                <a:lnTo>
                  <a:pt x="636753" y="676165"/>
                </a:lnTo>
                <a:lnTo>
                  <a:pt x="637382" y="670316"/>
                </a:lnTo>
                <a:lnTo>
                  <a:pt x="638600" y="667686"/>
                </a:lnTo>
                <a:lnTo>
                  <a:pt x="640591" y="666568"/>
                </a:lnTo>
                <a:lnTo>
                  <a:pt x="645163" y="666261"/>
                </a:lnTo>
                <a:lnTo>
                  <a:pt x="702979" y="665831"/>
                </a:lnTo>
                <a:lnTo>
                  <a:pt x="721123" y="664888"/>
                </a:lnTo>
                <a:lnTo>
                  <a:pt x="737364" y="661021"/>
                </a:lnTo>
                <a:lnTo>
                  <a:pt x="743643" y="658283"/>
                </a:lnTo>
                <a:lnTo>
                  <a:pt x="749220" y="654901"/>
                </a:lnTo>
                <a:lnTo>
                  <a:pt x="756198" y="648680"/>
                </a:lnTo>
                <a:lnTo>
                  <a:pt x="760627" y="642621"/>
                </a:lnTo>
                <a:lnTo>
                  <a:pt x="763055" y="637058"/>
                </a:lnTo>
                <a:lnTo>
                  <a:pt x="766787" y="624059"/>
                </a:lnTo>
                <a:lnTo>
                  <a:pt x="767212" y="588072"/>
                </a:lnTo>
                <a:lnTo>
                  <a:pt x="766519" y="579307"/>
                </a:lnTo>
                <a:lnTo>
                  <a:pt x="762176" y="564063"/>
                </a:lnTo>
                <a:lnTo>
                  <a:pt x="759104" y="558361"/>
                </a:lnTo>
                <a:lnTo>
                  <a:pt x="755014" y="553115"/>
                </a:lnTo>
                <a:lnTo>
                  <a:pt x="750197" y="548641"/>
                </a:lnTo>
                <a:lnTo>
                  <a:pt x="744943" y="545255"/>
                </a:lnTo>
                <a:lnTo>
                  <a:pt x="731000" y="539749"/>
                </a:lnTo>
                <a:lnTo>
                  <a:pt x="719695" y="538376"/>
                </a:lnTo>
                <a:lnTo>
                  <a:pt x="691861" y="537961"/>
                </a:lnTo>
                <a:lnTo>
                  <a:pt x="592390" y="537932"/>
                </a:lnTo>
                <a:lnTo>
                  <a:pt x="591207" y="539263"/>
                </a:lnTo>
                <a:close/>
                <a:moveTo>
                  <a:pt x="705648" y="582363"/>
                </a:moveTo>
                <a:lnTo>
                  <a:pt x="712998" y="585218"/>
                </a:lnTo>
                <a:lnTo>
                  <a:pt x="716377" y="587695"/>
                </a:lnTo>
                <a:lnTo>
                  <a:pt x="718700" y="590785"/>
                </a:lnTo>
                <a:lnTo>
                  <a:pt x="720508" y="596853"/>
                </a:lnTo>
                <a:lnTo>
                  <a:pt x="720647" y="603526"/>
                </a:lnTo>
                <a:lnTo>
                  <a:pt x="719428" y="610842"/>
                </a:lnTo>
                <a:lnTo>
                  <a:pt x="716789" y="614745"/>
                </a:lnTo>
                <a:lnTo>
                  <a:pt x="711284" y="619031"/>
                </a:lnTo>
                <a:lnTo>
                  <a:pt x="708326" y="620067"/>
                </a:lnTo>
                <a:lnTo>
                  <a:pt x="698403" y="620520"/>
                </a:lnTo>
                <a:lnTo>
                  <a:pt x="639556" y="620732"/>
                </a:lnTo>
                <a:lnTo>
                  <a:pt x="636525" y="616814"/>
                </a:lnTo>
                <a:lnTo>
                  <a:pt x="636982" y="588893"/>
                </a:lnTo>
                <a:lnTo>
                  <a:pt x="638238" y="584129"/>
                </a:lnTo>
                <a:lnTo>
                  <a:pt x="640665" y="581920"/>
                </a:lnTo>
                <a:lnTo>
                  <a:pt x="672491" y="581337"/>
                </a:lnTo>
                <a:lnTo>
                  <a:pt x="705648" y="582363"/>
                </a:lnTo>
                <a:close/>
                <a:moveTo>
                  <a:pt x="827630" y="539041"/>
                </a:moveTo>
                <a:lnTo>
                  <a:pt x="820699" y="540822"/>
                </a:lnTo>
                <a:lnTo>
                  <a:pt x="810753" y="544470"/>
                </a:lnTo>
                <a:lnTo>
                  <a:pt x="805684" y="547516"/>
                </a:lnTo>
                <a:lnTo>
                  <a:pt x="800637" y="551766"/>
                </a:lnTo>
                <a:lnTo>
                  <a:pt x="796114" y="556735"/>
                </a:lnTo>
                <a:lnTo>
                  <a:pt x="792615" y="561937"/>
                </a:lnTo>
                <a:lnTo>
                  <a:pt x="786976" y="576328"/>
                </a:lnTo>
                <a:lnTo>
                  <a:pt x="785657" y="591521"/>
                </a:lnTo>
                <a:lnTo>
                  <a:pt x="785269" y="611483"/>
                </a:lnTo>
                <a:lnTo>
                  <a:pt x="785121" y="737613"/>
                </a:lnTo>
                <a:lnTo>
                  <a:pt x="788744" y="741236"/>
                </a:lnTo>
                <a:lnTo>
                  <a:pt x="822570" y="740881"/>
                </a:lnTo>
                <a:lnTo>
                  <a:pt x="827910" y="739823"/>
                </a:lnTo>
                <a:lnTo>
                  <a:pt x="830144" y="737687"/>
                </a:lnTo>
                <a:lnTo>
                  <a:pt x="830772" y="720295"/>
                </a:lnTo>
                <a:lnTo>
                  <a:pt x="831382" y="604523"/>
                </a:lnTo>
                <a:lnTo>
                  <a:pt x="832124" y="595888"/>
                </a:lnTo>
                <a:lnTo>
                  <a:pt x="834853" y="588775"/>
                </a:lnTo>
                <a:lnTo>
                  <a:pt x="839835" y="585042"/>
                </a:lnTo>
                <a:lnTo>
                  <a:pt x="848735" y="582028"/>
                </a:lnTo>
                <a:lnTo>
                  <a:pt x="863832" y="581365"/>
                </a:lnTo>
                <a:lnTo>
                  <a:pt x="919080" y="581180"/>
                </a:lnTo>
                <a:lnTo>
                  <a:pt x="921889" y="577706"/>
                </a:lnTo>
                <a:lnTo>
                  <a:pt x="921686" y="544290"/>
                </a:lnTo>
                <a:lnTo>
                  <a:pt x="921227" y="540697"/>
                </a:lnTo>
                <a:lnTo>
                  <a:pt x="919598" y="537932"/>
                </a:lnTo>
                <a:lnTo>
                  <a:pt x="846191" y="538189"/>
                </a:lnTo>
                <a:lnTo>
                  <a:pt x="827630" y="539041"/>
                </a:lnTo>
                <a:close/>
                <a:moveTo>
                  <a:pt x="1286727" y="556488"/>
                </a:moveTo>
                <a:lnTo>
                  <a:pt x="1280509" y="560200"/>
                </a:lnTo>
                <a:lnTo>
                  <a:pt x="1274294" y="562592"/>
                </a:lnTo>
                <a:lnTo>
                  <a:pt x="1269779" y="565452"/>
                </a:lnTo>
                <a:lnTo>
                  <a:pt x="1256703" y="577179"/>
                </a:lnTo>
                <a:lnTo>
                  <a:pt x="1250131" y="581660"/>
                </a:lnTo>
                <a:lnTo>
                  <a:pt x="1247750" y="584835"/>
                </a:lnTo>
                <a:lnTo>
                  <a:pt x="1247175" y="587464"/>
                </a:lnTo>
                <a:lnTo>
                  <a:pt x="1247754" y="588766"/>
                </a:lnTo>
                <a:lnTo>
                  <a:pt x="1257652" y="599473"/>
                </a:lnTo>
                <a:lnTo>
                  <a:pt x="1259487" y="603312"/>
                </a:lnTo>
                <a:lnTo>
                  <a:pt x="1257839" y="614799"/>
                </a:lnTo>
                <a:lnTo>
                  <a:pt x="1257003" y="631465"/>
                </a:lnTo>
                <a:lnTo>
                  <a:pt x="1256210" y="634413"/>
                </a:lnTo>
                <a:lnTo>
                  <a:pt x="1253966" y="637908"/>
                </a:lnTo>
                <a:lnTo>
                  <a:pt x="1249615" y="642319"/>
                </a:lnTo>
                <a:lnTo>
                  <a:pt x="1238599" y="639880"/>
                </a:lnTo>
                <a:lnTo>
                  <a:pt x="1229739" y="642996"/>
                </a:lnTo>
                <a:lnTo>
                  <a:pt x="1226133" y="643437"/>
                </a:lnTo>
                <a:lnTo>
                  <a:pt x="1214366" y="640221"/>
                </a:lnTo>
                <a:lnTo>
                  <a:pt x="1209862" y="639954"/>
                </a:lnTo>
                <a:lnTo>
                  <a:pt x="1207928" y="640471"/>
                </a:lnTo>
                <a:lnTo>
                  <a:pt x="1204176" y="643009"/>
                </a:lnTo>
                <a:lnTo>
                  <a:pt x="1195231" y="653684"/>
                </a:lnTo>
                <a:lnTo>
                  <a:pt x="1188538" y="660048"/>
                </a:lnTo>
                <a:lnTo>
                  <a:pt x="1181645" y="664288"/>
                </a:lnTo>
                <a:lnTo>
                  <a:pt x="1177352" y="665650"/>
                </a:lnTo>
                <a:lnTo>
                  <a:pt x="1173525" y="666052"/>
                </a:lnTo>
                <a:lnTo>
                  <a:pt x="1169199" y="668944"/>
                </a:lnTo>
                <a:lnTo>
                  <a:pt x="1167656" y="672152"/>
                </a:lnTo>
                <a:lnTo>
                  <a:pt x="1167451" y="675850"/>
                </a:lnTo>
                <a:lnTo>
                  <a:pt x="1168811" y="679579"/>
                </a:lnTo>
                <a:lnTo>
                  <a:pt x="1171104" y="682106"/>
                </a:lnTo>
                <a:lnTo>
                  <a:pt x="1174042" y="683841"/>
                </a:lnTo>
                <a:lnTo>
                  <a:pt x="1177173" y="684668"/>
                </a:lnTo>
                <a:lnTo>
                  <a:pt x="1181234" y="683949"/>
                </a:lnTo>
                <a:lnTo>
                  <a:pt x="1184177" y="681563"/>
                </a:lnTo>
                <a:lnTo>
                  <a:pt x="1201329" y="671280"/>
                </a:lnTo>
                <a:lnTo>
                  <a:pt x="1211368" y="659587"/>
                </a:lnTo>
                <a:lnTo>
                  <a:pt x="1214563" y="657123"/>
                </a:lnTo>
                <a:lnTo>
                  <a:pt x="1216845" y="657044"/>
                </a:lnTo>
                <a:lnTo>
                  <a:pt x="1225124" y="660193"/>
                </a:lnTo>
                <a:lnTo>
                  <a:pt x="1229562" y="660940"/>
                </a:lnTo>
                <a:lnTo>
                  <a:pt x="1233241" y="660230"/>
                </a:lnTo>
                <a:lnTo>
                  <a:pt x="1237712" y="656957"/>
                </a:lnTo>
                <a:lnTo>
                  <a:pt x="1250684" y="657595"/>
                </a:lnTo>
                <a:lnTo>
                  <a:pt x="1254724" y="657232"/>
                </a:lnTo>
                <a:lnTo>
                  <a:pt x="1259596" y="655161"/>
                </a:lnTo>
                <a:lnTo>
                  <a:pt x="1274746" y="642578"/>
                </a:lnTo>
                <a:lnTo>
                  <a:pt x="1275868" y="640232"/>
                </a:lnTo>
                <a:lnTo>
                  <a:pt x="1275889" y="638389"/>
                </a:lnTo>
                <a:lnTo>
                  <a:pt x="1272799" y="630028"/>
                </a:lnTo>
                <a:lnTo>
                  <a:pt x="1272259" y="620868"/>
                </a:lnTo>
                <a:lnTo>
                  <a:pt x="1273704" y="613980"/>
                </a:lnTo>
                <a:lnTo>
                  <a:pt x="1277275" y="604827"/>
                </a:lnTo>
                <a:lnTo>
                  <a:pt x="1277707" y="601132"/>
                </a:lnTo>
                <a:lnTo>
                  <a:pt x="1276222" y="596259"/>
                </a:lnTo>
                <a:lnTo>
                  <a:pt x="1271950" y="590529"/>
                </a:lnTo>
                <a:lnTo>
                  <a:pt x="1270832" y="587612"/>
                </a:lnTo>
                <a:lnTo>
                  <a:pt x="1272461" y="584259"/>
                </a:lnTo>
                <a:lnTo>
                  <a:pt x="1276756" y="580192"/>
                </a:lnTo>
                <a:lnTo>
                  <a:pt x="1290753" y="571803"/>
                </a:lnTo>
                <a:lnTo>
                  <a:pt x="1293108" y="569342"/>
                </a:lnTo>
                <a:lnTo>
                  <a:pt x="1294579" y="562473"/>
                </a:lnTo>
                <a:lnTo>
                  <a:pt x="1294268" y="557893"/>
                </a:lnTo>
                <a:lnTo>
                  <a:pt x="1291079" y="555888"/>
                </a:lnTo>
                <a:lnTo>
                  <a:pt x="1286727" y="556488"/>
                </a:lnTo>
                <a:close/>
                <a:moveTo>
                  <a:pt x="981254" y="779605"/>
                </a:moveTo>
                <a:lnTo>
                  <a:pt x="951535" y="780048"/>
                </a:lnTo>
                <a:lnTo>
                  <a:pt x="948134" y="783449"/>
                </a:lnTo>
                <a:lnTo>
                  <a:pt x="947974" y="967445"/>
                </a:lnTo>
                <a:lnTo>
                  <a:pt x="948134" y="979064"/>
                </a:lnTo>
                <a:lnTo>
                  <a:pt x="949005" y="980913"/>
                </a:lnTo>
                <a:lnTo>
                  <a:pt x="952754" y="982502"/>
                </a:lnTo>
                <a:lnTo>
                  <a:pt x="957981" y="982958"/>
                </a:lnTo>
                <a:lnTo>
                  <a:pt x="990273" y="982908"/>
                </a:lnTo>
                <a:lnTo>
                  <a:pt x="993600" y="979803"/>
                </a:lnTo>
                <a:lnTo>
                  <a:pt x="993785" y="847064"/>
                </a:lnTo>
                <a:lnTo>
                  <a:pt x="994102" y="831588"/>
                </a:lnTo>
                <a:lnTo>
                  <a:pt x="994988" y="827302"/>
                </a:lnTo>
                <a:lnTo>
                  <a:pt x="997075" y="825588"/>
                </a:lnTo>
                <a:lnTo>
                  <a:pt x="1006727" y="825124"/>
                </a:lnTo>
                <a:lnTo>
                  <a:pt x="1075072" y="824831"/>
                </a:lnTo>
                <a:lnTo>
                  <a:pt x="1085821" y="825619"/>
                </a:lnTo>
                <a:lnTo>
                  <a:pt x="1087120" y="827939"/>
                </a:lnTo>
                <a:lnTo>
                  <a:pt x="1087542" y="830863"/>
                </a:lnTo>
                <a:lnTo>
                  <a:pt x="1088153" y="852722"/>
                </a:lnTo>
                <a:lnTo>
                  <a:pt x="1088820" y="980469"/>
                </a:lnTo>
                <a:lnTo>
                  <a:pt x="1090879" y="981990"/>
                </a:lnTo>
                <a:lnTo>
                  <a:pt x="1096112" y="982736"/>
                </a:lnTo>
                <a:lnTo>
                  <a:pt x="1132364" y="982982"/>
                </a:lnTo>
                <a:lnTo>
                  <a:pt x="1134877" y="980173"/>
                </a:lnTo>
                <a:lnTo>
                  <a:pt x="1134986" y="824344"/>
                </a:lnTo>
                <a:lnTo>
                  <a:pt x="1134749" y="788380"/>
                </a:lnTo>
                <a:lnTo>
                  <a:pt x="1134204" y="782136"/>
                </a:lnTo>
                <a:lnTo>
                  <a:pt x="1130368" y="780242"/>
                </a:lnTo>
                <a:lnTo>
                  <a:pt x="1124156" y="779704"/>
                </a:lnTo>
                <a:lnTo>
                  <a:pt x="981254" y="779605"/>
                </a:lnTo>
                <a:close/>
                <a:moveTo>
                  <a:pt x="238789" y="781527"/>
                </a:moveTo>
                <a:lnTo>
                  <a:pt x="224840" y="784578"/>
                </a:lnTo>
                <a:lnTo>
                  <a:pt x="218872" y="786691"/>
                </a:lnTo>
                <a:lnTo>
                  <a:pt x="208802" y="792191"/>
                </a:lnTo>
                <a:lnTo>
                  <a:pt x="204643" y="795616"/>
                </a:lnTo>
                <a:lnTo>
                  <a:pt x="201030" y="799518"/>
                </a:lnTo>
                <a:lnTo>
                  <a:pt x="195325" y="808829"/>
                </a:lnTo>
                <a:lnTo>
                  <a:pt x="190393" y="824089"/>
                </a:lnTo>
                <a:lnTo>
                  <a:pt x="189483" y="833537"/>
                </a:lnTo>
                <a:lnTo>
                  <a:pt x="189027" y="863702"/>
                </a:lnTo>
                <a:lnTo>
                  <a:pt x="188880" y="965400"/>
                </a:lnTo>
                <a:lnTo>
                  <a:pt x="189331" y="981651"/>
                </a:lnTo>
                <a:lnTo>
                  <a:pt x="190303" y="983115"/>
                </a:lnTo>
                <a:lnTo>
                  <a:pt x="192296" y="984024"/>
                </a:lnTo>
                <a:lnTo>
                  <a:pt x="202870" y="984594"/>
                </a:lnTo>
                <a:lnTo>
                  <a:pt x="232357" y="984091"/>
                </a:lnTo>
                <a:lnTo>
                  <a:pt x="235093" y="980395"/>
                </a:lnTo>
                <a:lnTo>
                  <a:pt x="235893" y="844452"/>
                </a:lnTo>
                <a:lnTo>
                  <a:pt x="236350" y="837565"/>
                </a:lnTo>
                <a:lnTo>
                  <a:pt x="239769" y="832066"/>
                </a:lnTo>
                <a:lnTo>
                  <a:pt x="243742" y="828176"/>
                </a:lnTo>
                <a:lnTo>
                  <a:pt x="250649" y="826753"/>
                </a:lnTo>
                <a:lnTo>
                  <a:pt x="268986" y="825726"/>
                </a:lnTo>
                <a:lnTo>
                  <a:pt x="322102" y="825137"/>
                </a:lnTo>
                <a:lnTo>
                  <a:pt x="324180" y="824066"/>
                </a:lnTo>
                <a:lnTo>
                  <a:pt x="325147" y="822000"/>
                </a:lnTo>
                <a:lnTo>
                  <a:pt x="325963" y="811861"/>
                </a:lnTo>
                <a:lnTo>
                  <a:pt x="326025" y="784262"/>
                </a:lnTo>
                <a:lnTo>
                  <a:pt x="323216" y="780788"/>
                </a:lnTo>
                <a:lnTo>
                  <a:pt x="257148" y="780776"/>
                </a:lnTo>
                <a:lnTo>
                  <a:pt x="238789" y="781527"/>
                </a:lnTo>
                <a:close/>
                <a:moveTo>
                  <a:pt x="350643" y="781305"/>
                </a:moveTo>
                <a:lnTo>
                  <a:pt x="348573" y="783301"/>
                </a:lnTo>
                <a:lnTo>
                  <a:pt x="348250" y="796726"/>
                </a:lnTo>
                <a:lnTo>
                  <a:pt x="349291" y="977439"/>
                </a:lnTo>
                <a:lnTo>
                  <a:pt x="351084" y="982188"/>
                </a:lnTo>
                <a:lnTo>
                  <a:pt x="352122" y="983278"/>
                </a:lnTo>
                <a:lnTo>
                  <a:pt x="354253" y="983911"/>
                </a:lnTo>
                <a:lnTo>
                  <a:pt x="392201" y="984491"/>
                </a:lnTo>
                <a:lnTo>
                  <a:pt x="394785" y="982023"/>
                </a:lnTo>
                <a:lnTo>
                  <a:pt x="395374" y="978147"/>
                </a:lnTo>
                <a:lnTo>
                  <a:pt x="395708" y="920654"/>
                </a:lnTo>
                <a:lnTo>
                  <a:pt x="396156" y="914693"/>
                </a:lnTo>
                <a:lnTo>
                  <a:pt x="397016" y="911905"/>
                </a:lnTo>
                <a:lnTo>
                  <a:pt x="398401" y="910828"/>
                </a:lnTo>
                <a:lnTo>
                  <a:pt x="400672" y="910652"/>
                </a:lnTo>
                <a:lnTo>
                  <a:pt x="463691" y="909735"/>
                </a:lnTo>
                <a:lnTo>
                  <a:pt x="478833" y="908854"/>
                </a:lnTo>
                <a:lnTo>
                  <a:pt x="485798" y="907713"/>
                </a:lnTo>
                <a:lnTo>
                  <a:pt x="496817" y="904674"/>
                </a:lnTo>
                <a:lnTo>
                  <a:pt x="504095" y="901504"/>
                </a:lnTo>
                <a:lnTo>
                  <a:pt x="510264" y="897447"/>
                </a:lnTo>
                <a:lnTo>
                  <a:pt x="515413" y="892431"/>
                </a:lnTo>
                <a:lnTo>
                  <a:pt x="519631" y="886387"/>
                </a:lnTo>
                <a:lnTo>
                  <a:pt x="523402" y="878208"/>
                </a:lnTo>
                <a:lnTo>
                  <a:pt x="524659" y="873250"/>
                </a:lnTo>
                <a:lnTo>
                  <a:pt x="525558" y="856688"/>
                </a:lnTo>
                <a:lnTo>
                  <a:pt x="525262" y="816273"/>
                </a:lnTo>
                <a:lnTo>
                  <a:pt x="519864" y="804510"/>
                </a:lnTo>
                <a:lnTo>
                  <a:pt x="517202" y="800493"/>
                </a:lnTo>
                <a:lnTo>
                  <a:pt x="510567" y="793535"/>
                </a:lnTo>
                <a:lnTo>
                  <a:pt x="502219" y="788036"/>
                </a:lnTo>
                <a:lnTo>
                  <a:pt x="497414" y="785842"/>
                </a:lnTo>
                <a:lnTo>
                  <a:pt x="486567" y="782584"/>
                </a:lnTo>
                <a:lnTo>
                  <a:pt x="474759" y="781181"/>
                </a:lnTo>
                <a:lnTo>
                  <a:pt x="448958" y="780687"/>
                </a:lnTo>
                <a:lnTo>
                  <a:pt x="378122" y="780561"/>
                </a:lnTo>
                <a:lnTo>
                  <a:pt x="350643" y="781305"/>
                </a:lnTo>
                <a:close/>
                <a:moveTo>
                  <a:pt x="463976" y="825884"/>
                </a:moveTo>
                <a:lnTo>
                  <a:pt x="469787" y="827563"/>
                </a:lnTo>
                <a:lnTo>
                  <a:pt x="473818" y="829573"/>
                </a:lnTo>
                <a:lnTo>
                  <a:pt x="476523" y="832166"/>
                </a:lnTo>
                <a:lnTo>
                  <a:pt x="479057" y="836382"/>
                </a:lnTo>
                <a:lnTo>
                  <a:pt x="479057" y="854125"/>
                </a:lnTo>
                <a:lnTo>
                  <a:pt x="475148" y="859032"/>
                </a:lnTo>
                <a:lnTo>
                  <a:pt x="468485" y="863588"/>
                </a:lnTo>
                <a:lnTo>
                  <a:pt x="398623" y="864031"/>
                </a:lnTo>
                <a:lnTo>
                  <a:pt x="395518" y="860039"/>
                </a:lnTo>
                <a:lnTo>
                  <a:pt x="395828" y="831831"/>
                </a:lnTo>
                <a:lnTo>
                  <a:pt x="396771" y="827496"/>
                </a:lnTo>
                <a:lnTo>
                  <a:pt x="398697" y="825736"/>
                </a:lnTo>
                <a:lnTo>
                  <a:pt x="442195" y="824808"/>
                </a:lnTo>
                <a:lnTo>
                  <a:pt x="457123" y="825062"/>
                </a:lnTo>
                <a:lnTo>
                  <a:pt x="463976" y="825884"/>
                </a:lnTo>
                <a:close/>
                <a:moveTo>
                  <a:pt x="739212" y="781823"/>
                </a:moveTo>
                <a:lnTo>
                  <a:pt x="737438" y="783227"/>
                </a:lnTo>
                <a:lnTo>
                  <a:pt x="737258" y="949346"/>
                </a:lnTo>
                <a:lnTo>
                  <a:pt x="737539" y="971477"/>
                </a:lnTo>
                <a:lnTo>
                  <a:pt x="738865" y="982980"/>
                </a:lnTo>
                <a:lnTo>
                  <a:pt x="740616" y="984017"/>
                </a:lnTo>
                <a:lnTo>
                  <a:pt x="743651" y="984235"/>
                </a:lnTo>
                <a:lnTo>
                  <a:pt x="774308" y="984559"/>
                </a:lnTo>
                <a:lnTo>
                  <a:pt x="778923" y="983726"/>
                </a:lnTo>
                <a:lnTo>
                  <a:pt x="782534" y="980912"/>
                </a:lnTo>
                <a:lnTo>
                  <a:pt x="782917" y="844148"/>
                </a:lnTo>
                <a:lnTo>
                  <a:pt x="783199" y="828619"/>
                </a:lnTo>
                <a:lnTo>
                  <a:pt x="784206" y="826743"/>
                </a:lnTo>
                <a:lnTo>
                  <a:pt x="790121" y="825256"/>
                </a:lnTo>
                <a:lnTo>
                  <a:pt x="800223" y="824879"/>
                </a:lnTo>
                <a:lnTo>
                  <a:pt x="872357" y="824775"/>
                </a:lnTo>
                <a:lnTo>
                  <a:pt x="876941" y="828915"/>
                </a:lnTo>
                <a:lnTo>
                  <a:pt x="877017" y="940695"/>
                </a:lnTo>
                <a:lnTo>
                  <a:pt x="877680" y="980247"/>
                </a:lnTo>
                <a:lnTo>
                  <a:pt x="883077" y="984461"/>
                </a:lnTo>
                <a:lnTo>
                  <a:pt x="909595" y="984389"/>
                </a:lnTo>
                <a:lnTo>
                  <a:pt x="920243" y="983759"/>
                </a:lnTo>
                <a:lnTo>
                  <a:pt x="923368" y="979729"/>
                </a:lnTo>
                <a:lnTo>
                  <a:pt x="923368" y="784040"/>
                </a:lnTo>
                <a:lnTo>
                  <a:pt x="919745" y="780418"/>
                </a:lnTo>
                <a:lnTo>
                  <a:pt x="740912" y="780418"/>
                </a:lnTo>
                <a:lnTo>
                  <a:pt x="739212" y="781823"/>
                </a:lnTo>
                <a:close/>
                <a:moveTo>
                  <a:pt x="544558" y="783597"/>
                </a:moveTo>
                <a:lnTo>
                  <a:pt x="542519" y="787027"/>
                </a:lnTo>
                <a:lnTo>
                  <a:pt x="542144" y="790788"/>
                </a:lnTo>
                <a:lnTo>
                  <a:pt x="542289" y="853658"/>
                </a:lnTo>
                <a:lnTo>
                  <a:pt x="542950" y="871951"/>
                </a:lnTo>
                <a:lnTo>
                  <a:pt x="544929" y="880283"/>
                </a:lnTo>
                <a:lnTo>
                  <a:pt x="549323" y="887724"/>
                </a:lnTo>
                <a:lnTo>
                  <a:pt x="553609" y="892992"/>
                </a:lnTo>
                <a:lnTo>
                  <a:pt x="558623" y="897521"/>
                </a:lnTo>
                <a:lnTo>
                  <a:pt x="567585" y="902993"/>
                </a:lnTo>
                <a:lnTo>
                  <a:pt x="583373" y="908401"/>
                </a:lnTo>
                <a:lnTo>
                  <a:pt x="600136" y="909798"/>
                </a:lnTo>
                <a:lnTo>
                  <a:pt x="666540" y="910902"/>
                </a:lnTo>
                <a:lnTo>
                  <a:pt x="669517" y="911990"/>
                </a:lnTo>
                <a:lnTo>
                  <a:pt x="670662" y="913526"/>
                </a:lnTo>
                <a:lnTo>
                  <a:pt x="671542" y="920012"/>
                </a:lnTo>
                <a:lnTo>
                  <a:pt x="671641" y="930863"/>
                </a:lnTo>
                <a:lnTo>
                  <a:pt x="665449" y="937939"/>
                </a:lnTo>
                <a:lnTo>
                  <a:pt x="660525" y="940065"/>
                </a:lnTo>
                <a:lnTo>
                  <a:pt x="643243" y="941403"/>
                </a:lnTo>
                <a:lnTo>
                  <a:pt x="568428" y="941785"/>
                </a:lnTo>
                <a:lnTo>
                  <a:pt x="554994" y="942193"/>
                </a:lnTo>
                <a:lnTo>
                  <a:pt x="553118" y="942781"/>
                </a:lnTo>
                <a:lnTo>
                  <a:pt x="551651" y="944300"/>
                </a:lnTo>
                <a:lnTo>
                  <a:pt x="550731" y="947155"/>
                </a:lnTo>
                <a:lnTo>
                  <a:pt x="550111" y="955347"/>
                </a:lnTo>
                <a:lnTo>
                  <a:pt x="550381" y="979409"/>
                </a:lnTo>
                <a:lnTo>
                  <a:pt x="551019" y="982998"/>
                </a:lnTo>
                <a:lnTo>
                  <a:pt x="552139" y="984913"/>
                </a:lnTo>
                <a:lnTo>
                  <a:pt x="554869" y="986032"/>
                </a:lnTo>
                <a:lnTo>
                  <a:pt x="569675" y="986494"/>
                </a:lnTo>
                <a:lnTo>
                  <a:pt x="670902" y="986679"/>
                </a:lnTo>
                <a:lnTo>
                  <a:pt x="691509" y="980330"/>
                </a:lnTo>
                <a:lnTo>
                  <a:pt x="699971" y="975477"/>
                </a:lnTo>
                <a:lnTo>
                  <a:pt x="704985" y="971071"/>
                </a:lnTo>
                <a:lnTo>
                  <a:pt x="710831" y="963752"/>
                </a:lnTo>
                <a:lnTo>
                  <a:pt x="714530" y="955794"/>
                </a:lnTo>
                <a:lnTo>
                  <a:pt x="716516" y="947201"/>
                </a:lnTo>
                <a:lnTo>
                  <a:pt x="716638" y="811920"/>
                </a:lnTo>
                <a:lnTo>
                  <a:pt x="716312" y="793771"/>
                </a:lnTo>
                <a:lnTo>
                  <a:pt x="714863" y="784014"/>
                </a:lnTo>
                <a:lnTo>
                  <a:pt x="711364" y="782410"/>
                </a:lnTo>
                <a:lnTo>
                  <a:pt x="693783" y="781878"/>
                </a:lnTo>
                <a:lnTo>
                  <a:pt x="676343" y="782410"/>
                </a:lnTo>
                <a:lnTo>
                  <a:pt x="674820" y="782710"/>
                </a:lnTo>
                <a:lnTo>
                  <a:pt x="673146" y="784078"/>
                </a:lnTo>
                <a:lnTo>
                  <a:pt x="671789" y="789945"/>
                </a:lnTo>
                <a:lnTo>
                  <a:pt x="671446" y="799056"/>
                </a:lnTo>
                <a:lnTo>
                  <a:pt x="671493" y="861739"/>
                </a:lnTo>
                <a:lnTo>
                  <a:pt x="669438" y="863905"/>
                </a:lnTo>
                <a:lnTo>
                  <a:pt x="665424" y="865276"/>
                </a:lnTo>
                <a:lnTo>
                  <a:pt x="659799" y="865746"/>
                </a:lnTo>
                <a:lnTo>
                  <a:pt x="609245" y="866249"/>
                </a:lnTo>
                <a:lnTo>
                  <a:pt x="598255" y="863553"/>
                </a:lnTo>
                <a:lnTo>
                  <a:pt x="593887" y="861712"/>
                </a:lnTo>
                <a:lnTo>
                  <a:pt x="590604" y="857758"/>
                </a:lnTo>
                <a:lnTo>
                  <a:pt x="587916" y="851059"/>
                </a:lnTo>
                <a:lnTo>
                  <a:pt x="587248" y="844858"/>
                </a:lnTo>
                <a:lnTo>
                  <a:pt x="589275" y="832852"/>
                </a:lnTo>
                <a:lnTo>
                  <a:pt x="589710" y="800910"/>
                </a:lnTo>
                <a:lnTo>
                  <a:pt x="589285" y="790213"/>
                </a:lnTo>
                <a:lnTo>
                  <a:pt x="587821" y="785585"/>
                </a:lnTo>
                <a:lnTo>
                  <a:pt x="583666" y="782266"/>
                </a:lnTo>
                <a:lnTo>
                  <a:pt x="546332" y="781823"/>
                </a:lnTo>
                <a:lnTo>
                  <a:pt x="544558" y="783597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hero: КОМПЛЕКСНОЕ"/>
          <p:cNvSpPr txBox="1"/>
          <p:nvPr/>
        </p:nvSpPr>
        <p:spPr>
          <a:xfrm>
            <a:off x="576000" y="8403890"/>
            <a:ext cx="6408000" cy="1524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250"/>
              </a:lnSpc>
              <a:spcBef>
                <a:spcPts val="0"/>
              </a:spcBef>
              <a:spcAft>
                <a:spcPts val="0"/>
              </a:spcAft>
            </a:pPr>
            <a:r>
              <a:rPr sz="5000" b="0" i="0" spc="225">
                <a:solidFill>
                  <a:srgbClr val="F3F1EC"/>
                </a:solidFill>
                <a:latin typeface="PT Serif"/>
                <a:ea typeface="PT Serif"/>
                <a:cs typeface="PT Serif"/>
              </a:rPr>
              <a:t>КОМПЛЕКСНОЕ</a:t>
            </a:r>
          </a:p>
          <a:p>
            <a:pPr algn="l">
              <a:lnSpc>
                <a:spcPts val="5250"/>
              </a:lnSpc>
              <a:spcBef>
                <a:spcPts val="0"/>
              </a:spcBef>
              <a:spcAft>
                <a:spcPts val="0"/>
              </a:spcAft>
            </a:pPr>
            <a:r>
              <a:rPr sz="5000" b="0" i="0" spc="225">
                <a:solidFill>
                  <a:srgbClr val="F3F1EC"/>
                </a:solidFill>
                <a:latin typeface="PT Serif"/>
                <a:ea typeface="PT Serif"/>
                <a:cs typeface="PT Serif"/>
              </a:rPr>
              <a:t>СТРОИТЕЛЬСТВО</a:t>
            </a:r>
          </a:p>
        </p:txBody>
      </p:sp>
      <p:cxnSp>
        <p:nvCxnSpPr>
          <p:cNvPr id="6" name="motif"/>
          <p:cNvCxnSpPr/>
          <p:nvPr/>
        </p:nvCxnSpPr>
        <p:spPr>
          <a:xfrm>
            <a:off x="576000" y="7959875"/>
            <a:ext cx="792000" cy="0"/>
          </a:xfrm>
          <a:prstGeom prst="line">
            <a:avLst/>
          </a:prstGeom>
          <a:ln w="20320">
            <a:solidFill>
              <a:srgbClr val="EA8729"/>
            </a:solidFill>
          </a:ln>
          <a:effectLst/>
        </p:spPr>
      </p:cxnSp>
      <p:sp>
        <p:nvSpPr>
          <p:cNvPr id="7" name="tag: #2025"/>
          <p:cNvSpPr txBox="1"/>
          <p:nvPr/>
        </p:nvSpPr>
        <p:spPr>
          <a:xfrm>
            <a:off x="576000" y="9943908"/>
            <a:ext cx="2160000" cy="1981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spc="48">
                <a:solidFill>
                  <a:srgbClr val="EA8729"/>
                </a:solidFill>
                <a:latin typeface="Onest SemiBold"/>
                <a:ea typeface="Onest SemiBold"/>
                <a:cs typeface="Onest SemiBold"/>
              </a:rPr>
              <a:t>#2025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image" descr="5b8fff5b39dfa9d9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6000" y="684000"/>
            <a:ext cx="821808" cy="936000"/>
          </a:xfrm>
          <a:prstGeom prst="rect">
            <a:avLst/>
          </a:prstGeom>
        </p:spPr>
      </p:pic>
      <p:sp>
        <p:nvSpPr>
          <p:cNvPr id="4" name="logo"/>
          <p:cNvSpPr/>
          <p:nvPr/>
        </p:nvSpPr>
        <p:spPr>
          <a:xfrm>
            <a:off x="1719110" y="877138"/>
            <a:ext cx="1760180" cy="556080"/>
          </a:xfrm>
          <a:custGeom>
            <a:avLst/>
            <a:gdLst/>
            <a:ahLst/>
            <a:cxnLst/>
            <a:rect l="0" t="0" r="r" b="b"/>
            <a:pathLst>
              <a:path w="1760180" h="556080">
                <a:moveTo>
                  <a:pt x="651420" y="0"/>
                </a:moveTo>
                <a:lnTo>
                  <a:pt x="625280" y="1548"/>
                </a:lnTo>
                <a:lnTo>
                  <a:pt x="620526" y="4178"/>
                </a:lnTo>
                <a:lnTo>
                  <a:pt x="613140" y="6335"/>
                </a:lnTo>
                <a:lnTo>
                  <a:pt x="602867" y="12340"/>
                </a:lnTo>
                <a:lnTo>
                  <a:pt x="586445" y="25564"/>
                </a:lnTo>
                <a:lnTo>
                  <a:pt x="577294" y="36421"/>
                </a:lnTo>
                <a:lnTo>
                  <a:pt x="568666" y="49991"/>
                </a:lnTo>
                <a:lnTo>
                  <a:pt x="567523" y="54260"/>
                </a:lnTo>
                <a:lnTo>
                  <a:pt x="560390" y="68895"/>
                </a:lnTo>
                <a:lnTo>
                  <a:pt x="558929" y="76383"/>
                </a:lnTo>
                <a:lnTo>
                  <a:pt x="556001" y="83075"/>
                </a:lnTo>
                <a:lnTo>
                  <a:pt x="554728" y="92810"/>
                </a:lnTo>
                <a:lnTo>
                  <a:pt x="552070" y="101975"/>
                </a:lnTo>
                <a:lnTo>
                  <a:pt x="551160" y="126191"/>
                </a:lnTo>
                <a:lnTo>
                  <a:pt x="551375" y="177277"/>
                </a:lnTo>
                <a:lnTo>
                  <a:pt x="552347" y="183750"/>
                </a:lnTo>
                <a:lnTo>
                  <a:pt x="554704" y="190108"/>
                </a:lnTo>
                <a:lnTo>
                  <a:pt x="556119" y="201561"/>
                </a:lnTo>
                <a:lnTo>
                  <a:pt x="564610" y="224088"/>
                </a:lnTo>
                <a:lnTo>
                  <a:pt x="578817" y="249468"/>
                </a:lnTo>
                <a:lnTo>
                  <a:pt x="594643" y="265626"/>
                </a:lnTo>
                <a:lnTo>
                  <a:pt x="619199" y="279479"/>
                </a:lnTo>
                <a:lnTo>
                  <a:pt x="629432" y="280353"/>
                </a:lnTo>
                <a:lnTo>
                  <a:pt x="635528" y="283686"/>
                </a:lnTo>
                <a:lnTo>
                  <a:pt x="674128" y="283744"/>
                </a:lnTo>
                <a:lnTo>
                  <a:pt x="683393" y="280632"/>
                </a:lnTo>
                <a:lnTo>
                  <a:pt x="694158" y="279474"/>
                </a:lnTo>
                <a:lnTo>
                  <a:pt x="699804" y="276434"/>
                </a:lnTo>
                <a:lnTo>
                  <a:pt x="707496" y="275061"/>
                </a:lnTo>
                <a:lnTo>
                  <a:pt x="719575" y="266525"/>
                </a:lnTo>
                <a:lnTo>
                  <a:pt x="728140" y="256868"/>
                </a:lnTo>
                <a:lnTo>
                  <a:pt x="736273" y="245530"/>
                </a:lnTo>
                <a:lnTo>
                  <a:pt x="745633" y="228009"/>
                </a:lnTo>
                <a:lnTo>
                  <a:pt x="748806" y="223738"/>
                </a:lnTo>
                <a:lnTo>
                  <a:pt x="755974" y="217269"/>
                </a:lnTo>
                <a:lnTo>
                  <a:pt x="761582" y="215895"/>
                </a:lnTo>
                <a:lnTo>
                  <a:pt x="771488" y="211537"/>
                </a:lnTo>
                <a:lnTo>
                  <a:pt x="773336" y="209702"/>
                </a:lnTo>
                <a:lnTo>
                  <a:pt x="773780" y="206616"/>
                </a:lnTo>
                <a:lnTo>
                  <a:pt x="771180" y="203933"/>
                </a:lnTo>
                <a:lnTo>
                  <a:pt x="760970" y="203431"/>
                </a:lnTo>
                <a:lnTo>
                  <a:pt x="677530" y="203723"/>
                </a:lnTo>
                <a:lnTo>
                  <a:pt x="675406" y="205308"/>
                </a:lnTo>
                <a:lnTo>
                  <a:pt x="674411" y="207763"/>
                </a:lnTo>
                <a:lnTo>
                  <a:pt x="675823" y="211626"/>
                </a:lnTo>
                <a:lnTo>
                  <a:pt x="688242" y="213422"/>
                </a:lnTo>
                <a:lnTo>
                  <a:pt x="697307" y="217374"/>
                </a:lnTo>
                <a:lnTo>
                  <a:pt x="700745" y="220035"/>
                </a:lnTo>
                <a:lnTo>
                  <a:pt x="703173" y="224288"/>
                </a:lnTo>
                <a:lnTo>
                  <a:pt x="705055" y="231346"/>
                </a:lnTo>
                <a:lnTo>
                  <a:pt x="705005" y="235584"/>
                </a:lnTo>
                <a:lnTo>
                  <a:pt x="702357" y="244132"/>
                </a:lnTo>
                <a:lnTo>
                  <a:pt x="697250" y="253866"/>
                </a:lnTo>
                <a:lnTo>
                  <a:pt x="689902" y="262606"/>
                </a:lnTo>
                <a:lnTo>
                  <a:pt x="680573" y="269576"/>
                </a:lnTo>
                <a:lnTo>
                  <a:pt x="672391" y="271242"/>
                </a:lnTo>
                <a:lnTo>
                  <a:pt x="666675" y="274108"/>
                </a:lnTo>
                <a:lnTo>
                  <a:pt x="648304" y="274630"/>
                </a:lnTo>
                <a:lnTo>
                  <a:pt x="641466" y="271392"/>
                </a:lnTo>
                <a:lnTo>
                  <a:pt x="634002" y="269900"/>
                </a:lnTo>
                <a:lnTo>
                  <a:pt x="626088" y="263646"/>
                </a:lnTo>
                <a:lnTo>
                  <a:pt x="617632" y="253740"/>
                </a:lnTo>
                <a:lnTo>
                  <a:pt x="611722" y="244224"/>
                </a:lnTo>
                <a:lnTo>
                  <a:pt x="610531" y="237709"/>
                </a:lnTo>
                <a:lnTo>
                  <a:pt x="607510" y="231392"/>
                </a:lnTo>
                <a:lnTo>
                  <a:pt x="606264" y="220191"/>
                </a:lnTo>
                <a:lnTo>
                  <a:pt x="603083" y="209759"/>
                </a:lnTo>
                <a:lnTo>
                  <a:pt x="599331" y="173967"/>
                </a:lnTo>
                <a:lnTo>
                  <a:pt x="598534" y="140958"/>
                </a:lnTo>
                <a:lnTo>
                  <a:pt x="599048" y="134387"/>
                </a:lnTo>
                <a:lnTo>
                  <a:pt x="600102" y="131995"/>
                </a:lnTo>
                <a:lnTo>
                  <a:pt x="612348" y="120924"/>
                </a:lnTo>
                <a:lnTo>
                  <a:pt x="621224" y="116140"/>
                </a:lnTo>
                <a:lnTo>
                  <a:pt x="627323" y="114769"/>
                </a:lnTo>
                <a:lnTo>
                  <a:pt x="630956" y="112140"/>
                </a:lnTo>
                <a:lnTo>
                  <a:pt x="641398" y="111291"/>
                </a:lnTo>
                <a:lnTo>
                  <a:pt x="649758" y="109299"/>
                </a:lnTo>
                <a:lnTo>
                  <a:pt x="675405" y="111778"/>
                </a:lnTo>
                <a:lnTo>
                  <a:pt x="685114" y="116989"/>
                </a:lnTo>
                <a:lnTo>
                  <a:pt x="693143" y="124211"/>
                </a:lnTo>
                <a:lnTo>
                  <a:pt x="698095" y="132892"/>
                </a:lnTo>
                <a:lnTo>
                  <a:pt x="699389" y="146236"/>
                </a:lnTo>
                <a:lnTo>
                  <a:pt x="698008" y="152871"/>
                </a:lnTo>
                <a:lnTo>
                  <a:pt x="695402" y="155648"/>
                </a:lnTo>
                <a:lnTo>
                  <a:pt x="670918" y="162127"/>
                </a:lnTo>
                <a:lnTo>
                  <a:pt x="669961" y="163936"/>
                </a:lnTo>
                <a:lnTo>
                  <a:pt x="670239" y="165860"/>
                </a:lnTo>
                <a:lnTo>
                  <a:pt x="673321" y="169322"/>
                </a:lnTo>
                <a:lnTo>
                  <a:pt x="689430" y="170263"/>
                </a:lnTo>
                <a:lnTo>
                  <a:pt x="761034" y="170195"/>
                </a:lnTo>
                <a:lnTo>
                  <a:pt x="765530" y="168767"/>
                </a:lnTo>
                <a:lnTo>
                  <a:pt x="767943" y="163390"/>
                </a:lnTo>
                <a:lnTo>
                  <a:pt x="766451" y="161767"/>
                </a:lnTo>
                <a:lnTo>
                  <a:pt x="758706" y="159733"/>
                </a:lnTo>
                <a:lnTo>
                  <a:pt x="752427" y="156527"/>
                </a:lnTo>
                <a:lnTo>
                  <a:pt x="747096" y="151812"/>
                </a:lnTo>
                <a:lnTo>
                  <a:pt x="743160" y="147179"/>
                </a:lnTo>
                <a:lnTo>
                  <a:pt x="738451" y="139479"/>
                </a:lnTo>
                <a:lnTo>
                  <a:pt x="736302" y="133167"/>
                </a:lnTo>
                <a:lnTo>
                  <a:pt x="732299" y="126221"/>
                </a:lnTo>
                <a:lnTo>
                  <a:pt x="721353" y="114013"/>
                </a:lnTo>
                <a:lnTo>
                  <a:pt x="710847" y="106761"/>
                </a:lnTo>
                <a:lnTo>
                  <a:pt x="704943" y="105744"/>
                </a:lnTo>
                <a:lnTo>
                  <a:pt x="700383" y="102656"/>
                </a:lnTo>
                <a:lnTo>
                  <a:pt x="686907" y="101513"/>
                </a:lnTo>
                <a:lnTo>
                  <a:pt x="679718" y="99356"/>
                </a:lnTo>
                <a:lnTo>
                  <a:pt x="672279" y="98361"/>
                </a:lnTo>
                <a:lnTo>
                  <a:pt x="640602" y="98334"/>
                </a:lnTo>
                <a:lnTo>
                  <a:pt x="633246" y="101559"/>
                </a:lnTo>
                <a:lnTo>
                  <a:pt x="622415" y="102546"/>
                </a:lnTo>
                <a:lnTo>
                  <a:pt x="618287" y="105385"/>
                </a:lnTo>
                <a:lnTo>
                  <a:pt x="612025" y="107685"/>
                </a:lnTo>
                <a:lnTo>
                  <a:pt x="603925" y="113789"/>
                </a:lnTo>
                <a:lnTo>
                  <a:pt x="601771" y="113662"/>
                </a:lnTo>
                <a:lnTo>
                  <a:pt x="599941" y="111781"/>
                </a:lnTo>
                <a:lnTo>
                  <a:pt x="599636" y="108716"/>
                </a:lnTo>
                <a:lnTo>
                  <a:pt x="603300" y="73015"/>
                </a:lnTo>
                <a:lnTo>
                  <a:pt x="606398" y="60702"/>
                </a:lnTo>
                <a:lnTo>
                  <a:pt x="607624" y="51781"/>
                </a:lnTo>
                <a:lnTo>
                  <a:pt x="610861" y="46010"/>
                </a:lnTo>
                <a:lnTo>
                  <a:pt x="612082" y="40237"/>
                </a:lnTo>
                <a:lnTo>
                  <a:pt x="616684" y="31396"/>
                </a:lnTo>
                <a:lnTo>
                  <a:pt x="622768" y="23005"/>
                </a:lnTo>
                <a:lnTo>
                  <a:pt x="630277" y="16189"/>
                </a:lnTo>
                <a:lnTo>
                  <a:pt x="638306" y="11384"/>
                </a:lnTo>
                <a:lnTo>
                  <a:pt x="645263" y="10555"/>
                </a:lnTo>
                <a:lnTo>
                  <a:pt x="675583" y="10476"/>
                </a:lnTo>
                <a:lnTo>
                  <a:pt x="679343" y="13846"/>
                </a:lnTo>
                <a:lnTo>
                  <a:pt x="687621" y="18701"/>
                </a:lnTo>
                <a:lnTo>
                  <a:pt x="698033" y="29554"/>
                </a:lnTo>
                <a:lnTo>
                  <a:pt x="702206" y="37619"/>
                </a:lnTo>
                <a:lnTo>
                  <a:pt x="704121" y="51207"/>
                </a:lnTo>
                <a:lnTo>
                  <a:pt x="702187" y="63006"/>
                </a:lnTo>
                <a:lnTo>
                  <a:pt x="693920" y="67839"/>
                </a:lnTo>
                <a:lnTo>
                  <a:pt x="678382" y="69112"/>
                </a:lnTo>
                <a:lnTo>
                  <a:pt x="674736" y="73540"/>
                </a:lnTo>
                <a:lnTo>
                  <a:pt x="674655" y="75855"/>
                </a:lnTo>
                <a:lnTo>
                  <a:pt x="675479" y="76961"/>
                </a:lnTo>
                <a:lnTo>
                  <a:pt x="697652" y="77848"/>
                </a:lnTo>
                <a:lnTo>
                  <a:pt x="762101" y="77661"/>
                </a:lnTo>
                <a:lnTo>
                  <a:pt x="772601" y="77225"/>
                </a:lnTo>
                <a:lnTo>
                  <a:pt x="774331" y="74685"/>
                </a:lnTo>
                <a:lnTo>
                  <a:pt x="772847" y="71668"/>
                </a:lnTo>
                <a:lnTo>
                  <a:pt x="769969" y="68904"/>
                </a:lnTo>
                <a:lnTo>
                  <a:pt x="760508" y="67961"/>
                </a:lnTo>
                <a:lnTo>
                  <a:pt x="749603" y="60735"/>
                </a:lnTo>
                <a:lnTo>
                  <a:pt x="742398" y="49944"/>
                </a:lnTo>
                <a:lnTo>
                  <a:pt x="734469" y="34632"/>
                </a:lnTo>
                <a:lnTo>
                  <a:pt x="724513" y="21058"/>
                </a:lnTo>
                <a:lnTo>
                  <a:pt x="720113" y="16840"/>
                </a:lnTo>
                <a:lnTo>
                  <a:pt x="710023" y="9870"/>
                </a:lnTo>
                <a:lnTo>
                  <a:pt x="705897" y="8429"/>
                </a:lnTo>
                <a:lnTo>
                  <a:pt x="702102" y="5856"/>
                </a:lnTo>
                <a:lnTo>
                  <a:pt x="692323" y="4711"/>
                </a:lnTo>
                <a:lnTo>
                  <a:pt x="685736" y="1454"/>
                </a:lnTo>
                <a:lnTo>
                  <a:pt x="651420" y="0"/>
                </a:lnTo>
                <a:close/>
                <a:moveTo>
                  <a:pt x="111318" y="474"/>
                </a:moveTo>
                <a:lnTo>
                  <a:pt x="86216" y="1611"/>
                </a:lnTo>
                <a:lnTo>
                  <a:pt x="80115" y="4567"/>
                </a:lnTo>
                <a:lnTo>
                  <a:pt x="72146" y="5887"/>
                </a:lnTo>
                <a:lnTo>
                  <a:pt x="63471" y="10583"/>
                </a:lnTo>
                <a:lnTo>
                  <a:pt x="55303" y="16953"/>
                </a:lnTo>
                <a:lnTo>
                  <a:pt x="44730" y="28193"/>
                </a:lnTo>
                <a:lnTo>
                  <a:pt x="38785" y="36333"/>
                </a:lnTo>
                <a:lnTo>
                  <a:pt x="36329" y="41908"/>
                </a:lnTo>
                <a:lnTo>
                  <a:pt x="33560" y="45081"/>
                </a:lnTo>
                <a:lnTo>
                  <a:pt x="31843" y="50850"/>
                </a:lnTo>
                <a:lnTo>
                  <a:pt x="24150" y="60729"/>
                </a:lnTo>
                <a:lnTo>
                  <a:pt x="14704" y="67654"/>
                </a:lnTo>
                <a:lnTo>
                  <a:pt x="2771" y="69329"/>
                </a:lnTo>
                <a:lnTo>
                  <a:pt x="788" y="71239"/>
                </a:lnTo>
                <a:lnTo>
                  <a:pt x="0" y="74596"/>
                </a:lnTo>
                <a:lnTo>
                  <a:pt x="1374" y="77089"/>
                </a:lnTo>
                <a:lnTo>
                  <a:pt x="6555" y="77738"/>
                </a:lnTo>
                <a:lnTo>
                  <a:pt x="78246" y="77938"/>
                </a:lnTo>
                <a:lnTo>
                  <a:pt x="98421" y="77120"/>
                </a:lnTo>
                <a:lnTo>
                  <a:pt x="99898" y="74370"/>
                </a:lnTo>
                <a:lnTo>
                  <a:pt x="98015" y="69914"/>
                </a:lnTo>
                <a:lnTo>
                  <a:pt x="95138" y="68859"/>
                </a:lnTo>
                <a:lnTo>
                  <a:pt x="78998" y="67222"/>
                </a:lnTo>
                <a:lnTo>
                  <a:pt x="72594" y="62408"/>
                </a:lnTo>
                <a:lnTo>
                  <a:pt x="68634" y="53717"/>
                </a:lnTo>
                <a:lnTo>
                  <a:pt x="68797" y="50877"/>
                </a:lnTo>
                <a:lnTo>
                  <a:pt x="71169" y="45062"/>
                </a:lnTo>
                <a:lnTo>
                  <a:pt x="73976" y="33796"/>
                </a:lnTo>
                <a:lnTo>
                  <a:pt x="78399" y="27577"/>
                </a:lnTo>
                <a:lnTo>
                  <a:pt x="84930" y="20615"/>
                </a:lnTo>
                <a:lnTo>
                  <a:pt x="91638" y="15240"/>
                </a:lnTo>
                <a:lnTo>
                  <a:pt x="95855" y="14108"/>
                </a:lnTo>
                <a:lnTo>
                  <a:pt x="100907" y="11024"/>
                </a:lnTo>
                <a:lnTo>
                  <a:pt x="134632" y="10647"/>
                </a:lnTo>
                <a:lnTo>
                  <a:pt x="137352" y="11260"/>
                </a:lnTo>
                <a:lnTo>
                  <a:pt x="145884" y="17491"/>
                </a:lnTo>
                <a:lnTo>
                  <a:pt x="153490" y="24421"/>
                </a:lnTo>
                <a:lnTo>
                  <a:pt x="158368" y="31119"/>
                </a:lnTo>
                <a:lnTo>
                  <a:pt x="160360" y="36948"/>
                </a:lnTo>
                <a:lnTo>
                  <a:pt x="163157" y="41528"/>
                </a:lnTo>
                <a:lnTo>
                  <a:pt x="164368" y="48147"/>
                </a:lnTo>
                <a:lnTo>
                  <a:pt x="167375" y="54162"/>
                </a:lnTo>
                <a:lnTo>
                  <a:pt x="168382" y="62986"/>
                </a:lnTo>
                <a:lnTo>
                  <a:pt x="171303" y="69648"/>
                </a:lnTo>
                <a:lnTo>
                  <a:pt x="172771" y="94689"/>
                </a:lnTo>
                <a:lnTo>
                  <a:pt x="175239" y="102794"/>
                </a:lnTo>
                <a:lnTo>
                  <a:pt x="175997" y="109031"/>
                </a:lnTo>
                <a:lnTo>
                  <a:pt x="176295" y="129461"/>
                </a:lnTo>
                <a:lnTo>
                  <a:pt x="175371" y="134093"/>
                </a:lnTo>
                <a:lnTo>
                  <a:pt x="173911" y="135089"/>
                </a:lnTo>
                <a:lnTo>
                  <a:pt x="166302" y="135598"/>
                </a:lnTo>
                <a:lnTo>
                  <a:pt x="55387" y="136177"/>
                </a:lnTo>
                <a:lnTo>
                  <a:pt x="50446" y="137179"/>
                </a:lnTo>
                <a:lnTo>
                  <a:pt x="49872" y="142994"/>
                </a:lnTo>
                <a:lnTo>
                  <a:pt x="52095" y="144419"/>
                </a:lnTo>
                <a:lnTo>
                  <a:pt x="60531" y="145071"/>
                </a:lnTo>
                <a:lnTo>
                  <a:pt x="167483" y="145499"/>
                </a:lnTo>
                <a:lnTo>
                  <a:pt x="172115" y="146121"/>
                </a:lnTo>
                <a:lnTo>
                  <a:pt x="174481" y="147835"/>
                </a:lnTo>
                <a:lnTo>
                  <a:pt x="176110" y="152107"/>
                </a:lnTo>
                <a:lnTo>
                  <a:pt x="175909" y="163031"/>
                </a:lnTo>
                <a:lnTo>
                  <a:pt x="175000" y="175121"/>
                </a:lnTo>
                <a:lnTo>
                  <a:pt x="172685" y="186127"/>
                </a:lnTo>
                <a:lnTo>
                  <a:pt x="171632" y="208098"/>
                </a:lnTo>
                <a:lnTo>
                  <a:pt x="168500" y="216383"/>
                </a:lnTo>
                <a:lnTo>
                  <a:pt x="167233" y="229462"/>
                </a:lnTo>
                <a:lnTo>
                  <a:pt x="164440" y="234393"/>
                </a:lnTo>
                <a:lnTo>
                  <a:pt x="162966" y="240183"/>
                </a:lnTo>
                <a:lnTo>
                  <a:pt x="160301" y="245092"/>
                </a:lnTo>
                <a:lnTo>
                  <a:pt x="158036" y="251961"/>
                </a:lnTo>
                <a:lnTo>
                  <a:pt x="148683" y="263919"/>
                </a:lnTo>
                <a:lnTo>
                  <a:pt x="140541" y="269926"/>
                </a:lnTo>
                <a:lnTo>
                  <a:pt x="127269" y="274275"/>
                </a:lnTo>
                <a:lnTo>
                  <a:pt x="107670" y="274358"/>
                </a:lnTo>
                <a:lnTo>
                  <a:pt x="102836" y="271163"/>
                </a:lnTo>
                <a:lnTo>
                  <a:pt x="94894" y="270051"/>
                </a:lnTo>
                <a:lnTo>
                  <a:pt x="86932" y="264833"/>
                </a:lnTo>
                <a:lnTo>
                  <a:pt x="82471" y="260595"/>
                </a:lnTo>
                <a:lnTo>
                  <a:pt x="73014" y="247618"/>
                </a:lnTo>
                <a:lnTo>
                  <a:pt x="69174" y="233417"/>
                </a:lnTo>
                <a:lnTo>
                  <a:pt x="69716" y="227862"/>
                </a:lnTo>
                <a:lnTo>
                  <a:pt x="74748" y="218465"/>
                </a:lnTo>
                <a:lnTo>
                  <a:pt x="84910" y="213459"/>
                </a:lnTo>
                <a:lnTo>
                  <a:pt x="97243" y="212265"/>
                </a:lnTo>
                <a:lnTo>
                  <a:pt x="100130" y="211044"/>
                </a:lnTo>
                <a:lnTo>
                  <a:pt x="100276" y="207667"/>
                </a:lnTo>
                <a:lnTo>
                  <a:pt x="96947" y="203407"/>
                </a:lnTo>
                <a:lnTo>
                  <a:pt x="3245" y="203407"/>
                </a:lnTo>
                <a:lnTo>
                  <a:pt x="524" y="205491"/>
                </a:lnTo>
                <a:lnTo>
                  <a:pt x="15" y="208878"/>
                </a:lnTo>
                <a:lnTo>
                  <a:pt x="1562" y="211587"/>
                </a:lnTo>
                <a:lnTo>
                  <a:pt x="18333" y="217487"/>
                </a:lnTo>
                <a:lnTo>
                  <a:pt x="22182" y="220354"/>
                </a:lnTo>
                <a:lnTo>
                  <a:pt x="31074" y="231618"/>
                </a:lnTo>
                <a:lnTo>
                  <a:pt x="38942" y="247857"/>
                </a:lnTo>
                <a:lnTo>
                  <a:pt x="42828" y="253508"/>
                </a:lnTo>
                <a:lnTo>
                  <a:pt x="56477" y="267742"/>
                </a:lnTo>
                <a:lnTo>
                  <a:pt x="65903" y="274750"/>
                </a:lnTo>
                <a:lnTo>
                  <a:pt x="75963" y="279118"/>
                </a:lnTo>
                <a:lnTo>
                  <a:pt x="88353" y="280619"/>
                </a:lnTo>
                <a:lnTo>
                  <a:pt x="97094" y="283562"/>
                </a:lnTo>
                <a:lnTo>
                  <a:pt x="138361" y="283653"/>
                </a:lnTo>
                <a:lnTo>
                  <a:pt x="145588" y="280560"/>
                </a:lnTo>
                <a:lnTo>
                  <a:pt x="153912" y="279711"/>
                </a:lnTo>
                <a:lnTo>
                  <a:pt x="159287" y="276388"/>
                </a:lnTo>
                <a:lnTo>
                  <a:pt x="164454" y="275346"/>
                </a:lnTo>
                <a:lnTo>
                  <a:pt x="181227" y="264249"/>
                </a:lnTo>
                <a:lnTo>
                  <a:pt x="189400" y="256791"/>
                </a:lnTo>
                <a:lnTo>
                  <a:pt x="195166" y="249785"/>
                </a:lnTo>
                <a:lnTo>
                  <a:pt x="205676" y="233384"/>
                </a:lnTo>
                <a:lnTo>
                  <a:pt x="210495" y="223720"/>
                </a:lnTo>
                <a:lnTo>
                  <a:pt x="218833" y="199214"/>
                </a:lnTo>
                <a:lnTo>
                  <a:pt x="220141" y="187654"/>
                </a:lnTo>
                <a:lnTo>
                  <a:pt x="223222" y="176676"/>
                </a:lnTo>
                <a:lnTo>
                  <a:pt x="223819" y="133037"/>
                </a:lnTo>
                <a:lnTo>
                  <a:pt x="223135" y="106648"/>
                </a:lnTo>
                <a:lnTo>
                  <a:pt x="220107" y="96892"/>
                </a:lnTo>
                <a:lnTo>
                  <a:pt x="218970" y="84417"/>
                </a:lnTo>
                <a:lnTo>
                  <a:pt x="215903" y="76913"/>
                </a:lnTo>
                <a:lnTo>
                  <a:pt x="214445" y="68448"/>
                </a:lnTo>
                <a:lnTo>
                  <a:pt x="200781" y="41670"/>
                </a:lnTo>
                <a:lnTo>
                  <a:pt x="193738" y="32552"/>
                </a:lnTo>
                <a:lnTo>
                  <a:pt x="183806" y="22109"/>
                </a:lnTo>
                <a:lnTo>
                  <a:pt x="171451" y="11458"/>
                </a:lnTo>
                <a:lnTo>
                  <a:pt x="161423" y="6063"/>
                </a:lnTo>
                <a:lnTo>
                  <a:pt x="152418" y="4606"/>
                </a:lnTo>
                <a:lnTo>
                  <a:pt x="147093" y="1626"/>
                </a:lnTo>
                <a:lnTo>
                  <a:pt x="111318" y="474"/>
                </a:lnTo>
                <a:close/>
                <a:moveTo>
                  <a:pt x="917997" y="1000"/>
                </a:moveTo>
                <a:lnTo>
                  <a:pt x="906452" y="1610"/>
                </a:lnTo>
                <a:lnTo>
                  <a:pt x="901718" y="4464"/>
                </a:lnTo>
                <a:lnTo>
                  <a:pt x="894090" y="6063"/>
                </a:lnTo>
                <a:lnTo>
                  <a:pt x="880431" y="15555"/>
                </a:lnTo>
                <a:lnTo>
                  <a:pt x="872192" y="24062"/>
                </a:lnTo>
                <a:lnTo>
                  <a:pt x="864910" y="33822"/>
                </a:lnTo>
                <a:lnTo>
                  <a:pt x="860222" y="42300"/>
                </a:lnTo>
                <a:lnTo>
                  <a:pt x="857821" y="50733"/>
                </a:lnTo>
                <a:lnTo>
                  <a:pt x="855228" y="56070"/>
                </a:lnTo>
                <a:lnTo>
                  <a:pt x="851308" y="74599"/>
                </a:lnTo>
                <a:lnTo>
                  <a:pt x="850675" y="84095"/>
                </a:lnTo>
                <a:lnTo>
                  <a:pt x="849234" y="256518"/>
                </a:lnTo>
                <a:lnTo>
                  <a:pt x="845981" y="264567"/>
                </a:lnTo>
                <a:lnTo>
                  <a:pt x="841502" y="268604"/>
                </a:lnTo>
                <a:lnTo>
                  <a:pt x="837612" y="270146"/>
                </a:lnTo>
                <a:lnTo>
                  <a:pt x="827956" y="270665"/>
                </a:lnTo>
                <a:lnTo>
                  <a:pt x="825232" y="271590"/>
                </a:lnTo>
                <a:lnTo>
                  <a:pt x="823339" y="275705"/>
                </a:lnTo>
                <a:lnTo>
                  <a:pt x="824778" y="278995"/>
                </a:lnTo>
                <a:lnTo>
                  <a:pt x="836210" y="279692"/>
                </a:lnTo>
                <a:lnTo>
                  <a:pt x="903826" y="279895"/>
                </a:lnTo>
                <a:lnTo>
                  <a:pt x="919635" y="279540"/>
                </a:lnTo>
                <a:lnTo>
                  <a:pt x="921590" y="278549"/>
                </a:lnTo>
                <a:lnTo>
                  <a:pt x="922763" y="275271"/>
                </a:lnTo>
                <a:lnTo>
                  <a:pt x="922046" y="271753"/>
                </a:lnTo>
                <a:lnTo>
                  <a:pt x="907276" y="269698"/>
                </a:lnTo>
                <a:lnTo>
                  <a:pt x="899806" y="264544"/>
                </a:lnTo>
                <a:lnTo>
                  <a:pt x="898113" y="261221"/>
                </a:lnTo>
                <a:lnTo>
                  <a:pt x="897222" y="236374"/>
                </a:lnTo>
                <a:lnTo>
                  <a:pt x="897256" y="155082"/>
                </a:lnTo>
                <a:lnTo>
                  <a:pt x="899589" y="153738"/>
                </a:lnTo>
                <a:lnTo>
                  <a:pt x="908084" y="153567"/>
                </a:lnTo>
                <a:lnTo>
                  <a:pt x="922491" y="154048"/>
                </a:lnTo>
                <a:lnTo>
                  <a:pt x="934479" y="155568"/>
                </a:lnTo>
                <a:lnTo>
                  <a:pt x="943719" y="153878"/>
                </a:lnTo>
                <a:lnTo>
                  <a:pt x="957853" y="153424"/>
                </a:lnTo>
                <a:lnTo>
                  <a:pt x="964255" y="150140"/>
                </a:lnTo>
                <a:lnTo>
                  <a:pt x="973129" y="148545"/>
                </a:lnTo>
                <a:lnTo>
                  <a:pt x="979883" y="144600"/>
                </a:lnTo>
                <a:lnTo>
                  <a:pt x="987145" y="138787"/>
                </a:lnTo>
                <a:lnTo>
                  <a:pt x="996352" y="128197"/>
                </a:lnTo>
                <a:lnTo>
                  <a:pt x="1002039" y="119052"/>
                </a:lnTo>
                <a:lnTo>
                  <a:pt x="1005782" y="108439"/>
                </a:lnTo>
                <a:lnTo>
                  <a:pt x="1008589" y="94881"/>
                </a:lnTo>
                <a:lnTo>
                  <a:pt x="1009658" y="84889"/>
                </a:lnTo>
                <a:lnTo>
                  <a:pt x="1010147" y="72695"/>
                </a:lnTo>
                <a:lnTo>
                  <a:pt x="1009365" y="61077"/>
                </a:lnTo>
                <a:lnTo>
                  <a:pt x="1006278" y="42005"/>
                </a:lnTo>
                <a:lnTo>
                  <a:pt x="1001989" y="31997"/>
                </a:lnTo>
                <a:lnTo>
                  <a:pt x="994679" y="21312"/>
                </a:lnTo>
                <a:lnTo>
                  <a:pt x="988940" y="15468"/>
                </a:lnTo>
                <a:lnTo>
                  <a:pt x="975512" y="5885"/>
                </a:lnTo>
                <a:lnTo>
                  <a:pt x="966848" y="4961"/>
                </a:lnTo>
                <a:lnTo>
                  <a:pt x="960838" y="1372"/>
                </a:lnTo>
                <a:lnTo>
                  <a:pt x="917997" y="1000"/>
                </a:lnTo>
                <a:close/>
                <a:moveTo>
                  <a:pt x="940790" y="10897"/>
                </a:moveTo>
                <a:lnTo>
                  <a:pt x="947177" y="15660"/>
                </a:lnTo>
                <a:lnTo>
                  <a:pt x="953706" y="22849"/>
                </a:lnTo>
                <a:lnTo>
                  <a:pt x="958099" y="30851"/>
                </a:lnTo>
                <a:lnTo>
                  <a:pt x="959222" y="35407"/>
                </a:lnTo>
                <a:lnTo>
                  <a:pt x="962776" y="58901"/>
                </a:lnTo>
                <a:lnTo>
                  <a:pt x="963565" y="76949"/>
                </a:lnTo>
                <a:lnTo>
                  <a:pt x="962963" y="94643"/>
                </a:lnTo>
                <a:lnTo>
                  <a:pt x="960393" y="106097"/>
                </a:lnTo>
                <a:lnTo>
                  <a:pt x="959255" y="117006"/>
                </a:lnTo>
                <a:lnTo>
                  <a:pt x="956109" y="123898"/>
                </a:lnTo>
                <a:lnTo>
                  <a:pt x="954306" y="131314"/>
                </a:lnTo>
                <a:lnTo>
                  <a:pt x="941738" y="143659"/>
                </a:lnTo>
                <a:lnTo>
                  <a:pt x="917944" y="143980"/>
                </a:lnTo>
                <a:lnTo>
                  <a:pt x="911051" y="139236"/>
                </a:lnTo>
                <a:lnTo>
                  <a:pt x="903204" y="128445"/>
                </a:lnTo>
                <a:lnTo>
                  <a:pt x="899411" y="114698"/>
                </a:lnTo>
                <a:lnTo>
                  <a:pt x="897233" y="90266"/>
                </a:lnTo>
                <a:lnTo>
                  <a:pt x="898172" y="44640"/>
                </a:lnTo>
                <a:lnTo>
                  <a:pt x="901020" y="37437"/>
                </a:lnTo>
                <a:lnTo>
                  <a:pt x="902790" y="29118"/>
                </a:lnTo>
                <a:lnTo>
                  <a:pt x="907906" y="21141"/>
                </a:lnTo>
                <a:lnTo>
                  <a:pt x="912597" y="16394"/>
                </a:lnTo>
                <a:lnTo>
                  <a:pt x="920155" y="10844"/>
                </a:lnTo>
                <a:lnTo>
                  <a:pt x="940790" y="10897"/>
                </a:lnTo>
                <a:close/>
                <a:moveTo>
                  <a:pt x="487968" y="3158"/>
                </a:moveTo>
                <a:lnTo>
                  <a:pt x="478482" y="4203"/>
                </a:lnTo>
                <a:lnTo>
                  <a:pt x="461000" y="3371"/>
                </a:lnTo>
                <a:lnTo>
                  <a:pt x="414178" y="4257"/>
                </a:lnTo>
                <a:lnTo>
                  <a:pt x="406970" y="3701"/>
                </a:lnTo>
                <a:lnTo>
                  <a:pt x="402999" y="6609"/>
                </a:lnTo>
                <a:lnTo>
                  <a:pt x="403511" y="10253"/>
                </a:lnTo>
                <a:lnTo>
                  <a:pt x="406889" y="13145"/>
                </a:lnTo>
                <a:lnTo>
                  <a:pt x="420561" y="15228"/>
                </a:lnTo>
                <a:lnTo>
                  <a:pt x="422680" y="16260"/>
                </a:lnTo>
                <a:lnTo>
                  <a:pt x="424932" y="20094"/>
                </a:lnTo>
                <a:lnTo>
                  <a:pt x="428747" y="30743"/>
                </a:lnTo>
                <a:lnTo>
                  <a:pt x="428885" y="134953"/>
                </a:lnTo>
                <a:lnTo>
                  <a:pt x="428075" y="156122"/>
                </a:lnTo>
                <a:lnTo>
                  <a:pt x="428762" y="163970"/>
                </a:lnTo>
                <a:lnTo>
                  <a:pt x="427678" y="168238"/>
                </a:lnTo>
                <a:lnTo>
                  <a:pt x="424944" y="169770"/>
                </a:lnTo>
                <a:lnTo>
                  <a:pt x="420883" y="166923"/>
                </a:lnTo>
                <a:lnTo>
                  <a:pt x="406258" y="148954"/>
                </a:lnTo>
                <a:lnTo>
                  <a:pt x="391544" y="132827"/>
                </a:lnTo>
                <a:lnTo>
                  <a:pt x="366737" y="101623"/>
                </a:lnTo>
                <a:lnTo>
                  <a:pt x="355328" y="88755"/>
                </a:lnTo>
                <a:lnTo>
                  <a:pt x="350707" y="81550"/>
                </a:lnTo>
                <a:lnTo>
                  <a:pt x="350311" y="28637"/>
                </a:lnTo>
                <a:lnTo>
                  <a:pt x="356423" y="16494"/>
                </a:lnTo>
                <a:lnTo>
                  <a:pt x="359682" y="15147"/>
                </a:lnTo>
                <a:lnTo>
                  <a:pt x="368953" y="14124"/>
                </a:lnTo>
                <a:lnTo>
                  <a:pt x="372837" y="12884"/>
                </a:lnTo>
                <a:lnTo>
                  <a:pt x="376255" y="8531"/>
                </a:lnTo>
                <a:lnTo>
                  <a:pt x="375486" y="5146"/>
                </a:lnTo>
                <a:lnTo>
                  <a:pt x="371961" y="3494"/>
                </a:lnTo>
                <a:lnTo>
                  <a:pt x="364662" y="4553"/>
                </a:lnTo>
                <a:lnTo>
                  <a:pt x="345399" y="3431"/>
                </a:lnTo>
                <a:lnTo>
                  <a:pt x="287930" y="3527"/>
                </a:lnTo>
                <a:lnTo>
                  <a:pt x="280896" y="4376"/>
                </a:lnTo>
                <a:lnTo>
                  <a:pt x="278324" y="6101"/>
                </a:lnTo>
                <a:lnTo>
                  <a:pt x="277897" y="9335"/>
                </a:lnTo>
                <a:lnTo>
                  <a:pt x="279988" y="12193"/>
                </a:lnTo>
                <a:lnTo>
                  <a:pt x="285163" y="13872"/>
                </a:lnTo>
                <a:lnTo>
                  <a:pt x="297488" y="15420"/>
                </a:lnTo>
                <a:lnTo>
                  <a:pt x="301161" y="18240"/>
                </a:lnTo>
                <a:lnTo>
                  <a:pt x="303091" y="27110"/>
                </a:lnTo>
                <a:lnTo>
                  <a:pt x="303418" y="53256"/>
                </a:lnTo>
                <a:lnTo>
                  <a:pt x="303349" y="205456"/>
                </a:lnTo>
                <a:lnTo>
                  <a:pt x="302543" y="261501"/>
                </a:lnTo>
                <a:lnTo>
                  <a:pt x="301124" y="265331"/>
                </a:lnTo>
                <a:lnTo>
                  <a:pt x="293406" y="269794"/>
                </a:lnTo>
                <a:lnTo>
                  <a:pt x="280455" y="271527"/>
                </a:lnTo>
                <a:lnTo>
                  <a:pt x="278277" y="275427"/>
                </a:lnTo>
                <a:lnTo>
                  <a:pt x="279778" y="278893"/>
                </a:lnTo>
                <a:lnTo>
                  <a:pt x="290769" y="279663"/>
                </a:lnTo>
                <a:lnTo>
                  <a:pt x="369650" y="279553"/>
                </a:lnTo>
                <a:lnTo>
                  <a:pt x="375688" y="278982"/>
                </a:lnTo>
                <a:lnTo>
                  <a:pt x="377626" y="276875"/>
                </a:lnTo>
                <a:lnTo>
                  <a:pt x="377567" y="273998"/>
                </a:lnTo>
                <a:lnTo>
                  <a:pt x="375497" y="271446"/>
                </a:lnTo>
                <a:lnTo>
                  <a:pt x="362391" y="269865"/>
                </a:lnTo>
                <a:lnTo>
                  <a:pt x="355633" y="265619"/>
                </a:lnTo>
                <a:lnTo>
                  <a:pt x="354299" y="263731"/>
                </a:lnTo>
                <a:lnTo>
                  <a:pt x="351181" y="254102"/>
                </a:lnTo>
                <a:lnTo>
                  <a:pt x="350308" y="224866"/>
                </a:lnTo>
                <a:lnTo>
                  <a:pt x="350541" y="113943"/>
                </a:lnTo>
                <a:lnTo>
                  <a:pt x="351437" y="109739"/>
                </a:lnTo>
                <a:lnTo>
                  <a:pt x="353436" y="108284"/>
                </a:lnTo>
                <a:lnTo>
                  <a:pt x="358398" y="111266"/>
                </a:lnTo>
                <a:lnTo>
                  <a:pt x="377355" y="133571"/>
                </a:lnTo>
                <a:lnTo>
                  <a:pt x="386313" y="145746"/>
                </a:lnTo>
                <a:lnTo>
                  <a:pt x="418102" y="182999"/>
                </a:lnTo>
                <a:lnTo>
                  <a:pt x="428747" y="198616"/>
                </a:lnTo>
                <a:lnTo>
                  <a:pt x="428339" y="251212"/>
                </a:lnTo>
                <a:lnTo>
                  <a:pt x="425641" y="263260"/>
                </a:lnTo>
                <a:lnTo>
                  <a:pt x="423046" y="266412"/>
                </a:lnTo>
                <a:lnTo>
                  <a:pt x="418567" y="269676"/>
                </a:lnTo>
                <a:lnTo>
                  <a:pt x="404156" y="271512"/>
                </a:lnTo>
                <a:lnTo>
                  <a:pt x="402723" y="274064"/>
                </a:lnTo>
                <a:lnTo>
                  <a:pt x="403725" y="278401"/>
                </a:lnTo>
                <a:lnTo>
                  <a:pt x="406101" y="279549"/>
                </a:lnTo>
                <a:lnTo>
                  <a:pt x="410973" y="279836"/>
                </a:lnTo>
                <a:lnTo>
                  <a:pt x="483022" y="279965"/>
                </a:lnTo>
                <a:lnTo>
                  <a:pt x="498243" y="279549"/>
                </a:lnTo>
                <a:lnTo>
                  <a:pt x="500903" y="277993"/>
                </a:lnTo>
                <a:lnTo>
                  <a:pt x="501576" y="274558"/>
                </a:lnTo>
                <a:lnTo>
                  <a:pt x="499924" y="271553"/>
                </a:lnTo>
                <a:lnTo>
                  <a:pt x="483789" y="269405"/>
                </a:lnTo>
                <a:lnTo>
                  <a:pt x="477246" y="265057"/>
                </a:lnTo>
                <a:lnTo>
                  <a:pt x="476318" y="260287"/>
                </a:lnTo>
                <a:lnTo>
                  <a:pt x="475762" y="169787"/>
                </a:lnTo>
                <a:lnTo>
                  <a:pt x="476387" y="25321"/>
                </a:lnTo>
                <a:lnTo>
                  <a:pt x="477979" y="19648"/>
                </a:lnTo>
                <a:lnTo>
                  <a:pt x="481286" y="15518"/>
                </a:lnTo>
                <a:lnTo>
                  <a:pt x="498233" y="13614"/>
                </a:lnTo>
                <a:lnTo>
                  <a:pt x="500716" y="11628"/>
                </a:lnTo>
                <a:lnTo>
                  <a:pt x="501565" y="8180"/>
                </a:lnTo>
                <a:lnTo>
                  <a:pt x="500822" y="5882"/>
                </a:lnTo>
                <a:lnTo>
                  <a:pt x="497260" y="3698"/>
                </a:lnTo>
                <a:lnTo>
                  <a:pt x="487968" y="3158"/>
                </a:lnTo>
                <a:close/>
                <a:moveTo>
                  <a:pt x="1115876" y="3106"/>
                </a:moveTo>
                <a:lnTo>
                  <a:pt x="1053477" y="3730"/>
                </a:lnTo>
                <a:lnTo>
                  <a:pt x="1050943" y="4414"/>
                </a:lnTo>
                <a:lnTo>
                  <a:pt x="1048789" y="7202"/>
                </a:lnTo>
                <a:lnTo>
                  <a:pt x="1048875" y="11358"/>
                </a:lnTo>
                <a:lnTo>
                  <a:pt x="1050765" y="13608"/>
                </a:lnTo>
                <a:lnTo>
                  <a:pt x="1055284" y="14550"/>
                </a:lnTo>
                <a:lnTo>
                  <a:pt x="1067183" y="14687"/>
                </a:lnTo>
                <a:lnTo>
                  <a:pt x="1072965" y="21034"/>
                </a:lnTo>
                <a:lnTo>
                  <a:pt x="1073816" y="22899"/>
                </a:lnTo>
                <a:lnTo>
                  <a:pt x="1074225" y="47915"/>
                </a:lnTo>
                <a:lnTo>
                  <a:pt x="1073868" y="257996"/>
                </a:lnTo>
                <a:lnTo>
                  <a:pt x="1072375" y="265106"/>
                </a:lnTo>
                <a:lnTo>
                  <a:pt x="1068737" y="267580"/>
                </a:lnTo>
                <a:lnTo>
                  <a:pt x="1063302" y="270195"/>
                </a:lnTo>
                <a:lnTo>
                  <a:pt x="1049411" y="271318"/>
                </a:lnTo>
                <a:lnTo>
                  <a:pt x="1048156" y="273555"/>
                </a:lnTo>
                <a:lnTo>
                  <a:pt x="1048069" y="276080"/>
                </a:lnTo>
                <a:lnTo>
                  <a:pt x="1048841" y="278310"/>
                </a:lnTo>
                <a:lnTo>
                  <a:pt x="1050251" y="279407"/>
                </a:lnTo>
                <a:lnTo>
                  <a:pt x="1135824" y="279850"/>
                </a:lnTo>
                <a:lnTo>
                  <a:pt x="1145799" y="279255"/>
                </a:lnTo>
                <a:lnTo>
                  <a:pt x="1148093" y="277895"/>
                </a:lnTo>
                <a:lnTo>
                  <a:pt x="1148472" y="274169"/>
                </a:lnTo>
                <a:lnTo>
                  <a:pt x="1146542" y="271473"/>
                </a:lnTo>
                <a:lnTo>
                  <a:pt x="1132762" y="269801"/>
                </a:lnTo>
                <a:lnTo>
                  <a:pt x="1125417" y="264945"/>
                </a:lnTo>
                <a:lnTo>
                  <a:pt x="1122472" y="253882"/>
                </a:lnTo>
                <a:lnTo>
                  <a:pt x="1122035" y="25478"/>
                </a:lnTo>
                <a:lnTo>
                  <a:pt x="1126782" y="17134"/>
                </a:lnTo>
                <a:lnTo>
                  <a:pt x="1131220" y="15079"/>
                </a:lnTo>
                <a:lnTo>
                  <a:pt x="1157167" y="14779"/>
                </a:lnTo>
                <a:lnTo>
                  <a:pt x="1161984" y="15069"/>
                </a:lnTo>
                <a:lnTo>
                  <a:pt x="1164226" y="16102"/>
                </a:lnTo>
                <a:lnTo>
                  <a:pt x="1174782" y="24768"/>
                </a:lnTo>
                <a:lnTo>
                  <a:pt x="1182912" y="33939"/>
                </a:lnTo>
                <a:lnTo>
                  <a:pt x="1190745" y="50869"/>
                </a:lnTo>
                <a:lnTo>
                  <a:pt x="1196174" y="70911"/>
                </a:lnTo>
                <a:lnTo>
                  <a:pt x="1197790" y="72767"/>
                </a:lnTo>
                <a:lnTo>
                  <a:pt x="1201798" y="73017"/>
                </a:lnTo>
                <a:lnTo>
                  <a:pt x="1203623" y="71882"/>
                </a:lnTo>
                <a:lnTo>
                  <a:pt x="1204401" y="69910"/>
                </a:lnTo>
                <a:lnTo>
                  <a:pt x="1209927" y="44258"/>
                </a:lnTo>
                <a:lnTo>
                  <a:pt x="1218576" y="22493"/>
                </a:lnTo>
                <a:lnTo>
                  <a:pt x="1223826" y="12506"/>
                </a:lnTo>
                <a:lnTo>
                  <a:pt x="1224203" y="8051"/>
                </a:lnTo>
                <a:lnTo>
                  <a:pt x="1223136" y="6490"/>
                </a:lnTo>
                <a:lnTo>
                  <a:pt x="1221100" y="5323"/>
                </a:lnTo>
                <a:lnTo>
                  <a:pt x="1213720" y="4017"/>
                </a:lnTo>
                <a:lnTo>
                  <a:pt x="1183165" y="4192"/>
                </a:lnTo>
                <a:lnTo>
                  <a:pt x="1172189" y="3264"/>
                </a:lnTo>
                <a:lnTo>
                  <a:pt x="1153696" y="4493"/>
                </a:lnTo>
                <a:lnTo>
                  <a:pt x="1146467" y="3461"/>
                </a:lnTo>
                <a:lnTo>
                  <a:pt x="1133175" y="4119"/>
                </a:lnTo>
                <a:lnTo>
                  <a:pt x="1118785" y="2665"/>
                </a:lnTo>
                <a:lnTo>
                  <a:pt x="1115876" y="3106"/>
                </a:lnTo>
                <a:close/>
                <a:moveTo>
                  <a:pt x="1442727" y="3422"/>
                </a:moveTo>
                <a:lnTo>
                  <a:pt x="1402433" y="4338"/>
                </a:lnTo>
                <a:lnTo>
                  <a:pt x="1398929" y="5266"/>
                </a:lnTo>
                <a:lnTo>
                  <a:pt x="1396976" y="7217"/>
                </a:lnTo>
                <a:lnTo>
                  <a:pt x="1397235" y="10735"/>
                </a:lnTo>
                <a:lnTo>
                  <a:pt x="1399830" y="13853"/>
                </a:lnTo>
                <a:lnTo>
                  <a:pt x="1415460" y="15297"/>
                </a:lnTo>
                <a:lnTo>
                  <a:pt x="1418053" y="17392"/>
                </a:lnTo>
                <a:lnTo>
                  <a:pt x="1420993" y="26238"/>
                </a:lnTo>
                <a:lnTo>
                  <a:pt x="1421927" y="32723"/>
                </a:lnTo>
                <a:lnTo>
                  <a:pt x="1422197" y="82805"/>
                </a:lnTo>
                <a:lnTo>
                  <a:pt x="1415292" y="94358"/>
                </a:lnTo>
                <a:lnTo>
                  <a:pt x="1386826" y="126661"/>
                </a:lnTo>
                <a:lnTo>
                  <a:pt x="1370990" y="147515"/>
                </a:lnTo>
                <a:lnTo>
                  <a:pt x="1358542" y="162262"/>
                </a:lnTo>
                <a:lnTo>
                  <a:pt x="1353296" y="166953"/>
                </a:lnTo>
                <a:lnTo>
                  <a:pt x="1349842" y="171625"/>
                </a:lnTo>
                <a:lnTo>
                  <a:pt x="1347771" y="172520"/>
                </a:lnTo>
                <a:lnTo>
                  <a:pt x="1345978" y="171465"/>
                </a:lnTo>
                <a:lnTo>
                  <a:pt x="1345216" y="168779"/>
                </a:lnTo>
                <a:lnTo>
                  <a:pt x="1344593" y="149365"/>
                </a:lnTo>
                <a:lnTo>
                  <a:pt x="1344397" y="85021"/>
                </a:lnTo>
                <a:lnTo>
                  <a:pt x="1345347" y="30404"/>
                </a:lnTo>
                <a:lnTo>
                  <a:pt x="1347872" y="20817"/>
                </a:lnTo>
                <a:lnTo>
                  <a:pt x="1350190" y="16661"/>
                </a:lnTo>
                <a:lnTo>
                  <a:pt x="1352469" y="15403"/>
                </a:lnTo>
                <a:lnTo>
                  <a:pt x="1366376" y="12921"/>
                </a:lnTo>
                <a:lnTo>
                  <a:pt x="1369661" y="10160"/>
                </a:lnTo>
                <a:lnTo>
                  <a:pt x="1370578" y="7279"/>
                </a:lnTo>
                <a:lnTo>
                  <a:pt x="1367165" y="4229"/>
                </a:lnTo>
                <a:lnTo>
                  <a:pt x="1363360" y="3707"/>
                </a:lnTo>
                <a:lnTo>
                  <a:pt x="1277338" y="4183"/>
                </a:lnTo>
                <a:lnTo>
                  <a:pt x="1274568" y="4704"/>
                </a:lnTo>
                <a:lnTo>
                  <a:pt x="1271914" y="6418"/>
                </a:lnTo>
                <a:lnTo>
                  <a:pt x="1271567" y="8848"/>
                </a:lnTo>
                <a:lnTo>
                  <a:pt x="1274536" y="11946"/>
                </a:lnTo>
                <a:lnTo>
                  <a:pt x="1279616" y="13828"/>
                </a:lnTo>
                <a:lnTo>
                  <a:pt x="1290950" y="15231"/>
                </a:lnTo>
                <a:lnTo>
                  <a:pt x="1295446" y="19840"/>
                </a:lnTo>
                <a:lnTo>
                  <a:pt x="1297016" y="29163"/>
                </a:lnTo>
                <a:lnTo>
                  <a:pt x="1297493" y="57797"/>
                </a:lnTo>
                <a:lnTo>
                  <a:pt x="1297592" y="179153"/>
                </a:lnTo>
                <a:lnTo>
                  <a:pt x="1296700" y="260312"/>
                </a:lnTo>
                <a:lnTo>
                  <a:pt x="1294784" y="265709"/>
                </a:lnTo>
                <a:lnTo>
                  <a:pt x="1287671" y="269911"/>
                </a:lnTo>
                <a:lnTo>
                  <a:pt x="1275071" y="270745"/>
                </a:lnTo>
                <a:lnTo>
                  <a:pt x="1272413" y="271719"/>
                </a:lnTo>
                <a:lnTo>
                  <a:pt x="1271627" y="276513"/>
                </a:lnTo>
                <a:lnTo>
                  <a:pt x="1273457" y="279079"/>
                </a:lnTo>
                <a:lnTo>
                  <a:pt x="1284385" y="279919"/>
                </a:lnTo>
                <a:lnTo>
                  <a:pt x="1351399" y="279918"/>
                </a:lnTo>
                <a:lnTo>
                  <a:pt x="1367629" y="279540"/>
                </a:lnTo>
                <a:lnTo>
                  <a:pt x="1369673" y="278376"/>
                </a:lnTo>
                <a:lnTo>
                  <a:pt x="1370861" y="274237"/>
                </a:lnTo>
                <a:lnTo>
                  <a:pt x="1369142" y="271414"/>
                </a:lnTo>
                <a:lnTo>
                  <a:pt x="1354737" y="269753"/>
                </a:lnTo>
                <a:lnTo>
                  <a:pt x="1348576" y="265208"/>
                </a:lnTo>
                <a:lnTo>
                  <a:pt x="1347333" y="262979"/>
                </a:lnTo>
                <a:lnTo>
                  <a:pt x="1344750" y="250313"/>
                </a:lnTo>
                <a:lnTo>
                  <a:pt x="1344777" y="200039"/>
                </a:lnTo>
                <a:lnTo>
                  <a:pt x="1349645" y="192037"/>
                </a:lnTo>
                <a:lnTo>
                  <a:pt x="1385624" y="147929"/>
                </a:lnTo>
                <a:lnTo>
                  <a:pt x="1410195" y="118239"/>
                </a:lnTo>
                <a:lnTo>
                  <a:pt x="1415327" y="112700"/>
                </a:lnTo>
                <a:lnTo>
                  <a:pt x="1418075" y="111118"/>
                </a:lnTo>
                <a:lnTo>
                  <a:pt x="1421197" y="113285"/>
                </a:lnTo>
                <a:lnTo>
                  <a:pt x="1421893" y="120156"/>
                </a:lnTo>
                <a:lnTo>
                  <a:pt x="1422478" y="227718"/>
                </a:lnTo>
                <a:lnTo>
                  <a:pt x="1421673" y="254664"/>
                </a:lnTo>
                <a:lnTo>
                  <a:pt x="1419418" y="263194"/>
                </a:lnTo>
                <a:lnTo>
                  <a:pt x="1417609" y="266198"/>
                </a:lnTo>
                <a:lnTo>
                  <a:pt x="1411379" y="269998"/>
                </a:lnTo>
                <a:lnTo>
                  <a:pt x="1398687" y="271128"/>
                </a:lnTo>
                <a:lnTo>
                  <a:pt x="1396372" y="274227"/>
                </a:lnTo>
                <a:lnTo>
                  <a:pt x="1396303" y="277453"/>
                </a:lnTo>
                <a:lnTo>
                  <a:pt x="1398492" y="279434"/>
                </a:lnTo>
                <a:lnTo>
                  <a:pt x="1408842" y="279929"/>
                </a:lnTo>
                <a:lnTo>
                  <a:pt x="1483496" y="279849"/>
                </a:lnTo>
                <a:lnTo>
                  <a:pt x="1490965" y="279489"/>
                </a:lnTo>
                <a:lnTo>
                  <a:pt x="1494392" y="278273"/>
                </a:lnTo>
                <a:lnTo>
                  <a:pt x="1494954" y="274664"/>
                </a:lnTo>
                <a:lnTo>
                  <a:pt x="1493432" y="271473"/>
                </a:lnTo>
                <a:lnTo>
                  <a:pt x="1479021" y="269817"/>
                </a:lnTo>
                <a:lnTo>
                  <a:pt x="1471555" y="265509"/>
                </a:lnTo>
                <a:lnTo>
                  <a:pt x="1470424" y="262984"/>
                </a:lnTo>
                <a:lnTo>
                  <a:pt x="1469377" y="144179"/>
                </a:lnTo>
                <a:lnTo>
                  <a:pt x="1469606" y="37553"/>
                </a:lnTo>
                <a:lnTo>
                  <a:pt x="1470408" y="22735"/>
                </a:lnTo>
                <a:lnTo>
                  <a:pt x="1471432" y="18622"/>
                </a:lnTo>
                <a:lnTo>
                  <a:pt x="1473299" y="16269"/>
                </a:lnTo>
                <a:lnTo>
                  <a:pt x="1476446" y="15125"/>
                </a:lnTo>
                <a:lnTo>
                  <a:pt x="1488769" y="13493"/>
                </a:lnTo>
                <a:lnTo>
                  <a:pt x="1493365" y="9917"/>
                </a:lnTo>
                <a:lnTo>
                  <a:pt x="1494127" y="7375"/>
                </a:lnTo>
                <a:lnTo>
                  <a:pt x="1491419" y="4805"/>
                </a:lnTo>
                <a:lnTo>
                  <a:pt x="1488177" y="4106"/>
                </a:lnTo>
                <a:lnTo>
                  <a:pt x="1442727" y="3422"/>
                </a:lnTo>
                <a:close/>
                <a:moveTo>
                  <a:pt x="1581069" y="3738"/>
                </a:moveTo>
                <a:lnTo>
                  <a:pt x="1552701" y="4417"/>
                </a:lnTo>
                <a:lnTo>
                  <a:pt x="1550157" y="5668"/>
                </a:lnTo>
                <a:lnTo>
                  <a:pt x="1549254" y="7719"/>
                </a:lnTo>
                <a:lnTo>
                  <a:pt x="1550011" y="11002"/>
                </a:lnTo>
                <a:lnTo>
                  <a:pt x="1552402" y="13024"/>
                </a:lnTo>
                <a:lnTo>
                  <a:pt x="1568119" y="15477"/>
                </a:lnTo>
                <a:lnTo>
                  <a:pt x="1574015" y="25110"/>
                </a:lnTo>
                <a:lnTo>
                  <a:pt x="1574554" y="87770"/>
                </a:lnTo>
                <a:lnTo>
                  <a:pt x="1575002" y="95840"/>
                </a:lnTo>
                <a:lnTo>
                  <a:pt x="1576145" y="99470"/>
                </a:lnTo>
                <a:lnTo>
                  <a:pt x="1583221" y="102829"/>
                </a:lnTo>
                <a:lnTo>
                  <a:pt x="1621934" y="103727"/>
                </a:lnTo>
                <a:lnTo>
                  <a:pt x="1627769" y="106862"/>
                </a:lnTo>
                <a:lnTo>
                  <a:pt x="1637673" y="107886"/>
                </a:lnTo>
                <a:lnTo>
                  <a:pt x="1642839" y="110825"/>
                </a:lnTo>
                <a:lnTo>
                  <a:pt x="1651613" y="112407"/>
                </a:lnTo>
                <a:lnTo>
                  <a:pt x="1672814" y="123991"/>
                </a:lnTo>
                <a:lnTo>
                  <a:pt x="1680108" y="130445"/>
                </a:lnTo>
                <a:lnTo>
                  <a:pt x="1683421" y="134672"/>
                </a:lnTo>
                <a:lnTo>
                  <a:pt x="1672686" y="136580"/>
                </a:lnTo>
                <a:lnTo>
                  <a:pt x="1663887" y="139467"/>
                </a:lnTo>
                <a:lnTo>
                  <a:pt x="1650089" y="140178"/>
                </a:lnTo>
                <a:lnTo>
                  <a:pt x="1643495" y="143586"/>
                </a:lnTo>
                <a:lnTo>
                  <a:pt x="1634465" y="144788"/>
                </a:lnTo>
                <a:lnTo>
                  <a:pt x="1622788" y="150056"/>
                </a:lnTo>
                <a:lnTo>
                  <a:pt x="1600941" y="166630"/>
                </a:lnTo>
                <a:lnTo>
                  <a:pt x="1593256" y="175441"/>
                </a:lnTo>
                <a:lnTo>
                  <a:pt x="1588241" y="182725"/>
                </a:lnTo>
                <a:lnTo>
                  <a:pt x="1577244" y="201725"/>
                </a:lnTo>
                <a:lnTo>
                  <a:pt x="1571574" y="213718"/>
                </a:lnTo>
                <a:lnTo>
                  <a:pt x="1569521" y="222832"/>
                </a:lnTo>
                <a:lnTo>
                  <a:pt x="1566830" y="229629"/>
                </a:lnTo>
                <a:lnTo>
                  <a:pt x="1561524" y="256789"/>
                </a:lnTo>
                <a:lnTo>
                  <a:pt x="1559438" y="262454"/>
                </a:lnTo>
                <a:lnTo>
                  <a:pt x="1551886" y="269739"/>
                </a:lnTo>
                <a:lnTo>
                  <a:pt x="1538672" y="271474"/>
                </a:lnTo>
                <a:lnTo>
                  <a:pt x="1537196" y="273861"/>
                </a:lnTo>
                <a:lnTo>
                  <a:pt x="1537746" y="277562"/>
                </a:lnTo>
                <a:lnTo>
                  <a:pt x="1539907" y="279444"/>
                </a:lnTo>
                <a:lnTo>
                  <a:pt x="1543784" y="279819"/>
                </a:lnTo>
                <a:lnTo>
                  <a:pt x="1624012" y="279700"/>
                </a:lnTo>
                <a:lnTo>
                  <a:pt x="1635027" y="278632"/>
                </a:lnTo>
                <a:lnTo>
                  <a:pt x="1636501" y="275368"/>
                </a:lnTo>
                <a:lnTo>
                  <a:pt x="1634696" y="271676"/>
                </a:lnTo>
                <a:lnTo>
                  <a:pt x="1632414" y="270626"/>
                </a:lnTo>
                <a:lnTo>
                  <a:pt x="1622702" y="270248"/>
                </a:lnTo>
                <a:lnTo>
                  <a:pt x="1616447" y="267235"/>
                </a:lnTo>
                <a:lnTo>
                  <a:pt x="1613850" y="264500"/>
                </a:lnTo>
                <a:lnTo>
                  <a:pt x="1611527" y="257341"/>
                </a:lnTo>
                <a:lnTo>
                  <a:pt x="1610443" y="246277"/>
                </a:lnTo>
                <a:lnTo>
                  <a:pt x="1610673" y="235592"/>
                </a:lnTo>
                <a:lnTo>
                  <a:pt x="1613801" y="215036"/>
                </a:lnTo>
                <a:lnTo>
                  <a:pt x="1616977" y="208177"/>
                </a:lnTo>
                <a:lnTo>
                  <a:pt x="1618280" y="201413"/>
                </a:lnTo>
                <a:lnTo>
                  <a:pt x="1627308" y="183951"/>
                </a:lnTo>
                <a:lnTo>
                  <a:pt x="1637087" y="170887"/>
                </a:lnTo>
                <a:lnTo>
                  <a:pt x="1643565" y="164392"/>
                </a:lnTo>
                <a:lnTo>
                  <a:pt x="1656445" y="154515"/>
                </a:lnTo>
                <a:lnTo>
                  <a:pt x="1664186" y="150330"/>
                </a:lnTo>
                <a:lnTo>
                  <a:pt x="1675304" y="148956"/>
                </a:lnTo>
                <a:lnTo>
                  <a:pt x="1683125" y="146270"/>
                </a:lnTo>
                <a:lnTo>
                  <a:pt x="1686567" y="147901"/>
                </a:lnTo>
                <a:lnTo>
                  <a:pt x="1687586" y="150767"/>
                </a:lnTo>
                <a:lnTo>
                  <a:pt x="1687894" y="239912"/>
                </a:lnTo>
                <a:lnTo>
                  <a:pt x="1687231" y="259344"/>
                </a:lnTo>
                <a:lnTo>
                  <a:pt x="1684465" y="264766"/>
                </a:lnTo>
                <a:lnTo>
                  <a:pt x="1677588" y="269650"/>
                </a:lnTo>
                <a:lnTo>
                  <a:pt x="1663664" y="271156"/>
                </a:lnTo>
                <a:lnTo>
                  <a:pt x="1662129" y="274158"/>
                </a:lnTo>
                <a:lnTo>
                  <a:pt x="1662606" y="277938"/>
                </a:lnTo>
                <a:lnTo>
                  <a:pt x="1663611" y="279211"/>
                </a:lnTo>
                <a:lnTo>
                  <a:pt x="1666517" y="279474"/>
                </a:lnTo>
                <a:lnTo>
                  <a:pt x="1684112" y="279864"/>
                </a:lnTo>
                <a:lnTo>
                  <a:pt x="1736695" y="280014"/>
                </a:lnTo>
                <a:lnTo>
                  <a:pt x="1758429" y="279230"/>
                </a:lnTo>
                <a:lnTo>
                  <a:pt x="1760180" y="276391"/>
                </a:lnTo>
                <a:lnTo>
                  <a:pt x="1758911" y="272219"/>
                </a:lnTo>
                <a:lnTo>
                  <a:pt x="1755473" y="270796"/>
                </a:lnTo>
                <a:lnTo>
                  <a:pt x="1746655" y="270323"/>
                </a:lnTo>
                <a:lnTo>
                  <a:pt x="1743754" y="269365"/>
                </a:lnTo>
                <a:lnTo>
                  <a:pt x="1737988" y="264300"/>
                </a:lnTo>
                <a:lnTo>
                  <a:pt x="1736098" y="260733"/>
                </a:lnTo>
                <a:lnTo>
                  <a:pt x="1735543" y="75642"/>
                </a:lnTo>
                <a:lnTo>
                  <a:pt x="1736161" y="22856"/>
                </a:lnTo>
                <a:lnTo>
                  <a:pt x="1740709" y="15352"/>
                </a:lnTo>
                <a:lnTo>
                  <a:pt x="1752301" y="14515"/>
                </a:lnTo>
                <a:lnTo>
                  <a:pt x="1755949" y="13328"/>
                </a:lnTo>
                <a:lnTo>
                  <a:pt x="1759398" y="9497"/>
                </a:lnTo>
                <a:lnTo>
                  <a:pt x="1759266" y="6626"/>
                </a:lnTo>
                <a:lnTo>
                  <a:pt x="1756836" y="4925"/>
                </a:lnTo>
                <a:lnTo>
                  <a:pt x="1753729" y="4147"/>
                </a:lnTo>
                <a:lnTo>
                  <a:pt x="1738525" y="3643"/>
                </a:lnTo>
                <a:lnTo>
                  <a:pt x="1671927" y="4798"/>
                </a:lnTo>
                <a:lnTo>
                  <a:pt x="1657419" y="3961"/>
                </a:lnTo>
                <a:lnTo>
                  <a:pt x="1650628" y="4632"/>
                </a:lnTo>
                <a:lnTo>
                  <a:pt x="1581069" y="3738"/>
                </a:lnTo>
                <a:close/>
                <a:moveTo>
                  <a:pt x="1662611" y="13318"/>
                </a:moveTo>
                <a:lnTo>
                  <a:pt x="1681832" y="15161"/>
                </a:lnTo>
                <a:lnTo>
                  <a:pt x="1683523" y="16533"/>
                </a:lnTo>
                <a:lnTo>
                  <a:pt x="1686931" y="23110"/>
                </a:lnTo>
                <a:lnTo>
                  <a:pt x="1688005" y="43796"/>
                </a:lnTo>
                <a:lnTo>
                  <a:pt x="1688124" y="94356"/>
                </a:lnTo>
                <a:lnTo>
                  <a:pt x="1687577" y="111314"/>
                </a:lnTo>
                <a:lnTo>
                  <a:pt x="1687142" y="114179"/>
                </a:lnTo>
                <a:lnTo>
                  <a:pt x="1685279" y="115119"/>
                </a:lnTo>
                <a:lnTo>
                  <a:pt x="1682251" y="114368"/>
                </a:lnTo>
                <a:lnTo>
                  <a:pt x="1670257" y="106645"/>
                </a:lnTo>
                <a:lnTo>
                  <a:pt x="1666013" y="105902"/>
                </a:lnTo>
                <a:lnTo>
                  <a:pt x="1661769" y="102434"/>
                </a:lnTo>
                <a:lnTo>
                  <a:pt x="1656795" y="101560"/>
                </a:lnTo>
                <a:lnTo>
                  <a:pt x="1652900" y="98464"/>
                </a:lnTo>
                <a:lnTo>
                  <a:pt x="1641403" y="97308"/>
                </a:lnTo>
                <a:lnTo>
                  <a:pt x="1636092" y="94300"/>
                </a:lnTo>
                <a:lnTo>
                  <a:pt x="1624485" y="93426"/>
                </a:lnTo>
                <a:lnTo>
                  <a:pt x="1622188" y="91565"/>
                </a:lnTo>
                <a:lnTo>
                  <a:pt x="1622445" y="20629"/>
                </a:lnTo>
                <a:lnTo>
                  <a:pt x="1626097" y="16022"/>
                </a:lnTo>
                <a:lnTo>
                  <a:pt x="1628690" y="14930"/>
                </a:lnTo>
                <a:lnTo>
                  <a:pt x="1655859" y="12714"/>
                </a:lnTo>
                <a:lnTo>
                  <a:pt x="1662611" y="13318"/>
                </a:lnTo>
                <a:close/>
                <a:moveTo>
                  <a:pt x="50728" y="363121"/>
                </a:moveTo>
                <a:lnTo>
                  <a:pt x="46775" y="363940"/>
                </a:lnTo>
                <a:lnTo>
                  <a:pt x="34852" y="369163"/>
                </a:lnTo>
                <a:lnTo>
                  <a:pt x="21057" y="386504"/>
                </a:lnTo>
                <a:lnTo>
                  <a:pt x="19613" y="394016"/>
                </a:lnTo>
                <a:lnTo>
                  <a:pt x="16300" y="398496"/>
                </a:lnTo>
                <a:lnTo>
                  <a:pt x="16206" y="490862"/>
                </a:lnTo>
                <a:lnTo>
                  <a:pt x="15493" y="508339"/>
                </a:lnTo>
                <a:lnTo>
                  <a:pt x="14353" y="512754"/>
                </a:lnTo>
                <a:lnTo>
                  <a:pt x="12457" y="515150"/>
                </a:lnTo>
                <a:lnTo>
                  <a:pt x="3390" y="520940"/>
                </a:lnTo>
                <a:lnTo>
                  <a:pt x="3398" y="522494"/>
                </a:lnTo>
                <a:lnTo>
                  <a:pt x="4403" y="523467"/>
                </a:lnTo>
                <a:lnTo>
                  <a:pt x="36582" y="524377"/>
                </a:lnTo>
                <a:lnTo>
                  <a:pt x="52693" y="523808"/>
                </a:lnTo>
                <a:lnTo>
                  <a:pt x="55160" y="522968"/>
                </a:lnTo>
                <a:lnTo>
                  <a:pt x="55766" y="521932"/>
                </a:lnTo>
                <a:lnTo>
                  <a:pt x="55064" y="520393"/>
                </a:lnTo>
                <a:lnTo>
                  <a:pt x="47290" y="516961"/>
                </a:lnTo>
                <a:lnTo>
                  <a:pt x="43200" y="513307"/>
                </a:lnTo>
                <a:lnTo>
                  <a:pt x="42582" y="483150"/>
                </a:lnTo>
                <a:lnTo>
                  <a:pt x="43305" y="453507"/>
                </a:lnTo>
                <a:lnTo>
                  <a:pt x="47854" y="452639"/>
                </a:lnTo>
                <a:lnTo>
                  <a:pt x="74992" y="452027"/>
                </a:lnTo>
                <a:lnTo>
                  <a:pt x="88334" y="447633"/>
                </a:lnTo>
                <a:lnTo>
                  <a:pt x="93158" y="444285"/>
                </a:lnTo>
                <a:lnTo>
                  <a:pt x="98050" y="439305"/>
                </a:lnTo>
                <a:lnTo>
                  <a:pt x="105165" y="427706"/>
                </a:lnTo>
                <a:lnTo>
                  <a:pt x="106931" y="402296"/>
                </a:lnTo>
                <a:lnTo>
                  <a:pt x="105584" y="387261"/>
                </a:lnTo>
                <a:lnTo>
                  <a:pt x="104962" y="384550"/>
                </a:lnTo>
                <a:lnTo>
                  <a:pt x="99790" y="375090"/>
                </a:lnTo>
                <a:lnTo>
                  <a:pt x="91430" y="368035"/>
                </a:lnTo>
                <a:lnTo>
                  <a:pt x="80839" y="363628"/>
                </a:lnTo>
                <a:lnTo>
                  <a:pt x="50728" y="363121"/>
                </a:lnTo>
                <a:close/>
                <a:moveTo>
                  <a:pt x="71732" y="371649"/>
                </a:moveTo>
                <a:lnTo>
                  <a:pt x="74705" y="375465"/>
                </a:lnTo>
                <a:lnTo>
                  <a:pt x="78988" y="383875"/>
                </a:lnTo>
                <a:lnTo>
                  <a:pt x="78943" y="427796"/>
                </a:lnTo>
                <a:lnTo>
                  <a:pt x="74835" y="437338"/>
                </a:lnTo>
                <a:lnTo>
                  <a:pt x="68934" y="444422"/>
                </a:lnTo>
                <a:lnTo>
                  <a:pt x="65164" y="446648"/>
                </a:lnTo>
                <a:lnTo>
                  <a:pt x="59951" y="446647"/>
                </a:lnTo>
                <a:lnTo>
                  <a:pt x="56051" y="445370"/>
                </a:lnTo>
                <a:lnTo>
                  <a:pt x="48996" y="440844"/>
                </a:lnTo>
                <a:lnTo>
                  <a:pt x="44315" y="429575"/>
                </a:lnTo>
                <a:lnTo>
                  <a:pt x="42759" y="417486"/>
                </a:lnTo>
                <a:lnTo>
                  <a:pt x="43238" y="388619"/>
                </a:lnTo>
                <a:lnTo>
                  <a:pt x="47885" y="377111"/>
                </a:lnTo>
                <a:lnTo>
                  <a:pt x="54346" y="369719"/>
                </a:lnTo>
                <a:lnTo>
                  <a:pt x="57814" y="368810"/>
                </a:lnTo>
                <a:lnTo>
                  <a:pt x="67377" y="369067"/>
                </a:lnTo>
                <a:lnTo>
                  <a:pt x="69397" y="369613"/>
                </a:lnTo>
                <a:lnTo>
                  <a:pt x="71732" y="371649"/>
                </a:lnTo>
                <a:close/>
                <a:moveTo>
                  <a:pt x="309145" y="363121"/>
                </a:moveTo>
                <a:lnTo>
                  <a:pt x="294400" y="368387"/>
                </a:lnTo>
                <a:lnTo>
                  <a:pt x="288092" y="372685"/>
                </a:lnTo>
                <a:lnTo>
                  <a:pt x="275495" y="389657"/>
                </a:lnTo>
                <a:lnTo>
                  <a:pt x="269606" y="402016"/>
                </a:lnTo>
                <a:lnTo>
                  <a:pt x="268275" y="409472"/>
                </a:lnTo>
                <a:lnTo>
                  <a:pt x="265031" y="414499"/>
                </a:lnTo>
                <a:lnTo>
                  <a:pt x="265031" y="474511"/>
                </a:lnTo>
                <a:lnTo>
                  <a:pt x="268263" y="479349"/>
                </a:lnTo>
                <a:lnTo>
                  <a:pt x="269752" y="488025"/>
                </a:lnTo>
                <a:lnTo>
                  <a:pt x="277414" y="503812"/>
                </a:lnTo>
                <a:lnTo>
                  <a:pt x="286359" y="513821"/>
                </a:lnTo>
                <a:lnTo>
                  <a:pt x="292896" y="518638"/>
                </a:lnTo>
                <a:lnTo>
                  <a:pt x="303182" y="523514"/>
                </a:lnTo>
                <a:lnTo>
                  <a:pt x="306723" y="524186"/>
                </a:lnTo>
                <a:lnTo>
                  <a:pt x="330351" y="525007"/>
                </a:lnTo>
                <a:lnTo>
                  <a:pt x="346303" y="524033"/>
                </a:lnTo>
                <a:lnTo>
                  <a:pt x="356743" y="518494"/>
                </a:lnTo>
                <a:lnTo>
                  <a:pt x="370012" y="505360"/>
                </a:lnTo>
                <a:lnTo>
                  <a:pt x="374638" y="495416"/>
                </a:lnTo>
                <a:lnTo>
                  <a:pt x="376184" y="487967"/>
                </a:lnTo>
                <a:lnTo>
                  <a:pt x="378826" y="481702"/>
                </a:lnTo>
                <a:lnTo>
                  <a:pt x="380362" y="470885"/>
                </a:lnTo>
                <a:lnTo>
                  <a:pt x="389288" y="464824"/>
                </a:lnTo>
                <a:lnTo>
                  <a:pt x="391157" y="462360"/>
                </a:lnTo>
                <a:lnTo>
                  <a:pt x="389950" y="460876"/>
                </a:lnTo>
                <a:lnTo>
                  <a:pt x="388227" y="460548"/>
                </a:lnTo>
                <a:lnTo>
                  <a:pt x="379022" y="460101"/>
                </a:lnTo>
                <a:lnTo>
                  <a:pt x="351966" y="460054"/>
                </a:lnTo>
                <a:lnTo>
                  <a:pt x="339530" y="461165"/>
                </a:lnTo>
                <a:lnTo>
                  <a:pt x="338599" y="462022"/>
                </a:lnTo>
                <a:lnTo>
                  <a:pt x="338743" y="463386"/>
                </a:lnTo>
                <a:lnTo>
                  <a:pt x="344588" y="466561"/>
                </a:lnTo>
                <a:lnTo>
                  <a:pt x="348554" y="470264"/>
                </a:lnTo>
                <a:lnTo>
                  <a:pt x="350448" y="479166"/>
                </a:lnTo>
                <a:lnTo>
                  <a:pt x="350578" y="484696"/>
                </a:lnTo>
                <a:lnTo>
                  <a:pt x="348616" y="500056"/>
                </a:lnTo>
                <a:lnTo>
                  <a:pt x="345098" y="508626"/>
                </a:lnTo>
                <a:lnTo>
                  <a:pt x="339133" y="516058"/>
                </a:lnTo>
                <a:lnTo>
                  <a:pt x="337203" y="517677"/>
                </a:lnTo>
                <a:lnTo>
                  <a:pt x="334403" y="518365"/>
                </a:lnTo>
                <a:lnTo>
                  <a:pt x="314955" y="518735"/>
                </a:lnTo>
                <a:lnTo>
                  <a:pt x="310694" y="517678"/>
                </a:lnTo>
                <a:lnTo>
                  <a:pt x="306312" y="514767"/>
                </a:lnTo>
                <a:lnTo>
                  <a:pt x="300263" y="505358"/>
                </a:lnTo>
                <a:lnTo>
                  <a:pt x="295840" y="491764"/>
                </a:lnTo>
                <a:lnTo>
                  <a:pt x="292562" y="453984"/>
                </a:lnTo>
                <a:lnTo>
                  <a:pt x="292490" y="424784"/>
                </a:lnTo>
                <a:lnTo>
                  <a:pt x="294444" y="414147"/>
                </a:lnTo>
                <a:lnTo>
                  <a:pt x="295794" y="397299"/>
                </a:lnTo>
                <a:lnTo>
                  <a:pt x="300989" y="383296"/>
                </a:lnTo>
                <a:lnTo>
                  <a:pt x="305307" y="375828"/>
                </a:lnTo>
                <a:lnTo>
                  <a:pt x="313777" y="368806"/>
                </a:lnTo>
                <a:lnTo>
                  <a:pt x="333130" y="369599"/>
                </a:lnTo>
                <a:lnTo>
                  <a:pt x="341736" y="375728"/>
                </a:lnTo>
                <a:lnTo>
                  <a:pt x="347285" y="383424"/>
                </a:lnTo>
                <a:lnTo>
                  <a:pt x="349047" y="389495"/>
                </a:lnTo>
                <a:lnTo>
                  <a:pt x="350816" y="405489"/>
                </a:lnTo>
                <a:lnTo>
                  <a:pt x="350888" y="410938"/>
                </a:lnTo>
                <a:lnTo>
                  <a:pt x="348378" y="419386"/>
                </a:lnTo>
                <a:lnTo>
                  <a:pt x="346607" y="421090"/>
                </a:lnTo>
                <a:lnTo>
                  <a:pt x="339206" y="423287"/>
                </a:lnTo>
                <a:lnTo>
                  <a:pt x="338763" y="426082"/>
                </a:lnTo>
                <a:lnTo>
                  <a:pt x="348101" y="427386"/>
                </a:lnTo>
                <a:lnTo>
                  <a:pt x="386305" y="427349"/>
                </a:lnTo>
                <a:lnTo>
                  <a:pt x="391400" y="426573"/>
                </a:lnTo>
                <a:lnTo>
                  <a:pt x="392041" y="423786"/>
                </a:lnTo>
                <a:lnTo>
                  <a:pt x="390751" y="422581"/>
                </a:lnTo>
                <a:lnTo>
                  <a:pt x="384572" y="421161"/>
                </a:lnTo>
                <a:lnTo>
                  <a:pt x="381547" y="418618"/>
                </a:lnTo>
                <a:lnTo>
                  <a:pt x="379872" y="414456"/>
                </a:lnTo>
                <a:lnTo>
                  <a:pt x="379208" y="407216"/>
                </a:lnTo>
                <a:lnTo>
                  <a:pt x="376160" y="401369"/>
                </a:lnTo>
                <a:lnTo>
                  <a:pt x="374358" y="392797"/>
                </a:lnTo>
                <a:lnTo>
                  <a:pt x="368525" y="381329"/>
                </a:lnTo>
                <a:lnTo>
                  <a:pt x="359585" y="371486"/>
                </a:lnTo>
                <a:lnTo>
                  <a:pt x="354741" y="368504"/>
                </a:lnTo>
                <a:lnTo>
                  <a:pt x="343204" y="363753"/>
                </a:lnTo>
                <a:lnTo>
                  <a:pt x="309145" y="363121"/>
                </a:lnTo>
                <a:close/>
                <a:moveTo>
                  <a:pt x="462121" y="363174"/>
                </a:moveTo>
                <a:lnTo>
                  <a:pt x="454133" y="366701"/>
                </a:lnTo>
                <a:lnTo>
                  <a:pt x="448925" y="367709"/>
                </a:lnTo>
                <a:lnTo>
                  <a:pt x="445914" y="369788"/>
                </a:lnTo>
                <a:lnTo>
                  <a:pt x="434925" y="381282"/>
                </a:lnTo>
                <a:lnTo>
                  <a:pt x="425364" y="396785"/>
                </a:lnTo>
                <a:lnTo>
                  <a:pt x="421298" y="411189"/>
                </a:lnTo>
                <a:lnTo>
                  <a:pt x="418345" y="434933"/>
                </a:lnTo>
                <a:lnTo>
                  <a:pt x="418514" y="455374"/>
                </a:lnTo>
                <a:lnTo>
                  <a:pt x="421166" y="479505"/>
                </a:lnTo>
                <a:lnTo>
                  <a:pt x="425463" y="491849"/>
                </a:lnTo>
                <a:lnTo>
                  <a:pt x="428444" y="496311"/>
                </a:lnTo>
                <a:lnTo>
                  <a:pt x="429783" y="500989"/>
                </a:lnTo>
                <a:lnTo>
                  <a:pt x="441356" y="514397"/>
                </a:lnTo>
                <a:lnTo>
                  <a:pt x="446799" y="519261"/>
                </a:lnTo>
                <a:lnTo>
                  <a:pt x="454894" y="523540"/>
                </a:lnTo>
                <a:lnTo>
                  <a:pt x="458913" y="524168"/>
                </a:lnTo>
                <a:lnTo>
                  <a:pt x="488119" y="524508"/>
                </a:lnTo>
                <a:lnTo>
                  <a:pt x="501209" y="523570"/>
                </a:lnTo>
                <a:lnTo>
                  <a:pt x="514448" y="515481"/>
                </a:lnTo>
                <a:lnTo>
                  <a:pt x="519114" y="510765"/>
                </a:lnTo>
                <a:lnTo>
                  <a:pt x="525732" y="501579"/>
                </a:lnTo>
                <a:lnTo>
                  <a:pt x="530555" y="490053"/>
                </a:lnTo>
                <a:lnTo>
                  <a:pt x="531851" y="481005"/>
                </a:lnTo>
                <a:lnTo>
                  <a:pt x="534910" y="471483"/>
                </a:lnTo>
                <a:lnTo>
                  <a:pt x="537446" y="468323"/>
                </a:lnTo>
                <a:lnTo>
                  <a:pt x="542763" y="464623"/>
                </a:lnTo>
                <a:lnTo>
                  <a:pt x="543565" y="462060"/>
                </a:lnTo>
                <a:lnTo>
                  <a:pt x="542240" y="460542"/>
                </a:lnTo>
                <a:lnTo>
                  <a:pt x="536710" y="460098"/>
                </a:lnTo>
                <a:lnTo>
                  <a:pt x="499869" y="460341"/>
                </a:lnTo>
                <a:lnTo>
                  <a:pt x="494005" y="461180"/>
                </a:lnTo>
                <a:lnTo>
                  <a:pt x="493057" y="462311"/>
                </a:lnTo>
                <a:lnTo>
                  <a:pt x="493397" y="463515"/>
                </a:lnTo>
                <a:lnTo>
                  <a:pt x="503084" y="469857"/>
                </a:lnTo>
                <a:lnTo>
                  <a:pt x="504673" y="473069"/>
                </a:lnTo>
                <a:lnTo>
                  <a:pt x="504359" y="496890"/>
                </a:lnTo>
                <a:lnTo>
                  <a:pt x="499731" y="508896"/>
                </a:lnTo>
                <a:lnTo>
                  <a:pt x="494685" y="514877"/>
                </a:lnTo>
                <a:lnTo>
                  <a:pt x="487980" y="518313"/>
                </a:lnTo>
                <a:lnTo>
                  <a:pt x="473369" y="519219"/>
                </a:lnTo>
                <a:lnTo>
                  <a:pt x="466423" y="518514"/>
                </a:lnTo>
                <a:lnTo>
                  <a:pt x="463545" y="516930"/>
                </a:lnTo>
                <a:lnTo>
                  <a:pt x="456701" y="510164"/>
                </a:lnTo>
                <a:lnTo>
                  <a:pt x="452081" y="500675"/>
                </a:lnTo>
                <a:lnTo>
                  <a:pt x="450448" y="489994"/>
                </a:lnTo>
                <a:lnTo>
                  <a:pt x="447171" y="481880"/>
                </a:lnTo>
                <a:lnTo>
                  <a:pt x="447171" y="403971"/>
                </a:lnTo>
                <a:lnTo>
                  <a:pt x="450659" y="396450"/>
                </a:lnTo>
                <a:lnTo>
                  <a:pt x="451938" y="388801"/>
                </a:lnTo>
                <a:lnTo>
                  <a:pt x="458621" y="376893"/>
                </a:lnTo>
                <a:lnTo>
                  <a:pt x="465386" y="369997"/>
                </a:lnTo>
                <a:lnTo>
                  <a:pt x="481636" y="368823"/>
                </a:lnTo>
                <a:lnTo>
                  <a:pt x="489404" y="369687"/>
                </a:lnTo>
                <a:lnTo>
                  <a:pt x="494796" y="373783"/>
                </a:lnTo>
                <a:lnTo>
                  <a:pt x="498615" y="378571"/>
                </a:lnTo>
                <a:lnTo>
                  <a:pt x="503981" y="390783"/>
                </a:lnTo>
                <a:lnTo>
                  <a:pt x="504511" y="393677"/>
                </a:lnTo>
                <a:lnTo>
                  <a:pt x="504942" y="410989"/>
                </a:lnTo>
                <a:lnTo>
                  <a:pt x="503971" y="418039"/>
                </a:lnTo>
                <a:lnTo>
                  <a:pt x="500897" y="421025"/>
                </a:lnTo>
                <a:lnTo>
                  <a:pt x="493602" y="423351"/>
                </a:lnTo>
                <a:lnTo>
                  <a:pt x="492706" y="424764"/>
                </a:lnTo>
                <a:lnTo>
                  <a:pt x="493225" y="425867"/>
                </a:lnTo>
                <a:lnTo>
                  <a:pt x="496812" y="427396"/>
                </a:lnTo>
                <a:lnTo>
                  <a:pt x="534712" y="427346"/>
                </a:lnTo>
                <a:lnTo>
                  <a:pt x="542189" y="427133"/>
                </a:lnTo>
                <a:lnTo>
                  <a:pt x="543742" y="425085"/>
                </a:lnTo>
                <a:lnTo>
                  <a:pt x="541879" y="422521"/>
                </a:lnTo>
                <a:lnTo>
                  <a:pt x="536969" y="420413"/>
                </a:lnTo>
                <a:lnTo>
                  <a:pt x="535415" y="418046"/>
                </a:lnTo>
                <a:lnTo>
                  <a:pt x="532134" y="409484"/>
                </a:lnTo>
                <a:lnTo>
                  <a:pt x="530555" y="398963"/>
                </a:lnTo>
                <a:lnTo>
                  <a:pt x="527818" y="393357"/>
                </a:lnTo>
                <a:lnTo>
                  <a:pt x="525707" y="385644"/>
                </a:lnTo>
                <a:lnTo>
                  <a:pt x="517593" y="375504"/>
                </a:lnTo>
                <a:lnTo>
                  <a:pt x="510906" y="369445"/>
                </a:lnTo>
                <a:lnTo>
                  <a:pt x="494795" y="363340"/>
                </a:lnTo>
                <a:lnTo>
                  <a:pt x="462121" y="363174"/>
                </a:lnTo>
                <a:close/>
                <a:moveTo>
                  <a:pt x="771601" y="363121"/>
                </a:moveTo>
                <a:lnTo>
                  <a:pt x="758440" y="368365"/>
                </a:lnTo>
                <a:lnTo>
                  <a:pt x="748591" y="375714"/>
                </a:lnTo>
                <a:lnTo>
                  <a:pt x="741180" y="386086"/>
                </a:lnTo>
                <a:lnTo>
                  <a:pt x="732998" y="401554"/>
                </a:lnTo>
                <a:lnTo>
                  <a:pt x="728270" y="420783"/>
                </a:lnTo>
                <a:lnTo>
                  <a:pt x="728016" y="458611"/>
                </a:lnTo>
                <a:lnTo>
                  <a:pt x="728889" y="473279"/>
                </a:lnTo>
                <a:lnTo>
                  <a:pt x="731665" y="478959"/>
                </a:lnTo>
                <a:lnTo>
                  <a:pt x="733017" y="487554"/>
                </a:lnTo>
                <a:lnTo>
                  <a:pt x="738554" y="499998"/>
                </a:lnTo>
                <a:lnTo>
                  <a:pt x="745917" y="510119"/>
                </a:lnTo>
                <a:lnTo>
                  <a:pt x="757190" y="518791"/>
                </a:lnTo>
                <a:lnTo>
                  <a:pt x="764010" y="523178"/>
                </a:lnTo>
                <a:lnTo>
                  <a:pt x="766800" y="523985"/>
                </a:lnTo>
                <a:lnTo>
                  <a:pt x="804238" y="523763"/>
                </a:lnTo>
                <a:lnTo>
                  <a:pt x="815874" y="517716"/>
                </a:lnTo>
                <a:lnTo>
                  <a:pt x="828256" y="506269"/>
                </a:lnTo>
                <a:lnTo>
                  <a:pt x="833514" y="498489"/>
                </a:lnTo>
                <a:lnTo>
                  <a:pt x="841473" y="477467"/>
                </a:lnTo>
                <a:lnTo>
                  <a:pt x="844256" y="443274"/>
                </a:lnTo>
                <a:lnTo>
                  <a:pt x="842298" y="414710"/>
                </a:lnTo>
                <a:lnTo>
                  <a:pt x="837392" y="400107"/>
                </a:lnTo>
                <a:lnTo>
                  <a:pt x="833423" y="391594"/>
                </a:lnTo>
                <a:lnTo>
                  <a:pt x="825914" y="379406"/>
                </a:lnTo>
                <a:lnTo>
                  <a:pt x="818846" y="372185"/>
                </a:lnTo>
                <a:lnTo>
                  <a:pt x="813422" y="368468"/>
                </a:lnTo>
                <a:lnTo>
                  <a:pt x="806838" y="366846"/>
                </a:lnTo>
                <a:lnTo>
                  <a:pt x="800553" y="363312"/>
                </a:lnTo>
                <a:lnTo>
                  <a:pt x="771601" y="363121"/>
                </a:lnTo>
                <a:close/>
                <a:moveTo>
                  <a:pt x="799237" y="371438"/>
                </a:moveTo>
                <a:lnTo>
                  <a:pt x="803376" y="375120"/>
                </a:lnTo>
                <a:lnTo>
                  <a:pt x="805666" y="378479"/>
                </a:lnTo>
                <a:lnTo>
                  <a:pt x="812033" y="395812"/>
                </a:lnTo>
                <a:lnTo>
                  <a:pt x="813030" y="407939"/>
                </a:lnTo>
                <a:lnTo>
                  <a:pt x="815231" y="418959"/>
                </a:lnTo>
                <a:lnTo>
                  <a:pt x="816274" y="434148"/>
                </a:lnTo>
                <a:lnTo>
                  <a:pt x="816237" y="456854"/>
                </a:lnTo>
                <a:lnTo>
                  <a:pt x="814325" y="477763"/>
                </a:lnTo>
                <a:lnTo>
                  <a:pt x="811205" y="496351"/>
                </a:lnTo>
                <a:lnTo>
                  <a:pt x="807248" y="507385"/>
                </a:lnTo>
                <a:lnTo>
                  <a:pt x="804041" y="512289"/>
                </a:lnTo>
                <a:lnTo>
                  <a:pt x="800705" y="515566"/>
                </a:lnTo>
                <a:lnTo>
                  <a:pt x="796125" y="518328"/>
                </a:lnTo>
                <a:lnTo>
                  <a:pt x="787939" y="519217"/>
                </a:lnTo>
                <a:lnTo>
                  <a:pt x="777806" y="518762"/>
                </a:lnTo>
                <a:lnTo>
                  <a:pt x="771994" y="516918"/>
                </a:lnTo>
                <a:lnTo>
                  <a:pt x="764277" y="508155"/>
                </a:lnTo>
                <a:lnTo>
                  <a:pt x="759031" y="492499"/>
                </a:lnTo>
                <a:lnTo>
                  <a:pt x="755500" y="465156"/>
                </a:lnTo>
                <a:lnTo>
                  <a:pt x="755128" y="432020"/>
                </a:lnTo>
                <a:lnTo>
                  <a:pt x="755667" y="421197"/>
                </a:lnTo>
                <a:lnTo>
                  <a:pt x="758995" y="397798"/>
                </a:lnTo>
                <a:lnTo>
                  <a:pt x="764279" y="381132"/>
                </a:lnTo>
                <a:lnTo>
                  <a:pt x="767557" y="375865"/>
                </a:lnTo>
                <a:lnTo>
                  <a:pt x="773346" y="370861"/>
                </a:lnTo>
                <a:lnTo>
                  <a:pt x="777144" y="369084"/>
                </a:lnTo>
                <a:lnTo>
                  <a:pt x="791002" y="368853"/>
                </a:lnTo>
                <a:lnTo>
                  <a:pt x="795741" y="369413"/>
                </a:lnTo>
                <a:lnTo>
                  <a:pt x="799237" y="371438"/>
                </a:lnTo>
                <a:close/>
                <a:moveTo>
                  <a:pt x="1038756" y="363174"/>
                </a:moveTo>
                <a:lnTo>
                  <a:pt x="1025013" y="368759"/>
                </a:lnTo>
                <a:lnTo>
                  <a:pt x="1016045" y="375076"/>
                </a:lnTo>
                <a:lnTo>
                  <a:pt x="1007624" y="386296"/>
                </a:lnTo>
                <a:lnTo>
                  <a:pt x="998626" y="405773"/>
                </a:lnTo>
                <a:lnTo>
                  <a:pt x="995047" y="427391"/>
                </a:lnTo>
                <a:lnTo>
                  <a:pt x="993978" y="442436"/>
                </a:lnTo>
                <a:lnTo>
                  <a:pt x="994876" y="462796"/>
                </a:lnTo>
                <a:lnTo>
                  <a:pt x="998011" y="479166"/>
                </a:lnTo>
                <a:lnTo>
                  <a:pt x="1000940" y="485776"/>
                </a:lnTo>
                <a:lnTo>
                  <a:pt x="1002434" y="492290"/>
                </a:lnTo>
                <a:lnTo>
                  <a:pt x="1007064" y="501671"/>
                </a:lnTo>
                <a:lnTo>
                  <a:pt x="1017064" y="513715"/>
                </a:lnTo>
                <a:lnTo>
                  <a:pt x="1031492" y="523065"/>
                </a:lnTo>
                <a:lnTo>
                  <a:pt x="1034910" y="524058"/>
                </a:lnTo>
                <a:lnTo>
                  <a:pt x="1042614" y="524466"/>
                </a:lnTo>
                <a:lnTo>
                  <a:pt x="1071910" y="524016"/>
                </a:lnTo>
                <a:lnTo>
                  <a:pt x="1082699" y="518341"/>
                </a:lnTo>
                <a:lnTo>
                  <a:pt x="1093728" y="508651"/>
                </a:lnTo>
                <a:lnTo>
                  <a:pt x="1098527" y="502115"/>
                </a:lnTo>
                <a:lnTo>
                  <a:pt x="1103094" y="493788"/>
                </a:lnTo>
                <a:lnTo>
                  <a:pt x="1107198" y="482333"/>
                </a:lnTo>
                <a:lnTo>
                  <a:pt x="1111116" y="462014"/>
                </a:lnTo>
                <a:lnTo>
                  <a:pt x="1111915" y="444301"/>
                </a:lnTo>
                <a:lnTo>
                  <a:pt x="1110980" y="426886"/>
                </a:lnTo>
                <a:lnTo>
                  <a:pt x="1107456" y="407251"/>
                </a:lnTo>
                <a:lnTo>
                  <a:pt x="1103491" y="395621"/>
                </a:lnTo>
                <a:lnTo>
                  <a:pt x="1097918" y="385380"/>
                </a:lnTo>
                <a:lnTo>
                  <a:pt x="1087600" y="373765"/>
                </a:lnTo>
                <a:lnTo>
                  <a:pt x="1080821" y="369038"/>
                </a:lnTo>
                <a:lnTo>
                  <a:pt x="1067209" y="363200"/>
                </a:lnTo>
                <a:lnTo>
                  <a:pt x="1038756" y="363174"/>
                </a:lnTo>
                <a:close/>
                <a:moveTo>
                  <a:pt x="1059708" y="368964"/>
                </a:moveTo>
                <a:lnTo>
                  <a:pt x="1066025" y="371544"/>
                </a:lnTo>
                <a:lnTo>
                  <a:pt x="1070239" y="374607"/>
                </a:lnTo>
                <a:lnTo>
                  <a:pt x="1072604" y="377529"/>
                </a:lnTo>
                <a:lnTo>
                  <a:pt x="1076663" y="385631"/>
                </a:lnTo>
                <a:lnTo>
                  <a:pt x="1081238" y="404182"/>
                </a:lnTo>
                <a:lnTo>
                  <a:pt x="1082123" y="443640"/>
                </a:lnTo>
                <a:lnTo>
                  <a:pt x="1081337" y="484545"/>
                </a:lnTo>
                <a:lnTo>
                  <a:pt x="1076316" y="503431"/>
                </a:lnTo>
                <a:lnTo>
                  <a:pt x="1073950" y="508528"/>
                </a:lnTo>
                <a:lnTo>
                  <a:pt x="1068962" y="514939"/>
                </a:lnTo>
                <a:lnTo>
                  <a:pt x="1065132" y="517734"/>
                </a:lnTo>
                <a:lnTo>
                  <a:pt x="1062099" y="518689"/>
                </a:lnTo>
                <a:lnTo>
                  <a:pt x="1043052" y="518689"/>
                </a:lnTo>
                <a:lnTo>
                  <a:pt x="1040464" y="517475"/>
                </a:lnTo>
                <a:lnTo>
                  <a:pt x="1035815" y="513197"/>
                </a:lnTo>
                <a:lnTo>
                  <a:pt x="1029433" y="504522"/>
                </a:lnTo>
                <a:lnTo>
                  <a:pt x="1025497" y="489228"/>
                </a:lnTo>
                <a:lnTo>
                  <a:pt x="1023294" y="456339"/>
                </a:lnTo>
                <a:lnTo>
                  <a:pt x="1024385" y="405182"/>
                </a:lnTo>
                <a:lnTo>
                  <a:pt x="1032198" y="380223"/>
                </a:lnTo>
                <a:lnTo>
                  <a:pt x="1035914" y="375387"/>
                </a:lnTo>
                <a:lnTo>
                  <a:pt x="1040644" y="370856"/>
                </a:lnTo>
                <a:lnTo>
                  <a:pt x="1044476" y="368936"/>
                </a:lnTo>
                <a:lnTo>
                  <a:pt x="1059708" y="368964"/>
                </a:lnTo>
                <a:close/>
                <a:moveTo>
                  <a:pt x="119636" y="363963"/>
                </a:moveTo>
                <a:lnTo>
                  <a:pt x="117943" y="365609"/>
                </a:lnTo>
                <a:lnTo>
                  <a:pt x="118993" y="368672"/>
                </a:lnTo>
                <a:lnTo>
                  <a:pt x="130796" y="374558"/>
                </a:lnTo>
                <a:lnTo>
                  <a:pt x="137110" y="384183"/>
                </a:lnTo>
                <a:lnTo>
                  <a:pt x="139205" y="390949"/>
                </a:lnTo>
                <a:lnTo>
                  <a:pt x="142107" y="395147"/>
                </a:lnTo>
                <a:lnTo>
                  <a:pt x="147726" y="407965"/>
                </a:lnTo>
                <a:lnTo>
                  <a:pt x="150655" y="412091"/>
                </a:lnTo>
                <a:lnTo>
                  <a:pt x="151628" y="416862"/>
                </a:lnTo>
                <a:lnTo>
                  <a:pt x="154448" y="420360"/>
                </a:lnTo>
                <a:lnTo>
                  <a:pt x="156051" y="426436"/>
                </a:lnTo>
                <a:lnTo>
                  <a:pt x="175773" y="466517"/>
                </a:lnTo>
                <a:lnTo>
                  <a:pt x="176699" y="471596"/>
                </a:lnTo>
                <a:lnTo>
                  <a:pt x="180188" y="477287"/>
                </a:lnTo>
                <a:lnTo>
                  <a:pt x="180390" y="488790"/>
                </a:lnTo>
                <a:lnTo>
                  <a:pt x="175661" y="496659"/>
                </a:lnTo>
                <a:lnTo>
                  <a:pt x="171264" y="497824"/>
                </a:lnTo>
                <a:lnTo>
                  <a:pt x="153121" y="498954"/>
                </a:lnTo>
                <a:lnTo>
                  <a:pt x="150327" y="499742"/>
                </a:lnTo>
                <a:lnTo>
                  <a:pt x="147590" y="501856"/>
                </a:lnTo>
                <a:lnTo>
                  <a:pt x="143376" y="509733"/>
                </a:lnTo>
                <a:lnTo>
                  <a:pt x="142695" y="518107"/>
                </a:lnTo>
                <a:lnTo>
                  <a:pt x="143285" y="523296"/>
                </a:lnTo>
                <a:lnTo>
                  <a:pt x="145744" y="525504"/>
                </a:lnTo>
                <a:lnTo>
                  <a:pt x="152099" y="526342"/>
                </a:lnTo>
                <a:lnTo>
                  <a:pt x="170628" y="523977"/>
                </a:lnTo>
                <a:lnTo>
                  <a:pt x="176633" y="518558"/>
                </a:lnTo>
                <a:lnTo>
                  <a:pt x="178350" y="511620"/>
                </a:lnTo>
                <a:lnTo>
                  <a:pt x="181213" y="505780"/>
                </a:lnTo>
                <a:lnTo>
                  <a:pt x="182390" y="493099"/>
                </a:lnTo>
                <a:lnTo>
                  <a:pt x="185249" y="487978"/>
                </a:lnTo>
                <a:lnTo>
                  <a:pt x="189172" y="474847"/>
                </a:lnTo>
                <a:lnTo>
                  <a:pt x="190662" y="464634"/>
                </a:lnTo>
                <a:lnTo>
                  <a:pt x="193702" y="458363"/>
                </a:lnTo>
                <a:lnTo>
                  <a:pt x="194834" y="448177"/>
                </a:lnTo>
                <a:lnTo>
                  <a:pt x="197940" y="439214"/>
                </a:lnTo>
                <a:lnTo>
                  <a:pt x="199611" y="427561"/>
                </a:lnTo>
                <a:lnTo>
                  <a:pt x="202350" y="420772"/>
                </a:lnTo>
                <a:lnTo>
                  <a:pt x="203584" y="414095"/>
                </a:lnTo>
                <a:lnTo>
                  <a:pt x="206165" y="408584"/>
                </a:lnTo>
                <a:lnTo>
                  <a:pt x="208435" y="398398"/>
                </a:lnTo>
                <a:lnTo>
                  <a:pt x="210474" y="395161"/>
                </a:lnTo>
                <a:lnTo>
                  <a:pt x="212731" y="393962"/>
                </a:lnTo>
                <a:lnTo>
                  <a:pt x="220190" y="392836"/>
                </a:lnTo>
                <a:lnTo>
                  <a:pt x="229540" y="392813"/>
                </a:lnTo>
                <a:lnTo>
                  <a:pt x="234236" y="390653"/>
                </a:lnTo>
                <a:lnTo>
                  <a:pt x="238428" y="380374"/>
                </a:lnTo>
                <a:lnTo>
                  <a:pt x="239816" y="369228"/>
                </a:lnTo>
                <a:lnTo>
                  <a:pt x="235177" y="365142"/>
                </a:lnTo>
                <a:lnTo>
                  <a:pt x="229749" y="363330"/>
                </a:lnTo>
                <a:lnTo>
                  <a:pt x="218969" y="365024"/>
                </a:lnTo>
                <a:lnTo>
                  <a:pt x="210680" y="368919"/>
                </a:lnTo>
                <a:lnTo>
                  <a:pt x="206297" y="378144"/>
                </a:lnTo>
                <a:lnTo>
                  <a:pt x="205198" y="389448"/>
                </a:lnTo>
                <a:lnTo>
                  <a:pt x="202112" y="396509"/>
                </a:lnTo>
                <a:lnTo>
                  <a:pt x="201118" y="407386"/>
                </a:lnTo>
                <a:lnTo>
                  <a:pt x="197881" y="412078"/>
                </a:lnTo>
                <a:lnTo>
                  <a:pt x="197104" y="421349"/>
                </a:lnTo>
                <a:lnTo>
                  <a:pt x="193781" y="426488"/>
                </a:lnTo>
                <a:lnTo>
                  <a:pt x="192537" y="434352"/>
                </a:lnTo>
                <a:lnTo>
                  <a:pt x="190754" y="435819"/>
                </a:lnTo>
                <a:lnTo>
                  <a:pt x="188710" y="434868"/>
                </a:lnTo>
                <a:lnTo>
                  <a:pt x="186911" y="432533"/>
                </a:lnTo>
                <a:lnTo>
                  <a:pt x="185722" y="428304"/>
                </a:lnTo>
                <a:lnTo>
                  <a:pt x="182575" y="423544"/>
                </a:lnTo>
                <a:lnTo>
                  <a:pt x="160858" y="376519"/>
                </a:lnTo>
                <a:lnTo>
                  <a:pt x="161440" y="373261"/>
                </a:lnTo>
                <a:lnTo>
                  <a:pt x="168270" y="368787"/>
                </a:lnTo>
                <a:lnTo>
                  <a:pt x="170008" y="366614"/>
                </a:lnTo>
                <a:lnTo>
                  <a:pt x="169938" y="365063"/>
                </a:lnTo>
                <a:lnTo>
                  <a:pt x="167360" y="364003"/>
                </a:lnTo>
                <a:lnTo>
                  <a:pt x="159752" y="363522"/>
                </a:lnTo>
                <a:lnTo>
                  <a:pt x="119636" y="363963"/>
                </a:lnTo>
                <a:close/>
                <a:moveTo>
                  <a:pt x="577827" y="364069"/>
                </a:moveTo>
                <a:lnTo>
                  <a:pt x="576945" y="365811"/>
                </a:lnTo>
                <a:lnTo>
                  <a:pt x="577522" y="366902"/>
                </a:lnTo>
                <a:lnTo>
                  <a:pt x="587335" y="373708"/>
                </a:lnTo>
                <a:lnTo>
                  <a:pt x="588513" y="375755"/>
                </a:lnTo>
                <a:lnTo>
                  <a:pt x="588972" y="420548"/>
                </a:lnTo>
                <a:lnTo>
                  <a:pt x="588777" y="513307"/>
                </a:lnTo>
                <a:lnTo>
                  <a:pt x="584463" y="516762"/>
                </a:lnTo>
                <a:lnTo>
                  <a:pt x="577831" y="519946"/>
                </a:lnTo>
                <a:lnTo>
                  <a:pt x="577076" y="521818"/>
                </a:lnTo>
                <a:lnTo>
                  <a:pt x="577676" y="523497"/>
                </a:lnTo>
                <a:lnTo>
                  <a:pt x="584026" y="524298"/>
                </a:lnTo>
                <a:lnTo>
                  <a:pt x="616255" y="524068"/>
                </a:lnTo>
                <a:lnTo>
                  <a:pt x="627310" y="523467"/>
                </a:lnTo>
                <a:lnTo>
                  <a:pt x="628922" y="522288"/>
                </a:lnTo>
                <a:lnTo>
                  <a:pt x="627558" y="519874"/>
                </a:lnTo>
                <a:lnTo>
                  <a:pt x="617647" y="513533"/>
                </a:lnTo>
                <a:lnTo>
                  <a:pt x="616381" y="508704"/>
                </a:lnTo>
                <a:lnTo>
                  <a:pt x="615627" y="476794"/>
                </a:lnTo>
                <a:lnTo>
                  <a:pt x="616233" y="453799"/>
                </a:lnTo>
                <a:lnTo>
                  <a:pt x="617687" y="449637"/>
                </a:lnTo>
                <a:lnTo>
                  <a:pt x="622844" y="448116"/>
                </a:lnTo>
                <a:lnTo>
                  <a:pt x="632520" y="449678"/>
                </a:lnTo>
                <a:lnTo>
                  <a:pt x="640226" y="455119"/>
                </a:lnTo>
                <a:lnTo>
                  <a:pt x="647932" y="463767"/>
                </a:lnTo>
                <a:lnTo>
                  <a:pt x="655826" y="478878"/>
                </a:lnTo>
                <a:lnTo>
                  <a:pt x="660132" y="492606"/>
                </a:lnTo>
                <a:lnTo>
                  <a:pt x="660205" y="511583"/>
                </a:lnTo>
                <a:lnTo>
                  <a:pt x="658888" y="514550"/>
                </a:lnTo>
                <a:lnTo>
                  <a:pt x="655782" y="517459"/>
                </a:lnTo>
                <a:lnTo>
                  <a:pt x="647517" y="520312"/>
                </a:lnTo>
                <a:lnTo>
                  <a:pt x="647539" y="522951"/>
                </a:lnTo>
                <a:lnTo>
                  <a:pt x="651117" y="523875"/>
                </a:lnTo>
                <a:lnTo>
                  <a:pt x="661433" y="524202"/>
                </a:lnTo>
                <a:lnTo>
                  <a:pt x="691029" y="524251"/>
                </a:lnTo>
                <a:lnTo>
                  <a:pt x="699366" y="523402"/>
                </a:lnTo>
                <a:lnTo>
                  <a:pt x="700082" y="522328"/>
                </a:lnTo>
                <a:lnTo>
                  <a:pt x="699665" y="520112"/>
                </a:lnTo>
                <a:lnTo>
                  <a:pt x="693405" y="517094"/>
                </a:lnTo>
                <a:lnTo>
                  <a:pt x="689785" y="512534"/>
                </a:lnTo>
                <a:lnTo>
                  <a:pt x="686382" y="497164"/>
                </a:lnTo>
                <a:lnTo>
                  <a:pt x="683525" y="489790"/>
                </a:lnTo>
                <a:lnTo>
                  <a:pt x="681836" y="482342"/>
                </a:lnTo>
                <a:lnTo>
                  <a:pt x="673238" y="466345"/>
                </a:lnTo>
                <a:lnTo>
                  <a:pt x="659897" y="453303"/>
                </a:lnTo>
                <a:lnTo>
                  <a:pt x="649157" y="446347"/>
                </a:lnTo>
                <a:lnTo>
                  <a:pt x="648008" y="443869"/>
                </a:lnTo>
                <a:lnTo>
                  <a:pt x="649823" y="440917"/>
                </a:lnTo>
                <a:lnTo>
                  <a:pt x="655754" y="439496"/>
                </a:lnTo>
                <a:lnTo>
                  <a:pt x="664692" y="432253"/>
                </a:lnTo>
                <a:lnTo>
                  <a:pt x="670744" y="425972"/>
                </a:lnTo>
                <a:lnTo>
                  <a:pt x="677604" y="416959"/>
                </a:lnTo>
                <a:lnTo>
                  <a:pt x="679163" y="412055"/>
                </a:lnTo>
                <a:lnTo>
                  <a:pt x="682092" y="406814"/>
                </a:lnTo>
                <a:lnTo>
                  <a:pt x="686066" y="394223"/>
                </a:lnTo>
                <a:lnTo>
                  <a:pt x="688848" y="376295"/>
                </a:lnTo>
                <a:lnTo>
                  <a:pt x="690777" y="373569"/>
                </a:lnTo>
                <a:lnTo>
                  <a:pt x="697742" y="368823"/>
                </a:lnTo>
                <a:lnTo>
                  <a:pt x="698968" y="366866"/>
                </a:lnTo>
                <a:lnTo>
                  <a:pt x="698466" y="364828"/>
                </a:lnTo>
                <a:lnTo>
                  <a:pt x="695692" y="363437"/>
                </a:lnTo>
                <a:lnTo>
                  <a:pt x="684433" y="363210"/>
                </a:lnTo>
                <a:lnTo>
                  <a:pt x="653649" y="363752"/>
                </a:lnTo>
                <a:lnTo>
                  <a:pt x="647377" y="364742"/>
                </a:lnTo>
                <a:lnTo>
                  <a:pt x="647517" y="366609"/>
                </a:lnTo>
                <a:lnTo>
                  <a:pt x="658685" y="373856"/>
                </a:lnTo>
                <a:lnTo>
                  <a:pt x="660165" y="376426"/>
                </a:lnTo>
                <a:lnTo>
                  <a:pt x="660402" y="395404"/>
                </a:lnTo>
                <a:lnTo>
                  <a:pt x="655722" y="410240"/>
                </a:lnTo>
                <a:lnTo>
                  <a:pt x="651420" y="419467"/>
                </a:lnTo>
                <a:lnTo>
                  <a:pt x="641980" y="432875"/>
                </a:lnTo>
                <a:lnTo>
                  <a:pt x="633443" y="438453"/>
                </a:lnTo>
                <a:lnTo>
                  <a:pt x="622885" y="439245"/>
                </a:lnTo>
                <a:lnTo>
                  <a:pt x="618279" y="438616"/>
                </a:lnTo>
                <a:lnTo>
                  <a:pt x="616361" y="436451"/>
                </a:lnTo>
                <a:lnTo>
                  <a:pt x="616361" y="381388"/>
                </a:lnTo>
                <a:lnTo>
                  <a:pt x="618658" y="375028"/>
                </a:lnTo>
                <a:lnTo>
                  <a:pt x="626955" y="368800"/>
                </a:lnTo>
                <a:lnTo>
                  <a:pt x="628697" y="366797"/>
                </a:lnTo>
                <a:lnTo>
                  <a:pt x="628961" y="365124"/>
                </a:lnTo>
                <a:lnTo>
                  <a:pt x="626692" y="363966"/>
                </a:lnTo>
                <a:lnTo>
                  <a:pt x="618864" y="363433"/>
                </a:lnTo>
                <a:lnTo>
                  <a:pt x="584123" y="363182"/>
                </a:lnTo>
                <a:lnTo>
                  <a:pt x="577827" y="364069"/>
                </a:lnTo>
                <a:close/>
                <a:moveTo>
                  <a:pt x="874515" y="363700"/>
                </a:moveTo>
                <a:lnTo>
                  <a:pt x="872653" y="365335"/>
                </a:lnTo>
                <a:lnTo>
                  <a:pt x="873385" y="368370"/>
                </a:lnTo>
                <a:lnTo>
                  <a:pt x="880417" y="373755"/>
                </a:lnTo>
                <a:lnTo>
                  <a:pt x="883095" y="376966"/>
                </a:lnTo>
                <a:lnTo>
                  <a:pt x="883714" y="497536"/>
                </a:lnTo>
                <a:lnTo>
                  <a:pt x="882942" y="513144"/>
                </a:lnTo>
                <a:lnTo>
                  <a:pt x="879542" y="517090"/>
                </a:lnTo>
                <a:lnTo>
                  <a:pt x="873602" y="519789"/>
                </a:lnTo>
                <a:lnTo>
                  <a:pt x="872282" y="521883"/>
                </a:lnTo>
                <a:lnTo>
                  <a:pt x="873515" y="523520"/>
                </a:lnTo>
                <a:lnTo>
                  <a:pt x="878857" y="524016"/>
                </a:lnTo>
                <a:lnTo>
                  <a:pt x="920945" y="523625"/>
                </a:lnTo>
                <a:lnTo>
                  <a:pt x="922412" y="522276"/>
                </a:lnTo>
                <a:lnTo>
                  <a:pt x="921885" y="520680"/>
                </a:lnTo>
                <a:lnTo>
                  <a:pt x="915733" y="517190"/>
                </a:lnTo>
                <a:lnTo>
                  <a:pt x="910943" y="510833"/>
                </a:lnTo>
                <a:lnTo>
                  <a:pt x="910889" y="380133"/>
                </a:lnTo>
                <a:lnTo>
                  <a:pt x="915013" y="373876"/>
                </a:lnTo>
                <a:lnTo>
                  <a:pt x="921178" y="370451"/>
                </a:lnTo>
                <a:lnTo>
                  <a:pt x="926333" y="370338"/>
                </a:lnTo>
                <a:lnTo>
                  <a:pt x="936470" y="372944"/>
                </a:lnTo>
                <a:lnTo>
                  <a:pt x="946396" y="382960"/>
                </a:lnTo>
                <a:lnTo>
                  <a:pt x="950354" y="391347"/>
                </a:lnTo>
                <a:lnTo>
                  <a:pt x="952220" y="400576"/>
                </a:lnTo>
                <a:lnTo>
                  <a:pt x="953620" y="401559"/>
                </a:lnTo>
                <a:lnTo>
                  <a:pt x="957102" y="401521"/>
                </a:lnTo>
                <a:lnTo>
                  <a:pt x="959506" y="399399"/>
                </a:lnTo>
                <a:lnTo>
                  <a:pt x="961828" y="387250"/>
                </a:lnTo>
                <a:lnTo>
                  <a:pt x="965191" y="378606"/>
                </a:lnTo>
                <a:lnTo>
                  <a:pt x="968642" y="372926"/>
                </a:lnTo>
                <a:lnTo>
                  <a:pt x="968934" y="368800"/>
                </a:lnTo>
                <a:lnTo>
                  <a:pt x="966116" y="364451"/>
                </a:lnTo>
                <a:lnTo>
                  <a:pt x="961883" y="363655"/>
                </a:lnTo>
                <a:lnTo>
                  <a:pt x="874515" y="363700"/>
                </a:lnTo>
                <a:close/>
                <a:moveTo>
                  <a:pt x="1246322" y="363700"/>
                </a:moveTo>
                <a:lnTo>
                  <a:pt x="1243376" y="365174"/>
                </a:lnTo>
                <a:lnTo>
                  <a:pt x="1243396" y="367646"/>
                </a:lnTo>
                <a:lnTo>
                  <a:pt x="1250934" y="374621"/>
                </a:lnTo>
                <a:lnTo>
                  <a:pt x="1252753" y="379069"/>
                </a:lnTo>
                <a:lnTo>
                  <a:pt x="1250957" y="396467"/>
                </a:lnTo>
                <a:lnTo>
                  <a:pt x="1247579" y="402793"/>
                </a:lnTo>
                <a:lnTo>
                  <a:pt x="1246420" y="413545"/>
                </a:lnTo>
                <a:lnTo>
                  <a:pt x="1242466" y="421165"/>
                </a:lnTo>
                <a:lnTo>
                  <a:pt x="1241347" y="430272"/>
                </a:lnTo>
                <a:lnTo>
                  <a:pt x="1234596" y="455441"/>
                </a:lnTo>
                <a:lnTo>
                  <a:pt x="1233352" y="467029"/>
                </a:lnTo>
                <a:lnTo>
                  <a:pt x="1226230" y="489676"/>
                </a:lnTo>
                <a:lnTo>
                  <a:pt x="1221212" y="513142"/>
                </a:lnTo>
                <a:lnTo>
                  <a:pt x="1219158" y="516796"/>
                </a:lnTo>
                <a:lnTo>
                  <a:pt x="1217053" y="518308"/>
                </a:lnTo>
                <a:lnTo>
                  <a:pt x="1198063" y="519350"/>
                </a:lnTo>
                <a:lnTo>
                  <a:pt x="1196322" y="520092"/>
                </a:lnTo>
                <a:lnTo>
                  <a:pt x="1195608" y="521438"/>
                </a:lnTo>
                <a:lnTo>
                  <a:pt x="1196339" y="527850"/>
                </a:lnTo>
                <a:lnTo>
                  <a:pt x="1203314" y="541523"/>
                </a:lnTo>
                <a:lnTo>
                  <a:pt x="1204728" y="551005"/>
                </a:lnTo>
                <a:lnTo>
                  <a:pt x="1208203" y="554772"/>
                </a:lnTo>
                <a:lnTo>
                  <a:pt x="1210086" y="555497"/>
                </a:lnTo>
                <a:lnTo>
                  <a:pt x="1211559" y="554973"/>
                </a:lnTo>
                <a:lnTo>
                  <a:pt x="1215272" y="542394"/>
                </a:lnTo>
                <a:lnTo>
                  <a:pt x="1221954" y="530540"/>
                </a:lnTo>
                <a:lnTo>
                  <a:pt x="1228445" y="524445"/>
                </a:lnTo>
                <a:lnTo>
                  <a:pt x="1305649" y="524678"/>
                </a:lnTo>
                <a:lnTo>
                  <a:pt x="1311635" y="529843"/>
                </a:lnTo>
                <a:lnTo>
                  <a:pt x="1316755" y="537707"/>
                </a:lnTo>
                <a:lnTo>
                  <a:pt x="1317980" y="543550"/>
                </a:lnTo>
                <a:lnTo>
                  <a:pt x="1320973" y="549316"/>
                </a:lnTo>
                <a:lnTo>
                  <a:pt x="1322340" y="554171"/>
                </a:lnTo>
                <a:lnTo>
                  <a:pt x="1323484" y="555850"/>
                </a:lnTo>
                <a:lnTo>
                  <a:pt x="1324969" y="556080"/>
                </a:lnTo>
                <a:lnTo>
                  <a:pt x="1326871" y="554449"/>
                </a:lnTo>
                <a:lnTo>
                  <a:pt x="1328943" y="550367"/>
                </a:lnTo>
                <a:lnTo>
                  <a:pt x="1331904" y="537865"/>
                </a:lnTo>
                <a:lnTo>
                  <a:pt x="1338973" y="522269"/>
                </a:lnTo>
                <a:lnTo>
                  <a:pt x="1337550" y="519990"/>
                </a:lnTo>
                <a:lnTo>
                  <a:pt x="1335714" y="519164"/>
                </a:lnTo>
                <a:lnTo>
                  <a:pt x="1320046" y="518531"/>
                </a:lnTo>
                <a:lnTo>
                  <a:pt x="1316493" y="515959"/>
                </a:lnTo>
                <a:lnTo>
                  <a:pt x="1314821" y="513056"/>
                </a:lnTo>
                <a:lnTo>
                  <a:pt x="1309498" y="490296"/>
                </a:lnTo>
                <a:lnTo>
                  <a:pt x="1306622" y="483350"/>
                </a:lnTo>
                <a:lnTo>
                  <a:pt x="1301473" y="456793"/>
                </a:lnTo>
                <a:lnTo>
                  <a:pt x="1298353" y="447741"/>
                </a:lnTo>
                <a:lnTo>
                  <a:pt x="1296696" y="438008"/>
                </a:lnTo>
                <a:lnTo>
                  <a:pt x="1294173" y="431226"/>
                </a:lnTo>
                <a:lnTo>
                  <a:pt x="1292725" y="420428"/>
                </a:lnTo>
                <a:lnTo>
                  <a:pt x="1289784" y="412670"/>
                </a:lnTo>
                <a:lnTo>
                  <a:pt x="1288507" y="403629"/>
                </a:lnTo>
                <a:lnTo>
                  <a:pt x="1285542" y="394522"/>
                </a:lnTo>
                <a:lnTo>
                  <a:pt x="1284151" y="384033"/>
                </a:lnTo>
                <a:lnTo>
                  <a:pt x="1281509" y="376641"/>
                </a:lnTo>
                <a:lnTo>
                  <a:pt x="1283359" y="373299"/>
                </a:lnTo>
                <a:lnTo>
                  <a:pt x="1290907" y="367210"/>
                </a:lnTo>
                <a:lnTo>
                  <a:pt x="1291469" y="364896"/>
                </a:lnTo>
                <a:lnTo>
                  <a:pt x="1289856" y="363648"/>
                </a:lnTo>
                <a:lnTo>
                  <a:pt x="1285031" y="363375"/>
                </a:lnTo>
                <a:lnTo>
                  <a:pt x="1246322" y="363700"/>
                </a:lnTo>
                <a:close/>
                <a:moveTo>
                  <a:pt x="1258061" y="397865"/>
                </a:moveTo>
                <a:lnTo>
                  <a:pt x="1262325" y="411393"/>
                </a:lnTo>
                <a:lnTo>
                  <a:pt x="1263522" y="421231"/>
                </a:lnTo>
                <a:lnTo>
                  <a:pt x="1266477" y="428087"/>
                </a:lnTo>
                <a:lnTo>
                  <a:pt x="1267945" y="439398"/>
                </a:lnTo>
                <a:lnTo>
                  <a:pt x="1274776" y="460470"/>
                </a:lnTo>
                <a:lnTo>
                  <a:pt x="1276091" y="473056"/>
                </a:lnTo>
                <a:lnTo>
                  <a:pt x="1278999" y="481459"/>
                </a:lnTo>
                <a:lnTo>
                  <a:pt x="1280204" y="489733"/>
                </a:lnTo>
                <a:lnTo>
                  <a:pt x="1283255" y="498750"/>
                </a:lnTo>
                <a:lnTo>
                  <a:pt x="1286397" y="514593"/>
                </a:lnTo>
                <a:lnTo>
                  <a:pt x="1285013" y="516940"/>
                </a:lnTo>
                <a:lnTo>
                  <a:pt x="1282223" y="518519"/>
                </a:lnTo>
                <a:lnTo>
                  <a:pt x="1230690" y="517973"/>
                </a:lnTo>
                <a:lnTo>
                  <a:pt x="1226966" y="514351"/>
                </a:lnTo>
                <a:lnTo>
                  <a:pt x="1226214" y="510928"/>
                </a:lnTo>
                <a:lnTo>
                  <a:pt x="1229158" y="503264"/>
                </a:lnTo>
                <a:lnTo>
                  <a:pt x="1230641" y="494646"/>
                </a:lnTo>
                <a:lnTo>
                  <a:pt x="1233114" y="488006"/>
                </a:lnTo>
                <a:lnTo>
                  <a:pt x="1234497" y="476340"/>
                </a:lnTo>
                <a:lnTo>
                  <a:pt x="1237412" y="468562"/>
                </a:lnTo>
                <a:lnTo>
                  <a:pt x="1238728" y="460617"/>
                </a:lnTo>
                <a:lnTo>
                  <a:pt x="1242188" y="453338"/>
                </a:lnTo>
                <a:lnTo>
                  <a:pt x="1243374" y="440248"/>
                </a:lnTo>
                <a:lnTo>
                  <a:pt x="1246511" y="433707"/>
                </a:lnTo>
                <a:lnTo>
                  <a:pt x="1251658" y="404201"/>
                </a:lnTo>
                <a:lnTo>
                  <a:pt x="1254626" y="397636"/>
                </a:lnTo>
                <a:lnTo>
                  <a:pt x="1256685" y="396920"/>
                </a:lnTo>
                <a:lnTo>
                  <a:pt x="1258061" y="397865"/>
                </a:lnTo>
                <a:close/>
                <a:moveTo>
                  <a:pt x="1349710" y="363805"/>
                </a:moveTo>
                <a:lnTo>
                  <a:pt x="1348291" y="365315"/>
                </a:lnTo>
                <a:lnTo>
                  <a:pt x="1348824" y="367087"/>
                </a:lnTo>
                <a:lnTo>
                  <a:pt x="1360771" y="375538"/>
                </a:lnTo>
                <a:lnTo>
                  <a:pt x="1364027" y="379365"/>
                </a:lnTo>
                <a:lnTo>
                  <a:pt x="1367041" y="384860"/>
                </a:lnTo>
                <a:lnTo>
                  <a:pt x="1368891" y="391008"/>
                </a:lnTo>
                <a:lnTo>
                  <a:pt x="1375861" y="403078"/>
                </a:lnTo>
                <a:lnTo>
                  <a:pt x="1386168" y="427564"/>
                </a:lnTo>
                <a:lnTo>
                  <a:pt x="1392343" y="438912"/>
                </a:lnTo>
                <a:lnTo>
                  <a:pt x="1411510" y="479898"/>
                </a:lnTo>
                <a:lnTo>
                  <a:pt x="1411975" y="482285"/>
                </a:lnTo>
                <a:lnTo>
                  <a:pt x="1410543" y="490030"/>
                </a:lnTo>
                <a:lnTo>
                  <a:pt x="1411070" y="492095"/>
                </a:lnTo>
                <a:lnTo>
                  <a:pt x="1412024" y="492044"/>
                </a:lnTo>
                <a:lnTo>
                  <a:pt x="1414314" y="488829"/>
                </a:lnTo>
                <a:lnTo>
                  <a:pt x="1414161" y="480900"/>
                </a:lnTo>
                <a:lnTo>
                  <a:pt x="1417795" y="475616"/>
                </a:lnTo>
                <a:lnTo>
                  <a:pt x="1420782" y="463087"/>
                </a:lnTo>
                <a:lnTo>
                  <a:pt x="1423592" y="456244"/>
                </a:lnTo>
                <a:lnTo>
                  <a:pt x="1424270" y="450138"/>
                </a:lnTo>
                <a:lnTo>
                  <a:pt x="1427083" y="442889"/>
                </a:lnTo>
                <a:lnTo>
                  <a:pt x="1428626" y="432174"/>
                </a:lnTo>
                <a:lnTo>
                  <a:pt x="1431719" y="424080"/>
                </a:lnTo>
                <a:lnTo>
                  <a:pt x="1432857" y="414466"/>
                </a:lnTo>
                <a:lnTo>
                  <a:pt x="1435601" y="408913"/>
                </a:lnTo>
                <a:lnTo>
                  <a:pt x="1438194" y="398621"/>
                </a:lnTo>
                <a:lnTo>
                  <a:pt x="1440396" y="395436"/>
                </a:lnTo>
                <a:lnTo>
                  <a:pt x="1442589" y="393963"/>
                </a:lnTo>
                <a:lnTo>
                  <a:pt x="1460856" y="391451"/>
                </a:lnTo>
                <a:lnTo>
                  <a:pt x="1464467" y="389683"/>
                </a:lnTo>
                <a:lnTo>
                  <a:pt x="1466190" y="386108"/>
                </a:lnTo>
                <a:lnTo>
                  <a:pt x="1468771" y="375866"/>
                </a:lnTo>
                <a:lnTo>
                  <a:pt x="1468602" y="370053"/>
                </a:lnTo>
                <a:lnTo>
                  <a:pt x="1464350" y="364926"/>
                </a:lnTo>
                <a:lnTo>
                  <a:pt x="1458447" y="363391"/>
                </a:lnTo>
                <a:lnTo>
                  <a:pt x="1450751" y="364711"/>
                </a:lnTo>
                <a:lnTo>
                  <a:pt x="1442404" y="367481"/>
                </a:lnTo>
                <a:lnTo>
                  <a:pt x="1440403" y="368937"/>
                </a:lnTo>
                <a:lnTo>
                  <a:pt x="1436377" y="378808"/>
                </a:lnTo>
                <a:lnTo>
                  <a:pt x="1430749" y="406869"/>
                </a:lnTo>
                <a:lnTo>
                  <a:pt x="1427797" y="414091"/>
                </a:lnTo>
                <a:lnTo>
                  <a:pt x="1426096" y="425401"/>
                </a:lnTo>
                <a:lnTo>
                  <a:pt x="1422926" y="433894"/>
                </a:lnTo>
                <a:lnTo>
                  <a:pt x="1420519" y="435516"/>
                </a:lnTo>
                <a:lnTo>
                  <a:pt x="1417657" y="434374"/>
                </a:lnTo>
                <a:lnTo>
                  <a:pt x="1416161" y="432718"/>
                </a:lnTo>
                <a:lnTo>
                  <a:pt x="1403694" y="407320"/>
                </a:lnTo>
                <a:lnTo>
                  <a:pt x="1402050" y="401537"/>
                </a:lnTo>
                <a:lnTo>
                  <a:pt x="1393214" y="382113"/>
                </a:lnTo>
                <a:lnTo>
                  <a:pt x="1390723" y="378203"/>
                </a:lnTo>
                <a:lnTo>
                  <a:pt x="1390816" y="374968"/>
                </a:lnTo>
                <a:lnTo>
                  <a:pt x="1396814" y="367268"/>
                </a:lnTo>
                <a:lnTo>
                  <a:pt x="1396339" y="364932"/>
                </a:lnTo>
                <a:lnTo>
                  <a:pt x="1394041" y="364081"/>
                </a:lnTo>
                <a:lnTo>
                  <a:pt x="1379349" y="363335"/>
                </a:lnTo>
                <a:lnTo>
                  <a:pt x="1349710" y="363805"/>
                </a:lnTo>
                <a:close/>
                <a:moveTo>
                  <a:pt x="1498053" y="363911"/>
                </a:moveTo>
                <a:lnTo>
                  <a:pt x="1496685" y="365911"/>
                </a:lnTo>
                <a:lnTo>
                  <a:pt x="1497571" y="367707"/>
                </a:lnTo>
                <a:lnTo>
                  <a:pt x="1509187" y="374840"/>
                </a:lnTo>
                <a:lnTo>
                  <a:pt x="1514392" y="382480"/>
                </a:lnTo>
                <a:lnTo>
                  <a:pt x="1519495" y="392557"/>
                </a:lnTo>
                <a:lnTo>
                  <a:pt x="1524835" y="406564"/>
                </a:lnTo>
                <a:lnTo>
                  <a:pt x="1535666" y="427504"/>
                </a:lnTo>
                <a:lnTo>
                  <a:pt x="1537383" y="433128"/>
                </a:lnTo>
                <a:lnTo>
                  <a:pt x="1540599" y="437867"/>
                </a:lnTo>
                <a:lnTo>
                  <a:pt x="1541581" y="441689"/>
                </a:lnTo>
                <a:lnTo>
                  <a:pt x="1544736" y="447524"/>
                </a:lnTo>
                <a:lnTo>
                  <a:pt x="1545108" y="452052"/>
                </a:lnTo>
                <a:lnTo>
                  <a:pt x="1543651" y="458088"/>
                </a:lnTo>
                <a:lnTo>
                  <a:pt x="1517301" y="509718"/>
                </a:lnTo>
                <a:lnTo>
                  <a:pt x="1514152" y="513166"/>
                </a:lnTo>
                <a:lnTo>
                  <a:pt x="1510076" y="515870"/>
                </a:lnTo>
                <a:lnTo>
                  <a:pt x="1505222" y="517739"/>
                </a:lnTo>
                <a:lnTo>
                  <a:pt x="1495065" y="519549"/>
                </a:lnTo>
                <a:lnTo>
                  <a:pt x="1492882" y="521046"/>
                </a:lnTo>
                <a:lnTo>
                  <a:pt x="1492944" y="522265"/>
                </a:lnTo>
                <a:lnTo>
                  <a:pt x="1495281" y="524013"/>
                </a:lnTo>
                <a:lnTo>
                  <a:pt x="1500630" y="524410"/>
                </a:lnTo>
                <a:lnTo>
                  <a:pt x="1530108" y="524127"/>
                </a:lnTo>
                <a:lnTo>
                  <a:pt x="1538127" y="522826"/>
                </a:lnTo>
                <a:lnTo>
                  <a:pt x="1538012" y="520354"/>
                </a:lnTo>
                <a:lnTo>
                  <a:pt x="1531482" y="517351"/>
                </a:lnTo>
                <a:lnTo>
                  <a:pt x="1529191" y="515189"/>
                </a:lnTo>
                <a:lnTo>
                  <a:pt x="1528151" y="512090"/>
                </a:lnTo>
                <a:lnTo>
                  <a:pt x="1528439" y="505786"/>
                </a:lnTo>
                <a:lnTo>
                  <a:pt x="1544038" y="475129"/>
                </a:lnTo>
                <a:lnTo>
                  <a:pt x="1548691" y="468043"/>
                </a:lnTo>
                <a:lnTo>
                  <a:pt x="1551274" y="465825"/>
                </a:lnTo>
                <a:lnTo>
                  <a:pt x="1553572" y="467512"/>
                </a:lnTo>
                <a:lnTo>
                  <a:pt x="1561196" y="482307"/>
                </a:lnTo>
                <a:lnTo>
                  <a:pt x="1569330" y="498704"/>
                </a:lnTo>
                <a:lnTo>
                  <a:pt x="1574035" y="510665"/>
                </a:lnTo>
                <a:lnTo>
                  <a:pt x="1573870" y="515045"/>
                </a:lnTo>
                <a:lnTo>
                  <a:pt x="1566659" y="520585"/>
                </a:lnTo>
                <a:lnTo>
                  <a:pt x="1566858" y="523093"/>
                </a:lnTo>
                <a:lnTo>
                  <a:pt x="1570561" y="524040"/>
                </a:lnTo>
                <a:lnTo>
                  <a:pt x="1585356" y="524254"/>
                </a:lnTo>
                <a:lnTo>
                  <a:pt x="1610892" y="524090"/>
                </a:lnTo>
                <a:lnTo>
                  <a:pt x="1617137" y="523226"/>
                </a:lnTo>
                <a:lnTo>
                  <a:pt x="1618016" y="521842"/>
                </a:lnTo>
                <a:lnTo>
                  <a:pt x="1617658" y="520572"/>
                </a:lnTo>
                <a:lnTo>
                  <a:pt x="1607851" y="516393"/>
                </a:lnTo>
                <a:lnTo>
                  <a:pt x="1601217" y="509192"/>
                </a:lnTo>
                <a:lnTo>
                  <a:pt x="1584874" y="476567"/>
                </a:lnTo>
                <a:lnTo>
                  <a:pt x="1583373" y="470253"/>
                </a:lnTo>
                <a:lnTo>
                  <a:pt x="1572311" y="449262"/>
                </a:lnTo>
                <a:lnTo>
                  <a:pt x="1567852" y="439048"/>
                </a:lnTo>
                <a:lnTo>
                  <a:pt x="1566777" y="433917"/>
                </a:lnTo>
                <a:lnTo>
                  <a:pt x="1567826" y="427772"/>
                </a:lnTo>
                <a:lnTo>
                  <a:pt x="1576613" y="410357"/>
                </a:lnTo>
                <a:lnTo>
                  <a:pt x="1585598" y="396230"/>
                </a:lnTo>
                <a:lnTo>
                  <a:pt x="1589574" y="394073"/>
                </a:lnTo>
                <a:lnTo>
                  <a:pt x="1606356" y="391756"/>
                </a:lnTo>
                <a:lnTo>
                  <a:pt x="1612166" y="387308"/>
                </a:lnTo>
                <a:lnTo>
                  <a:pt x="1613309" y="384305"/>
                </a:lnTo>
                <a:lnTo>
                  <a:pt x="1614678" y="373130"/>
                </a:lnTo>
                <a:lnTo>
                  <a:pt x="1613392" y="368472"/>
                </a:lnTo>
                <a:lnTo>
                  <a:pt x="1607753" y="364393"/>
                </a:lnTo>
                <a:lnTo>
                  <a:pt x="1603764" y="363444"/>
                </a:lnTo>
                <a:lnTo>
                  <a:pt x="1588867" y="368319"/>
                </a:lnTo>
                <a:lnTo>
                  <a:pt x="1575410" y="394338"/>
                </a:lnTo>
                <a:lnTo>
                  <a:pt x="1565161" y="416559"/>
                </a:lnTo>
                <a:lnTo>
                  <a:pt x="1563243" y="418508"/>
                </a:lnTo>
                <a:lnTo>
                  <a:pt x="1561329" y="418974"/>
                </a:lnTo>
                <a:lnTo>
                  <a:pt x="1558307" y="417021"/>
                </a:lnTo>
                <a:lnTo>
                  <a:pt x="1555226" y="412754"/>
                </a:lnTo>
                <a:lnTo>
                  <a:pt x="1542426" y="385724"/>
                </a:lnTo>
                <a:lnTo>
                  <a:pt x="1539999" y="375475"/>
                </a:lnTo>
                <a:lnTo>
                  <a:pt x="1545629" y="367236"/>
                </a:lnTo>
                <a:lnTo>
                  <a:pt x="1546035" y="365498"/>
                </a:lnTo>
                <a:lnTo>
                  <a:pt x="1545273" y="364227"/>
                </a:lnTo>
                <a:lnTo>
                  <a:pt x="1521920" y="363378"/>
                </a:lnTo>
                <a:lnTo>
                  <a:pt x="1498053" y="363911"/>
                </a:lnTo>
                <a:close/>
                <a:moveTo>
                  <a:pt x="1710567" y="363595"/>
                </a:moveTo>
                <a:lnTo>
                  <a:pt x="1708297" y="364944"/>
                </a:lnTo>
                <a:lnTo>
                  <a:pt x="1707783" y="366612"/>
                </a:lnTo>
                <a:lnTo>
                  <a:pt x="1711430" y="370305"/>
                </a:lnTo>
                <a:lnTo>
                  <a:pt x="1716558" y="373453"/>
                </a:lnTo>
                <a:lnTo>
                  <a:pt x="1717147" y="374808"/>
                </a:lnTo>
                <a:lnTo>
                  <a:pt x="1716253" y="376331"/>
                </a:lnTo>
                <a:lnTo>
                  <a:pt x="1712660" y="379196"/>
                </a:lnTo>
                <a:lnTo>
                  <a:pt x="1693623" y="389521"/>
                </a:lnTo>
                <a:lnTo>
                  <a:pt x="1673805" y="402020"/>
                </a:lnTo>
                <a:lnTo>
                  <a:pt x="1659778" y="415726"/>
                </a:lnTo>
                <a:lnTo>
                  <a:pt x="1650926" y="430016"/>
                </a:lnTo>
                <a:lnTo>
                  <a:pt x="1650240" y="441267"/>
                </a:lnTo>
                <a:lnTo>
                  <a:pt x="1650767" y="452243"/>
                </a:lnTo>
                <a:lnTo>
                  <a:pt x="1658821" y="463397"/>
                </a:lnTo>
                <a:lnTo>
                  <a:pt x="1650661" y="475899"/>
                </a:lnTo>
                <a:lnTo>
                  <a:pt x="1650293" y="488882"/>
                </a:lnTo>
                <a:lnTo>
                  <a:pt x="1658915" y="500551"/>
                </a:lnTo>
                <a:lnTo>
                  <a:pt x="1660071" y="504845"/>
                </a:lnTo>
                <a:lnTo>
                  <a:pt x="1657967" y="512532"/>
                </a:lnTo>
                <a:lnTo>
                  <a:pt x="1647088" y="520684"/>
                </a:lnTo>
                <a:lnTo>
                  <a:pt x="1646942" y="522246"/>
                </a:lnTo>
                <a:lnTo>
                  <a:pt x="1648253" y="523650"/>
                </a:lnTo>
                <a:lnTo>
                  <a:pt x="1681302" y="524389"/>
                </a:lnTo>
                <a:lnTo>
                  <a:pt x="1692337" y="523521"/>
                </a:lnTo>
                <a:lnTo>
                  <a:pt x="1692419" y="519874"/>
                </a:lnTo>
                <a:lnTo>
                  <a:pt x="1683582" y="516617"/>
                </a:lnTo>
                <a:lnTo>
                  <a:pt x="1679848" y="512419"/>
                </a:lnTo>
                <a:lnTo>
                  <a:pt x="1676764" y="506484"/>
                </a:lnTo>
                <a:lnTo>
                  <a:pt x="1677629" y="501233"/>
                </a:lnTo>
                <a:lnTo>
                  <a:pt x="1684838" y="492441"/>
                </a:lnTo>
                <a:lnTo>
                  <a:pt x="1688930" y="482302"/>
                </a:lnTo>
                <a:lnTo>
                  <a:pt x="1688797" y="478879"/>
                </a:lnTo>
                <a:lnTo>
                  <a:pt x="1684896" y="470663"/>
                </a:lnTo>
                <a:lnTo>
                  <a:pt x="1684224" y="467186"/>
                </a:lnTo>
                <a:lnTo>
                  <a:pt x="1685332" y="465993"/>
                </a:lnTo>
                <a:lnTo>
                  <a:pt x="1699598" y="459914"/>
                </a:lnTo>
                <a:lnTo>
                  <a:pt x="1713422" y="448389"/>
                </a:lnTo>
                <a:lnTo>
                  <a:pt x="1716488" y="446843"/>
                </a:lnTo>
                <a:lnTo>
                  <a:pt x="1718053" y="448748"/>
                </a:lnTo>
                <a:lnTo>
                  <a:pt x="1718569" y="454454"/>
                </a:lnTo>
                <a:lnTo>
                  <a:pt x="1718200" y="512412"/>
                </a:lnTo>
                <a:lnTo>
                  <a:pt x="1713384" y="517668"/>
                </a:lnTo>
                <a:lnTo>
                  <a:pt x="1706474" y="520063"/>
                </a:lnTo>
                <a:lnTo>
                  <a:pt x="1706053" y="522599"/>
                </a:lnTo>
                <a:lnTo>
                  <a:pt x="1707238" y="523818"/>
                </a:lnTo>
                <a:lnTo>
                  <a:pt x="1708985" y="524071"/>
                </a:lnTo>
                <a:lnTo>
                  <a:pt x="1746802" y="524362"/>
                </a:lnTo>
                <a:lnTo>
                  <a:pt x="1754267" y="524278"/>
                </a:lnTo>
                <a:lnTo>
                  <a:pt x="1756156" y="522426"/>
                </a:lnTo>
                <a:lnTo>
                  <a:pt x="1755283" y="519512"/>
                </a:lnTo>
                <a:lnTo>
                  <a:pt x="1750064" y="517336"/>
                </a:lnTo>
                <a:lnTo>
                  <a:pt x="1747960" y="512552"/>
                </a:lnTo>
                <a:lnTo>
                  <a:pt x="1746927" y="500336"/>
                </a:lnTo>
                <a:lnTo>
                  <a:pt x="1746652" y="459357"/>
                </a:lnTo>
                <a:lnTo>
                  <a:pt x="1747695" y="376878"/>
                </a:lnTo>
                <a:lnTo>
                  <a:pt x="1748860" y="373314"/>
                </a:lnTo>
                <a:lnTo>
                  <a:pt x="1756612" y="366222"/>
                </a:lnTo>
                <a:lnTo>
                  <a:pt x="1754501" y="363796"/>
                </a:lnTo>
                <a:lnTo>
                  <a:pt x="1751509" y="363305"/>
                </a:lnTo>
                <a:lnTo>
                  <a:pt x="1710567" y="363595"/>
                </a:lnTo>
                <a:close/>
                <a:moveTo>
                  <a:pt x="1717305" y="386283"/>
                </a:moveTo>
                <a:lnTo>
                  <a:pt x="1719667" y="395181"/>
                </a:lnTo>
                <a:lnTo>
                  <a:pt x="1718391" y="400122"/>
                </a:lnTo>
                <a:lnTo>
                  <a:pt x="1719111" y="413393"/>
                </a:lnTo>
                <a:lnTo>
                  <a:pt x="1717101" y="432615"/>
                </a:lnTo>
                <a:lnTo>
                  <a:pt x="1715130" y="435595"/>
                </a:lnTo>
                <a:lnTo>
                  <a:pt x="1699776" y="451348"/>
                </a:lnTo>
                <a:lnTo>
                  <a:pt x="1683878" y="451348"/>
                </a:lnTo>
                <a:lnTo>
                  <a:pt x="1678385" y="444904"/>
                </a:lnTo>
                <a:lnTo>
                  <a:pt x="1676812" y="440730"/>
                </a:lnTo>
                <a:lnTo>
                  <a:pt x="1676380" y="425639"/>
                </a:lnTo>
                <a:lnTo>
                  <a:pt x="1678351" y="415921"/>
                </a:lnTo>
                <a:lnTo>
                  <a:pt x="1683387" y="408194"/>
                </a:lnTo>
                <a:lnTo>
                  <a:pt x="1695404" y="397112"/>
                </a:lnTo>
                <a:lnTo>
                  <a:pt x="1712568" y="385810"/>
                </a:lnTo>
                <a:lnTo>
                  <a:pt x="1717305" y="386283"/>
                </a:lnTo>
                <a:close/>
                <a:moveTo>
                  <a:pt x="1406352" y="496778"/>
                </a:moveTo>
                <a:lnTo>
                  <a:pt x="1401455" y="498135"/>
                </a:lnTo>
                <a:lnTo>
                  <a:pt x="1383453" y="498976"/>
                </a:lnTo>
                <a:lnTo>
                  <a:pt x="1376279" y="502608"/>
                </a:lnTo>
                <a:lnTo>
                  <a:pt x="1374102" y="505148"/>
                </a:lnTo>
                <a:lnTo>
                  <a:pt x="1373355" y="507652"/>
                </a:lnTo>
                <a:lnTo>
                  <a:pt x="1372459" y="518335"/>
                </a:lnTo>
                <a:lnTo>
                  <a:pt x="1373226" y="523017"/>
                </a:lnTo>
                <a:lnTo>
                  <a:pt x="1376873" y="525415"/>
                </a:lnTo>
                <a:lnTo>
                  <a:pt x="1381171" y="526760"/>
                </a:lnTo>
                <a:lnTo>
                  <a:pt x="1401196" y="523336"/>
                </a:lnTo>
                <a:lnTo>
                  <a:pt x="1406527" y="516854"/>
                </a:lnTo>
                <a:lnTo>
                  <a:pt x="1410197" y="504030"/>
                </a:lnTo>
                <a:lnTo>
                  <a:pt x="1410036" y="496623"/>
                </a:lnTo>
                <a:lnTo>
                  <a:pt x="1408850" y="495800"/>
                </a:lnTo>
                <a:lnTo>
                  <a:pt x="1406352" y="496778"/>
                </a:lnTo>
                <a:close/>
              </a:path>
            </a:pathLst>
          </a:custGeom>
          <a:solidFill>
            <a:srgbClr val="F3F1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lead: Входим в попечительский совет "/>
          <p:cNvSpPr txBox="1"/>
          <p:nvPr/>
        </p:nvSpPr>
        <p:spPr>
          <a:xfrm>
            <a:off x="576000" y="2200585"/>
            <a:ext cx="5829120" cy="661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18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 spc="-38">
                <a:solidFill>
                  <a:srgbClr val="F3F1EC"/>
                </a:solidFill>
                <a:latin typeface="PT Serif"/>
                <a:ea typeface="PT Serif"/>
                <a:cs typeface="PT Serif"/>
              </a:rPr>
              <a:t>Входим в попечительский совет благотворительного</a:t>
            </a:r>
          </a:p>
          <a:p>
            <a:pPr algn="l">
              <a:lnSpc>
                <a:spcPts val="2318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 spc="-38">
                <a:solidFill>
                  <a:srgbClr val="F3F1EC"/>
                </a:solidFill>
                <a:latin typeface="PT Serif"/>
                <a:ea typeface="PT Serif"/>
                <a:cs typeface="PT Serif"/>
              </a:rPr>
              <a:t>фонда «Энергия Русского духа»</a:t>
            </a:r>
          </a:p>
        </p:txBody>
      </p:sp>
      <p:sp>
        <p:nvSpPr>
          <p:cNvPr id="6" name="label: Миссии фонда"/>
          <p:cNvSpPr txBox="1"/>
          <p:nvPr/>
        </p:nvSpPr>
        <p:spPr>
          <a:xfrm>
            <a:off x="576000" y="3377980"/>
            <a:ext cx="4320000" cy="1574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64">
                <a:solidFill>
                  <a:srgbClr val="EA8729"/>
                </a:solidFill>
                <a:latin typeface="Onest SemiBold"/>
                <a:ea typeface="Onest SemiBold"/>
                <a:cs typeface="Onest SemiBold"/>
              </a:rPr>
              <a:t>Миссии фонда</a:t>
            </a:r>
          </a:p>
        </p:txBody>
      </p:sp>
      <p:cxnSp>
        <p:nvCxnSpPr>
          <p:cNvPr id="7" name="motif"/>
          <p:cNvCxnSpPr/>
          <p:nvPr/>
        </p:nvCxnSpPr>
        <p:spPr>
          <a:xfrm>
            <a:off x="576000" y="3710108"/>
            <a:ext cx="6336000" cy="0"/>
          </a:xfrm>
          <a:prstGeom prst="line">
            <a:avLst/>
          </a:prstGeom>
          <a:ln w="5080">
            <a:solidFill>
              <a:srgbClr val="696385"/>
            </a:solidFill>
          </a:ln>
          <a:effectLst/>
        </p:spPr>
      </p:cxnSp>
      <p:sp>
        <p:nvSpPr>
          <p:cNvPr id="8" name="label: Миссия 1"/>
          <p:cNvSpPr txBox="1"/>
          <p:nvPr/>
        </p:nvSpPr>
        <p:spPr>
          <a:xfrm>
            <a:off x="576000" y="3845980"/>
            <a:ext cx="1992000" cy="1574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64">
                <a:solidFill>
                  <a:srgbClr val="EA8729"/>
                </a:solidFill>
                <a:latin typeface="Onest SemiBold"/>
                <a:ea typeface="Onest SemiBold"/>
                <a:cs typeface="Onest SemiBold"/>
              </a:rPr>
              <a:t>Миссия 1</a:t>
            </a:r>
          </a:p>
        </p:txBody>
      </p:sp>
      <p:sp>
        <p:nvSpPr>
          <p:cNvPr id="9" name="body: Содействие в восстановлении бл"/>
          <p:cNvSpPr txBox="1"/>
          <p:nvPr/>
        </p:nvSpPr>
        <p:spPr>
          <a:xfrm>
            <a:off x="2748000" y="3800759"/>
            <a:ext cx="4164000" cy="7594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Содействие в восстановлении благополучия работников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энергетической отрасли и их семей, пострадавших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в результате событий, связанных с проведением специальной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военной операции</a:t>
            </a:r>
          </a:p>
        </p:txBody>
      </p:sp>
      <p:cxnSp>
        <p:nvCxnSpPr>
          <p:cNvPr id="10" name="motif"/>
          <p:cNvCxnSpPr/>
          <p:nvPr/>
        </p:nvCxnSpPr>
        <p:spPr>
          <a:xfrm>
            <a:off x="576000" y="4751454"/>
            <a:ext cx="6336000" cy="0"/>
          </a:xfrm>
          <a:prstGeom prst="line">
            <a:avLst/>
          </a:prstGeom>
          <a:ln w="5080">
            <a:solidFill>
              <a:srgbClr val="696385"/>
            </a:solidFill>
          </a:ln>
          <a:effectLst/>
        </p:spPr>
      </p:cxnSp>
      <p:sp>
        <p:nvSpPr>
          <p:cNvPr id="11" name="label: Миссия 2"/>
          <p:cNvSpPr txBox="1"/>
          <p:nvPr/>
        </p:nvSpPr>
        <p:spPr>
          <a:xfrm>
            <a:off x="576000" y="4887326"/>
            <a:ext cx="1992000" cy="1574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64">
                <a:solidFill>
                  <a:srgbClr val="EA8729"/>
                </a:solidFill>
                <a:latin typeface="Onest SemiBold"/>
                <a:ea typeface="Onest SemiBold"/>
                <a:cs typeface="Onest SemiBold"/>
              </a:rPr>
              <a:t>Миссия 2</a:t>
            </a:r>
          </a:p>
        </p:txBody>
      </p:sp>
      <p:sp>
        <p:nvSpPr>
          <p:cNvPr id="12" name="body: Обеспечение необходимой медици"/>
          <p:cNvSpPr txBox="1"/>
          <p:nvPr/>
        </p:nvSpPr>
        <p:spPr>
          <a:xfrm>
            <a:off x="2748000" y="4842104"/>
            <a:ext cx="4164000" cy="9398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Обеспечение необходимой медицинской, социальной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и материальной помощи работникам отрасли для преодоления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травм, полученных в результате событий, связанных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с проведением специальной военной операции, и возвращения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к полноценной жизни</a:t>
            </a:r>
          </a:p>
        </p:txBody>
      </p:sp>
      <p:cxnSp>
        <p:nvCxnSpPr>
          <p:cNvPr id="13" name="motif"/>
          <p:cNvCxnSpPr/>
          <p:nvPr/>
        </p:nvCxnSpPr>
        <p:spPr>
          <a:xfrm>
            <a:off x="576000" y="5973138"/>
            <a:ext cx="6336000" cy="0"/>
          </a:xfrm>
          <a:prstGeom prst="line">
            <a:avLst/>
          </a:prstGeom>
          <a:ln w="5080">
            <a:solidFill>
              <a:srgbClr val="696385"/>
            </a:solidFill>
          </a:ln>
          <a:effectLst/>
        </p:spPr>
      </p:cxnSp>
      <p:sp>
        <p:nvSpPr>
          <p:cNvPr id="14" name="label: Миссия 3"/>
          <p:cNvSpPr txBox="1"/>
          <p:nvPr/>
        </p:nvSpPr>
        <p:spPr>
          <a:xfrm>
            <a:off x="576000" y="6109010"/>
            <a:ext cx="1992000" cy="1574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64">
                <a:solidFill>
                  <a:srgbClr val="EA8729"/>
                </a:solidFill>
                <a:latin typeface="Onest SemiBold"/>
                <a:ea typeface="Onest SemiBold"/>
                <a:cs typeface="Onest SemiBold"/>
              </a:rPr>
              <a:t>Миссия 3</a:t>
            </a:r>
          </a:p>
        </p:txBody>
      </p:sp>
      <p:sp>
        <p:nvSpPr>
          <p:cNvPr id="15" name="body: Восстановление психологическог"/>
          <p:cNvSpPr txBox="1"/>
          <p:nvPr/>
        </p:nvSpPr>
        <p:spPr>
          <a:xfrm>
            <a:off x="2748000" y="6063788"/>
            <a:ext cx="4164000" cy="7594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Восстановление психологического здоровья и душевного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равновесия работников энергетической отрасли, пострадавших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в результате событий, связанных с проведением специальной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военной операции</a:t>
            </a:r>
          </a:p>
        </p:txBody>
      </p:sp>
      <p:cxnSp>
        <p:nvCxnSpPr>
          <p:cNvPr id="16" name="motif"/>
          <p:cNvCxnSpPr/>
          <p:nvPr/>
        </p:nvCxnSpPr>
        <p:spPr>
          <a:xfrm>
            <a:off x="576000" y="7014484"/>
            <a:ext cx="6336000" cy="0"/>
          </a:xfrm>
          <a:prstGeom prst="line">
            <a:avLst/>
          </a:prstGeom>
          <a:ln w="5080">
            <a:solidFill>
              <a:srgbClr val="696385"/>
            </a:solidFill>
          </a:ln>
          <a:effectLst/>
        </p:spPr>
      </p:cxnSp>
      <p:sp>
        <p:nvSpPr>
          <p:cNvPr id="17" name="url: https://эрдфонд.рф/"/>
          <p:cNvSpPr txBox="1"/>
          <p:nvPr/>
        </p:nvSpPr>
        <p:spPr>
          <a:xfrm>
            <a:off x="576000" y="10029590"/>
            <a:ext cx="6336000" cy="165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EA8729"/>
                </a:solidFill>
                <a:latin typeface="Onest SemiBold"/>
                <a:ea typeface="Onest SemiBold"/>
                <a:cs typeface="Onest SemiBold"/>
              </a:rPr>
              <a:t>https://эрдфонд.рф/</a:t>
            </a:r>
          </a:p>
        </p:txBody>
      </p:sp>
      <p:sp>
        <p:nvSpPr>
          <p:cNvPr id="18" name="folio: 02"/>
          <p:cNvSpPr txBox="1"/>
          <p:nvPr/>
        </p:nvSpPr>
        <p:spPr>
          <a:xfrm>
            <a:off x="576000" y="10332088"/>
            <a:ext cx="6336000" cy="1377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A39EB0"/>
                </a:solidFill>
                <a:latin typeface="Onest SemiBold"/>
                <a:ea typeface="Onest SemiBold"/>
                <a:cs typeface="Onest SemiBol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logo"/>
          <p:cNvSpPr/>
          <p:nvPr/>
        </p:nvSpPr>
        <p:spPr>
          <a:xfrm>
            <a:off x="5919911" y="582603"/>
            <a:ext cx="1056269" cy="643486"/>
          </a:xfrm>
          <a:custGeom>
            <a:avLst/>
            <a:gdLst/>
            <a:ahLst/>
            <a:cxnLst/>
            <a:rect l="0" t="0" r="r" b="b"/>
            <a:pathLst>
              <a:path w="1056269" h="643486">
                <a:moveTo>
                  <a:pt x="990129" y="307"/>
                </a:moveTo>
                <a:lnTo>
                  <a:pt x="984765" y="2441"/>
                </a:lnTo>
                <a:lnTo>
                  <a:pt x="980334" y="4783"/>
                </a:lnTo>
                <a:lnTo>
                  <a:pt x="973784" y="15399"/>
                </a:lnTo>
                <a:lnTo>
                  <a:pt x="945108" y="29884"/>
                </a:lnTo>
                <a:lnTo>
                  <a:pt x="936215" y="35779"/>
                </a:lnTo>
                <a:lnTo>
                  <a:pt x="925637" y="44186"/>
                </a:lnTo>
                <a:lnTo>
                  <a:pt x="922678" y="47590"/>
                </a:lnTo>
                <a:lnTo>
                  <a:pt x="919642" y="52792"/>
                </a:lnTo>
                <a:lnTo>
                  <a:pt x="914571" y="59051"/>
                </a:lnTo>
                <a:lnTo>
                  <a:pt x="913179" y="62022"/>
                </a:lnTo>
                <a:lnTo>
                  <a:pt x="913123" y="64251"/>
                </a:lnTo>
                <a:lnTo>
                  <a:pt x="914088" y="66524"/>
                </a:lnTo>
                <a:lnTo>
                  <a:pt x="918250" y="70371"/>
                </a:lnTo>
                <a:lnTo>
                  <a:pt x="918820" y="71628"/>
                </a:lnTo>
                <a:lnTo>
                  <a:pt x="917254" y="72548"/>
                </a:lnTo>
                <a:lnTo>
                  <a:pt x="912540" y="73833"/>
                </a:lnTo>
                <a:lnTo>
                  <a:pt x="910998" y="74930"/>
                </a:lnTo>
                <a:lnTo>
                  <a:pt x="907953" y="81097"/>
                </a:lnTo>
                <a:lnTo>
                  <a:pt x="901179" y="88226"/>
                </a:lnTo>
                <a:lnTo>
                  <a:pt x="898935" y="91512"/>
                </a:lnTo>
                <a:lnTo>
                  <a:pt x="896496" y="96302"/>
                </a:lnTo>
                <a:lnTo>
                  <a:pt x="894904" y="96871"/>
                </a:lnTo>
                <a:lnTo>
                  <a:pt x="892716" y="96691"/>
                </a:lnTo>
                <a:lnTo>
                  <a:pt x="886793" y="93872"/>
                </a:lnTo>
                <a:lnTo>
                  <a:pt x="885232" y="93566"/>
                </a:lnTo>
                <a:lnTo>
                  <a:pt x="879043" y="95049"/>
                </a:lnTo>
                <a:lnTo>
                  <a:pt x="874648" y="96727"/>
                </a:lnTo>
                <a:lnTo>
                  <a:pt x="871795" y="98579"/>
                </a:lnTo>
                <a:lnTo>
                  <a:pt x="870301" y="100254"/>
                </a:lnTo>
                <a:lnTo>
                  <a:pt x="863433" y="110615"/>
                </a:lnTo>
                <a:lnTo>
                  <a:pt x="859275" y="113693"/>
                </a:lnTo>
                <a:lnTo>
                  <a:pt x="856327" y="114619"/>
                </a:lnTo>
                <a:lnTo>
                  <a:pt x="854159" y="114634"/>
                </a:lnTo>
                <a:lnTo>
                  <a:pt x="848178" y="110817"/>
                </a:lnTo>
                <a:lnTo>
                  <a:pt x="844691" y="109921"/>
                </a:lnTo>
                <a:lnTo>
                  <a:pt x="840996" y="110094"/>
                </a:lnTo>
                <a:lnTo>
                  <a:pt x="837278" y="111327"/>
                </a:lnTo>
                <a:lnTo>
                  <a:pt x="830309" y="115701"/>
                </a:lnTo>
                <a:lnTo>
                  <a:pt x="812274" y="124472"/>
                </a:lnTo>
                <a:lnTo>
                  <a:pt x="810392" y="125926"/>
                </a:lnTo>
                <a:lnTo>
                  <a:pt x="808602" y="128847"/>
                </a:lnTo>
                <a:lnTo>
                  <a:pt x="809498" y="136259"/>
                </a:lnTo>
                <a:lnTo>
                  <a:pt x="811743" y="141043"/>
                </a:lnTo>
                <a:lnTo>
                  <a:pt x="811639" y="143299"/>
                </a:lnTo>
                <a:lnTo>
                  <a:pt x="809504" y="144904"/>
                </a:lnTo>
                <a:lnTo>
                  <a:pt x="803387" y="146819"/>
                </a:lnTo>
                <a:lnTo>
                  <a:pt x="799989" y="149218"/>
                </a:lnTo>
                <a:lnTo>
                  <a:pt x="798039" y="148765"/>
                </a:lnTo>
                <a:lnTo>
                  <a:pt x="794559" y="146688"/>
                </a:lnTo>
                <a:lnTo>
                  <a:pt x="786966" y="141660"/>
                </a:lnTo>
                <a:lnTo>
                  <a:pt x="777514" y="134651"/>
                </a:lnTo>
                <a:lnTo>
                  <a:pt x="758690" y="122136"/>
                </a:lnTo>
                <a:lnTo>
                  <a:pt x="747605" y="114310"/>
                </a:lnTo>
                <a:lnTo>
                  <a:pt x="734049" y="103713"/>
                </a:lnTo>
                <a:lnTo>
                  <a:pt x="711398" y="87282"/>
                </a:lnTo>
                <a:lnTo>
                  <a:pt x="707893" y="85299"/>
                </a:lnTo>
                <a:lnTo>
                  <a:pt x="706225" y="85513"/>
                </a:lnTo>
                <a:lnTo>
                  <a:pt x="705447" y="86702"/>
                </a:lnTo>
                <a:lnTo>
                  <a:pt x="706106" y="89234"/>
                </a:lnTo>
                <a:lnTo>
                  <a:pt x="707056" y="90691"/>
                </a:lnTo>
                <a:lnTo>
                  <a:pt x="709522" y="92736"/>
                </a:lnTo>
                <a:lnTo>
                  <a:pt x="728697" y="106781"/>
                </a:lnTo>
                <a:lnTo>
                  <a:pt x="751732" y="122897"/>
                </a:lnTo>
                <a:lnTo>
                  <a:pt x="765770" y="133493"/>
                </a:lnTo>
                <a:lnTo>
                  <a:pt x="771437" y="137312"/>
                </a:lnTo>
                <a:lnTo>
                  <a:pt x="776142" y="139562"/>
                </a:lnTo>
                <a:lnTo>
                  <a:pt x="781474" y="142851"/>
                </a:lnTo>
                <a:lnTo>
                  <a:pt x="785655" y="146180"/>
                </a:lnTo>
                <a:lnTo>
                  <a:pt x="787681" y="148503"/>
                </a:lnTo>
                <a:lnTo>
                  <a:pt x="788375" y="150255"/>
                </a:lnTo>
                <a:lnTo>
                  <a:pt x="789027" y="160620"/>
                </a:lnTo>
                <a:lnTo>
                  <a:pt x="786500" y="160654"/>
                </a:lnTo>
                <a:lnTo>
                  <a:pt x="784862" y="159571"/>
                </a:lnTo>
                <a:lnTo>
                  <a:pt x="783393" y="157474"/>
                </a:lnTo>
                <a:lnTo>
                  <a:pt x="781622" y="153577"/>
                </a:lnTo>
                <a:lnTo>
                  <a:pt x="779910" y="151326"/>
                </a:lnTo>
                <a:lnTo>
                  <a:pt x="771756" y="142974"/>
                </a:lnTo>
                <a:lnTo>
                  <a:pt x="769312" y="140932"/>
                </a:lnTo>
                <a:lnTo>
                  <a:pt x="767499" y="140113"/>
                </a:lnTo>
                <a:lnTo>
                  <a:pt x="765865" y="140315"/>
                </a:lnTo>
                <a:lnTo>
                  <a:pt x="761593" y="142299"/>
                </a:lnTo>
                <a:lnTo>
                  <a:pt x="753204" y="142540"/>
                </a:lnTo>
                <a:lnTo>
                  <a:pt x="749509" y="147584"/>
                </a:lnTo>
                <a:lnTo>
                  <a:pt x="748063" y="153309"/>
                </a:lnTo>
                <a:lnTo>
                  <a:pt x="746768" y="154275"/>
                </a:lnTo>
                <a:lnTo>
                  <a:pt x="743981" y="155306"/>
                </a:lnTo>
                <a:lnTo>
                  <a:pt x="741838" y="155282"/>
                </a:lnTo>
                <a:lnTo>
                  <a:pt x="736928" y="152601"/>
                </a:lnTo>
                <a:lnTo>
                  <a:pt x="734080" y="151761"/>
                </a:lnTo>
                <a:lnTo>
                  <a:pt x="726005" y="153635"/>
                </a:lnTo>
                <a:lnTo>
                  <a:pt x="722608" y="153980"/>
                </a:lnTo>
                <a:lnTo>
                  <a:pt x="720441" y="153701"/>
                </a:lnTo>
                <a:lnTo>
                  <a:pt x="716327" y="150447"/>
                </a:lnTo>
                <a:lnTo>
                  <a:pt x="714536" y="147843"/>
                </a:lnTo>
                <a:lnTo>
                  <a:pt x="716034" y="142306"/>
                </a:lnTo>
                <a:lnTo>
                  <a:pt x="716782" y="133751"/>
                </a:lnTo>
                <a:lnTo>
                  <a:pt x="716512" y="130100"/>
                </a:lnTo>
                <a:lnTo>
                  <a:pt x="714936" y="127653"/>
                </a:lnTo>
                <a:lnTo>
                  <a:pt x="709232" y="122338"/>
                </a:lnTo>
                <a:lnTo>
                  <a:pt x="705776" y="120054"/>
                </a:lnTo>
                <a:lnTo>
                  <a:pt x="702875" y="119395"/>
                </a:lnTo>
                <a:lnTo>
                  <a:pt x="694655" y="119133"/>
                </a:lnTo>
                <a:lnTo>
                  <a:pt x="691652" y="118631"/>
                </a:lnTo>
                <a:lnTo>
                  <a:pt x="690721" y="117815"/>
                </a:lnTo>
                <a:lnTo>
                  <a:pt x="689830" y="114026"/>
                </a:lnTo>
                <a:lnTo>
                  <a:pt x="688886" y="112448"/>
                </a:lnTo>
                <a:lnTo>
                  <a:pt x="687004" y="111273"/>
                </a:lnTo>
                <a:lnTo>
                  <a:pt x="682377" y="109609"/>
                </a:lnTo>
                <a:lnTo>
                  <a:pt x="677103" y="111550"/>
                </a:lnTo>
                <a:lnTo>
                  <a:pt x="673891" y="114190"/>
                </a:lnTo>
                <a:lnTo>
                  <a:pt x="674455" y="125887"/>
                </a:lnTo>
                <a:lnTo>
                  <a:pt x="675211" y="129461"/>
                </a:lnTo>
                <a:lnTo>
                  <a:pt x="675614" y="129920"/>
                </a:lnTo>
                <a:lnTo>
                  <a:pt x="676735" y="129886"/>
                </a:lnTo>
                <a:lnTo>
                  <a:pt x="680641" y="127610"/>
                </a:lnTo>
                <a:lnTo>
                  <a:pt x="682286" y="127672"/>
                </a:lnTo>
                <a:lnTo>
                  <a:pt x="684122" y="128410"/>
                </a:lnTo>
                <a:lnTo>
                  <a:pt x="693709" y="135525"/>
                </a:lnTo>
                <a:lnTo>
                  <a:pt x="700980" y="142389"/>
                </a:lnTo>
                <a:lnTo>
                  <a:pt x="701464" y="144697"/>
                </a:lnTo>
                <a:lnTo>
                  <a:pt x="701117" y="146026"/>
                </a:lnTo>
                <a:lnTo>
                  <a:pt x="699209" y="149325"/>
                </a:lnTo>
                <a:lnTo>
                  <a:pt x="694313" y="155679"/>
                </a:lnTo>
                <a:lnTo>
                  <a:pt x="693043" y="158983"/>
                </a:lnTo>
                <a:lnTo>
                  <a:pt x="693053" y="160668"/>
                </a:lnTo>
                <a:lnTo>
                  <a:pt x="693789" y="163376"/>
                </a:lnTo>
                <a:lnTo>
                  <a:pt x="695126" y="165711"/>
                </a:lnTo>
                <a:lnTo>
                  <a:pt x="696911" y="167504"/>
                </a:lnTo>
                <a:lnTo>
                  <a:pt x="699998" y="168866"/>
                </a:lnTo>
                <a:lnTo>
                  <a:pt x="703861" y="169063"/>
                </a:lnTo>
                <a:lnTo>
                  <a:pt x="709414" y="168253"/>
                </a:lnTo>
                <a:lnTo>
                  <a:pt x="714843" y="166243"/>
                </a:lnTo>
                <a:lnTo>
                  <a:pt x="719020" y="166852"/>
                </a:lnTo>
                <a:lnTo>
                  <a:pt x="724160" y="165624"/>
                </a:lnTo>
                <a:lnTo>
                  <a:pt x="726519" y="166565"/>
                </a:lnTo>
                <a:lnTo>
                  <a:pt x="758636" y="193750"/>
                </a:lnTo>
                <a:lnTo>
                  <a:pt x="760031" y="195403"/>
                </a:lnTo>
                <a:lnTo>
                  <a:pt x="763630" y="197962"/>
                </a:lnTo>
                <a:lnTo>
                  <a:pt x="773369" y="206281"/>
                </a:lnTo>
                <a:lnTo>
                  <a:pt x="782988" y="215012"/>
                </a:lnTo>
                <a:lnTo>
                  <a:pt x="789551" y="219837"/>
                </a:lnTo>
                <a:lnTo>
                  <a:pt x="792119" y="222990"/>
                </a:lnTo>
                <a:lnTo>
                  <a:pt x="799661" y="229348"/>
                </a:lnTo>
                <a:lnTo>
                  <a:pt x="804582" y="232935"/>
                </a:lnTo>
                <a:lnTo>
                  <a:pt x="805727" y="234276"/>
                </a:lnTo>
                <a:lnTo>
                  <a:pt x="808260" y="234750"/>
                </a:lnTo>
                <a:lnTo>
                  <a:pt x="809348" y="233928"/>
                </a:lnTo>
                <a:lnTo>
                  <a:pt x="809290" y="232777"/>
                </a:lnTo>
                <a:lnTo>
                  <a:pt x="805379" y="229009"/>
                </a:lnTo>
                <a:lnTo>
                  <a:pt x="801566" y="226225"/>
                </a:lnTo>
                <a:lnTo>
                  <a:pt x="795704" y="220743"/>
                </a:lnTo>
                <a:lnTo>
                  <a:pt x="790840" y="217943"/>
                </a:lnTo>
                <a:lnTo>
                  <a:pt x="787394" y="215349"/>
                </a:lnTo>
                <a:lnTo>
                  <a:pt x="785465" y="213054"/>
                </a:lnTo>
                <a:lnTo>
                  <a:pt x="777561" y="207340"/>
                </a:lnTo>
                <a:lnTo>
                  <a:pt x="740372" y="172697"/>
                </a:lnTo>
                <a:lnTo>
                  <a:pt x="738770" y="170436"/>
                </a:lnTo>
                <a:lnTo>
                  <a:pt x="738772" y="167988"/>
                </a:lnTo>
                <a:lnTo>
                  <a:pt x="740850" y="166539"/>
                </a:lnTo>
                <a:lnTo>
                  <a:pt x="749328" y="164908"/>
                </a:lnTo>
                <a:lnTo>
                  <a:pt x="753778" y="163198"/>
                </a:lnTo>
                <a:lnTo>
                  <a:pt x="756160" y="161451"/>
                </a:lnTo>
                <a:lnTo>
                  <a:pt x="757962" y="159299"/>
                </a:lnTo>
                <a:lnTo>
                  <a:pt x="760514" y="153798"/>
                </a:lnTo>
                <a:lnTo>
                  <a:pt x="762438" y="152921"/>
                </a:lnTo>
                <a:lnTo>
                  <a:pt x="764667" y="152882"/>
                </a:lnTo>
                <a:lnTo>
                  <a:pt x="768169" y="154153"/>
                </a:lnTo>
                <a:lnTo>
                  <a:pt x="770561" y="156136"/>
                </a:lnTo>
                <a:lnTo>
                  <a:pt x="771670" y="163947"/>
                </a:lnTo>
                <a:lnTo>
                  <a:pt x="782991" y="172282"/>
                </a:lnTo>
                <a:lnTo>
                  <a:pt x="786576" y="173075"/>
                </a:lnTo>
                <a:lnTo>
                  <a:pt x="802334" y="173975"/>
                </a:lnTo>
                <a:lnTo>
                  <a:pt x="803870" y="172444"/>
                </a:lnTo>
                <a:lnTo>
                  <a:pt x="804148" y="171311"/>
                </a:lnTo>
                <a:lnTo>
                  <a:pt x="802065" y="166040"/>
                </a:lnTo>
                <a:lnTo>
                  <a:pt x="801984" y="163519"/>
                </a:lnTo>
                <a:lnTo>
                  <a:pt x="803492" y="162104"/>
                </a:lnTo>
                <a:lnTo>
                  <a:pt x="806984" y="162014"/>
                </a:lnTo>
                <a:lnTo>
                  <a:pt x="814619" y="166384"/>
                </a:lnTo>
                <a:lnTo>
                  <a:pt x="820794" y="170878"/>
                </a:lnTo>
                <a:lnTo>
                  <a:pt x="826670" y="174331"/>
                </a:lnTo>
                <a:lnTo>
                  <a:pt x="852261" y="191465"/>
                </a:lnTo>
                <a:lnTo>
                  <a:pt x="853906" y="192101"/>
                </a:lnTo>
                <a:lnTo>
                  <a:pt x="855421" y="191895"/>
                </a:lnTo>
                <a:lnTo>
                  <a:pt x="855962" y="191491"/>
                </a:lnTo>
                <a:lnTo>
                  <a:pt x="856124" y="190224"/>
                </a:lnTo>
                <a:lnTo>
                  <a:pt x="855175" y="188549"/>
                </a:lnTo>
                <a:lnTo>
                  <a:pt x="853254" y="186715"/>
                </a:lnTo>
                <a:lnTo>
                  <a:pt x="826435" y="168774"/>
                </a:lnTo>
                <a:lnTo>
                  <a:pt x="821312" y="164797"/>
                </a:lnTo>
                <a:lnTo>
                  <a:pt x="815173" y="160983"/>
                </a:lnTo>
                <a:lnTo>
                  <a:pt x="812000" y="157727"/>
                </a:lnTo>
                <a:lnTo>
                  <a:pt x="811394" y="156210"/>
                </a:lnTo>
                <a:lnTo>
                  <a:pt x="811678" y="155542"/>
                </a:lnTo>
                <a:lnTo>
                  <a:pt x="816563" y="153629"/>
                </a:lnTo>
                <a:lnTo>
                  <a:pt x="825911" y="144757"/>
                </a:lnTo>
                <a:lnTo>
                  <a:pt x="825658" y="140881"/>
                </a:lnTo>
                <a:lnTo>
                  <a:pt x="820944" y="134534"/>
                </a:lnTo>
                <a:lnTo>
                  <a:pt x="820596" y="133289"/>
                </a:lnTo>
                <a:lnTo>
                  <a:pt x="821062" y="131777"/>
                </a:lnTo>
                <a:lnTo>
                  <a:pt x="825835" y="128789"/>
                </a:lnTo>
                <a:lnTo>
                  <a:pt x="835070" y="125069"/>
                </a:lnTo>
                <a:lnTo>
                  <a:pt x="845183" y="126055"/>
                </a:lnTo>
                <a:lnTo>
                  <a:pt x="866170" y="122531"/>
                </a:lnTo>
                <a:lnTo>
                  <a:pt x="868213" y="121153"/>
                </a:lnTo>
                <a:lnTo>
                  <a:pt x="869774" y="119457"/>
                </a:lnTo>
                <a:lnTo>
                  <a:pt x="877829" y="107659"/>
                </a:lnTo>
                <a:lnTo>
                  <a:pt x="880442" y="105164"/>
                </a:lnTo>
                <a:lnTo>
                  <a:pt x="881725" y="104474"/>
                </a:lnTo>
                <a:lnTo>
                  <a:pt x="883015" y="104149"/>
                </a:lnTo>
                <a:lnTo>
                  <a:pt x="885685" y="104570"/>
                </a:lnTo>
                <a:lnTo>
                  <a:pt x="889705" y="107005"/>
                </a:lnTo>
                <a:lnTo>
                  <a:pt x="893262" y="107948"/>
                </a:lnTo>
                <a:lnTo>
                  <a:pt x="898907" y="108257"/>
                </a:lnTo>
                <a:lnTo>
                  <a:pt x="901549" y="107410"/>
                </a:lnTo>
                <a:lnTo>
                  <a:pt x="903627" y="105302"/>
                </a:lnTo>
                <a:lnTo>
                  <a:pt x="907161" y="98050"/>
                </a:lnTo>
                <a:lnTo>
                  <a:pt x="909248" y="94850"/>
                </a:lnTo>
                <a:lnTo>
                  <a:pt x="918343" y="84725"/>
                </a:lnTo>
                <a:lnTo>
                  <a:pt x="927375" y="78916"/>
                </a:lnTo>
                <a:lnTo>
                  <a:pt x="931627" y="74867"/>
                </a:lnTo>
                <a:lnTo>
                  <a:pt x="931982" y="73449"/>
                </a:lnTo>
                <a:lnTo>
                  <a:pt x="931494" y="71467"/>
                </a:lnTo>
                <a:lnTo>
                  <a:pt x="927337" y="63639"/>
                </a:lnTo>
                <a:lnTo>
                  <a:pt x="926932" y="61961"/>
                </a:lnTo>
                <a:lnTo>
                  <a:pt x="927731" y="59277"/>
                </a:lnTo>
                <a:lnTo>
                  <a:pt x="931084" y="53724"/>
                </a:lnTo>
                <a:lnTo>
                  <a:pt x="934696" y="49748"/>
                </a:lnTo>
                <a:lnTo>
                  <a:pt x="941721" y="44424"/>
                </a:lnTo>
                <a:lnTo>
                  <a:pt x="952852" y="37291"/>
                </a:lnTo>
                <a:lnTo>
                  <a:pt x="955328" y="36098"/>
                </a:lnTo>
                <a:lnTo>
                  <a:pt x="957475" y="35835"/>
                </a:lnTo>
                <a:lnTo>
                  <a:pt x="959754" y="37122"/>
                </a:lnTo>
                <a:lnTo>
                  <a:pt x="976557" y="51548"/>
                </a:lnTo>
                <a:lnTo>
                  <a:pt x="983320" y="55808"/>
                </a:lnTo>
                <a:lnTo>
                  <a:pt x="984492" y="57662"/>
                </a:lnTo>
                <a:lnTo>
                  <a:pt x="986444" y="63697"/>
                </a:lnTo>
                <a:lnTo>
                  <a:pt x="988321" y="66656"/>
                </a:lnTo>
                <a:lnTo>
                  <a:pt x="991290" y="68432"/>
                </a:lnTo>
                <a:lnTo>
                  <a:pt x="1000573" y="71187"/>
                </a:lnTo>
                <a:lnTo>
                  <a:pt x="1002247" y="72330"/>
                </a:lnTo>
                <a:lnTo>
                  <a:pt x="1003966" y="74316"/>
                </a:lnTo>
                <a:lnTo>
                  <a:pt x="1003816" y="87126"/>
                </a:lnTo>
                <a:lnTo>
                  <a:pt x="1007202" y="108097"/>
                </a:lnTo>
                <a:lnTo>
                  <a:pt x="1009164" y="115745"/>
                </a:lnTo>
                <a:lnTo>
                  <a:pt x="1009300" y="118643"/>
                </a:lnTo>
                <a:lnTo>
                  <a:pt x="1008251" y="120852"/>
                </a:lnTo>
                <a:lnTo>
                  <a:pt x="1004645" y="124036"/>
                </a:lnTo>
                <a:lnTo>
                  <a:pt x="1002363" y="127226"/>
                </a:lnTo>
                <a:lnTo>
                  <a:pt x="1000732" y="132069"/>
                </a:lnTo>
                <a:lnTo>
                  <a:pt x="998428" y="142271"/>
                </a:lnTo>
                <a:lnTo>
                  <a:pt x="997339" y="144283"/>
                </a:lnTo>
                <a:lnTo>
                  <a:pt x="996142" y="144253"/>
                </a:lnTo>
                <a:lnTo>
                  <a:pt x="991792" y="140334"/>
                </a:lnTo>
                <a:lnTo>
                  <a:pt x="988222" y="136254"/>
                </a:lnTo>
                <a:lnTo>
                  <a:pt x="984548" y="130673"/>
                </a:lnTo>
                <a:lnTo>
                  <a:pt x="981872" y="128487"/>
                </a:lnTo>
                <a:lnTo>
                  <a:pt x="980299" y="128780"/>
                </a:lnTo>
                <a:lnTo>
                  <a:pt x="978573" y="129872"/>
                </a:lnTo>
                <a:lnTo>
                  <a:pt x="965721" y="140529"/>
                </a:lnTo>
                <a:lnTo>
                  <a:pt x="965257" y="141779"/>
                </a:lnTo>
                <a:lnTo>
                  <a:pt x="965642" y="143263"/>
                </a:lnTo>
                <a:lnTo>
                  <a:pt x="971040" y="150062"/>
                </a:lnTo>
                <a:lnTo>
                  <a:pt x="971885" y="151887"/>
                </a:lnTo>
                <a:lnTo>
                  <a:pt x="971683" y="153263"/>
                </a:lnTo>
                <a:lnTo>
                  <a:pt x="970422" y="154231"/>
                </a:lnTo>
                <a:lnTo>
                  <a:pt x="965637" y="155621"/>
                </a:lnTo>
                <a:lnTo>
                  <a:pt x="961646" y="158342"/>
                </a:lnTo>
                <a:lnTo>
                  <a:pt x="957525" y="162703"/>
                </a:lnTo>
                <a:lnTo>
                  <a:pt x="952955" y="169299"/>
                </a:lnTo>
                <a:lnTo>
                  <a:pt x="953289" y="180202"/>
                </a:lnTo>
                <a:lnTo>
                  <a:pt x="956837" y="196757"/>
                </a:lnTo>
                <a:lnTo>
                  <a:pt x="959834" y="203914"/>
                </a:lnTo>
                <a:lnTo>
                  <a:pt x="960172" y="206501"/>
                </a:lnTo>
                <a:lnTo>
                  <a:pt x="959922" y="207520"/>
                </a:lnTo>
                <a:lnTo>
                  <a:pt x="959389" y="208369"/>
                </a:lnTo>
                <a:lnTo>
                  <a:pt x="957459" y="209590"/>
                </a:lnTo>
                <a:lnTo>
                  <a:pt x="949273" y="211141"/>
                </a:lnTo>
                <a:lnTo>
                  <a:pt x="945163" y="212781"/>
                </a:lnTo>
                <a:lnTo>
                  <a:pt x="943427" y="213909"/>
                </a:lnTo>
                <a:lnTo>
                  <a:pt x="941881" y="215259"/>
                </a:lnTo>
                <a:lnTo>
                  <a:pt x="939286" y="218681"/>
                </a:lnTo>
                <a:lnTo>
                  <a:pt x="936171" y="225402"/>
                </a:lnTo>
                <a:lnTo>
                  <a:pt x="934175" y="228000"/>
                </a:lnTo>
                <a:lnTo>
                  <a:pt x="933977" y="229446"/>
                </a:lnTo>
                <a:lnTo>
                  <a:pt x="935224" y="230996"/>
                </a:lnTo>
                <a:lnTo>
                  <a:pt x="938038" y="232933"/>
                </a:lnTo>
                <a:lnTo>
                  <a:pt x="940742" y="234095"/>
                </a:lnTo>
                <a:lnTo>
                  <a:pt x="942211" y="234044"/>
                </a:lnTo>
                <a:lnTo>
                  <a:pt x="944437" y="232712"/>
                </a:lnTo>
                <a:lnTo>
                  <a:pt x="947038" y="229991"/>
                </a:lnTo>
                <a:lnTo>
                  <a:pt x="948827" y="223253"/>
                </a:lnTo>
                <a:lnTo>
                  <a:pt x="950779" y="220930"/>
                </a:lnTo>
                <a:lnTo>
                  <a:pt x="953438" y="220309"/>
                </a:lnTo>
                <a:lnTo>
                  <a:pt x="957707" y="223501"/>
                </a:lnTo>
                <a:lnTo>
                  <a:pt x="960380" y="224022"/>
                </a:lnTo>
                <a:lnTo>
                  <a:pt x="962372" y="223783"/>
                </a:lnTo>
                <a:lnTo>
                  <a:pt x="964003" y="223011"/>
                </a:lnTo>
                <a:lnTo>
                  <a:pt x="965944" y="220679"/>
                </a:lnTo>
                <a:lnTo>
                  <a:pt x="968669" y="213961"/>
                </a:lnTo>
                <a:lnTo>
                  <a:pt x="971355" y="209616"/>
                </a:lnTo>
                <a:lnTo>
                  <a:pt x="974525" y="205565"/>
                </a:lnTo>
                <a:lnTo>
                  <a:pt x="975429" y="202803"/>
                </a:lnTo>
                <a:lnTo>
                  <a:pt x="974428" y="200490"/>
                </a:lnTo>
                <a:lnTo>
                  <a:pt x="969425" y="197987"/>
                </a:lnTo>
                <a:lnTo>
                  <a:pt x="967451" y="194844"/>
                </a:lnTo>
                <a:lnTo>
                  <a:pt x="965420" y="187781"/>
                </a:lnTo>
                <a:lnTo>
                  <a:pt x="964068" y="181121"/>
                </a:lnTo>
                <a:lnTo>
                  <a:pt x="963466" y="175631"/>
                </a:lnTo>
                <a:lnTo>
                  <a:pt x="963707" y="172095"/>
                </a:lnTo>
                <a:lnTo>
                  <a:pt x="966359" y="168190"/>
                </a:lnTo>
                <a:lnTo>
                  <a:pt x="968542" y="166430"/>
                </a:lnTo>
                <a:lnTo>
                  <a:pt x="969734" y="166020"/>
                </a:lnTo>
                <a:lnTo>
                  <a:pt x="976397" y="169345"/>
                </a:lnTo>
                <a:lnTo>
                  <a:pt x="980401" y="169485"/>
                </a:lnTo>
                <a:lnTo>
                  <a:pt x="981566" y="168963"/>
                </a:lnTo>
                <a:lnTo>
                  <a:pt x="982340" y="166128"/>
                </a:lnTo>
                <a:lnTo>
                  <a:pt x="983052" y="150993"/>
                </a:lnTo>
                <a:lnTo>
                  <a:pt x="983489" y="149158"/>
                </a:lnTo>
                <a:lnTo>
                  <a:pt x="984594" y="148422"/>
                </a:lnTo>
                <a:lnTo>
                  <a:pt x="986003" y="149217"/>
                </a:lnTo>
                <a:lnTo>
                  <a:pt x="986904" y="151242"/>
                </a:lnTo>
                <a:lnTo>
                  <a:pt x="988168" y="167857"/>
                </a:lnTo>
                <a:lnTo>
                  <a:pt x="991521" y="182744"/>
                </a:lnTo>
                <a:lnTo>
                  <a:pt x="994245" y="192555"/>
                </a:lnTo>
                <a:lnTo>
                  <a:pt x="994503" y="195416"/>
                </a:lnTo>
                <a:lnTo>
                  <a:pt x="993523" y="202005"/>
                </a:lnTo>
                <a:lnTo>
                  <a:pt x="993648" y="204812"/>
                </a:lnTo>
                <a:lnTo>
                  <a:pt x="996505" y="211233"/>
                </a:lnTo>
                <a:lnTo>
                  <a:pt x="999675" y="221274"/>
                </a:lnTo>
                <a:lnTo>
                  <a:pt x="1002880" y="225871"/>
                </a:lnTo>
                <a:lnTo>
                  <a:pt x="1007287" y="230736"/>
                </a:lnTo>
                <a:lnTo>
                  <a:pt x="1010799" y="233904"/>
                </a:lnTo>
                <a:lnTo>
                  <a:pt x="1016344" y="237934"/>
                </a:lnTo>
                <a:lnTo>
                  <a:pt x="1035697" y="249973"/>
                </a:lnTo>
                <a:lnTo>
                  <a:pt x="1048805" y="257434"/>
                </a:lnTo>
                <a:lnTo>
                  <a:pt x="1052359" y="258550"/>
                </a:lnTo>
                <a:lnTo>
                  <a:pt x="1055011" y="258396"/>
                </a:lnTo>
                <a:lnTo>
                  <a:pt x="1055863" y="257476"/>
                </a:lnTo>
                <a:lnTo>
                  <a:pt x="1056269" y="255718"/>
                </a:lnTo>
                <a:lnTo>
                  <a:pt x="1055893" y="245959"/>
                </a:lnTo>
                <a:lnTo>
                  <a:pt x="1049328" y="233369"/>
                </a:lnTo>
                <a:lnTo>
                  <a:pt x="1048700" y="221961"/>
                </a:lnTo>
                <a:lnTo>
                  <a:pt x="1046877" y="219298"/>
                </a:lnTo>
                <a:lnTo>
                  <a:pt x="1041911" y="213704"/>
                </a:lnTo>
                <a:lnTo>
                  <a:pt x="1044916" y="206545"/>
                </a:lnTo>
                <a:lnTo>
                  <a:pt x="1045093" y="202349"/>
                </a:lnTo>
                <a:lnTo>
                  <a:pt x="1043083" y="199144"/>
                </a:lnTo>
                <a:lnTo>
                  <a:pt x="1037812" y="195905"/>
                </a:lnTo>
                <a:lnTo>
                  <a:pt x="1036890" y="194792"/>
                </a:lnTo>
                <a:lnTo>
                  <a:pt x="1036299" y="191974"/>
                </a:lnTo>
                <a:lnTo>
                  <a:pt x="1035884" y="182895"/>
                </a:lnTo>
                <a:lnTo>
                  <a:pt x="1032949" y="181207"/>
                </a:lnTo>
                <a:lnTo>
                  <a:pt x="1027591" y="180050"/>
                </a:lnTo>
                <a:lnTo>
                  <a:pt x="1022239" y="174828"/>
                </a:lnTo>
                <a:lnTo>
                  <a:pt x="1020003" y="173361"/>
                </a:lnTo>
                <a:lnTo>
                  <a:pt x="1018587" y="173199"/>
                </a:lnTo>
                <a:lnTo>
                  <a:pt x="1013665" y="174523"/>
                </a:lnTo>
                <a:lnTo>
                  <a:pt x="1011825" y="174457"/>
                </a:lnTo>
                <a:lnTo>
                  <a:pt x="1008947" y="170186"/>
                </a:lnTo>
                <a:lnTo>
                  <a:pt x="1003146" y="158981"/>
                </a:lnTo>
                <a:lnTo>
                  <a:pt x="1006813" y="152123"/>
                </a:lnTo>
                <a:lnTo>
                  <a:pt x="1009832" y="148630"/>
                </a:lnTo>
                <a:lnTo>
                  <a:pt x="1010740" y="146843"/>
                </a:lnTo>
                <a:lnTo>
                  <a:pt x="1010203" y="136623"/>
                </a:lnTo>
                <a:lnTo>
                  <a:pt x="1011091" y="132293"/>
                </a:lnTo>
                <a:lnTo>
                  <a:pt x="1013223" y="130805"/>
                </a:lnTo>
                <a:lnTo>
                  <a:pt x="1020745" y="127643"/>
                </a:lnTo>
                <a:lnTo>
                  <a:pt x="1022052" y="126303"/>
                </a:lnTo>
                <a:lnTo>
                  <a:pt x="1022273" y="125478"/>
                </a:lnTo>
                <a:lnTo>
                  <a:pt x="1021950" y="123296"/>
                </a:lnTo>
                <a:lnTo>
                  <a:pt x="1019576" y="117126"/>
                </a:lnTo>
                <a:lnTo>
                  <a:pt x="1018282" y="111977"/>
                </a:lnTo>
                <a:lnTo>
                  <a:pt x="1014686" y="90747"/>
                </a:lnTo>
                <a:lnTo>
                  <a:pt x="1013946" y="81597"/>
                </a:lnTo>
                <a:lnTo>
                  <a:pt x="1013946" y="78366"/>
                </a:lnTo>
                <a:lnTo>
                  <a:pt x="1021661" y="70266"/>
                </a:lnTo>
                <a:lnTo>
                  <a:pt x="1021661" y="65975"/>
                </a:lnTo>
                <a:lnTo>
                  <a:pt x="1017652" y="62612"/>
                </a:lnTo>
                <a:lnTo>
                  <a:pt x="1015061" y="61431"/>
                </a:lnTo>
                <a:lnTo>
                  <a:pt x="1011911" y="61161"/>
                </a:lnTo>
                <a:lnTo>
                  <a:pt x="1006376" y="61624"/>
                </a:lnTo>
                <a:lnTo>
                  <a:pt x="1000814" y="61437"/>
                </a:lnTo>
                <a:lnTo>
                  <a:pt x="996975" y="60527"/>
                </a:lnTo>
                <a:lnTo>
                  <a:pt x="995681" y="59156"/>
                </a:lnTo>
                <a:lnTo>
                  <a:pt x="994100" y="50288"/>
                </a:lnTo>
                <a:lnTo>
                  <a:pt x="991424" y="45169"/>
                </a:lnTo>
                <a:lnTo>
                  <a:pt x="992021" y="42520"/>
                </a:lnTo>
                <a:lnTo>
                  <a:pt x="994387" y="38534"/>
                </a:lnTo>
                <a:lnTo>
                  <a:pt x="996361" y="36126"/>
                </a:lnTo>
                <a:lnTo>
                  <a:pt x="1001781" y="34400"/>
                </a:lnTo>
                <a:lnTo>
                  <a:pt x="1007184" y="30062"/>
                </a:lnTo>
                <a:lnTo>
                  <a:pt x="1012292" y="26825"/>
                </a:lnTo>
                <a:lnTo>
                  <a:pt x="1014356" y="24047"/>
                </a:lnTo>
                <a:lnTo>
                  <a:pt x="1014702" y="20788"/>
                </a:lnTo>
                <a:lnTo>
                  <a:pt x="1013946" y="18436"/>
                </a:lnTo>
                <a:lnTo>
                  <a:pt x="1012627" y="16447"/>
                </a:lnTo>
                <a:lnTo>
                  <a:pt x="1004671" y="13209"/>
                </a:lnTo>
                <a:lnTo>
                  <a:pt x="1002453" y="11523"/>
                </a:lnTo>
                <a:lnTo>
                  <a:pt x="1001484" y="9680"/>
                </a:lnTo>
                <a:lnTo>
                  <a:pt x="1000291" y="5309"/>
                </a:lnTo>
                <a:lnTo>
                  <a:pt x="997517" y="1320"/>
                </a:lnTo>
                <a:lnTo>
                  <a:pt x="994565" y="0"/>
                </a:lnTo>
                <a:lnTo>
                  <a:pt x="990129" y="307"/>
                </a:lnTo>
                <a:close/>
                <a:moveTo>
                  <a:pt x="990514" y="16266"/>
                </a:moveTo>
                <a:lnTo>
                  <a:pt x="995471" y="21221"/>
                </a:lnTo>
                <a:lnTo>
                  <a:pt x="996402" y="23975"/>
                </a:lnTo>
                <a:lnTo>
                  <a:pt x="994956" y="25096"/>
                </a:lnTo>
                <a:lnTo>
                  <a:pt x="990189" y="26114"/>
                </a:lnTo>
                <a:lnTo>
                  <a:pt x="988248" y="26934"/>
                </a:lnTo>
                <a:lnTo>
                  <a:pt x="984242" y="33525"/>
                </a:lnTo>
                <a:lnTo>
                  <a:pt x="981860" y="34507"/>
                </a:lnTo>
                <a:lnTo>
                  <a:pt x="975221" y="34579"/>
                </a:lnTo>
                <a:lnTo>
                  <a:pt x="969234" y="33900"/>
                </a:lnTo>
                <a:lnTo>
                  <a:pt x="966459" y="32746"/>
                </a:lnTo>
                <a:lnTo>
                  <a:pt x="966533" y="31760"/>
                </a:lnTo>
                <a:lnTo>
                  <a:pt x="972675" y="26681"/>
                </a:lnTo>
                <a:lnTo>
                  <a:pt x="979603" y="27125"/>
                </a:lnTo>
                <a:lnTo>
                  <a:pt x="982264" y="26566"/>
                </a:lnTo>
                <a:lnTo>
                  <a:pt x="983401" y="24875"/>
                </a:lnTo>
                <a:lnTo>
                  <a:pt x="983999" y="20588"/>
                </a:lnTo>
                <a:lnTo>
                  <a:pt x="987171" y="15733"/>
                </a:lnTo>
                <a:lnTo>
                  <a:pt x="989000" y="14528"/>
                </a:lnTo>
                <a:lnTo>
                  <a:pt x="990514" y="16266"/>
                </a:lnTo>
                <a:close/>
                <a:moveTo>
                  <a:pt x="702771" y="130486"/>
                </a:moveTo>
                <a:lnTo>
                  <a:pt x="704846" y="132106"/>
                </a:lnTo>
                <a:lnTo>
                  <a:pt x="705874" y="134420"/>
                </a:lnTo>
                <a:lnTo>
                  <a:pt x="705702" y="137368"/>
                </a:lnTo>
                <a:lnTo>
                  <a:pt x="704417" y="138586"/>
                </a:lnTo>
                <a:lnTo>
                  <a:pt x="703268" y="138600"/>
                </a:lnTo>
                <a:lnTo>
                  <a:pt x="702100" y="137910"/>
                </a:lnTo>
                <a:lnTo>
                  <a:pt x="697689" y="133916"/>
                </a:lnTo>
                <a:lnTo>
                  <a:pt x="697224" y="132895"/>
                </a:lnTo>
                <a:lnTo>
                  <a:pt x="697413" y="130782"/>
                </a:lnTo>
                <a:lnTo>
                  <a:pt x="698619" y="129636"/>
                </a:lnTo>
                <a:lnTo>
                  <a:pt x="700801" y="129727"/>
                </a:lnTo>
                <a:lnTo>
                  <a:pt x="702771" y="130486"/>
                </a:lnTo>
                <a:close/>
                <a:moveTo>
                  <a:pt x="1007486" y="185450"/>
                </a:moveTo>
                <a:lnTo>
                  <a:pt x="1010097" y="187206"/>
                </a:lnTo>
                <a:lnTo>
                  <a:pt x="1011919" y="187776"/>
                </a:lnTo>
                <a:lnTo>
                  <a:pt x="1015723" y="186116"/>
                </a:lnTo>
                <a:lnTo>
                  <a:pt x="1017256" y="186168"/>
                </a:lnTo>
                <a:lnTo>
                  <a:pt x="1022883" y="188928"/>
                </a:lnTo>
                <a:lnTo>
                  <a:pt x="1025131" y="190865"/>
                </a:lnTo>
                <a:lnTo>
                  <a:pt x="1025757" y="196886"/>
                </a:lnTo>
                <a:lnTo>
                  <a:pt x="1026289" y="198589"/>
                </a:lnTo>
                <a:lnTo>
                  <a:pt x="1027900" y="201000"/>
                </a:lnTo>
                <a:lnTo>
                  <a:pt x="1032798" y="205941"/>
                </a:lnTo>
                <a:lnTo>
                  <a:pt x="1032050" y="212405"/>
                </a:lnTo>
                <a:lnTo>
                  <a:pt x="1032274" y="217001"/>
                </a:lnTo>
                <a:lnTo>
                  <a:pt x="1033865" y="220542"/>
                </a:lnTo>
                <a:lnTo>
                  <a:pt x="1038246" y="225565"/>
                </a:lnTo>
                <a:lnTo>
                  <a:pt x="1038765" y="232156"/>
                </a:lnTo>
                <a:lnTo>
                  <a:pt x="1039792" y="236539"/>
                </a:lnTo>
                <a:lnTo>
                  <a:pt x="1039819" y="237234"/>
                </a:lnTo>
                <a:lnTo>
                  <a:pt x="1039179" y="238140"/>
                </a:lnTo>
                <a:lnTo>
                  <a:pt x="1036884" y="238220"/>
                </a:lnTo>
                <a:lnTo>
                  <a:pt x="1034771" y="237366"/>
                </a:lnTo>
                <a:lnTo>
                  <a:pt x="1019043" y="227401"/>
                </a:lnTo>
                <a:lnTo>
                  <a:pt x="1014466" y="223396"/>
                </a:lnTo>
                <a:lnTo>
                  <a:pt x="1009297" y="216686"/>
                </a:lnTo>
                <a:lnTo>
                  <a:pt x="1007250" y="212068"/>
                </a:lnTo>
                <a:lnTo>
                  <a:pt x="1004559" y="202285"/>
                </a:lnTo>
                <a:lnTo>
                  <a:pt x="1004623" y="194533"/>
                </a:lnTo>
                <a:lnTo>
                  <a:pt x="1002899" y="186981"/>
                </a:lnTo>
                <a:lnTo>
                  <a:pt x="1002992" y="184969"/>
                </a:lnTo>
                <a:lnTo>
                  <a:pt x="1003831" y="183218"/>
                </a:lnTo>
                <a:lnTo>
                  <a:pt x="1004617" y="183369"/>
                </a:lnTo>
                <a:lnTo>
                  <a:pt x="1007486" y="185450"/>
                </a:lnTo>
                <a:close/>
                <a:moveTo>
                  <a:pt x="654316" y="8938"/>
                </a:moveTo>
                <a:lnTo>
                  <a:pt x="653078" y="11174"/>
                </a:lnTo>
                <a:lnTo>
                  <a:pt x="652316" y="14321"/>
                </a:lnTo>
                <a:lnTo>
                  <a:pt x="650451" y="26202"/>
                </a:lnTo>
                <a:lnTo>
                  <a:pt x="648285" y="35328"/>
                </a:lnTo>
                <a:lnTo>
                  <a:pt x="647598" y="44380"/>
                </a:lnTo>
                <a:lnTo>
                  <a:pt x="646633" y="47384"/>
                </a:lnTo>
                <a:lnTo>
                  <a:pt x="644929" y="49680"/>
                </a:lnTo>
                <a:lnTo>
                  <a:pt x="641361" y="52837"/>
                </a:lnTo>
                <a:lnTo>
                  <a:pt x="627014" y="58415"/>
                </a:lnTo>
                <a:lnTo>
                  <a:pt x="625366" y="59589"/>
                </a:lnTo>
                <a:lnTo>
                  <a:pt x="624382" y="61507"/>
                </a:lnTo>
                <a:lnTo>
                  <a:pt x="624864" y="62679"/>
                </a:lnTo>
                <a:lnTo>
                  <a:pt x="626097" y="63427"/>
                </a:lnTo>
                <a:lnTo>
                  <a:pt x="641893" y="65070"/>
                </a:lnTo>
                <a:lnTo>
                  <a:pt x="645011" y="66024"/>
                </a:lnTo>
                <a:lnTo>
                  <a:pt x="646134" y="66807"/>
                </a:lnTo>
                <a:lnTo>
                  <a:pt x="646210" y="67289"/>
                </a:lnTo>
                <a:lnTo>
                  <a:pt x="639562" y="71579"/>
                </a:lnTo>
                <a:lnTo>
                  <a:pt x="631179" y="74136"/>
                </a:lnTo>
                <a:lnTo>
                  <a:pt x="616835" y="79662"/>
                </a:lnTo>
                <a:lnTo>
                  <a:pt x="612988" y="81510"/>
                </a:lnTo>
                <a:lnTo>
                  <a:pt x="611598" y="82802"/>
                </a:lnTo>
                <a:lnTo>
                  <a:pt x="613816" y="84634"/>
                </a:lnTo>
                <a:lnTo>
                  <a:pt x="638801" y="84798"/>
                </a:lnTo>
                <a:lnTo>
                  <a:pt x="641607" y="85082"/>
                </a:lnTo>
                <a:lnTo>
                  <a:pt x="643700" y="85911"/>
                </a:lnTo>
                <a:lnTo>
                  <a:pt x="644317" y="87085"/>
                </a:lnTo>
                <a:lnTo>
                  <a:pt x="644699" y="93646"/>
                </a:lnTo>
                <a:lnTo>
                  <a:pt x="644507" y="106525"/>
                </a:lnTo>
                <a:lnTo>
                  <a:pt x="643508" y="117950"/>
                </a:lnTo>
                <a:lnTo>
                  <a:pt x="644052" y="122228"/>
                </a:lnTo>
                <a:lnTo>
                  <a:pt x="645335" y="122337"/>
                </a:lnTo>
                <a:lnTo>
                  <a:pt x="650508" y="119316"/>
                </a:lnTo>
                <a:lnTo>
                  <a:pt x="652498" y="114781"/>
                </a:lnTo>
                <a:lnTo>
                  <a:pt x="654485" y="113521"/>
                </a:lnTo>
                <a:lnTo>
                  <a:pt x="658173" y="112984"/>
                </a:lnTo>
                <a:lnTo>
                  <a:pt x="660745" y="115621"/>
                </a:lnTo>
                <a:lnTo>
                  <a:pt x="661512" y="117406"/>
                </a:lnTo>
                <a:lnTo>
                  <a:pt x="661012" y="118836"/>
                </a:lnTo>
                <a:lnTo>
                  <a:pt x="659326" y="119821"/>
                </a:lnTo>
                <a:lnTo>
                  <a:pt x="656535" y="120269"/>
                </a:lnTo>
                <a:lnTo>
                  <a:pt x="651616" y="120120"/>
                </a:lnTo>
                <a:lnTo>
                  <a:pt x="650906" y="124905"/>
                </a:lnTo>
                <a:lnTo>
                  <a:pt x="650459" y="125857"/>
                </a:lnTo>
                <a:lnTo>
                  <a:pt x="649616" y="126432"/>
                </a:lnTo>
                <a:lnTo>
                  <a:pt x="646471" y="126376"/>
                </a:lnTo>
                <a:lnTo>
                  <a:pt x="643094" y="124400"/>
                </a:lnTo>
                <a:lnTo>
                  <a:pt x="642455" y="124749"/>
                </a:lnTo>
                <a:lnTo>
                  <a:pt x="641717" y="126175"/>
                </a:lnTo>
                <a:lnTo>
                  <a:pt x="640494" y="133710"/>
                </a:lnTo>
                <a:lnTo>
                  <a:pt x="640623" y="144950"/>
                </a:lnTo>
                <a:lnTo>
                  <a:pt x="638432" y="150216"/>
                </a:lnTo>
                <a:lnTo>
                  <a:pt x="636983" y="156003"/>
                </a:lnTo>
                <a:lnTo>
                  <a:pt x="634722" y="171964"/>
                </a:lnTo>
                <a:lnTo>
                  <a:pt x="632819" y="179677"/>
                </a:lnTo>
                <a:lnTo>
                  <a:pt x="631275" y="193823"/>
                </a:lnTo>
                <a:lnTo>
                  <a:pt x="629920" y="198565"/>
                </a:lnTo>
                <a:lnTo>
                  <a:pt x="632438" y="200226"/>
                </a:lnTo>
                <a:lnTo>
                  <a:pt x="634806" y="199942"/>
                </a:lnTo>
                <a:lnTo>
                  <a:pt x="653255" y="186656"/>
                </a:lnTo>
                <a:lnTo>
                  <a:pt x="655283" y="185639"/>
                </a:lnTo>
                <a:lnTo>
                  <a:pt x="656624" y="185474"/>
                </a:lnTo>
                <a:lnTo>
                  <a:pt x="659292" y="186401"/>
                </a:lnTo>
                <a:lnTo>
                  <a:pt x="664990" y="190778"/>
                </a:lnTo>
                <a:lnTo>
                  <a:pt x="669998" y="193906"/>
                </a:lnTo>
                <a:lnTo>
                  <a:pt x="671358" y="195351"/>
                </a:lnTo>
                <a:lnTo>
                  <a:pt x="676762" y="199323"/>
                </a:lnTo>
                <a:lnTo>
                  <a:pt x="678214" y="200112"/>
                </a:lnTo>
                <a:lnTo>
                  <a:pt x="680140" y="200427"/>
                </a:lnTo>
                <a:lnTo>
                  <a:pt x="681540" y="199680"/>
                </a:lnTo>
                <a:lnTo>
                  <a:pt x="682004" y="198556"/>
                </a:lnTo>
                <a:lnTo>
                  <a:pt x="681840" y="193279"/>
                </a:lnTo>
                <a:lnTo>
                  <a:pt x="679074" y="178875"/>
                </a:lnTo>
                <a:lnTo>
                  <a:pt x="677092" y="163052"/>
                </a:lnTo>
                <a:lnTo>
                  <a:pt x="676268" y="160252"/>
                </a:lnTo>
                <a:lnTo>
                  <a:pt x="675254" y="159026"/>
                </a:lnTo>
                <a:lnTo>
                  <a:pt x="674355" y="158764"/>
                </a:lnTo>
                <a:lnTo>
                  <a:pt x="673782" y="159855"/>
                </a:lnTo>
                <a:lnTo>
                  <a:pt x="673312" y="163995"/>
                </a:lnTo>
                <a:lnTo>
                  <a:pt x="669660" y="164543"/>
                </a:lnTo>
                <a:lnTo>
                  <a:pt x="664152" y="161536"/>
                </a:lnTo>
                <a:lnTo>
                  <a:pt x="663137" y="160498"/>
                </a:lnTo>
                <a:lnTo>
                  <a:pt x="663323" y="158696"/>
                </a:lnTo>
                <a:lnTo>
                  <a:pt x="666129" y="155739"/>
                </a:lnTo>
                <a:lnTo>
                  <a:pt x="666321" y="155268"/>
                </a:lnTo>
                <a:lnTo>
                  <a:pt x="665920" y="154798"/>
                </a:lnTo>
                <a:lnTo>
                  <a:pt x="662572" y="154793"/>
                </a:lnTo>
                <a:lnTo>
                  <a:pt x="657988" y="156335"/>
                </a:lnTo>
                <a:lnTo>
                  <a:pt x="656398" y="156441"/>
                </a:lnTo>
                <a:lnTo>
                  <a:pt x="648859" y="153603"/>
                </a:lnTo>
                <a:lnTo>
                  <a:pt x="647855" y="152954"/>
                </a:lnTo>
                <a:lnTo>
                  <a:pt x="647576" y="151731"/>
                </a:lnTo>
                <a:lnTo>
                  <a:pt x="648536" y="149470"/>
                </a:lnTo>
                <a:lnTo>
                  <a:pt x="650811" y="147184"/>
                </a:lnTo>
                <a:lnTo>
                  <a:pt x="654683" y="145058"/>
                </a:lnTo>
                <a:lnTo>
                  <a:pt x="657393" y="144630"/>
                </a:lnTo>
                <a:lnTo>
                  <a:pt x="660825" y="145915"/>
                </a:lnTo>
                <a:lnTo>
                  <a:pt x="664160" y="148069"/>
                </a:lnTo>
                <a:lnTo>
                  <a:pt x="665777" y="149986"/>
                </a:lnTo>
                <a:lnTo>
                  <a:pt x="667588" y="153903"/>
                </a:lnTo>
                <a:lnTo>
                  <a:pt x="673405" y="156125"/>
                </a:lnTo>
                <a:lnTo>
                  <a:pt x="674169" y="155834"/>
                </a:lnTo>
                <a:lnTo>
                  <a:pt x="674567" y="154944"/>
                </a:lnTo>
                <a:lnTo>
                  <a:pt x="674725" y="151759"/>
                </a:lnTo>
                <a:lnTo>
                  <a:pt x="673837" y="144715"/>
                </a:lnTo>
                <a:lnTo>
                  <a:pt x="673767" y="140236"/>
                </a:lnTo>
                <a:lnTo>
                  <a:pt x="672117" y="132209"/>
                </a:lnTo>
                <a:lnTo>
                  <a:pt x="670724" y="127874"/>
                </a:lnTo>
                <a:lnTo>
                  <a:pt x="669377" y="113026"/>
                </a:lnTo>
                <a:lnTo>
                  <a:pt x="667538" y="105256"/>
                </a:lnTo>
                <a:lnTo>
                  <a:pt x="667241" y="99212"/>
                </a:lnTo>
                <a:lnTo>
                  <a:pt x="667533" y="94542"/>
                </a:lnTo>
                <a:lnTo>
                  <a:pt x="667049" y="90351"/>
                </a:lnTo>
                <a:lnTo>
                  <a:pt x="667706" y="87831"/>
                </a:lnTo>
                <a:lnTo>
                  <a:pt x="669341" y="86454"/>
                </a:lnTo>
                <a:lnTo>
                  <a:pt x="672348" y="84924"/>
                </a:lnTo>
                <a:lnTo>
                  <a:pt x="698468" y="84715"/>
                </a:lnTo>
                <a:lnTo>
                  <a:pt x="700698" y="84249"/>
                </a:lnTo>
                <a:lnTo>
                  <a:pt x="701538" y="82945"/>
                </a:lnTo>
                <a:lnTo>
                  <a:pt x="701090" y="82109"/>
                </a:lnTo>
                <a:lnTo>
                  <a:pt x="698762" y="80762"/>
                </a:lnTo>
                <a:lnTo>
                  <a:pt x="691613" y="78278"/>
                </a:lnTo>
                <a:lnTo>
                  <a:pt x="685955" y="76950"/>
                </a:lnTo>
                <a:lnTo>
                  <a:pt x="682112" y="74491"/>
                </a:lnTo>
                <a:lnTo>
                  <a:pt x="674754" y="71760"/>
                </a:lnTo>
                <a:lnTo>
                  <a:pt x="671076" y="69652"/>
                </a:lnTo>
                <a:lnTo>
                  <a:pt x="668902" y="67767"/>
                </a:lnTo>
                <a:lnTo>
                  <a:pt x="668753" y="67243"/>
                </a:lnTo>
                <a:lnTo>
                  <a:pt x="669196" y="66771"/>
                </a:lnTo>
                <a:lnTo>
                  <a:pt x="671610" y="65593"/>
                </a:lnTo>
                <a:lnTo>
                  <a:pt x="687240" y="65511"/>
                </a:lnTo>
                <a:lnTo>
                  <a:pt x="689131" y="64876"/>
                </a:lnTo>
                <a:lnTo>
                  <a:pt x="689711" y="63789"/>
                </a:lnTo>
                <a:lnTo>
                  <a:pt x="687710" y="61408"/>
                </a:lnTo>
                <a:lnTo>
                  <a:pt x="677212" y="55134"/>
                </a:lnTo>
                <a:lnTo>
                  <a:pt x="673234" y="53186"/>
                </a:lnTo>
                <a:lnTo>
                  <a:pt x="670661" y="51270"/>
                </a:lnTo>
                <a:lnTo>
                  <a:pt x="668235" y="48730"/>
                </a:lnTo>
                <a:lnTo>
                  <a:pt x="666621" y="44871"/>
                </a:lnTo>
                <a:lnTo>
                  <a:pt x="666008" y="37758"/>
                </a:lnTo>
                <a:lnTo>
                  <a:pt x="663967" y="29913"/>
                </a:lnTo>
                <a:lnTo>
                  <a:pt x="662253" y="18776"/>
                </a:lnTo>
                <a:lnTo>
                  <a:pt x="660579" y="11580"/>
                </a:lnTo>
                <a:lnTo>
                  <a:pt x="659716" y="9551"/>
                </a:lnTo>
                <a:lnTo>
                  <a:pt x="658456" y="8359"/>
                </a:lnTo>
                <a:lnTo>
                  <a:pt x="656265" y="8070"/>
                </a:lnTo>
                <a:lnTo>
                  <a:pt x="654316" y="8938"/>
                </a:lnTo>
                <a:close/>
                <a:moveTo>
                  <a:pt x="658366" y="37674"/>
                </a:moveTo>
                <a:lnTo>
                  <a:pt x="657983" y="39530"/>
                </a:lnTo>
                <a:lnTo>
                  <a:pt x="657130" y="39782"/>
                </a:lnTo>
                <a:lnTo>
                  <a:pt x="656159" y="39481"/>
                </a:lnTo>
                <a:lnTo>
                  <a:pt x="655262" y="37879"/>
                </a:lnTo>
                <a:lnTo>
                  <a:pt x="655467" y="36024"/>
                </a:lnTo>
                <a:lnTo>
                  <a:pt x="656368" y="35559"/>
                </a:lnTo>
                <a:lnTo>
                  <a:pt x="657889" y="35793"/>
                </a:lnTo>
                <a:lnTo>
                  <a:pt x="658366" y="37674"/>
                </a:lnTo>
                <a:close/>
                <a:moveTo>
                  <a:pt x="650121" y="54597"/>
                </a:moveTo>
                <a:lnTo>
                  <a:pt x="650881" y="55556"/>
                </a:lnTo>
                <a:lnTo>
                  <a:pt x="650095" y="56871"/>
                </a:lnTo>
                <a:lnTo>
                  <a:pt x="647474" y="57116"/>
                </a:lnTo>
                <a:lnTo>
                  <a:pt x="646375" y="56414"/>
                </a:lnTo>
                <a:lnTo>
                  <a:pt x="646517" y="55701"/>
                </a:lnTo>
                <a:lnTo>
                  <a:pt x="647903" y="54739"/>
                </a:lnTo>
                <a:lnTo>
                  <a:pt x="648964" y="54350"/>
                </a:lnTo>
                <a:lnTo>
                  <a:pt x="650121" y="54597"/>
                </a:lnTo>
                <a:close/>
                <a:moveTo>
                  <a:pt x="673505" y="57441"/>
                </a:moveTo>
                <a:lnTo>
                  <a:pt x="674766" y="58513"/>
                </a:lnTo>
                <a:lnTo>
                  <a:pt x="674711" y="60196"/>
                </a:lnTo>
                <a:lnTo>
                  <a:pt x="672833" y="61266"/>
                </a:lnTo>
                <a:lnTo>
                  <a:pt x="670854" y="61250"/>
                </a:lnTo>
                <a:lnTo>
                  <a:pt x="669232" y="60585"/>
                </a:lnTo>
                <a:lnTo>
                  <a:pt x="667986" y="59362"/>
                </a:lnTo>
                <a:lnTo>
                  <a:pt x="667334" y="57832"/>
                </a:lnTo>
                <a:lnTo>
                  <a:pt x="667286" y="56091"/>
                </a:lnTo>
                <a:lnTo>
                  <a:pt x="670931" y="56592"/>
                </a:lnTo>
                <a:lnTo>
                  <a:pt x="673505" y="57441"/>
                </a:lnTo>
                <a:close/>
                <a:moveTo>
                  <a:pt x="644143" y="57200"/>
                </a:moveTo>
                <a:lnTo>
                  <a:pt x="644551" y="57819"/>
                </a:lnTo>
                <a:lnTo>
                  <a:pt x="644411" y="58632"/>
                </a:lnTo>
                <a:lnTo>
                  <a:pt x="642975" y="60138"/>
                </a:lnTo>
                <a:lnTo>
                  <a:pt x="641259" y="60509"/>
                </a:lnTo>
                <a:lnTo>
                  <a:pt x="639773" y="59894"/>
                </a:lnTo>
                <a:lnTo>
                  <a:pt x="640302" y="58423"/>
                </a:lnTo>
                <a:lnTo>
                  <a:pt x="642010" y="57073"/>
                </a:lnTo>
                <a:lnTo>
                  <a:pt x="642948" y="56771"/>
                </a:lnTo>
                <a:lnTo>
                  <a:pt x="644143" y="57200"/>
                </a:lnTo>
                <a:close/>
                <a:moveTo>
                  <a:pt x="644046" y="74365"/>
                </a:moveTo>
                <a:lnTo>
                  <a:pt x="645087" y="75861"/>
                </a:lnTo>
                <a:lnTo>
                  <a:pt x="644295" y="77080"/>
                </a:lnTo>
                <a:lnTo>
                  <a:pt x="641736" y="77266"/>
                </a:lnTo>
                <a:lnTo>
                  <a:pt x="640549" y="76325"/>
                </a:lnTo>
                <a:lnTo>
                  <a:pt x="640292" y="74659"/>
                </a:lnTo>
                <a:lnTo>
                  <a:pt x="640661" y="73738"/>
                </a:lnTo>
                <a:lnTo>
                  <a:pt x="642366" y="73678"/>
                </a:lnTo>
                <a:lnTo>
                  <a:pt x="644046" y="74365"/>
                </a:lnTo>
                <a:close/>
                <a:moveTo>
                  <a:pt x="671480" y="75329"/>
                </a:moveTo>
                <a:lnTo>
                  <a:pt x="671531" y="76349"/>
                </a:lnTo>
                <a:lnTo>
                  <a:pt x="670721" y="77400"/>
                </a:lnTo>
                <a:lnTo>
                  <a:pt x="669283" y="77653"/>
                </a:lnTo>
                <a:lnTo>
                  <a:pt x="668513" y="77148"/>
                </a:lnTo>
                <a:lnTo>
                  <a:pt x="668369" y="75939"/>
                </a:lnTo>
                <a:lnTo>
                  <a:pt x="669296" y="74823"/>
                </a:lnTo>
                <a:lnTo>
                  <a:pt x="670582" y="74618"/>
                </a:lnTo>
                <a:lnTo>
                  <a:pt x="671480" y="75329"/>
                </a:lnTo>
                <a:close/>
                <a:moveTo>
                  <a:pt x="649929" y="88540"/>
                </a:moveTo>
                <a:lnTo>
                  <a:pt x="649495" y="89504"/>
                </a:lnTo>
                <a:lnTo>
                  <a:pt x="648834" y="89161"/>
                </a:lnTo>
                <a:lnTo>
                  <a:pt x="648609" y="88430"/>
                </a:lnTo>
                <a:lnTo>
                  <a:pt x="649356" y="87581"/>
                </a:lnTo>
                <a:lnTo>
                  <a:pt x="649929" y="88540"/>
                </a:lnTo>
                <a:close/>
                <a:moveTo>
                  <a:pt x="659957" y="92204"/>
                </a:moveTo>
                <a:lnTo>
                  <a:pt x="660839" y="93363"/>
                </a:lnTo>
                <a:lnTo>
                  <a:pt x="660974" y="94866"/>
                </a:lnTo>
                <a:lnTo>
                  <a:pt x="660370" y="96354"/>
                </a:lnTo>
                <a:lnTo>
                  <a:pt x="659254" y="97293"/>
                </a:lnTo>
                <a:lnTo>
                  <a:pt x="657086" y="97538"/>
                </a:lnTo>
                <a:lnTo>
                  <a:pt x="654904" y="97035"/>
                </a:lnTo>
                <a:lnTo>
                  <a:pt x="653319" y="96270"/>
                </a:lnTo>
                <a:lnTo>
                  <a:pt x="652562" y="95103"/>
                </a:lnTo>
                <a:lnTo>
                  <a:pt x="652677" y="92927"/>
                </a:lnTo>
                <a:lnTo>
                  <a:pt x="654337" y="91875"/>
                </a:lnTo>
                <a:lnTo>
                  <a:pt x="657780" y="91525"/>
                </a:lnTo>
                <a:lnTo>
                  <a:pt x="659957" y="92204"/>
                </a:lnTo>
                <a:close/>
                <a:moveTo>
                  <a:pt x="650411" y="109561"/>
                </a:moveTo>
                <a:lnTo>
                  <a:pt x="650772" y="110415"/>
                </a:lnTo>
                <a:lnTo>
                  <a:pt x="650039" y="111228"/>
                </a:lnTo>
                <a:lnTo>
                  <a:pt x="649125" y="111447"/>
                </a:lnTo>
                <a:lnTo>
                  <a:pt x="648157" y="110869"/>
                </a:lnTo>
                <a:lnTo>
                  <a:pt x="648039" y="109842"/>
                </a:lnTo>
                <a:lnTo>
                  <a:pt x="648543" y="108967"/>
                </a:lnTo>
                <a:lnTo>
                  <a:pt x="649422" y="108842"/>
                </a:lnTo>
                <a:lnTo>
                  <a:pt x="650411" y="109561"/>
                </a:lnTo>
                <a:close/>
                <a:moveTo>
                  <a:pt x="666707" y="109609"/>
                </a:moveTo>
                <a:lnTo>
                  <a:pt x="665237" y="110628"/>
                </a:lnTo>
                <a:lnTo>
                  <a:pt x="664183" y="110532"/>
                </a:lnTo>
                <a:lnTo>
                  <a:pt x="663911" y="110091"/>
                </a:lnTo>
                <a:lnTo>
                  <a:pt x="664164" y="109217"/>
                </a:lnTo>
                <a:lnTo>
                  <a:pt x="665009" y="108832"/>
                </a:lnTo>
                <a:lnTo>
                  <a:pt x="666468" y="108911"/>
                </a:lnTo>
                <a:lnTo>
                  <a:pt x="666707" y="109609"/>
                </a:lnTo>
                <a:close/>
                <a:moveTo>
                  <a:pt x="666466" y="121229"/>
                </a:moveTo>
                <a:lnTo>
                  <a:pt x="667446" y="123145"/>
                </a:lnTo>
                <a:lnTo>
                  <a:pt x="667595" y="124776"/>
                </a:lnTo>
                <a:lnTo>
                  <a:pt x="666530" y="126694"/>
                </a:lnTo>
                <a:lnTo>
                  <a:pt x="663037" y="128588"/>
                </a:lnTo>
                <a:lnTo>
                  <a:pt x="664379" y="132535"/>
                </a:lnTo>
                <a:lnTo>
                  <a:pt x="663560" y="134554"/>
                </a:lnTo>
                <a:lnTo>
                  <a:pt x="660445" y="136446"/>
                </a:lnTo>
                <a:lnTo>
                  <a:pt x="657565" y="137453"/>
                </a:lnTo>
                <a:lnTo>
                  <a:pt x="655124" y="136516"/>
                </a:lnTo>
                <a:lnTo>
                  <a:pt x="651570" y="133917"/>
                </a:lnTo>
                <a:lnTo>
                  <a:pt x="651178" y="131999"/>
                </a:lnTo>
                <a:lnTo>
                  <a:pt x="653289" y="128873"/>
                </a:lnTo>
                <a:lnTo>
                  <a:pt x="656105" y="127421"/>
                </a:lnTo>
                <a:lnTo>
                  <a:pt x="661941" y="126947"/>
                </a:lnTo>
                <a:lnTo>
                  <a:pt x="663477" y="120988"/>
                </a:lnTo>
                <a:lnTo>
                  <a:pt x="664917" y="120403"/>
                </a:lnTo>
                <a:lnTo>
                  <a:pt x="666466" y="121229"/>
                </a:lnTo>
                <a:close/>
                <a:moveTo>
                  <a:pt x="648964" y="137911"/>
                </a:moveTo>
                <a:lnTo>
                  <a:pt x="651113" y="140123"/>
                </a:lnTo>
                <a:lnTo>
                  <a:pt x="651106" y="141171"/>
                </a:lnTo>
                <a:lnTo>
                  <a:pt x="650374" y="142390"/>
                </a:lnTo>
                <a:lnTo>
                  <a:pt x="646096" y="146204"/>
                </a:lnTo>
                <a:lnTo>
                  <a:pt x="644903" y="146249"/>
                </a:lnTo>
                <a:lnTo>
                  <a:pt x="643181" y="145362"/>
                </a:lnTo>
                <a:lnTo>
                  <a:pt x="642510" y="144492"/>
                </a:lnTo>
                <a:lnTo>
                  <a:pt x="642419" y="142539"/>
                </a:lnTo>
                <a:lnTo>
                  <a:pt x="643064" y="138888"/>
                </a:lnTo>
                <a:lnTo>
                  <a:pt x="643924" y="137074"/>
                </a:lnTo>
                <a:lnTo>
                  <a:pt x="644486" y="136573"/>
                </a:lnTo>
                <a:lnTo>
                  <a:pt x="645919" y="136355"/>
                </a:lnTo>
                <a:lnTo>
                  <a:pt x="648964" y="137911"/>
                </a:lnTo>
                <a:close/>
                <a:moveTo>
                  <a:pt x="670564" y="137332"/>
                </a:moveTo>
                <a:lnTo>
                  <a:pt x="671149" y="140193"/>
                </a:lnTo>
                <a:lnTo>
                  <a:pt x="670845" y="144062"/>
                </a:lnTo>
                <a:lnTo>
                  <a:pt x="670057" y="145415"/>
                </a:lnTo>
                <a:lnTo>
                  <a:pt x="668278" y="145820"/>
                </a:lnTo>
                <a:lnTo>
                  <a:pt x="663706" y="142454"/>
                </a:lnTo>
                <a:lnTo>
                  <a:pt x="662874" y="141141"/>
                </a:lnTo>
                <a:lnTo>
                  <a:pt x="662772" y="139777"/>
                </a:lnTo>
                <a:lnTo>
                  <a:pt x="663595" y="138423"/>
                </a:lnTo>
                <a:lnTo>
                  <a:pt x="665892" y="137253"/>
                </a:lnTo>
                <a:lnTo>
                  <a:pt x="668626" y="136795"/>
                </a:lnTo>
                <a:lnTo>
                  <a:pt x="670564" y="137332"/>
                </a:lnTo>
                <a:close/>
                <a:moveTo>
                  <a:pt x="645589" y="156136"/>
                </a:moveTo>
                <a:lnTo>
                  <a:pt x="649157" y="159897"/>
                </a:lnTo>
                <a:lnTo>
                  <a:pt x="646873" y="161675"/>
                </a:lnTo>
                <a:lnTo>
                  <a:pt x="641588" y="163465"/>
                </a:lnTo>
                <a:lnTo>
                  <a:pt x="640428" y="161876"/>
                </a:lnTo>
                <a:lnTo>
                  <a:pt x="640006" y="160507"/>
                </a:lnTo>
                <a:lnTo>
                  <a:pt x="639800" y="158034"/>
                </a:lnTo>
                <a:lnTo>
                  <a:pt x="640140" y="156029"/>
                </a:lnTo>
                <a:lnTo>
                  <a:pt x="640704" y="155414"/>
                </a:lnTo>
                <a:lnTo>
                  <a:pt x="642111" y="155095"/>
                </a:lnTo>
                <a:lnTo>
                  <a:pt x="645589" y="156136"/>
                </a:lnTo>
                <a:close/>
                <a:moveTo>
                  <a:pt x="660005" y="163995"/>
                </a:moveTo>
                <a:lnTo>
                  <a:pt x="665581" y="166732"/>
                </a:lnTo>
                <a:lnTo>
                  <a:pt x="666568" y="168098"/>
                </a:lnTo>
                <a:lnTo>
                  <a:pt x="666668" y="170566"/>
                </a:lnTo>
                <a:lnTo>
                  <a:pt x="664971" y="172674"/>
                </a:lnTo>
                <a:lnTo>
                  <a:pt x="660151" y="176232"/>
                </a:lnTo>
                <a:lnTo>
                  <a:pt x="657122" y="177614"/>
                </a:lnTo>
                <a:lnTo>
                  <a:pt x="654380" y="177414"/>
                </a:lnTo>
                <a:lnTo>
                  <a:pt x="652749" y="176393"/>
                </a:lnTo>
                <a:lnTo>
                  <a:pt x="647458" y="171916"/>
                </a:lnTo>
                <a:lnTo>
                  <a:pt x="645171" y="168294"/>
                </a:lnTo>
                <a:lnTo>
                  <a:pt x="645175" y="167372"/>
                </a:lnTo>
                <a:lnTo>
                  <a:pt x="645784" y="166634"/>
                </a:lnTo>
                <a:lnTo>
                  <a:pt x="653891" y="162486"/>
                </a:lnTo>
                <a:lnTo>
                  <a:pt x="656374" y="162387"/>
                </a:lnTo>
                <a:lnTo>
                  <a:pt x="660005" y="163995"/>
                </a:lnTo>
                <a:close/>
                <a:moveTo>
                  <a:pt x="644288" y="175036"/>
                </a:moveTo>
                <a:lnTo>
                  <a:pt x="649309" y="179122"/>
                </a:lnTo>
                <a:lnTo>
                  <a:pt x="650603" y="181441"/>
                </a:lnTo>
                <a:lnTo>
                  <a:pt x="650652" y="183040"/>
                </a:lnTo>
                <a:lnTo>
                  <a:pt x="649798" y="184001"/>
                </a:lnTo>
                <a:lnTo>
                  <a:pt x="646886" y="185662"/>
                </a:lnTo>
                <a:lnTo>
                  <a:pt x="640552" y="190384"/>
                </a:lnTo>
                <a:lnTo>
                  <a:pt x="638502" y="191618"/>
                </a:lnTo>
                <a:lnTo>
                  <a:pt x="637679" y="191566"/>
                </a:lnTo>
                <a:lnTo>
                  <a:pt x="636892" y="190450"/>
                </a:lnTo>
                <a:lnTo>
                  <a:pt x="636449" y="187250"/>
                </a:lnTo>
                <a:lnTo>
                  <a:pt x="637935" y="179032"/>
                </a:lnTo>
                <a:lnTo>
                  <a:pt x="638086" y="175892"/>
                </a:lnTo>
                <a:lnTo>
                  <a:pt x="639503" y="174186"/>
                </a:lnTo>
                <a:lnTo>
                  <a:pt x="641059" y="173467"/>
                </a:lnTo>
                <a:lnTo>
                  <a:pt x="642641" y="173753"/>
                </a:lnTo>
                <a:lnTo>
                  <a:pt x="644288" y="175036"/>
                </a:lnTo>
                <a:close/>
                <a:moveTo>
                  <a:pt x="673698" y="174554"/>
                </a:moveTo>
                <a:lnTo>
                  <a:pt x="674484" y="178158"/>
                </a:lnTo>
                <a:lnTo>
                  <a:pt x="675172" y="189141"/>
                </a:lnTo>
                <a:lnTo>
                  <a:pt x="674894" y="190935"/>
                </a:lnTo>
                <a:lnTo>
                  <a:pt x="673215" y="191608"/>
                </a:lnTo>
                <a:lnTo>
                  <a:pt x="671332" y="190683"/>
                </a:lnTo>
                <a:lnTo>
                  <a:pt x="666150" y="186140"/>
                </a:lnTo>
                <a:lnTo>
                  <a:pt x="663285" y="184336"/>
                </a:lnTo>
                <a:lnTo>
                  <a:pt x="662633" y="182370"/>
                </a:lnTo>
                <a:lnTo>
                  <a:pt x="663454" y="180346"/>
                </a:lnTo>
                <a:lnTo>
                  <a:pt x="668680" y="175912"/>
                </a:lnTo>
                <a:lnTo>
                  <a:pt x="672204" y="173879"/>
                </a:lnTo>
                <a:lnTo>
                  <a:pt x="673698" y="174554"/>
                </a:lnTo>
                <a:close/>
                <a:moveTo>
                  <a:pt x="322120" y="11300"/>
                </a:moveTo>
                <a:lnTo>
                  <a:pt x="320780" y="12225"/>
                </a:lnTo>
                <a:lnTo>
                  <a:pt x="319992" y="13963"/>
                </a:lnTo>
                <a:lnTo>
                  <a:pt x="318620" y="23022"/>
                </a:lnTo>
                <a:lnTo>
                  <a:pt x="316436" y="32985"/>
                </a:lnTo>
                <a:lnTo>
                  <a:pt x="315068" y="43607"/>
                </a:lnTo>
                <a:lnTo>
                  <a:pt x="313347" y="50860"/>
                </a:lnTo>
                <a:lnTo>
                  <a:pt x="311483" y="62283"/>
                </a:lnTo>
                <a:lnTo>
                  <a:pt x="310598" y="64264"/>
                </a:lnTo>
                <a:lnTo>
                  <a:pt x="308317" y="66874"/>
                </a:lnTo>
                <a:lnTo>
                  <a:pt x="306271" y="68255"/>
                </a:lnTo>
                <a:lnTo>
                  <a:pt x="301261" y="70284"/>
                </a:lnTo>
                <a:lnTo>
                  <a:pt x="296974" y="72754"/>
                </a:lnTo>
                <a:lnTo>
                  <a:pt x="284517" y="77829"/>
                </a:lnTo>
                <a:lnTo>
                  <a:pt x="282525" y="79286"/>
                </a:lnTo>
                <a:lnTo>
                  <a:pt x="281113" y="81568"/>
                </a:lnTo>
                <a:lnTo>
                  <a:pt x="281517" y="82775"/>
                </a:lnTo>
                <a:lnTo>
                  <a:pt x="284348" y="83547"/>
                </a:lnTo>
                <a:lnTo>
                  <a:pt x="308021" y="84971"/>
                </a:lnTo>
                <a:lnTo>
                  <a:pt x="310546" y="85972"/>
                </a:lnTo>
                <a:lnTo>
                  <a:pt x="311416" y="86804"/>
                </a:lnTo>
                <a:lnTo>
                  <a:pt x="311408" y="87737"/>
                </a:lnTo>
                <a:lnTo>
                  <a:pt x="308941" y="90414"/>
                </a:lnTo>
                <a:lnTo>
                  <a:pt x="306122" y="92083"/>
                </a:lnTo>
                <a:lnTo>
                  <a:pt x="297940" y="95488"/>
                </a:lnTo>
                <a:lnTo>
                  <a:pt x="291956" y="97345"/>
                </a:lnTo>
                <a:lnTo>
                  <a:pt x="286921" y="99549"/>
                </a:lnTo>
                <a:lnTo>
                  <a:pt x="270719" y="105274"/>
                </a:lnTo>
                <a:lnTo>
                  <a:pt x="267086" y="107243"/>
                </a:lnTo>
                <a:lnTo>
                  <a:pt x="266058" y="108122"/>
                </a:lnTo>
                <a:lnTo>
                  <a:pt x="265544" y="109687"/>
                </a:lnTo>
                <a:lnTo>
                  <a:pt x="266835" y="110697"/>
                </a:lnTo>
                <a:lnTo>
                  <a:pt x="270235" y="110983"/>
                </a:lnTo>
                <a:lnTo>
                  <a:pt x="304576" y="111441"/>
                </a:lnTo>
                <a:lnTo>
                  <a:pt x="307975" y="112157"/>
                </a:lnTo>
                <a:lnTo>
                  <a:pt x="309198" y="113032"/>
                </a:lnTo>
                <a:lnTo>
                  <a:pt x="309700" y="114260"/>
                </a:lnTo>
                <a:lnTo>
                  <a:pt x="309983" y="121248"/>
                </a:lnTo>
                <a:lnTo>
                  <a:pt x="309108" y="128918"/>
                </a:lnTo>
                <a:lnTo>
                  <a:pt x="307525" y="155496"/>
                </a:lnTo>
                <a:lnTo>
                  <a:pt x="305583" y="160665"/>
                </a:lnTo>
                <a:lnTo>
                  <a:pt x="303681" y="178137"/>
                </a:lnTo>
                <a:lnTo>
                  <a:pt x="301282" y="187090"/>
                </a:lnTo>
                <a:lnTo>
                  <a:pt x="299766" y="201512"/>
                </a:lnTo>
                <a:lnTo>
                  <a:pt x="297548" y="210642"/>
                </a:lnTo>
                <a:lnTo>
                  <a:pt x="295855" y="224986"/>
                </a:lnTo>
                <a:lnTo>
                  <a:pt x="293643" y="235146"/>
                </a:lnTo>
                <a:lnTo>
                  <a:pt x="291240" y="254038"/>
                </a:lnTo>
                <a:lnTo>
                  <a:pt x="289911" y="259107"/>
                </a:lnTo>
                <a:lnTo>
                  <a:pt x="289881" y="261497"/>
                </a:lnTo>
                <a:lnTo>
                  <a:pt x="290395" y="262834"/>
                </a:lnTo>
                <a:lnTo>
                  <a:pt x="292120" y="263446"/>
                </a:lnTo>
                <a:lnTo>
                  <a:pt x="295397" y="262325"/>
                </a:lnTo>
                <a:lnTo>
                  <a:pt x="314938" y="248753"/>
                </a:lnTo>
                <a:lnTo>
                  <a:pt x="321329" y="243812"/>
                </a:lnTo>
                <a:lnTo>
                  <a:pt x="323144" y="243042"/>
                </a:lnTo>
                <a:lnTo>
                  <a:pt x="324901" y="242883"/>
                </a:lnTo>
                <a:lnTo>
                  <a:pt x="327402" y="243800"/>
                </a:lnTo>
                <a:lnTo>
                  <a:pt x="341652" y="254710"/>
                </a:lnTo>
                <a:lnTo>
                  <a:pt x="351859" y="261941"/>
                </a:lnTo>
                <a:lnTo>
                  <a:pt x="354393" y="263244"/>
                </a:lnTo>
                <a:lnTo>
                  <a:pt x="356289" y="263454"/>
                </a:lnTo>
                <a:lnTo>
                  <a:pt x="357171" y="262979"/>
                </a:lnTo>
                <a:lnTo>
                  <a:pt x="357583" y="261991"/>
                </a:lnTo>
                <a:lnTo>
                  <a:pt x="357591" y="257737"/>
                </a:lnTo>
                <a:lnTo>
                  <a:pt x="355267" y="243564"/>
                </a:lnTo>
                <a:lnTo>
                  <a:pt x="353733" y="230515"/>
                </a:lnTo>
                <a:lnTo>
                  <a:pt x="351641" y="220470"/>
                </a:lnTo>
                <a:lnTo>
                  <a:pt x="349730" y="204646"/>
                </a:lnTo>
                <a:lnTo>
                  <a:pt x="347255" y="193136"/>
                </a:lnTo>
                <a:lnTo>
                  <a:pt x="345853" y="181117"/>
                </a:lnTo>
                <a:lnTo>
                  <a:pt x="343316" y="166576"/>
                </a:lnTo>
                <a:lnTo>
                  <a:pt x="341755" y="152785"/>
                </a:lnTo>
                <a:lnTo>
                  <a:pt x="341049" y="149933"/>
                </a:lnTo>
                <a:lnTo>
                  <a:pt x="339452" y="146836"/>
                </a:lnTo>
                <a:lnTo>
                  <a:pt x="339079" y="144534"/>
                </a:lnTo>
                <a:lnTo>
                  <a:pt x="338609" y="113900"/>
                </a:lnTo>
                <a:lnTo>
                  <a:pt x="340872" y="112088"/>
                </a:lnTo>
                <a:lnTo>
                  <a:pt x="344672" y="111459"/>
                </a:lnTo>
                <a:lnTo>
                  <a:pt x="381147" y="111733"/>
                </a:lnTo>
                <a:lnTo>
                  <a:pt x="382550" y="111210"/>
                </a:lnTo>
                <a:lnTo>
                  <a:pt x="383575" y="109350"/>
                </a:lnTo>
                <a:lnTo>
                  <a:pt x="381646" y="107861"/>
                </a:lnTo>
                <a:lnTo>
                  <a:pt x="376374" y="105301"/>
                </a:lnTo>
                <a:lnTo>
                  <a:pt x="365203" y="100693"/>
                </a:lnTo>
                <a:lnTo>
                  <a:pt x="350012" y="95259"/>
                </a:lnTo>
                <a:lnTo>
                  <a:pt x="341612" y="91704"/>
                </a:lnTo>
                <a:lnTo>
                  <a:pt x="339809" y="90147"/>
                </a:lnTo>
                <a:lnTo>
                  <a:pt x="339563" y="87207"/>
                </a:lnTo>
                <a:lnTo>
                  <a:pt x="340109" y="86261"/>
                </a:lnTo>
                <a:lnTo>
                  <a:pt x="341282" y="85692"/>
                </a:lnTo>
                <a:lnTo>
                  <a:pt x="350276" y="85272"/>
                </a:lnTo>
                <a:lnTo>
                  <a:pt x="365415" y="86542"/>
                </a:lnTo>
                <a:lnTo>
                  <a:pt x="367345" y="85695"/>
                </a:lnTo>
                <a:lnTo>
                  <a:pt x="368195" y="84573"/>
                </a:lnTo>
                <a:lnTo>
                  <a:pt x="368348" y="83534"/>
                </a:lnTo>
                <a:lnTo>
                  <a:pt x="366417" y="81438"/>
                </a:lnTo>
                <a:lnTo>
                  <a:pt x="358329" y="77083"/>
                </a:lnTo>
                <a:lnTo>
                  <a:pt x="346833" y="69830"/>
                </a:lnTo>
                <a:lnTo>
                  <a:pt x="342749" y="67801"/>
                </a:lnTo>
                <a:lnTo>
                  <a:pt x="339047" y="64456"/>
                </a:lnTo>
                <a:lnTo>
                  <a:pt x="338570" y="63384"/>
                </a:lnTo>
                <a:lnTo>
                  <a:pt x="338187" y="58978"/>
                </a:lnTo>
                <a:lnTo>
                  <a:pt x="336380" y="51508"/>
                </a:lnTo>
                <a:lnTo>
                  <a:pt x="334256" y="38217"/>
                </a:lnTo>
                <a:lnTo>
                  <a:pt x="331973" y="28236"/>
                </a:lnTo>
                <a:lnTo>
                  <a:pt x="329750" y="15314"/>
                </a:lnTo>
                <a:lnTo>
                  <a:pt x="328482" y="12571"/>
                </a:lnTo>
                <a:lnTo>
                  <a:pt x="326321" y="10887"/>
                </a:lnTo>
                <a:lnTo>
                  <a:pt x="324354" y="10496"/>
                </a:lnTo>
                <a:lnTo>
                  <a:pt x="322120" y="11300"/>
                </a:lnTo>
                <a:close/>
                <a:moveTo>
                  <a:pt x="326363" y="34250"/>
                </a:moveTo>
                <a:lnTo>
                  <a:pt x="326809" y="35608"/>
                </a:lnTo>
                <a:lnTo>
                  <a:pt x="326519" y="37319"/>
                </a:lnTo>
                <a:lnTo>
                  <a:pt x="324964" y="37674"/>
                </a:lnTo>
                <a:lnTo>
                  <a:pt x="323423" y="37340"/>
                </a:lnTo>
                <a:lnTo>
                  <a:pt x="323131" y="35792"/>
                </a:lnTo>
                <a:lnTo>
                  <a:pt x="323818" y="34289"/>
                </a:lnTo>
                <a:lnTo>
                  <a:pt x="325088" y="33650"/>
                </a:lnTo>
                <a:lnTo>
                  <a:pt x="326363" y="34250"/>
                </a:lnTo>
                <a:close/>
                <a:moveTo>
                  <a:pt x="326989" y="46931"/>
                </a:moveTo>
                <a:lnTo>
                  <a:pt x="327839" y="49203"/>
                </a:lnTo>
                <a:lnTo>
                  <a:pt x="327568" y="52090"/>
                </a:lnTo>
                <a:lnTo>
                  <a:pt x="325416" y="52861"/>
                </a:lnTo>
                <a:lnTo>
                  <a:pt x="322650" y="52475"/>
                </a:lnTo>
                <a:lnTo>
                  <a:pt x="321577" y="50232"/>
                </a:lnTo>
                <a:lnTo>
                  <a:pt x="321725" y="48031"/>
                </a:lnTo>
                <a:lnTo>
                  <a:pt x="322282" y="46872"/>
                </a:lnTo>
                <a:lnTo>
                  <a:pt x="324382" y="46129"/>
                </a:lnTo>
                <a:lnTo>
                  <a:pt x="326989" y="46931"/>
                </a:lnTo>
                <a:close/>
                <a:moveTo>
                  <a:pt x="319179" y="55031"/>
                </a:moveTo>
                <a:lnTo>
                  <a:pt x="319534" y="56234"/>
                </a:lnTo>
                <a:lnTo>
                  <a:pt x="319050" y="57416"/>
                </a:lnTo>
                <a:lnTo>
                  <a:pt x="318010" y="58061"/>
                </a:lnTo>
                <a:lnTo>
                  <a:pt x="316858" y="57775"/>
                </a:lnTo>
                <a:lnTo>
                  <a:pt x="316369" y="55951"/>
                </a:lnTo>
                <a:lnTo>
                  <a:pt x="316915" y="54694"/>
                </a:lnTo>
                <a:lnTo>
                  <a:pt x="317997" y="54312"/>
                </a:lnTo>
                <a:lnTo>
                  <a:pt x="319179" y="55031"/>
                </a:lnTo>
                <a:close/>
                <a:moveTo>
                  <a:pt x="332871" y="55899"/>
                </a:moveTo>
                <a:lnTo>
                  <a:pt x="333788" y="56574"/>
                </a:lnTo>
                <a:lnTo>
                  <a:pt x="332335" y="56965"/>
                </a:lnTo>
                <a:lnTo>
                  <a:pt x="330954" y="56568"/>
                </a:lnTo>
                <a:lnTo>
                  <a:pt x="330268" y="55754"/>
                </a:lnTo>
                <a:lnTo>
                  <a:pt x="331190" y="55302"/>
                </a:lnTo>
                <a:lnTo>
                  <a:pt x="332871" y="55899"/>
                </a:lnTo>
                <a:close/>
                <a:moveTo>
                  <a:pt x="327375" y="61781"/>
                </a:moveTo>
                <a:lnTo>
                  <a:pt x="328116" y="63685"/>
                </a:lnTo>
                <a:lnTo>
                  <a:pt x="327301" y="64666"/>
                </a:lnTo>
                <a:lnTo>
                  <a:pt x="325674" y="65483"/>
                </a:lnTo>
                <a:lnTo>
                  <a:pt x="324436" y="65503"/>
                </a:lnTo>
                <a:lnTo>
                  <a:pt x="322587" y="64839"/>
                </a:lnTo>
                <a:lnTo>
                  <a:pt x="321204" y="63131"/>
                </a:lnTo>
                <a:lnTo>
                  <a:pt x="321535" y="61893"/>
                </a:lnTo>
                <a:lnTo>
                  <a:pt x="323458" y="60828"/>
                </a:lnTo>
                <a:lnTo>
                  <a:pt x="325979" y="60935"/>
                </a:lnTo>
                <a:lnTo>
                  <a:pt x="327375" y="61781"/>
                </a:lnTo>
                <a:close/>
                <a:moveTo>
                  <a:pt x="334029" y="71279"/>
                </a:moveTo>
                <a:lnTo>
                  <a:pt x="334614" y="73168"/>
                </a:lnTo>
                <a:lnTo>
                  <a:pt x="334246" y="75354"/>
                </a:lnTo>
                <a:lnTo>
                  <a:pt x="333363" y="76090"/>
                </a:lnTo>
                <a:lnTo>
                  <a:pt x="332166" y="75930"/>
                </a:lnTo>
                <a:lnTo>
                  <a:pt x="330945" y="74757"/>
                </a:lnTo>
                <a:lnTo>
                  <a:pt x="330971" y="72646"/>
                </a:lnTo>
                <a:lnTo>
                  <a:pt x="332333" y="71004"/>
                </a:lnTo>
                <a:lnTo>
                  <a:pt x="333206" y="70851"/>
                </a:lnTo>
                <a:lnTo>
                  <a:pt x="334029" y="71279"/>
                </a:lnTo>
                <a:close/>
                <a:moveTo>
                  <a:pt x="318407" y="72774"/>
                </a:moveTo>
                <a:lnTo>
                  <a:pt x="318565" y="74355"/>
                </a:lnTo>
                <a:lnTo>
                  <a:pt x="317277" y="75329"/>
                </a:lnTo>
                <a:lnTo>
                  <a:pt x="314708" y="74877"/>
                </a:lnTo>
                <a:lnTo>
                  <a:pt x="313113" y="73765"/>
                </a:lnTo>
                <a:lnTo>
                  <a:pt x="314031" y="71866"/>
                </a:lnTo>
                <a:lnTo>
                  <a:pt x="315620" y="71166"/>
                </a:lnTo>
                <a:lnTo>
                  <a:pt x="317297" y="71492"/>
                </a:lnTo>
                <a:lnTo>
                  <a:pt x="318407" y="72774"/>
                </a:lnTo>
                <a:close/>
                <a:moveTo>
                  <a:pt x="343864" y="73738"/>
                </a:moveTo>
                <a:lnTo>
                  <a:pt x="350210" y="77862"/>
                </a:lnTo>
                <a:lnTo>
                  <a:pt x="350962" y="78791"/>
                </a:lnTo>
                <a:lnTo>
                  <a:pt x="350736" y="79735"/>
                </a:lnTo>
                <a:lnTo>
                  <a:pt x="349367" y="80446"/>
                </a:lnTo>
                <a:lnTo>
                  <a:pt x="345786" y="80764"/>
                </a:lnTo>
                <a:lnTo>
                  <a:pt x="342279" y="80518"/>
                </a:lnTo>
                <a:lnTo>
                  <a:pt x="340085" y="79716"/>
                </a:lnTo>
                <a:lnTo>
                  <a:pt x="339317" y="78736"/>
                </a:lnTo>
                <a:lnTo>
                  <a:pt x="338983" y="77303"/>
                </a:lnTo>
                <a:lnTo>
                  <a:pt x="339380" y="73754"/>
                </a:lnTo>
                <a:lnTo>
                  <a:pt x="340696" y="72699"/>
                </a:lnTo>
                <a:lnTo>
                  <a:pt x="343864" y="73738"/>
                </a:lnTo>
                <a:close/>
                <a:moveTo>
                  <a:pt x="309584" y="73690"/>
                </a:moveTo>
                <a:lnTo>
                  <a:pt x="311072" y="74353"/>
                </a:lnTo>
                <a:lnTo>
                  <a:pt x="311285" y="75196"/>
                </a:lnTo>
                <a:lnTo>
                  <a:pt x="309584" y="76775"/>
                </a:lnTo>
                <a:lnTo>
                  <a:pt x="307370" y="77889"/>
                </a:lnTo>
                <a:lnTo>
                  <a:pt x="305269" y="78351"/>
                </a:lnTo>
                <a:lnTo>
                  <a:pt x="303499" y="78178"/>
                </a:lnTo>
                <a:lnTo>
                  <a:pt x="301940" y="76770"/>
                </a:lnTo>
                <a:lnTo>
                  <a:pt x="301927" y="75296"/>
                </a:lnTo>
                <a:lnTo>
                  <a:pt x="303360" y="73745"/>
                </a:lnTo>
                <a:lnTo>
                  <a:pt x="306079" y="73163"/>
                </a:lnTo>
                <a:lnTo>
                  <a:pt x="309584" y="73690"/>
                </a:lnTo>
                <a:close/>
                <a:moveTo>
                  <a:pt x="334029" y="88395"/>
                </a:moveTo>
                <a:lnTo>
                  <a:pt x="333212" y="90233"/>
                </a:lnTo>
                <a:lnTo>
                  <a:pt x="332244" y="90490"/>
                </a:lnTo>
                <a:lnTo>
                  <a:pt x="331680" y="90010"/>
                </a:lnTo>
                <a:lnTo>
                  <a:pt x="331450" y="88343"/>
                </a:lnTo>
                <a:lnTo>
                  <a:pt x="332529" y="86792"/>
                </a:lnTo>
                <a:lnTo>
                  <a:pt x="333893" y="86795"/>
                </a:lnTo>
                <a:lnTo>
                  <a:pt x="334029" y="88395"/>
                </a:lnTo>
                <a:close/>
                <a:moveTo>
                  <a:pt x="317636" y="88732"/>
                </a:moveTo>
                <a:lnTo>
                  <a:pt x="317577" y="89780"/>
                </a:lnTo>
                <a:lnTo>
                  <a:pt x="317011" y="90243"/>
                </a:lnTo>
                <a:lnTo>
                  <a:pt x="315804" y="89745"/>
                </a:lnTo>
                <a:lnTo>
                  <a:pt x="315158" y="88780"/>
                </a:lnTo>
                <a:lnTo>
                  <a:pt x="315650" y="87976"/>
                </a:lnTo>
                <a:lnTo>
                  <a:pt x="316455" y="87695"/>
                </a:lnTo>
                <a:lnTo>
                  <a:pt x="317208" y="87965"/>
                </a:lnTo>
                <a:lnTo>
                  <a:pt x="317636" y="88732"/>
                </a:lnTo>
                <a:close/>
                <a:moveTo>
                  <a:pt x="326411" y="96977"/>
                </a:moveTo>
                <a:lnTo>
                  <a:pt x="326773" y="98220"/>
                </a:lnTo>
                <a:lnTo>
                  <a:pt x="325857" y="99028"/>
                </a:lnTo>
                <a:lnTo>
                  <a:pt x="323165" y="98942"/>
                </a:lnTo>
                <a:lnTo>
                  <a:pt x="322103" y="98127"/>
                </a:lnTo>
                <a:lnTo>
                  <a:pt x="322421" y="97104"/>
                </a:lnTo>
                <a:lnTo>
                  <a:pt x="323843" y="96405"/>
                </a:lnTo>
                <a:lnTo>
                  <a:pt x="325552" y="96448"/>
                </a:lnTo>
                <a:lnTo>
                  <a:pt x="326411" y="96977"/>
                </a:lnTo>
                <a:close/>
                <a:moveTo>
                  <a:pt x="310066" y="98182"/>
                </a:moveTo>
                <a:lnTo>
                  <a:pt x="310973" y="99816"/>
                </a:lnTo>
                <a:lnTo>
                  <a:pt x="311145" y="101137"/>
                </a:lnTo>
                <a:lnTo>
                  <a:pt x="310006" y="102558"/>
                </a:lnTo>
                <a:lnTo>
                  <a:pt x="305625" y="103394"/>
                </a:lnTo>
                <a:lnTo>
                  <a:pt x="303913" y="102811"/>
                </a:lnTo>
                <a:lnTo>
                  <a:pt x="303196" y="101987"/>
                </a:lnTo>
                <a:lnTo>
                  <a:pt x="302910" y="98733"/>
                </a:lnTo>
                <a:lnTo>
                  <a:pt x="304067" y="97139"/>
                </a:lnTo>
                <a:lnTo>
                  <a:pt x="308209" y="96984"/>
                </a:lnTo>
                <a:lnTo>
                  <a:pt x="310066" y="98182"/>
                </a:lnTo>
                <a:close/>
                <a:moveTo>
                  <a:pt x="345262" y="98616"/>
                </a:moveTo>
                <a:lnTo>
                  <a:pt x="346666" y="100980"/>
                </a:lnTo>
                <a:lnTo>
                  <a:pt x="346143" y="102853"/>
                </a:lnTo>
                <a:lnTo>
                  <a:pt x="344536" y="103632"/>
                </a:lnTo>
                <a:lnTo>
                  <a:pt x="342514" y="103942"/>
                </a:lnTo>
                <a:lnTo>
                  <a:pt x="339525" y="103390"/>
                </a:lnTo>
                <a:lnTo>
                  <a:pt x="338952" y="100690"/>
                </a:lnTo>
                <a:lnTo>
                  <a:pt x="339718" y="97990"/>
                </a:lnTo>
                <a:lnTo>
                  <a:pt x="340619" y="97402"/>
                </a:lnTo>
                <a:lnTo>
                  <a:pt x="342346" y="97218"/>
                </a:lnTo>
                <a:lnTo>
                  <a:pt x="345262" y="98616"/>
                </a:lnTo>
                <a:close/>
                <a:moveTo>
                  <a:pt x="334559" y="100786"/>
                </a:moveTo>
                <a:lnTo>
                  <a:pt x="335017" y="102384"/>
                </a:lnTo>
                <a:lnTo>
                  <a:pt x="334597" y="103839"/>
                </a:lnTo>
                <a:lnTo>
                  <a:pt x="333311" y="104499"/>
                </a:lnTo>
                <a:lnTo>
                  <a:pt x="331882" y="104117"/>
                </a:lnTo>
                <a:lnTo>
                  <a:pt x="331060" y="102538"/>
                </a:lnTo>
                <a:lnTo>
                  <a:pt x="331549" y="100783"/>
                </a:lnTo>
                <a:lnTo>
                  <a:pt x="332966" y="100011"/>
                </a:lnTo>
                <a:lnTo>
                  <a:pt x="334559" y="100786"/>
                </a:lnTo>
                <a:close/>
                <a:moveTo>
                  <a:pt x="317250" y="102281"/>
                </a:moveTo>
                <a:lnTo>
                  <a:pt x="316641" y="102994"/>
                </a:lnTo>
                <a:lnTo>
                  <a:pt x="315828" y="102648"/>
                </a:lnTo>
                <a:lnTo>
                  <a:pt x="316614" y="101577"/>
                </a:lnTo>
                <a:lnTo>
                  <a:pt x="317250" y="102281"/>
                </a:lnTo>
                <a:close/>
                <a:moveTo>
                  <a:pt x="361993" y="104499"/>
                </a:moveTo>
                <a:lnTo>
                  <a:pt x="363517" y="105392"/>
                </a:lnTo>
                <a:lnTo>
                  <a:pt x="363771" y="106053"/>
                </a:lnTo>
                <a:lnTo>
                  <a:pt x="363417" y="106704"/>
                </a:lnTo>
                <a:lnTo>
                  <a:pt x="361074" y="107658"/>
                </a:lnTo>
                <a:lnTo>
                  <a:pt x="359880" y="107418"/>
                </a:lnTo>
                <a:lnTo>
                  <a:pt x="359040" y="106722"/>
                </a:lnTo>
                <a:lnTo>
                  <a:pt x="358808" y="105328"/>
                </a:lnTo>
                <a:lnTo>
                  <a:pt x="359582" y="104499"/>
                </a:lnTo>
                <a:lnTo>
                  <a:pt x="360450" y="103968"/>
                </a:lnTo>
                <a:lnTo>
                  <a:pt x="361993" y="104499"/>
                </a:lnTo>
                <a:close/>
                <a:moveTo>
                  <a:pt x="334704" y="113949"/>
                </a:moveTo>
                <a:lnTo>
                  <a:pt x="335519" y="115800"/>
                </a:lnTo>
                <a:lnTo>
                  <a:pt x="335050" y="118602"/>
                </a:lnTo>
                <a:lnTo>
                  <a:pt x="333252" y="119779"/>
                </a:lnTo>
                <a:lnTo>
                  <a:pt x="331143" y="119529"/>
                </a:lnTo>
                <a:lnTo>
                  <a:pt x="330284" y="117576"/>
                </a:lnTo>
                <a:lnTo>
                  <a:pt x="330974" y="114835"/>
                </a:lnTo>
                <a:lnTo>
                  <a:pt x="332956" y="113189"/>
                </a:lnTo>
                <a:lnTo>
                  <a:pt x="334704" y="113949"/>
                </a:lnTo>
                <a:close/>
                <a:moveTo>
                  <a:pt x="318696" y="115588"/>
                </a:moveTo>
                <a:lnTo>
                  <a:pt x="319110" y="117536"/>
                </a:lnTo>
                <a:lnTo>
                  <a:pt x="318148" y="118674"/>
                </a:lnTo>
                <a:lnTo>
                  <a:pt x="316913" y="118840"/>
                </a:lnTo>
                <a:lnTo>
                  <a:pt x="315321" y="118432"/>
                </a:lnTo>
                <a:lnTo>
                  <a:pt x="313664" y="117028"/>
                </a:lnTo>
                <a:lnTo>
                  <a:pt x="314029" y="115752"/>
                </a:lnTo>
                <a:lnTo>
                  <a:pt x="315826" y="114706"/>
                </a:lnTo>
                <a:lnTo>
                  <a:pt x="317744" y="114776"/>
                </a:lnTo>
                <a:lnTo>
                  <a:pt x="318696" y="115588"/>
                </a:lnTo>
                <a:close/>
                <a:moveTo>
                  <a:pt x="328773" y="121566"/>
                </a:moveTo>
                <a:lnTo>
                  <a:pt x="330545" y="124147"/>
                </a:lnTo>
                <a:lnTo>
                  <a:pt x="330750" y="125460"/>
                </a:lnTo>
                <a:lnTo>
                  <a:pt x="330168" y="126507"/>
                </a:lnTo>
                <a:lnTo>
                  <a:pt x="328794" y="127339"/>
                </a:lnTo>
                <a:lnTo>
                  <a:pt x="326088" y="128130"/>
                </a:lnTo>
                <a:lnTo>
                  <a:pt x="323995" y="128219"/>
                </a:lnTo>
                <a:lnTo>
                  <a:pt x="319752" y="127463"/>
                </a:lnTo>
                <a:lnTo>
                  <a:pt x="318100" y="126532"/>
                </a:lnTo>
                <a:lnTo>
                  <a:pt x="317892" y="125564"/>
                </a:lnTo>
                <a:lnTo>
                  <a:pt x="318696" y="123254"/>
                </a:lnTo>
                <a:lnTo>
                  <a:pt x="319850" y="121194"/>
                </a:lnTo>
                <a:lnTo>
                  <a:pt x="321154" y="120213"/>
                </a:lnTo>
                <a:lnTo>
                  <a:pt x="327279" y="119879"/>
                </a:lnTo>
                <a:lnTo>
                  <a:pt x="328773" y="121566"/>
                </a:lnTo>
                <a:close/>
                <a:moveTo>
                  <a:pt x="334655" y="128943"/>
                </a:moveTo>
                <a:lnTo>
                  <a:pt x="335704" y="131185"/>
                </a:lnTo>
                <a:lnTo>
                  <a:pt x="335089" y="133572"/>
                </a:lnTo>
                <a:lnTo>
                  <a:pt x="333135" y="134333"/>
                </a:lnTo>
                <a:lnTo>
                  <a:pt x="331189" y="133927"/>
                </a:lnTo>
                <a:lnTo>
                  <a:pt x="330497" y="132170"/>
                </a:lnTo>
                <a:lnTo>
                  <a:pt x="331832" y="128979"/>
                </a:lnTo>
                <a:lnTo>
                  <a:pt x="333058" y="128146"/>
                </a:lnTo>
                <a:lnTo>
                  <a:pt x="334655" y="128943"/>
                </a:lnTo>
                <a:close/>
                <a:moveTo>
                  <a:pt x="316527" y="129522"/>
                </a:moveTo>
                <a:lnTo>
                  <a:pt x="318256" y="131251"/>
                </a:lnTo>
                <a:lnTo>
                  <a:pt x="318432" y="132552"/>
                </a:lnTo>
                <a:lnTo>
                  <a:pt x="318070" y="133234"/>
                </a:lnTo>
                <a:lnTo>
                  <a:pt x="315231" y="133939"/>
                </a:lnTo>
                <a:lnTo>
                  <a:pt x="312573" y="133090"/>
                </a:lnTo>
                <a:lnTo>
                  <a:pt x="312001" y="131511"/>
                </a:lnTo>
                <a:lnTo>
                  <a:pt x="313220" y="129714"/>
                </a:lnTo>
                <a:lnTo>
                  <a:pt x="314429" y="129112"/>
                </a:lnTo>
                <a:lnTo>
                  <a:pt x="316527" y="129522"/>
                </a:lnTo>
                <a:close/>
                <a:moveTo>
                  <a:pt x="316768" y="142781"/>
                </a:moveTo>
                <a:lnTo>
                  <a:pt x="318136" y="144144"/>
                </a:lnTo>
                <a:lnTo>
                  <a:pt x="317626" y="145655"/>
                </a:lnTo>
                <a:lnTo>
                  <a:pt x="315160" y="147094"/>
                </a:lnTo>
                <a:lnTo>
                  <a:pt x="313940" y="147228"/>
                </a:lnTo>
                <a:lnTo>
                  <a:pt x="313037" y="146817"/>
                </a:lnTo>
                <a:lnTo>
                  <a:pt x="312333" y="145211"/>
                </a:lnTo>
                <a:lnTo>
                  <a:pt x="312751" y="142769"/>
                </a:lnTo>
                <a:lnTo>
                  <a:pt x="314630" y="142093"/>
                </a:lnTo>
                <a:lnTo>
                  <a:pt x="316768" y="142781"/>
                </a:lnTo>
                <a:close/>
                <a:moveTo>
                  <a:pt x="335475" y="142829"/>
                </a:moveTo>
                <a:lnTo>
                  <a:pt x="336142" y="143496"/>
                </a:lnTo>
                <a:lnTo>
                  <a:pt x="336409" y="144631"/>
                </a:lnTo>
                <a:lnTo>
                  <a:pt x="334993" y="146397"/>
                </a:lnTo>
                <a:lnTo>
                  <a:pt x="333196" y="146792"/>
                </a:lnTo>
                <a:lnTo>
                  <a:pt x="331923" y="146125"/>
                </a:lnTo>
                <a:lnTo>
                  <a:pt x="331055" y="145072"/>
                </a:lnTo>
                <a:lnTo>
                  <a:pt x="330871" y="143461"/>
                </a:lnTo>
                <a:lnTo>
                  <a:pt x="331840" y="142298"/>
                </a:lnTo>
                <a:lnTo>
                  <a:pt x="333620" y="142115"/>
                </a:lnTo>
                <a:lnTo>
                  <a:pt x="335475" y="142829"/>
                </a:lnTo>
                <a:close/>
                <a:moveTo>
                  <a:pt x="328966" y="149579"/>
                </a:moveTo>
                <a:lnTo>
                  <a:pt x="331651" y="151573"/>
                </a:lnTo>
                <a:lnTo>
                  <a:pt x="331962" y="153658"/>
                </a:lnTo>
                <a:lnTo>
                  <a:pt x="330834" y="155233"/>
                </a:lnTo>
                <a:lnTo>
                  <a:pt x="328629" y="157052"/>
                </a:lnTo>
                <a:lnTo>
                  <a:pt x="325414" y="158447"/>
                </a:lnTo>
                <a:lnTo>
                  <a:pt x="322123" y="158159"/>
                </a:lnTo>
                <a:lnTo>
                  <a:pt x="320030" y="157064"/>
                </a:lnTo>
                <a:lnTo>
                  <a:pt x="317420" y="154412"/>
                </a:lnTo>
                <a:lnTo>
                  <a:pt x="316378" y="152502"/>
                </a:lnTo>
                <a:lnTo>
                  <a:pt x="316618" y="151547"/>
                </a:lnTo>
                <a:lnTo>
                  <a:pt x="317664" y="150633"/>
                </a:lnTo>
                <a:lnTo>
                  <a:pt x="322646" y="148242"/>
                </a:lnTo>
                <a:lnTo>
                  <a:pt x="325108" y="148051"/>
                </a:lnTo>
                <a:lnTo>
                  <a:pt x="328966" y="149579"/>
                </a:lnTo>
                <a:close/>
                <a:moveTo>
                  <a:pt x="316527" y="158257"/>
                </a:moveTo>
                <a:lnTo>
                  <a:pt x="318202" y="160837"/>
                </a:lnTo>
                <a:lnTo>
                  <a:pt x="318474" y="162713"/>
                </a:lnTo>
                <a:lnTo>
                  <a:pt x="318108" y="163879"/>
                </a:lnTo>
                <a:lnTo>
                  <a:pt x="311561" y="168093"/>
                </a:lnTo>
                <a:lnTo>
                  <a:pt x="309808" y="168428"/>
                </a:lnTo>
                <a:lnTo>
                  <a:pt x="308853" y="167072"/>
                </a:lnTo>
                <a:lnTo>
                  <a:pt x="308731" y="164646"/>
                </a:lnTo>
                <a:lnTo>
                  <a:pt x="310187" y="160364"/>
                </a:lnTo>
                <a:lnTo>
                  <a:pt x="311613" y="158587"/>
                </a:lnTo>
                <a:lnTo>
                  <a:pt x="313159" y="157657"/>
                </a:lnTo>
                <a:lnTo>
                  <a:pt x="314811" y="157545"/>
                </a:lnTo>
                <a:lnTo>
                  <a:pt x="316527" y="158257"/>
                </a:lnTo>
                <a:close/>
                <a:moveTo>
                  <a:pt x="337982" y="158209"/>
                </a:moveTo>
                <a:lnTo>
                  <a:pt x="338999" y="161910"/>
                </a:lnTo>
                <a:lnTo>
                  <a:pt x="339341" y="166034"/>
                </a:lnTo>
                <a:lnTo>
                  <a:pt x="338146" y="168055"/>
                </a:lnTo>
                <a:lnTo>
                  <a:pt x="336729" y="168523"/>
                </a:lnTo>
                <a:lnTo>
                  <a:pt x="331632" y="164646"/>
                </a:lnTo>
                <a:lnTo>
                  <a:pt x="331106" y="163874"/>
                </a:lnTo>
                <a:lnTo>
                  <a:pt x="330991" y="162387"/>
                </a:lnTo>
                <a:lnTo>
                  <a:pt x="331697" y="160235"/>
                </a:lnTo>
                <a:lnTo>
                  <a:pt x="333636" y="158310"/>
                </a:lnTo>
                <a:lnTo>
                  <a:pt x="336059" y="157499"/>
                </a:lnTo>
                <a:lnTo>
                  <a:pt x="337982" y="158209"/>
                </a:lnTo>
                <a:close/>
                <a:moveTo>
                  <a:pt x="328773" y="167322"/>
                </a:moveTo>
                <a:lnTo>
                  <a:pt x="333355" y="170124"/>
                </a:lnTo>
                <a:lnTo>
                  <a:pt x="334935" y="171591"/>
                </a:lnTo>
                <a:lnTo>
                  <a:pt x="335650" y="174132"/>
                </a:lnTo>
                <a:lnTo>
                  <a:pt x="334287" y="176429"/>
                </a:lnTo>
                <a:lnTo>
                  <a:pt x="328139" y="180373"/>
                </a:lnTo>
                <a:lnTo>
                  <a:pt x="325477" y="180918"/>
                </a:lnTo>
                <a:lnTo>
                  <a:pt x="322984" y="180161"/>
                </a:lnTo>
                <a:lnTo>
                  <a:pt x="316732" y="175627"/>
                </a:lnTo>
                <a:lnTo>
                  <a:pt x="316296" y="173926"/>
                </a:lnTo>
                <a:lnTo>
                  <a:pt x="316650" y="171519"/>
                </a:lnTo>
                <a:lnTo>
                  <a:pt x="321059" y="168045"/>
                </a:lnTo>
                <a:lnTo>
                  <a:pt x="322917" y="166901"/>
                </a:lnTo>
                <a:lnTo>
                  <a:pt x="325458" y="166110"/>
                </a:lnTo>
                <a:lnTo>
                  <a:pt x="327610" y="166453"/>
                </a:lnTo>
                <a:lnTo>
                  <a:pt x="328773" y="167322"/>
                </a:lnTo>
                <a:close/>
                <a:moveTo>
                  <a:pt x="312043" y="179134"/>
                </a:moveTo>
                <a:lnTo>
                  <a:pt x="316199" y="181919"/>
                </a:lnTo>
                <a:lnTo>
                  <a:pt x="317607" y="183319"/>
                </a:lnTo>
                <a:lnTo>
                  <a:pt x="318160" y="184842"/>
                </a:lnTo>
                <a:lnTo>
                  <a:pt x="317851" y="186358"/>
                </a:lnTo>
                <a:lnTo>
                  <a:pt x="316673" y="187741"/>
                </a:lnTo>
                <a:lnTo>
                  <a:pt x="310668" y="191802"/>
                </a:lnTo>
                <a:lnTo>
                  <a:pt x="307544" y="193159"/>
                </a:lnTo>
                <a:lnTo>
                  <a:pt x="305777" y="193322"/>
                </a:lnTo>
                <a:lnTo>
                  <a:pt x="305025" y="192456"/>
                </a:lnTo>
                <a:lnTo>
                  <a:pt x="304787" y="189738"/>
                </a:lnTo>
                <a:lnTo>
                  <a:pt x="305594" y="184135"/>
                </a:lnTo>
                <a:lnTo>
                  <a:pt x="306672" y="180726"/>
                </a:lnTo>
                <a:lnTo>
                  <a:pt x="307993" y="178652"/>
                </a:lnTo>
                <a:lnTo>
                  <a:pt x="309214" y="177894"/>
                </a:lnTo>
                <a:lnTo>
                  <a:pt x="310263" y="177895"/>
                </a:lnTo>
                <a:lnTo>
                  <a:pt x="312043" y="179134"/>
                </a:lnTo>
                <a:close/>
                <a:moveTo>
                  <a:pt x="342177" y="178797"/>
                </a:moveTo>
                <a:lnTo>
                  <a:pt x="342789" y="182664"/>
                </a:lnTo>
                <a:lnTo>
                  <a:pt x="343286" y="191670"/>
                </a:lnTo>
                <a:lnTo>
                  <a:pt x="340831" y="192620"/>
                </a:lnTo>
                <a:lnTo>
                  <a:pt x="332992" y="187303"/>
                </a:lnTo>
                <a:lnTo>
                  <a:pt x="332102" y="186136"/>
                </a:lnTo>
                <a:lnTo>
                  <a:pt x="331714" y="184052"/>
                </a:lnTo>
                <a:lnTo>
                  <a:pt x="332640" y="182154"/>
                </a:lnTo>
                <a:lnTo>
                  <a:pt x="336313" y="179508"/>
                </a:lnTo>
                <a:lnTo>
                  <a:pt x="340441" y="178242"/>
                </a:lnTo>
                <a:lnTo>
                  <a:pt x="342177" y="178797"/>
                </a:lnTo>
                <a:close/>
                <a:moveTo>
                  <a:pt x="328870" y="190609"/>
                </a:moveTo>
                <a:lnTo>
                  <a:pt x="337164" y="196565"/>
                </a:lnTo>
                <a:lnTo>
                  <a:pt x="338814" y="198462"/>
                </a:lnTo>
                <a:lnTo>
                  <a:pt x="338199" y="199877"/>
                </a:lnTo>
                <a:lnTo>
                  <a:pt x="331097" y="203707"/>
                </a:lnTo>
                <a:lnTo>
                  <a:pt x="325616" y="205897"/>
                </a:lnTo>
                <a:lnTo>
                  <a:pt x="323803" y="206108"/>
                </a:lnTo>
                <a:lnTo>
                  <a:pt x="316289" y="202887"/>
                </a:lnTo>
                <a:lnTo>
                  <a:pt x="312856" y="200612"/>
                </a:lnTo>
                <a:lnTo>
                  <a:pt x="311292" y="199022"/>
                </a:lnTo>
                <a:lnTo>
                  <a:pt x="311320" y="197793"/>
                </a:lnTo>
                <a:lnTo>
                  <a:pt x="312483" y="196617"/>
                </a:lnTo>
                <a:lnTo>
                  <a:pt x="322955" y="189054"/>
                </a:lnTo>
                <a:lnTo>
                  <a:pt x="325382" y="188789"/>
                </a:lnTo>
                <a:lnTo>
                  <a:pt x="328870" y="190609"/>
                </a:lnTo>
                <a:close/>
                <a:moveTo>
                  <a:pt x="309439" y="204206"/>
                </a:moveTo>
                <a:lnTo>
                  <a:pt x="314299" y="207872"/>
                </a:lnTo>
                <a:lnTo>
                  <a:pt x="315694" y="209607"/>
                </a:lnTo>
                <a:lnTo>
                  <a:pt x="315660" y="210430"/>
                </a:lnTo>
                <a:lnTo>
                  <a:pt x="314543" y="211304"/>
                </a:lnTo>
                <a:lnTo>
                  <a:pt x="310325" y="212969"/>
                </a:lnTo>
                <a:lnTo>
                  <a:pt x="306296" y="215171"/>
                </a:lnTo>
                <a:lnTo>
                  <a:pt x="304977" y="215264"/>
                </a:lnTo>
                <a:lnTo>
                  <a:pt x="303034" y="214510"/>
                </a:lnTo>
                <a:lnTo>
                  <a:pt x="302157" y="213378"/>
                </a:lnTo>
                <a:lnTo>
                  <a:pt x="302082" y="211470"/>
                </a:lnTo>
                <a:lnTo>
                  <a:pt x="303312" y="206805"/>
                </a:lnTo>
                <a:lnTo>
                  <a:pt x="304690" y="203661"/>
                </a:lnTo>
                <a:lnTo>
                  <a:pt x="306444" y="202979"/>
                </a:lnTo>
                <a:lnTo>
                  <a:pt x="309439" y="204206"/>
                </a:lnTo>
                <a:close/>
                <a:moveTo>
                  <a:pt x="344443" y="204399"/>
                </a:moveTo>
                <a:lnTo>
                  <a:pt x="345583" y="206447"/>
                </a:lnTo>
                <a:lnTo>
                  <a:pt x="346414" y="211028"/>
                </a:lnTo>
                <a:lnTo>
                  <a:pt x="346086" y="215348"/>
                </a:lnTo>
                <a:lnTo>
                  <a:pt x="345166" y="216934"/>
                </a:lnTo>
                <a:lnTo>
                  <a:pt x="343637" y="216938"/>
                </a:lnTo>
                <a:lnTo>
                  <a:pt x="340127" y="215553"/>
                </a:lnTo>
                <a:lnTo>
                  <a:pt x="331995" y="210406"/>
                </a:lnTo>
                <a:lnTo>
                  <a:pt x="331823" y="209696"/>
                </a:lnTo>
                <a:lnTo>
                  <a:pt x="332544" y="208383"/>
                </a:lnTo>
                <a:lnTo>
                  <a:pt x="337496" y="204518"/>
                </a:lnTo>
                <a:lnTo>
                  <a:pt x="339863" y="203561"/>
                </a:lnTo>
                <a:lnTo>
                  <a:pt x="341975" y="203327"/>
                </a:lnTo>
                <a:lnTo>
                  <a:pt x="344443" y="204399"/>
                </a:lnTo>
                <a:close/>
                <a:moveTo>
                  <a:pt x="329786" y="215584"/>
                </a:moveTo>
                <a:lnTo>
                  <a:pt x="338097" y="220321"/>
                </a:lnTo>
                <a:lnTo>
                  <a:pt x="339210" y="221322"/>
                </a:lnTo>
                <a:lnTo>
                  <a:pt x="339328" y="222461"/>
                </a:lnTo>
                <a:lnTo>
                  <a:pt x="338350" y="224317"/>
                </a:lnTo>
                <a:lnTo>
                  <a:pt x="336291" y="226394"/>
                </a:lnTo>
                <a:lnTo>
                  <a:pt x="325491" y="234133"/>
                </a:lnTo>
                <a:lnTo>
                  <a:pt x="323011" y="233790"/>
                </a:lnTo>
                <a:lnTo>
                  <a:pt x="320396" y="232373"/>
                </a:lnTo>
                <a:lnTo>
                  <a:pt x="310761" y="225058"/>
                </a:lnTo>
                <a:lnTo>
                  <a:pt x="307685" y="221775"/>
                </a:lnTo>
                <a:lnTo>
                  <a:pt x="308055" y="220529"/>
                </a:lnTo>
                <a:lnTo>
                  <a:pt x="310311" y="218823"/>
                </a:lnTo>
                <a:lnTo>
                  <a:pt x="320849" y="213208"/>
                </a:lnTo>
                <a:lnTo>
                  <a:pt x="322544" y="212894"/>
                </a:lnTo>
                <a:lnTo>
                  <a:pt x="324503" y="213170"/>
                </a:lnTo>
                <a:lnTo>
                  <a:pt x="329786" y="215584"/>
                </a:lnTo>
                <a:close/>
                <a:moveTo>
                  <a:pt x="304666" y="227011"/>
                </a:moveTo>
                <a:lnTo>
                  <a:pt x="315811" y="235386"/>
                </a:lnTo>
                <a:lnTo>
                  <a:pt x="317448" y="236972"/>
                </a:lnTo>
                <a:lnTo>
                  <a:pt x="317554" y="238028"/>
                </a:lnTo>
                <a:lnTo>
                  <a:pt x="316453" y="240187"/>
                </a:lnTo>
                <a:lnTo>
                  <a:pt x="314855" y="241752"/>
                </a:lnTo>
                <a:lnTo>
                  <a:pt x="303478" y="250271"/>
                </a:lnTo>
                <a:lnTo>
                  <a:pt x="300004" y="252304"/>
                </a:lnTo>
                <a:lnTo>
                  <a:pt x="298617" y="252623"/>
                </a:lnTo>
                <a:lnTo>
                  <a:pt x="297436" y="251276"/>
                </a:lnTo>
                <a:lnTo>
                  <a:pt x="297247" y="248782"/>
                </a:lnTo>
                <a:lnTo>
                  <a:pt x="298965" y="240728"/>
                </a:lnTo>
                <a:lnTo>
                  <a:pt x="300512" y="228188"/>
                </a:lnTo>
                <a:lnTo>
                  <a:pt x="301698" y="226229"/>
                </a:lnTo>
                <a:lnTo>
                  <a:pt x="302943" y="226187"/>
                </a:lnTo>
                <a:lnTo>
                  <a:pt x="304666" y="227011"/>
                </a:lnTo>
                <a:close/>
                <a:moveTo>
                  <a:pt x="347288" y="228940"/>
                </a:moveTo>
                <a:lnTo>
                  <a:pt x="348214" y="231686"/>
                </a:lnTo>
                <a:lnTo>
                  <a:pt x="349933" y="245905"/>
                </a:lnTo>
                <a:lnTo>
                  <a:pt x="349631" y="251026"/>
                </a:lnTo>
                <a:lnTo>
                  <a:pt x="349216" y="252034"/>
                </a:lnTo>
                <a:lnTo>
                  <a:pt x="348367" y="252399"/>
                </a:lnTo>
                <a:lnTo>
                  <a:pt x="346203" y="251709"/>
                </a:lnTo>
                <a:lnTo>
                  <a:pt x="343977" y="250323"/>
                </a:lnTo>
                <a:lnTo>
                  <a:pt x="331473" y="241090"/>
                </a:lnTo>
                <a:lnTo>
                  <a:pt x="331473" y="236895"/>
                </a:lnTo>
                <a:lnTo>
                  <a:pt x="343834" y="227741"/>
                </a:lnTo>
                <a:lnTo>
                  <a:pt x="345435" y="227554"/>
                </a:lnTo>
                <a:lnTo>
                  <a:pt x="347288" y="228940"/>
                </a:lnTo>
                <a:close/>
                <a:moveTo>
                  <a:pt x="464545" y="82368"/>
                </a:moveTo>
                <a:lnTo>
                  <a:pt x="449711" y="83090"/>
                </a:lnTo>
                <a:lnTo>
                  <a:pt x="406409" y="83600"/>
                </a:lnTo>
                <a:lnTo>
                  <a:pt x="393182" y="85158"/>
                </a:lnTo>
                <a:lnTo>
                  <a:pt x="388982" y="86094"/>
                </a:lnTo>
                <a:lnTo>
                  <a:pt x="388986" y="86537"/>
                </a:lnTo>
                <a:lnTo>
                  <a:pt x="395405" y="88523"/>
                </a:lnTo>
                <a:lnTo>
                  <a:pt x="396484" y="89480"/>
                </a:lnTo>
                <a:lnTo>
                  <a:pt x="396678" y="90691"/>
                </a:lnTo>
                <a:lnTo>
                  <a:pt x="392057" y="99990"/>
                </a:lnTo>
                <a:lnTo>
                  <a:pt x="390840" y="101078"/>
                </a:lnTo>
                <a:lnTo>
                  <a:pt x="387593" y="102546"/>
                </a:lnTo>
                <a:lnTo>
                  <a:pt x="386317" y="104306"/>
                </a:lnTo>
                <a:lnTo>
                  <a:pt x="386343" y="106430"/>
                </a:lnTo>
                <a:lnTo>
                  <a:pt x="388102" y="109262"/>
                </a:lnTo>
                <a:lnTo>
                  <a:pt x="388497" y="110783"/>
                </a:lnTo>
                <a:lnTo>
                  <a:pt x="388345" y="112496"/>
                </a:lnTo>
                <a:lnTo>
                  <a:pt x="387398" y="115048"/>
                </a:lnTo>
                <a:lnTo>
                  <a:pt x="386763" y="115835"/>
                </a:lnTo>
                <a:lnTo>
                  <a:pt x="385563" y="116340"/>
                </a:lnTo>
                <a:lnTo>
                  <a:pt x="371352" y="115612"/>
                </a:lnTo>
                <a:lnTo>
                  <a:pt x="367200" y="116016"/>
                </a:lnTo>
                <a:lnTo>
                  <a:pt x="365684" y="116752"/>
                </a:lnTo>
                <a:lnTo>
                  <a:pt x="364802" y="117961"/>
                </a:lnTo>
                <a:lnTo>
                  <a:pt x="362786" y="122786"/>
                </a:lnTo>
                <a:lnTo>
                  <a:pt x="361378" y="124724"/>
                </a:lnTo>
                <a:lnTo>
                  <a:pt x="359704" y="126130"/>
                </a:lnTo>
                <a:lnTo>
                  <a:pt x="355449" y="127810"/>
                </a:lnTo>
                <a:lnTo>
                  <a:pt x="353802" y="129196"/>
                </a:lnTo>
                <a:lnTo>
                  <a:pt x="352160" y="131838"/>
                </a:lnTo>
                <a:lnTo>
                  <a:pt x="350108" y="137983"/>
                </a:lnTo>
                <a:lnTo>
                  <a:pt x="343105" y="144360"/>
                </a:lnTo>
                <a:lnTo>
                  <a:pt x="342696" y="145359"/>
                </a:lnTo>
                <a:lnTo>
                  <a:pt x="342900" y="146975"/>
                </a:lnTo>
                <a:lnTo>
                  <a:pt x="345791" y="149422"/>
                </a:lnTo>
                <a:lnTo>
                  <a:pt x="349982" y="151691"/>
                </a:lnTo>
                <a:lnTo>
                  <a:pt x="356574" y="154467"/>
                </a:lnTo>
                <a:lnTo>
                  <a:pt x="360751" y="157136"/>
                </a:lnTo>
                <a:lnTo>
                  <a:pt x="364844" y="158348"/>
                </a:lnTo>
                <a:lnTo>
                  <a:pt x="367803" y="160584"/>
                </a:lnTo>
                <a:lnTo>
                  <a:pt x="372754" y="162491"/>
                </a:lnTo>
                <a:lnTo>
                  <a:pt x="387478" y="170879"/>
                </a:lnTo>
                <a:lnTo>
                  <a:pt x="394447" y="174078"/>
                </a:lnTo>
                <a:lnTo>
                  <a:pt x="398606" y="176797"/>
                </a:lnTo>
                <a:lnTo>
                  <a:pt x="429555" y="192392"/>
                </a:lnTo>
                <a:lnTo>
                  <a:pt x="453321" y="203246"/>
                </a:lnTo>
                <a:lnTo>
                  <a:pt x="463669" y="207318"/>
                </a:lnTo>
                <a:lnTo>
                  <a:pt x="504247" y="220590"/>
                </a:lnTo>
                <a:lnTo>
                  <a:pt x="518816" y="226698"/>
                </a:lnTo>
                <a:lnTo>
                  <a:pt x="541163" y="234195"/>
                </a:lnTo>
                <a:lnTo>
                  <a:pt x="548359" y="236190"/>
                </a:lnTo>
                <a:lnTo>
                  <a:pt x="564800" y="241777"/>
                </a:lnTo>
                <a:lnTo>
                  <a:pt x="572273" y="243850"/>
                </a:lnTo>
                <a:lnTo>
                  <a:pt x="589348" y="249620"/>
                </a:lnTo>
                <a:lnTo>
                  <a:pt x="596523" y="251574"/>
                </a:lnTo>
                <a:lnTo>
                  <a:pt x="624917" y="260982"/>
                </a:lnTo>
                <a:lnTo>
                  <a:pt x="657866" y="270995"/>
                </a:lnTo>
                <a:lnTo>
                  <a:pt x="687033" y="280523"/>
                </a:lnTo>
                <a:lnTo>
                  <a:pt x="694726" y="282463"/>
                </a:lnTo>
                <a:lnTo>
                  <a:pt x="700674" y="284720"/>
                </a:lnTo>
                <a:lnTo>
                  <a:pt x="706383" y="285994"/>
                </a:lnTo>
                <a:lnTo>
                  <a:pt x="708259" y="285837"/>
                </a:lnTo>
                <a:lnTo>
                  <a:pt x="709036" y="284737"/>
                </a:lnTo>
                <a:lnTo>
                  <a:pt x="709060" y="283288"/>
                </a:lnTo>
                <a:lnTo>
                  <a:pt x="707185" y="281722"/>
                </a:lnTo>
                <a:lnTo>
                  <a:pt x="702440" y="280505"/>
                </a:lnTo>
                <a:lnTo>
                  <a:pt x="673649" y="270502"/>
                </a:lnTo>
                <a:lnTo>
                  <a:pt x="534835" y="224674"/>
                </a:lnTo>
                <a:lnTo>
                  <a:pt x="459182" y="199120"/>
                </a:lnTo>
                <a:lnTo>
                  <a:pt x="425405" y="184186"/>
                </a:lnTo>
                <a:lnTo>
                  <a:pt x="400076" y="172072"/>
                </a:lnTo>
                <a:lnTo>
                  <a:pt x="399334" y="171146"/>
                </a:lnTo>
                <a:lnTo>
                  <a:pt x="399737" y="170290"/>
                </a:lnTo>
                <a:lnTo>
                  <a:pt x="402388" y="169363"/>
                </a:lnTo>
                <a:lnTo>
                  <a:pt x="407025" y="168913"/>
                </a:lnTo>
                <a:lnTo>
                  <a:pt x="408958" y="166094"/>
                </a:lnTo>
                <a:lnTo>
                  <a:pt x="410822" y="165140"/>
                </a:lnTo>
                <a:lnTo>
                  <a:pt x="413082" y="165538"/>
                </a:lnTo>
                <a:lnTo>
                  <a:pt x="415718" y="167278"/>
                </a:lnTo>
                <a:lnTo>
                  <a:pt x="421489" y="173879"/>
                </a:lnTo>
                <a:lnTo>
                  <a:pt x="428191" y="173252"/>
                </a:lnTo>
                <a:lnTo>
                  <a:pt x="451287" y="184420"/>
                </a:lnTo>
                <a:lnTo>
                  <a:pt x="468775" y="191521"/>
                </a:lnTo>
                <a:lnTo>
                  <a:pt x="495528" y="199290"/>
                </a:lnTo>
                <a:lnTo>
                  <a:pt x="504719" y="201319"/>
                </a:lnTo>
                <a:lnTo>
                  <a:pt x="510481" y="203229"/>
                </a:lnTo>
                <a:lnTo>
                  <a:pt x="519191" y="205054"/>
                </a:lnTo>
                <a:lnTo>
                  <a:pt x="523113" y="206821"/>
                </a:lnTo>
                <a:lnTo>
                  <a:pt x="530609" y="209244"/>
                </a:lnTo>
                <a:lnTo>
                  <a:pt x="534571" y="211255"/>
                </a:lnTo>
                <a:lnTo>
                  <a:pt x="545484" y="215418"/>
                </a:lnTo>
                <a:lnTo>
                  <a:pt x="575960" y="226289"/>
                </a:lnTo>
                <a:lnTo>
                  <a:pt x="604070" y="235655"/>
                </a:lnTo>
                <a:lnTo>
                  <a:pt x="618330" y="239848"/>
                </a:lnTo>
                <a:lnTo>
                  <a:pt x="623585" y="241861"/>
                </a:lnTo>
                <a:lnTo>
                  <a:pt x="650268" y="249916"/>
                </a:lnTo>
                <a:lnTo>
                  <a:pt x="677736" y="257627"/>
                </a:lnTo>
                <a:lnTo>
                  <a:pt x="738371" y="272788"/>
                </a:lnTo>
                <a:lnTo>
                  <a:pt x="776484" y="280930"/>
                </a:lnTo>
                <a:lnTo>
                  <a:pt x="780878" y="280930"/>
                </a:lnTo>
                <a:lnTo>
                  <a:pt x="782286" y="280287"/>
                </a:lnTo>
                <a:lnTo>
                  <a:pt x="783153" y="279349"/>
                </a:lnTo>
                <a:lnTo>
                  <a:pt x="783902" y="276650"/>
                </a:lnTo>
                <a:lnTo>
                  <a:pt x="783386" y="275707"/>
                </a:lnTo>
                <a:lnTo>
                  <a:pt x="782402" y="275296"/>
                </a:lnTo>
                <a:lnTo>
                  <a:pt x="750988" y="268942"/>
                </a:lnTo>
                <a:lnTo>
                  <a:pt x="726339" y="262594"/>
                </a:lnTo>
                <a:lnTo>
                  <a:pt x="686387" y="253427"/>
                </a:lnTo>
                <a:lnTo>
                  <a:pt x="670275" y="249224"/>
                </a:lnTo>
                <a:lnTo>
                  <a:pt x="637509" y="239393"/>
                </a:lnTo>
                <a:lnTo>
                  <a:pt x="579283" y="220273"/>
                </a:lnTo>
                <a:lnTo>
                  <a:pt x="560101" y="214483"/>
                </a:lnTo>
                <a:lnTo>
                  <a:pt x="544063" y="209017"/>
                </a:lnTo>
                <a:lnTo>
                  <a:pt x="537399" y="207470"/>
                </a:lnTo>
                <a:lnTo>
                  <a:pt x="535866" y="206659"/>
                </a:lnTo>
                <a:lnTo>
                  <a:pt x="535588" y="206170"/>
                </a:lnTo>
                <a:lnTo>
                  <a:pt x="536003" y="204985"/>
                </a:lnTo>
                <a:lnTo>
                  <a:pt x="542055" y="200393"/>
                </a:lnTo>
                <a:lnTo>
                  <a:pt x="543128" y="199143"/>
                </a:lnTo>
                <a:lnTo>
                  <a:pt x="543786" y="196779"/>
                </a:lnTo>
                <a:lnTo>
                  <a:pt x="543857" y="190609"/>
                </a:lnTo>
                <a:lnTo>
                  <a:pt x="547996" y="185495"/>
                </a:lnTo>
                <a:lnTo>
                  <a:pt x="548623" y="183361"/>
                </a:lnTo>
                <a:lnTo>
                  <a:pt x="548598" y="179351"/>
                </a:lnTo>
                <a:lnTo>
                  <a:pt x="549616" y="178215"/>
                </a:lnTo>
                <a:lnTo>
                  <a:pt x="551523" y="177768"/>
                </a:lnTo>
                <a:lnTo>
                  <a:pt x="554253" y="178021"/>
                </a:lnTo>
                <a:lnTo>
                  <a:pt x="561950" y="180147"/>
                </a:lnTo>
                <a:lnTo>
                  <a:pt x="571520" y="182124"/>
                </a:lnTo>
                <a:lnTo>
                  <a:pt x="592927" y="188030"/>
                </a:lnTo>
                <a:lnTo>
                  <a:pt x="621604" y="195132"/>
                </a:lnTo>
                <a:lnTo>
                  <a:pt x="623917" y="195430"/>
                </a:lnTo>
                <a:lnTo>
                  <a:pt x="625641" y="195063"/>
                </a:lnTo>
                <a:lnTo>
                  <a:pt x="626612" y="194112"/>
                </a:lnTo>
                <a:lnTo>
                  <a:pt x="626669" y="192657"/>
                </a:lnTo>
                <a:lnTo>
                  <a:pt x="625697" y="190959"/>
                </a:lnTo>
                <a:lnTo>
                  <a:pt x="624098" y="189940"/>
                </a:lnTo>
                <a:lnTo>
                  <a:pt x="610298" y="186336"/>
                </a:lnTo>
                <a:lnTo>
                  <a:pt x="597231" y="183667"/>
                </a:lnTo>
                <a:lnTo>
                  <a:pt x="595421" y="182706"/>
                </a:lnTo>
                <a:lnTo>
                  <a:pt x="594945" y="181567"/>
                </a:lnTo>
                <a:lnTo>
                  <a:pt x="595513" y="180382"/>
                </a:lnTo>
                <a:lnTo>
                  <a:pt x="597046" y="179237"/>
                </a:lnTo>
                <a:lnTo>
                  <a:pt x="605276" y="176133"/>
                </a:lnTo>
                <a:lnTo>
                  <a:pt x="606101" y="174464"/>
                </a:lnTo>
                <a:lnTo>
                  <a:pt x="607221" y="168815"/>
                </a:lnTo>
                <a:lnTo>
                  <a:pt x="609203" y="166803"/>
                </a:lnTo>
                <a:lnTo>
                  <a:pt x="611362" y="166306"/>
                </a:lnTo>
                <a:lnTo>
                  <a:pt x="626277" y="166127"/>
                </a:lnTo>
                <a:lnTo>
                  <a:pt x="630217" y="165588"/>
                </a:lnTo>
                <a:lnTo>
                  <a:pt x="631513" y="164990"/>
                </a:lnTo>
                <a:lnTo>
                  <a:pt x="631987" y="164090"/>
                </a:lnTo>
                <a:lnTo>
                  <a:pt x="631269" y="157448"/>
                </a:lnTo>
                <a:lnTo>
                  <a:pt x="631603" y="154496"/>
                </a:lnTo>
                <a:lnTo>
                  <a:pt x="632718" y="151450"/>
                </a:lnTo>
                <a:lnTo>
                  <a:pt x="635478" y="146474"/>
                </a:lnTo>
                <a:lnTo>
                  <a:pt x="636007" y="143636"/>
                </a:lnTo>
                <a:lnTo>
                  <a:pt x="635450" y="140453"/>
                </a:lnTo>
                <a:lnTo>
                  <a:pt x="633823" y="139236"/>
                </a:lnTo>
                <a:lnTo>
                  <a:pt x="631619" y="139677"/>
                </a:lnTo>
                <a:lnTo>
                  <a:pt x="627161" y="143659"/>
                </a:lnTo>
                <a:lnTo>
                  <a:pt x="621096" y="150760"/>
                </a:lnTo>
                <a:lnTo>
                  <a:pt x="620187" y="152487"/>
                </a:lnTo>
                <a:lnTo>
                  <a:pt x="619602" y="154906"/>
                </a:lnTo>
                <a:lnTo>
                  <a:pt x="617524" y="156890"/>
                </a:lnTo>
                <a:lnTo>
                  <a:pt x="615014" y="157297"/>
                </a:lnTo>
                <a:lnTo>
                  <a:pt x="609788" y="156270"/>
                </a:lnTo>
                <a:lnTo>
                  <a:pt x="606307" y="156166"/>
                </a:lnTo>
                <a:lnTo>
                  <a:pt x="602956" y="156804"/>
                </a:lnTo>
                <a:lnTo>
                  <a:pt x="599120" y="158658"/>
                </a:lnTo>
                <a:lnTo>
                  <a:pt x="597996" y="160541"/>
                </a:lnTo>
                <a:lnTo>
                  <a:pt x="596725" y="166199"/>
                </a:lnTo>
                <a:lnTo>
                  <a:pt x="596164" y="167093"/>
                </a:lnTo>
                <a:lnTo>
                  <a:pt x="595412" y="167350"/>
                </a:lnTo>
                <a:lnTo>
                  <a:pt x="591915" y="165954"/>
                </a:lnTo>
                <a:lnTo>
                  <a:pt x="585754" y="164849"/>
                </a:lnTo>
                <a:lnTo>
                  <a:pt x="581332" y="161777"/>
                </a:lnTo>
                <a:lnTo>
                  <a:pt x="576788" y="160222"/>
                </a:lnTo>
                <a:lnTo>
                  <a:pt x="569799" y="155448"/>
                </a:lnTo>
                <a:lnTo>
                  <a:pt x="563484" y="153224"/>
                </a:lnTo>
                <a:lnTo>
                  <a:pt x="561043" y="153274"/>
                </a:lnTo>
                <a:lnTo>
                  <a:pt x="559021" y="154111"/>
                </a:lnTo>
                <a:lnTo>
                  <a:pt x="549202" y="163204"/>
                </a:lnTo>
                <a:lnTo>
                  <a:pt x="542288" y="167866"/>
                </a:lnTo>
                <a:lnTo>
                  <a:pt x="540420" y="168744"/>
                </a:lnTo>
                <a:lnTo>
                  <a:pt x="538439" y="169088"/>
                </a:lnTo>
                <a:lnTo>
                  <a:pt x="534908" y="168619"/>
                </a:lnTo>
                <a:lnTo>
                  <a:pt x="528755" y="166687"/>
                </a:lnTo>
                <a:lnTo>
                  <a:pt x="518846" y="164598"/>
                </a:lnTo>
                <a:lnTo>
                  <a:pt x="511493" y="162356"/>
                </a:lnTo>
                <a:lnTo>
                  <a:pt x="502843" y="160886"/>
                </a:lnTo>
                <a:lnTo>
                  <a:pt x="496437" y="158843"/>
                </a:lnTo>
                <a:lnTo>
                  <a:pt x="486458" y="157239"/>
                </a:lnTo>
                <a:lnTo>
                  <a:pt x="479681" y="155014"/>
                </a:lnTo>
                <a:lnTo>
                  <a:pt x="470007" y="153745"/>
                </a:lnTo>
                <a:lnTo>
                  <a:pt x="469612" y="154281"/>
                </a:lnTo>
                <a:lnTo>
                  <a:pt x="469843" y="155419"/>
                </a:lnTo>
                <a:lnTo>
                  <a:pt x="471919" y="156721"/>
                </a:lnTo>
                <a:lnTo>
                  <a:pt x="480715" y="158565"/>
                </a:lnTo>
                <a:lnTo>
                  <a:pt x="486653" y="161237"/>
                </a:lnTo>
                <a:lnTo>
                  <a:pt x="494468" y="162609"/>
                </a:lnTo>
                <a:lnTo>
                  <a:pt x="502666" y="165007"/>
                </a:lnTo>
                <a:lnTo>
                  <a:pt x="511554" y="166207"/>
                </a:lnTo>
                <a:lnTo>
                  <a:pt x="516366" y="168866"/>
                </a:lnTo>
                <a:lnTo>
                  <a:pt x="521950" y="169684"/>
                </a:lnTo>
                <a:lnTo>
                  <a:pt x="535021" y="173935"/>
                </a:lnTo>
                <a:lnTo>
                  <a:pt x="535918" y="174513"/>
                </a:lnTo>
                <a:lnTo>
                  <a:pt x="536950" y="176061"/>
                </a:lnTo>
                <a:lnTo>
                  <a:pt x="536563" y="179253"/>
                </a:lnTo>
                <a:lnTo>
                  <a:pt x="532650" y="184928"/>
                </a:lnTo>
                <a:lnTo>
                  <a:pt x="530387" y="186951"/>
                </a:lnTo>
                <a:lnTo>
                  <a:pt x="529831" y="186989"/>
                </a:lnTo>
                <a:lnTo>
                  <a:pt x="528814" y="186175"/>
                </a:lnTo>
                <a:lnTo>
                  <a:pt x="526332" y="182051"/>
                </a:lnTo>
                <a:lnTo>
                  <a:pt x="522186" y="177417"/>
                </a:lnTo>
                <a:lnTo>
                  <a:pt x="518625" y="174510"/>
                </a:lnTo>
                <a:lnTo>
                  <a:pt x="512921" y="170975"/>
                </a:lnTo>
                <a:lnTo>
                  <a:pt x="510774" y="171085"/>
                </a:lnTo>
                <a:lnTo>
                  <a:pt x="504545" y="175102"/>
                </a:lnTo>
                <a:lnTo>
                  <a:pt x="502126" y="175705"/>
                </a:lnTo>
                <a:lnTo>
                  <a:pt x="498909" y="174578"/>
                </a:lnTo>
                <a:lnTo>
                  <a:pt x="491613" y="173649"/>
                </a:lnTo>
                <a:lnTo>
                  <a:pt x="486964" y="171854"/>
                </a:lnTo>
                <a:lnTo>
                  <a:pt x="486877" y="168214"/>
                </a:lnTo>
                <a:lnTo>
                  <a:pt x="486139" y="166671"/>
                </a:lnTo>
                <a:lnTo>
                  <a:pt x="479491" y="162066"/>
                </a:lnTo>
                <a:lnTo>
                  <a:pt x="464020" y="161337"/>
                </a:lnTo>
                <a:lnTo>
                  <a:pt x="458301" y="160739"/>
                </a:lnTo>
                <a:lnTo>
                  <a:pt x="455672" y="160042"/>
                </a:lnTo>
                <a:lnTo>
                  <a:pt x="454202" y="158543"/>
                </a:lnTo>
                <a:lnTo>
                  <a:pt x="453842" y="156523"/>
                </a:lnTo>
                <a:lnTo>
                  <a:pt x="454661" y="154256"/>
                </a:lnTo>
                <a:lnTo>
                  <a:pt x="456227" y="152403"/>
                </a:lnTo>
                <a:lnTo>
                  <a:pt x="457915" y="152005"/>
                </a:lnTo>
                <a:lnTo>
                  <a:pt x="461067" y="152989"/>
                </a:lnTo>
                <a:lnTo>
                  <a:pt x="465735" y="153480"/>
                </a:lnTo>
                <a:lnTo>
                  <a:pt x="467347" y="153101"/>
                </a:lnTo>
                <a:lnTo>
                  <a:pt x="467402" y="152314"/>
                </a:lnTo>
                <a:lnTo>
                  <a:pt x="457762" y="149397"/>
                </a:lnTo>
                <a:lnTo>
                  <a:pt x="447520" y="141101"/>
                </a:lnTo>
                <a:lnTo>
                  <a:pt x="445675" y="140081"/>
                </a:lnTo>
                <a:lnTo>
                  <a:pt x="443974" y="139894"/>
                </a:lnTo>
                <a:lnTo>
                  <a:pt x="439352" y="141284"/>
                </a:lnTo>
                <a:lnTo>
                  <a:pt x="437967" y="141262"/>
                </a:lnTo>
                <a:lnTo>
                  <a:pt x="434808" y="136730"/>
                </a:lnTo>
                <a:lnTo>
                  <a:pt x="431711" y="133473"/>
                </a:lnTo>
                <a:lnTo>
                  <a:pt x="431701" y="131825"/>
                </a:lnTo>
                <a:lnTo>
                  <a:pt x="432709" y="131137"/>
                </a:lnTo>
                <a:lnTo>
                  <a:pt x="437263" y="130578"/>
                </a:lnTo>
                <a:lnTo>
                  <a:pt x="460880" y="129731"/>
                </a:lnTo>
                <a:lnTo>
                  <a:pt x="489982" y="127378"/>
                </a:lnTo>
                <a:lnTo>
                  <a:pt x="503546" y="126022"/>
                </a:lnTo>
                <a:lnTo>
                  <a:pt x="509336" y="123640"/>
                </a:lnTo>
                <a:lnTo>
                  <a:pt x="521998" y="124598"/>
                </a:lnTo>
                <a:lnTo>
                  <a:pt x="530624" y="123459"/>
                </a:lnTo>
                <a:lnTo>
                  <a:pt x="547521" y="122680"/>
                </a:lnTo>
                <a:lnTo>
                  <a:pt x="560065" y="121179"/>
                </a:lnTo>
                <a:lnTo>
                  <a:pt x="568628" y="119539"/>
                </a:lnTo>
                <a:lnTo>
                  <a:pt x="588313" y="118692"/>
                </a:lnTo>
                <a:lnTo>
                  <a:pt x="591855" y="118016"/>
                </a:lnTo>
                <a:lnTo>
                  <a:pt x="593085" y="117136"/>
                </a:lnTo>
                <a:lnTo>
                  <a:pt x="591751" y="116618"/>
                </a:lnTo>
                <a:lnTo>
                  <a:pt x="586757" y="116379"/>
                </a:lnTo>
                <a:lnTo>
                  <a:pt x="568945" y="116795"/>
                </a:lnTo>
                <a:lnTo>
                  <a:pt x="552388" y="118699"/>
                </a:lnTo>
                <a:lnTo>
                  <a:pt x="521120" y="120058"/>
                </a:lnTo>
                <a:lnTo>
                  <a:pt x="512483" y="121546"/>
                </a:lnTo>
                <a:lnTo>
                  <a:pt x="505177" y="121452"/>
                </a:lnTo>
                <a:lnTo>
                  <a:pt x="497819" y="122663"/>
                </a:lnTo>
                <a:lnTo>
                  <a:pt x="454481" y="124577"/>
                </a:lnTo>
                <a:lnTo>
                  <a:pt x="444913" y="126071"/>
                </a:lnTo>
                <a:lnTo>
                  <a:pt x="441498" y="125857"/>
                </a:lnTo>
                <a:lnTo>
                  <a:pt x="438735" y="122704"/>
                </a:lnTo>
                <a:lnTo>
                  <a:pt x="437490" y="121934"/>
                </a:lnTo>
                <a:lnTo>
                  <a:pt x="432397" y="123579"/>
                </a:lnTo>
                <a:lnTo>
                  <a:pt x="431204" y="123634"/>
                </a:lnTo>
                <a:lnTo>
                  <a:pt x="429901" y="123056"/>
                </a:lnTo>
                <a:lnTo>
                  <a:pt x="429154" y="121213"/>
                </a:lnTo>
                <a:lnTo>
                  <a:pt x="429806" y="118335"/>
                </a:lnTo>
                <a:lnTo>
                  <a:pt x="432401" y="115915"/>
                </a:lnTo>
                <a:lnTo>
                  <a:pt x="435128" y="114649"/>
                </a:lnTo>
                <a:lnTo>
                  <a:pt x="442000" y="113155"/>
                </a:lnTo>
                <a:lnTo>
                  <a:pt x="452456" y="111895"/>
                </a:lnTo>
                <a:lnTo>
                  <a:pt x="467438" y="112924"/>
                </a:lnTo>
                <a:lnTo>
                  <a:pt x="478121" y="111760"/>
                </a:lnTo>
                <a:lnTo>
                  <a:pt x="512787" y="111106"/>
                </a:lnTo>
                <a:lnTo>
                  <a:pt x="530387" y="109947"/>
                </a:lnTo>
                <a:lnTo>
                  <a:pt x="546479" y="109579"/>
                </a:lnTo>
                <a:lnTo>
                  <a:pt x="556018" y="108198"/>
                </a:lnTo>
                <a:lnTo>
                  <a:pt x="582847" y="107677"/>
                </a:lnTo>
                <a:lnTo>
                  <a:pt x="607385" y="106595"/>
                </a:lnTo>
                <a:lnTo>
                  <a:pt x="613075" y="106156"/>
                </a:lnTo>
                <a:lnTo>
                  <a:pt x="615938" y="105316"/>
                </a:lnTo>
                <a:lnTo>
                  <a:pt x="615572" y="104291"/>
                </a:lnTo>
                <a:lnTo>
                  <a:pt x="614431" y="103902"/>
                </a:lnTo>
                <a:lnTo>
                  <a:pt x="599762" y="103221"/>
                </a:lnTo>
                <a:lnTo>
                  <a:pt x="586412" y="104119"/>
                </a:lnTo>
                <a:lnTo>
                  <a:pt x="539784" y="104771"/>
                </a:lnTo>
                <a:lnTo>
                  <a:pt x="536112" y="105067"/>
                </a:lnTo>
                <a:lnTo>
                  <a:pt x="530014" y="106288"/>
                </a:lnTo>
                <a:lnTo>
                  <a:pt x="511023" y="106548"/>
                </a:lnTo>
                <a:lnTo>
                  <a:pt x="498504" y="107748"/>
                </a:lnTo>
                <a:lnTo>
                  <a:pt x="470728" y="108211"/>
                </a:lnTo>
                <a:lnTo>
                  <a:pt x="449717" y="109935"/>
                </a:lnTo>
                <a:lnTo>
                  <a:pt x="430302" y="109569"/>
                </a:lnTo>
                <a:lnTo>
                  <a:pt x="429204" y="109320"/>
                </a:lnTo>
                <a:lnTo>
                  <a:pt x="427796" y="108117"/>
                </a:lnTo>
                <a:lnTo>
                  <a:pt x="426799" y="106352"/>
                </a:lnTo>
                <a:lnTo>
                  <a:pt x="426274" y="104273"/>
                </a:lnTo>
                <a:lnTo>
                  <a:pt x="426283" y="102126"/>
                </a:lnTo>
                <a:lnTo>
                  <a:pt x="427594" y="98108"/>
                </a:lnTo>
                <a:lnTo>
                  <a:pt x="428031" y="94926"/>
                </a:lnTo>
                <a:lnTo>
                  <a:pt x="427689" y="93451"/>
                </a:lnTo>
                <a:lnTo>
                  <a:pt x="425684" y="90324"/>
                </a:lnTo>
                <a:lnTo>
                  <a:pt x="427564" y="88395"/>
                </a:lnTo>
                <a:lnTo>
                  <a:pt x="479704" y="88054"/>
                </a:lnTo>
                <a:lnTo>
                  <a:pt x="539499" y="86545"/>
                </a:lnTo>
                <a:lnTo>
                  <a:pt x="558575" y="85110"/>
                </a:lnTo>
                <a:lnTo>
                  <a:pt x="591086" y="84205"/>
                </a:lnTo>
                <a:lnTo>
                  <a:pt x="597313" y="83385"/>
                </a:lnTo>
                <a:lnTo>
                  <a:pt x="597616" y="82754"/>
                </a:lnTo>
                <a:lnTo>
                  <a:pt x="596063" y="82268"/>
                </a:lnTo>
                <a:lnTo>
                  <a:pt x="579745" y="81747"/>
                </a:lnTo>
                <a:lnTo>
                  <a:pt x="487803" y="81639"/>
                </a:lnTo>
                <a:lnTo>
                  <a:pt x="464545" y="82368"/>
                </a:lnTo>
                <a:close/>
                <a:moveTo>
                  <a:pt x="410111" y="101413"/>
                </a:moveTo>
                <a:lnTo>
                  <a:pt x="411579" y="103683"/>
                </a:lnTo>
                <a:lnTo>
                  <a:pt x="415031" y="107549"/>
                </a:lnTo>
                <a:lnTo>
                  <a:pt x="415352" y="108946"/>
                </a:lnTo>
                <a:lnTo>
                  <a:pt x="414691" y="110284"/>
                </a:lnTo>
                <a:lnTo>
                  <a:pt x="413775" y="111441"/>
                </a:lnTo>
                <a:lnTo>
                  <a:pt x="405621" y="111782"/>
                </a:lnTo>
                <a:lnTo>
                  <a:pt x="402701" y="111141"/>
                </a:lnTo>
                <a:lnTo>
                  <a:pt x="401818" y="108500"/>
                </a:lnTo>
                <a:lnTo>
                  <a:pt x="401789" y="105763"/>
                </a:lnTo>
                <a:lnTo>
                  <a:pt x="402440" y="103336"/>
                </a:lnTo>
                <a:lnTo>
                  <a:pt x="403665" y="101391"/>
                </a:lnTo>
                <a:lnTo>
                  <a:pt x="406345" y="99750"/>
                </a:lnTo>
                <a:lnTo>
                  <a:pt x="409387" y="99629"/>
                </a:lnTo>
                <a:lnTo>
                  <a:pt x="410111" y="101413"/>
                </a:lnTo>
                <a:close/>
                <a:moveTo>
                  <a:pt x="412473" y="114865"/>
                </a:moveTo>
                <a:lnTo>
                  <a:pt x="415876" y="115952"/>
                </a:lnTo>
                <a:lnTo>
                  <a:pt x="417578" y="117336"/>
                </a:lnTo>
                <a:lnTo>
                  <a:pt x="418765" y="119170"/>
                </a:lnTo>
                <a:lnTo>
                  <a:pt x="419384" y="121392"/>
                </a:lnTo>
                <a:lnTo>
                  <a:pt x="419395" y="124175"/>
                </a:lnTo>
                <a:lnTo>
                  <a:pt x="418966" y="125348"/>
                </a:lnTo>
                <a:lnTo>
                  <a:pt x="417774" y="126224"/>
                </a:lnTo>
                <a:lnTo>
                  <a:pt x="416335" y="126420"/>
                </a:lnTo>
                <a:lnTo>
                  <a:pt x="415298" y="125999"/>
                </a:lnTo>
                <a:lnTo>
                  <a:pt x="410490" y="121639"/>
                </a:lnTo>
                <a:lnTo>
                  <a:pt x="404701" y="119809"/>
                </a:lnTo>
                <a:lnTo>
                  <a:pt x="403077" y="118661"/>
                </a:lnTo>
                <a:lnTo>
                  <a:pt x="402131" y="117340"/>
                </a:lnTo>
                <a:lnTo>
                  <a:pt x="402008" y="115989"/>
                </a:lnTo>
                <a:lnTo>
                  <a:pt x="403023" y="114238"/>
                </a:lnTo>
                <a:lnTo>
                  <a:pt x="412473" y="114865"/>
                </a:lnTo>
                <a:close/>
                <a:moveTo>
                  <a:pt x="383545" y="124218"/>
                </a:moveTo>
                <a:lnTo>
                  <a:pt x="383993" y="124871"/>
                </a:lnTo>
                <a:lnTo>
                  <a:pt x="384090" y="126976"/>
                </a:lnTo>
                <a:lnTo>
                  <a:pt x="382593" y="131283"/>
                </a:lnTo>
                <a:lnTo>
                  <a:pt x="379697" y="135615"/>
                </a:lnTo>
                <a:lnTo>
                  <a:pt x="377049" y="138113"/>
                </a:lnTo>
                <a:lnTo>
                  <a:pt x="373692" y="140692"/>
                </a:lnTo>
                <a:lnTo>
                  <a:pt x="372077" y="141405"/>
                </a:lnTo>
                <a:lnTo>
                  <a:pt x="370696" y="141426"/>
                </a:lnTo>
                <a:lnTo>
                  <a:pt x="367230" y="140226"/>
                </a:lnTo>
                <a:lnTo>
                  <a:pt x="364741" y="140611"/>
                </a:lnTo>
                <a:lnTo>
                  <a:pt x="364908" y="141997"/>
                </a:lnTo>
                <a:lnTo>
                  <a:pt x="366126" y="143940"/>
                </a:lnTo>
                <a:lnTo>
                  <a:pt x="371043" y="148472"/>
                </a:lnTo>
                <a:lnTo>
                  <a:pt x="372899" y="154700"/>
                </a:lnTo>
                <a:lnTo>
                  <a:pt x="373007" y="156491"/>
                </a:lnTo>
                <a:lnTo>
                  <a:pt x="372616" y="157624"/>
                </a:lnTo>
                <a:lnTo>
                  <a:pt x="371269" y="158298"/>
                </a:lnTo>
                <a:lnTo>
                  <a:pt x="368857" y="157932"/>
                </a:lnTo>
                <a:lnTo>
                  <a:pt x="364265" y="155208"/>
                </a:lnTo>
                <a:lnTo>
                  <a:pt x="358991" y="152994"/>
                </a:lnTo>
                <a:lnTo>
                  <a:pt x="357926" y="150556"/>
                </a:lnTo>
                <a:lnTo>
                  <a:pt x="358166" y="146403"/>
                </a:lnTo>
                <a:lnTo>
                  <a:pt x="360033" y="142679"/>
                </a:lnTo>
                <a:lnTo>
                  <a:pt x="363162" y="140352"/>
                </a:lnTo>
                <a:lnTo>
                  <a:pt x="363137" y="137722"/>
                </a:lnTo>
                <a:lnTo>
                  <a:pt x="364084" y="135916"/>
                </a:lnTo>
                <a:lnTo>
                  <a:pt x="367851" y="132891"/>
                </a:lnTo>
                <a:lnTo>
                  <a:pt x="371815" y="128364"/>
                </a:lnTo>
                <a:lnTo>
                  <a:pt x="377420" y="123916"/>
                </a:lnTo>
                <a:lnTo>
                  <a:pt x="380531" y="123465"/>
                </a:lnTo>
                <a:lnTo>
                  <a:pt x="383545" y="124218"/>
                </a:lnTo>
                <a:close/>
                <a:moveTo>
                  <a:pt x="397864" y="139888"/>
                </a:moveTo>
                <a:lnTo>
                  <a:pt x="400486" y="144256"/>
                </a:lnTo>
                <a:lnTo>
                  <a:pt x="402517" y="149123"/>
                </a:lnTo>
                <a:lnTo>
                  <a:pt x="402046" y="151730"/>
                </a:lnTo>
                <a:lnTo>
                  <a:pt x="400211" y="153102"/>
                </a:lnTo>
                <a:lnTo>
                  <a:pt x="398805" y="153038"/>
                </a:lnTo>
                <a:lnTo>
                  <a:pt x="397810" y="152369"/>
                </a:lnTo>
                <a:lnTo>
                  <a:pt x="396214" y="146848"/>
                </a:lnTo>
                <a:lnTo>
                  <a:pt x="395085" y="145172"/>
                </a:lnTo>
                <a:lnTo>
                  <a:pt x="393205" y="144021"/>
                </a:lnTo>
                <a:lnTo>
                  <a:pt x="389812" y="142781"/>
                </a:lnTo>
                <a:lnTo>
                  <a:pt x="390103" y="140228"/>
                </a:lnTo>
                <a:lnTo>
                  <a:pt x="390883" y="139227"/>
                </a:lnTo>
                <a:lnTo>
                  <a:pt x="392681" y="138134"/>
                </a:lnTo>
                <a:lnTo>
                  <a:pt x="395878" y="138013"/>
                </a:lnTo>
                <a:lnTo>
                  <a:pt x="397864" y="139888"/>
                </a:lnTo>
                <a:close/>
                <a:moveTo>
                  <a:pt x="436532" y="143793"/>
                </a:moveTo>
                <a:lnTo>
                  <a:pt x="436796" y="146937"/>
                </a:lnTo>
                <a:lnTo>
                  <a:pt x="436068" y="148741"/>
                </a:lnTo>
                <a:lnTo>
                  <a:pt x="431025" y="151663"/>
                </a:lnTo>
                <a:lnTo>
                  <a:pt x="426581" y="157265"/>
                </a:lnTo>
                <a:lnTo>
                  <a:pt x="425687" y="157341"/>
                </a:lnTo>
                <a:lnTo>
                  <a:pt x="424940" y="156887"/>
                </a:lnTo>
                <a:lnTo>
                  <a:pt x="423823" y="155026"/>
                </a:lnTo>
                <a:lnTo>
                  <a:pt x="423562" y="151990"/>
                </a:lnTo>
                <a:lnTo>
                  <a:pt x="427167" y="149718"/>
                </a:lnTo>
                <a:lnTo>
                  <a:pt x="429460" y="145462"/>
                </a:lnTo>
                <a:lnTo>
                  <a:pt x="431208" y="143844"/>
                </a:lnTo>
                <a:lnTo>
                  <a:pt x="434121" y="143022"/>
                </a:lnTo>
                <a:lnTo>
                  <a:pt x="435815" y="143209"/>
                </a:lnTo>
                <a:lnTo>
                  <a:pt x="436532" y="143793"/>
                </a:lnTo>
                <a:close/>
                <a:moveTo>
                  <a:pt x="562179" y="169588"/>
                </a:moveTo>
                <a:lnTo>
                  <a:pt x="562649" y="172113"/>
                </a:lnTo>
                <a:lnTo>
                  <a:pt x="561304" y="173649"/>
                </a:lnTo>
                <a:lnTo>
                  <a:pt x="558699" y="173727"/>
                </a:lnTo>
                <a:lnTo>
                  <a:pt x="556231" y="172242"/>
                </a:lnTo>
                <a:lnTo>
                  <a:pt x="556122" y="171402"/>
                </a:lnTo>
                <a:lnTo>
                  <a:pt x="556678" y="170498"/>
                </a:lnTo>
                <a:lnTo>
                  <a:pt x="559290" y="168813"/>
                </a:lnTo>
                <a:lnTo>
                  <a:pt x="561224" y="168554"/>
                </a:lnTo>
                <a:lnTo>
                  <a:pt x="562179" y="169588"/>
                </a:lnTo>
                <a:close/>
                <a:moveTo>
                  <a:pt x="463339" y="170938"/>
                </a:moveTo>
                <a:lnTo>
                  <a:pt x="466320" y="171431"/>
                </a:lnTo>
                <a:lnTo>
                  <a:pt x="467974" y="172278"/>
                </a:lnTo>
                <a:lnTo>
                  <a:pt x="471453" y="178246"/>
                </a:lnTo>
                <a:lnTo>
                  <a:pt x="473911" y="180228"/>
                </a:lnTo>
                <a:lnTo>
                  <a:pt x="477604" y="181677"/>
                </a:lnTo>
                <a:lnTo>
                  <a:pt x="485108" y="182768"/>
                </a:lnTo>
                <a:lnTo>
                  <a:pt x="493966" y="184837"/>
                </a:lnTo>
                <a:lnTo>
                  <a:pt x="495448" y="185669"/>
                </a:lnTo>
                <a:lnTo>
                  <a:pt x="499201" y="189024"/>
                </a:lnTo>
                <a:lnTo>
                  <a:pt x="502055" y="190368"/>
                </a:lnTo>
                <a:lnTo>
                  <a:pt x="508462" y="188371"/>
                </a:lnTo>
                <a:lnTo>
                  <a:pt x="513422" y="185312"/>
                </a:lnTo>
                <a:lnTo>
                  <a:pt x="514871" y="185071"/>
                </a:lnTo>
                <a:lnTo>
                  <a:pt x="517859" y="187947"/>
                </a:lnTo>
                <a:lnTo>
                  <a:pt x="523662" y="197292"/>
                </a:lnTo>
                <a:lnTo>
                  <a:pt x="524080" y="199192"/>
                </a:lnTo>
                <a:lnTo>
                  <a:pt x="523770" y="201662"/>
                </a:lnTo>
                <a:lnTo>
                  <a:pt x="522788" y="202513"/>
                </a:lnTo>
                <a:lnTo>
                  <a:pt x="521744" y="202452"/>
                </a:lnTo>
                <a:lnTo>
                  <a:pt x="507126" y="197577"/>
                </a:lnTo>
                <a:lnTo>
                  <a:pt x="500079" y="195822"/>
                </a:lnTo>
                <a:lnTo>
                  <a:pt x="493934" y="193478"/>
                </a:lnTo>
                <a:lnTo>
                  <a:pt x="474423" y="187789"/>
                </a:lnTo>
                <a:lnTo>
                  <a:pt x="463586" y="183871"/>
                </a:lnTo>
                <a:lnTo>
                  <a:pt x="451334" y="178411"/>
                </a:lnTo>
                <a:lnTo>
                  <a:pt x="447985" y="176511"/>
                </a:lnTo>
                <a:lnTo>
                  <a:pt x="446988" y="175082"/>
                </a:lnTo>
                <a:lnTo>
                  <a:pt x="448115" y="173632"/>
                </a:lnTo>
                <a:lnTo>
                  <a:pt x="452202" y="170841"/>
                </a:lnTo>
                <a:lnTo>
                  <a:pt x="455131" y="170166"/>
                </a:lnTo>
                <a:lnTo>
                  <a:pt x="463339" y="170938"/>
                </a:lnTo>
                <a:close/>
                <a:moveTo>
                  <a:pt x="588889" y="177881"/>
                </a:moveTo>
                <a:lnTo>
                  <a:pt x="589613" y="179472"/>
                </a:lnTo>
                <a:lnTo>
                  <a:pt x="588120" y="180461"/>
                </a:lnTo>
                <a:lnTo>
                  <a:pt x="584673" y="180187"/>
                </a:lnTo>
                <a:lnTo>
                  <a:pt x="583393" y="178990"/>
                </a:lnTo>
                <a:lnTo>
                  <a:pt x="583802" y="178143"/>
                </a:lnTo>
                <a:lnTo>
                  <a:pt x="585508" y="177368"/>
                </a:lnTo>
                <a:lnTo>
                  <a:pt x="587670" y="177362"/>
                </a:lnTo>
                <a:lnTo>
                  <a:pt x="588889" y="177881"/>
                </a:lnTo>
                <a:close/>
                <a:moveTo>
                  <a:pt x="432338" y="100931"/>
                </a:moveTo>
                <a:lnTo>
                  <a:pt x="432042" y="102431"/>
                </a:lnTo>
                <a:lnTo>
                  <a:pt x="432723" y="103968"/>
                </a:lnTo>
                <a:lnTo>
                  <a:pt x="433716" y="104340"/>
                </a:lnTo>
                <a:lnTo>
                  <a:pt x="435116" y="103709"/>
                </a:lnTo>
                <a:lnTo>
                  <a:pt x="435747" y="102310"/>
                </a:lnTo>
                <a:lnTo>
                  <a:pt x="435375" y="101316"/>
                </a:lnTo>
                <a:lnTo>
                  <a:pt x="433838" y="100635"/>
                </a:lnTo>
                <a:lnTo>
                  <a:pt x="432338" y="100931"/>
                </a:lnTo>
                <a:close/>
                <a:moveTo>
                  <a:pt x="634259" y="111441"/>
                </a:moveTo>
                <a:lnTo>
                  <a:pt x="625104" y="112473"/>
                </a:lnTo>
                <a:lnTo>
                  <a:pt x="622861" y="113248"/>
                </a:lnTo>
                <a:lnTo>
                  <a:pt x="622624" y="113909"/>
                </a:lnTo>
                <a:lnTo>
                  <a:pt x="623555" y="114624"/>
                </a:lnTo>
                <a:lnTo>
                  <a:pt x="625772" y="114938"/>
                </a:lnTo>
                <a:lnTo>
                  <a:pt x="631505" y="114768"/>
                </a:lnTo>
                <a:lnTo>
                  <a:pt x="636912" y="114077"/>
                </a:lnTo>
                <a:lnTo>
                  <a:pt x="638654" y="113295"/>
                </a:lnTo>
                <a:lnTo>
                  <a:pt x="638828" y="112477"/>
                </a:lnTo>
                <a:lnTo>
                  <a:pt x="638331" y="111490"/>
                </a:lnTo>
                <a:lnTo>
                  <a:pt x="637055" y="110905"/>
                </a:lnTo>
                <a:lnTo>
                  <a:pt x="634259" y="111441"/>
                </a:lnTo>
                <a:close/>
                <a:moveTo>
                  <a:pt x="611357" y="113852"/>
                </a:moveTo>
                <a:lnTo>
                  <a:pt x="611213" y="115076"/>
                </a:lnTo>
                <a:lnTo>
                  <a:pt x="613238" y="115540"/>
                </a:lnTo>
                <a:lnTo>
                  <a:pt x="615381" y="115131"/>
                </a:lnTo>
                <a:lnTo>
                  <a:pt x="616560" y="113958"/>
                </a:lnTo>
                <a:lnTo>
                  <a:pt x="616227" y="113489"/>
                </a:lnTo>
                <a:lnTo>
                  <a:pt x="614669" y="113154"/>
                </a:lnTo>
                <a:lnTo>
                  <a:pt x="612689" y="113283"/>
                </a:lnTo>
                <a:lnTo>
                  <a:pt x="611357" y="113852"/>
                </a:lnTo>
                <a:close/>
                <a:moveTo>
                  <a:pt x="597279" y="116118"/>
                </a:moveTo>
                <a:lnTo>
                  <a:pt x="595978" y="117138"/>
                </a:lnTo>
                <a:lnTo>
                  <a:pt x="597566" y="117843"/>
                </a:lnTo>
                <a:lnTo>
                  <a:pt x="601471" y="117762"/>
                </a:lnTo>
                <a:lnTo>
                  <a:pt x="602378" y="117367"/>
                </a:lnTo>
                <a:lnTo>
                  <a:pt x="602679" y="116745"/>
                </a:lnTo>
                <a:lnTo>
                  <a:pt x="602358" y="116129"/>
                </a:lnTo>
                <a:lnTo>
                  <a:pt x="600919" y="115636"/>
                </a:lnTo>
                <a:lnTo>
                  <a:pt x="597279" y="116118"/>
                </a:lnTo>
                <a:close/>
                <a:moveTo>
                  <a:pt x="276027" y="116986"/>
                </a:moveTo>
                <a:lnTo>
                  <a:pt x="275915" y="117692"/>
                </a:lnTo>
                <a:lnTo>
                  <a:pt x="276593" y="118309"/>
                </a:lnTo>
                <a:lnTo>
                  <a:pt x="280602" y="119845"/>
                </a:lnTo>
                <a:lnTo>
                  <a:pt x="284079" y="122169"/>
                </a:lnTo>
                <a:lnTo>
                  <a:pt x="288406" y="123917"/>
                </a:lnTo>
                <a:lnTo>
                  <a:pt x="292245" y="126068"/>
                </a:lnTo>
                <a:lnTo>
                  <a:pt x="296807" y="127810"/>
                </a:lnTo>
                <a:lnTo>
                  <a:pt x="300429" y="130181"/>
                </a:lnTo>
                <a:lnTo>
                  <a:pt x="302755" y="130551"/>
                </a:lnTo>
                <a:lnTo>
                  <a:pt x="304079" y="129687"/>
                </a:lnTo>
                <a:lnTo>
                  <a:pt x="304133" y="128647"/>
                </a:lnTo>
                <a:lnTo>
                  <a:pt x="303364" y="127575"/>
                </a:lnTo>
                <a:lnTo>
                  <a:pt x="297879" y="124238"/>
                </a:lnTo>
                <a:lnTo>
                  <a:pt x="293452" y="122864"/>
                </a:lnTo>
                <a:lnTo>
                  <a:pt x="289788" y="120603"/>
                </a:lnTo>
                <a:lnTo>
                  <a:pt x="284689" y="118935"/>
                </a:lnTo>
                <a:lnTo>
                  <a:pt x="280773" y="117035"/>
                </a:lnTo>
                <a:lnTo>
                  <a:pt x="277881" y="116460"/>
                </a:lnTo>
                <a:lnTo>
                  <a:pt x="276027" y="116986"/>
                </a:lnTo>
                <a:close/>
                <a:moveTo>
                  <a:pt x="875668" y="132945"/>
                </a:moveTo>
                <a:lnTo>
                  <a:pt x="872953" y="134908"/>
                </a:lnTo>
                <a:lnTo>
                  <a:pt x="871929" y="137160"/>
                </a:lnTo>
                <a:lnTo>
                  <a:pt x="866567" y="167063"/>
                </a:lnTo>
                <a:lnTo>
                  <a:pt x="864155" y="178223"/>
                </a:lnTo>
                <a:lnTo>
                  <a:pt x="862680" y="189850"/>
                </a:lnTo>
                <a:lnTo>
                  <a:pt x="860336" y="199306"/>
                </a:lnTo>
                <a:lnTo>
                  <a:pt x="858275" y="212816"/>
                </a:lnTo>
                <a:lnTo>
                  <a:pt x="857232" y="215837"/>
                </a:lnTo>
                <a:lnTo>
                  <a:pt x="855616" y="217898"/>
                </a:lnTo>
                <a:lnTo>
                  <a:pt x="853128" y="219577"/>
                </a:lnTo>
                <a:lnTo>
                  <a:pt x="815399" y="236724"/>
                </a:lnTo>
                <a:lnTo>
                  <a:pt x="811606" y="239150"/>
                </a:lnTo>
                <a:lnTo>
                  <a:pt x="810482" y="240656"/>
                </a:lnTo>
                <a:lnTo>
                  <a:pt x="811805" y="242280"/>
                </a:lnTo>
                <a:lnTo>
                  <a:pt x="814094" y="243127"/>
                </a:lnTo>
                <a:lnTo>
                  <a:pt x="851223" y="244079"/>
                </a:lnTo>
                <a:lnTo>
                  <a:pt x="854449" y="245810"/>
                </a:lnTo>
                <a:lnTo>
                  <a:pt x="855915" y="247869"/>
                </a:lnTo>
                <a:lnTo>
                  <a:pt x="856032" y="252247"/>
                </a:lnTo>
                <a:lnTo>
                  <a:pt x="855125" y="254674"/>
                </a:lnTo>
                <a:lnTo>
                  <a:pt x="853853" y="255894"/>
                </a:lnTo>
                <a:lnTo>
                  <a:pt x="851878" y="256948"/>
                </a:lnTo>
                <a:lnTo>
                  <a:pt x="841320" y="261164"/>
                </a:lnTo>
                <a:lnTo>
                  <a:pt x="815860" y="270012"/>
                </a:lnTo>
                <a:lnTo>
                  <a:pt x="810193" y="272604"/>
                </a:lnTo>
                <a:lnTo>
                  <a:pt x="791910" y="279165"/>
                </a:lnTo>
                <a:lnTo>
                  <a:pt x="788100" y="281027"/>
                </a:lnTo>
                <a:lnTo>
                  <a:pt x="786409" y="282838"/>
                </a:lnTo>
                <a:lnTo>
                  <a:pt x="786843" y="284219"/>
                </a:lnTo>
                <a:lnTo>
                  <a:pt x="788304" y="285736"/>
                </a:lnTo>
                <a:lnTo>
                  <a:pt x="854213" y="285929"/>
                </a:lnTo>
                <a:lnTo>
                  <a:pt x="855539" y="286942"/>
                </a:lnTo>
                <a:lnTo>
                  <a:pt x="855914" y="289090"/>
                </a:lnTo>
                <a:lnTo>
                  <a:pt x="856181" y="298934"/>
                </a:lnTo>
                <a:lnTo>
                  <a:pt x="855600" y="303148"/>
                </a:lnTo>
                <a:lnTo>
                  <a:pt x="853451" y="304940"/>
                </a:lnTo>
                <a:lnTo>
                  <a:pt x="848902" y="307370"/>
                </a:lnTo>
                <a:lnTo>
                  <a:pt x="821041" y="318184"/>
                </a:lnTo>
                <a:lnTo>
                  <a:pt x="810506" y="315671"/>
                </a:lnTo>
                <a:lnTo>
                  <a:pt x="803977" y="312745"/>
                </a:lnTo>
                <a:lnTo>
                  <a:pt x="774615" y="303649"/>
                </a:lnTo>
                <a:lnTo>
                  <a:pt x="754602" y="296944"/>
                </a:lnTo>
                <a:lnTo>
                  <a:pt x="747692" y="295924"/>
                </a:lnTo>
                <a:lnTo>
                  <a:pt x="746598" y="296391"/>
                </a:lnTo>
                <a:lnTo>
                  <a:pt x="746424" y="297323"/>
                </a:lnTo>
                <a:lnTo>
                  <a:pt x="746975" y="298781"/>
                </a:lnTo>
                <a:lnTo>
                  <a:pt x="748288" y="299850"/>
                </a:lnTo>
                <a:lnTo>
                  <a:pt x="755289" y="301797"/>
                </a:lnTo>
                <a:lnTo>
                  <a:pt x="769813" y="307680"/>
                </a:lnTo>
                <a:lnTo>
                  <a:pt x="779989" y="311210"/>
                </a:lnTo>
                <a:lnTo>
                  <a:pt x="794951" y="315351"/>
                </a:lnTo>
                <a:lnTo>
                  <a:pt x="808274" y="318458"/>
                </a:lnTo>
                <a:lnTo>
                  <a:pt x="810300" y="319609"/>
                </a:lnTo>
                <a:lnTo>
                  <a:pt x="811801" y="321316"/>
                </a:lnTo>
                <a:lnTo>
                  <a:pt x="811720" y="322192"/>
                </a:lnTo>
                <a:lnTo>
                  <a:pt x="810060" y="325290"/>
                </a:lnTo>
                <a:lnTo>
                  <a:pt x="810316" y="326221"/>
                </a:lnTo>
                <a:lnTo>
                  <a:pt x="811387" y="327041"/>
                </a:lnTo>
                <a:lnTo>
                  <a:pt x="847052" y="328277"/>
                </a:lnTo>
                <a:lnTo>
                  <a:pt x="853806" y="328842"/>
                </a:lnTo>
                <a:lnTo>
                  <a:pt x="854669" y="329358"/>
                </a:lnTo>
                <a:lnTo>
                  <a:pt x="854954" y="331198"/>
                </a:lnTo>
                <a:lnTo>
                  <a:pt x="854703" y="334111"/>
                </a:lnTo>
                <a:lnTo>
                  <a:pt x="852948" y="342605"/>
                </a:lnTo>
                <a:lnTo>
                  <a:pt x="850412" y="360789"/>
                </a:lnTo>
                <a:lnTo>
                  <a:pt x="848728" y="369177"/>
                </a:lnTo>
                <a:lnTo>
                  <a:pt x="847341" y="381259"/>
                </a:lnTo>
                <a:lnTo>
                  <a:pt x="844901" y="392416"/>
                </a:lnTo>
                <a:lnTo>
                  <a:pt x="839228" y="431063"/>
                </a:lnTo>
                <a:lnTo>
                  <a:pt x="833139" y="467029"/>
                </a:lnTo>
                <a:lnTo>
                  <a:pt x="828244" y="500323"/>
                </a:lnTo>
                <a:lnTo>
                  <a:pt x="825675" y="513904"/>
                </a:lnTo>
                <a:lnTo>
                  <a:pt x="825648" y="516110"/>
                </a:lnTo>
                <a:lnTo>
                  <a:pt x="826425" y="518263"/>
                </a:lnTo>
                <a:lnTo>
                  <a:pt x="828023" y="518902"/>
                </a:lnTo>
                <a:lnTo>
                  <a:pt x="831225" y="517655"/>
                </a:lnTo>
                <a:lnTo>
                  <a:pt x="873940" y="486961"/>
                </a:lnTo>
                <a:lnTo>
                  <a:pt x="875983" y="485744"/>
                </a:lnTo>
                <a:lnTo>
                  <a:pt x="877886" y="485343"/>
                </a:lnTo>
                <a:lnTo>
                  <a:pt x="879935" y="485676"/>
                </a:lnTo>
                <a:lnTo>
                  <a:pt x="881471" y="486491"/>
                </a:lnTo>
                <a:lnTo>
                  <a:pt x="915396" y="512048"/>
                </a:lnTo>
                <a:lnTo>
                  <a:pt x="922326" y="516807"/>
                </a:lnTo>
                <a:lnTo>
                  <a:pt x="926871" y="519190"/>
                </a:lnTo>
                <a:lnTo>
                  <a:pt x="928040" y="517641"/>
                </a:lnTo>
                <a:lnTo>
                  <a:pt x="928451" y="516215"/>
                </a:lnTo>
                <a:lnTo>
                  <a:pt x="928364" y="510736"/>
                </a:lnTo>
                <a:lnTo>
                  <a:pt x="925919" y="498679"/>
                </a:lnTo>
                <a:lnTo>
                  <a:pt x="924509" y="486169"/>
                </a:lnTo>
                <a:lnTo>
                  <a:pt x="922466" y="475092"/>
                </a:lnTo>
                <a:lnTo>
                  <a:pt x="920597" y="460041"/>
                </a:lnTo>
                <a:lnTo>
                  <a:pt x="918838" y="451286"/>
                </a:lnTo>
                <a:lnTo>
                  <a:pt x="916583" y="432517"/>
                </a:lnTo>
                <a:lnTo>
                  <a:pt x="914715" y="424340"/>
                </a:lnTo>
                <a:lnTo>
                  <a:pt x="912582" y="407700"/>
                </a:lnTo>
                <a:lnTo>
                  <a:pt x="910708" y="399575"/>
                </a:lnTo>
                <a:lnTo>
                  <a:pt x="908894" y="384190"/>
                </a:lnTo>
                <a:lnTo>
                  <a:pt x="906913" y="373296"/>
                </a:lnTo>
                <a:lnTo>
                  <a:pt x="905374" y="359546"/>
                </a:lnTo>
                <a:lnTo>
                  <a:pt x="902814" y="345320"/>
                </a:lnTo>
                <a:lnTo>
                  <a:pt x="901463" y="332986"/>
                </a:lnTo>
                <a:lnTo>
                  <a:pt x="903198" y="331057"/>
                </a:lnTo>
                <a:lnTo>
                  <a:pt x="925479" y="331164"/>
                </a:lnTo>
                <a:lnTo>
                  <a:pt x="941952" y="331887"/>
                </a:lnTo>
                <a:lnTo>
                  <a:pt x="945407" y="331073"/>
                </a:lnTo>
                <a:lnTo>
                  <a:pt x="947025" y="329177"/>
                </a:lnTo>
                <a:lnTo>
                  <a:pt x="942254" y="325754"/>
                </a:lnTo>
                <a:lnTo>
                  <a:pt x="904745" y="307098"/>
                </a:lnTo>
                <a:lnTo>
                  <a:pt x="899196" y="302949"/>
                </a:lnTo>
                <a:lnTo>
                  <a:pt x="899542" y="288269"/>
                </a:lnTo>
                <a:lnTo>
                  <a:pt x="900068" y="287079"/>
                </a:lnTo>
                <a:lnTo>
                  <a:pt x="901472" y="286310"/>
                </a:lnTo>
                <a:lnTo>
                  <a:pt x="908322" y="285756"/>
                </a:lnTo>
                <a:lnTo>
                  <a:pt x="966262" y="285832"/>
                </a:lnTo>
                <a:lnTo>
                  <a:pt x="967753" y="284353"/>
                </a:lnTo>
                <a:lnTo>
                  <a:pt x="968126" y="283062"/>
                </a:lnTo>
                <a:lnTo>
                  <a:pt x="967564" y="281975"/>
                </a:lnTo>
                <a:lnTo>
                  <a:pt x="963587" y="280137"/>
                </a:lnTo>
                <a:lnTo>
                  <a:pt x="954878" y="276959"/>
                </a:lnTo>
                <a:lnTo>
                  <a:pt x="940091" y="270574"/>
                </a:lnTo>
                <a:lnTo>
                  <a:pt x="933718" y="268602"/>
                </a:lnTo>
                <a:lnTo>
                  <a:pt x="904680" y="257135"/>
                </a:lnTo>
                <a:lnTo>
                  <a:pt x="901494" y="255201"/>
                </a:lnTo>
                <a:lnTo>
                  <a:pt x="899504" y="252890"/>
                </a:lnTo>
                <a:lnTo>
                  <a:pt x="898873" y="250498"/>
                </a:lnTo>
                <a:lnTo>
                  <a:pt x="899119" y="249364"/>
                </a:lnTo>
                <a:lnTo>
                  <a:pt x="900836" y="247406"/>
                </a:lnTo>
                <a:lnTo>
                  <a:pt x="902644" y="246776"/>
                </a:lnTo>
                <a:lnTo>
                  <a:pt x="910873" y="246612"/>
                </a:lnTo>
                <a:lnTo>
                  <a:pt x="943795" y="247309"/>
                </a:lnTo>
                <a:lnTo>
                  <a:pt x="945516" y="245785"/>
                </a:lnTo>
                <a:lnTo>
                  <a:pt x="945863" y="244758"/>
                </a:lnTo>
                <a:lnTo>
                  <a:pt x="941348" y="241173"/>
                </a:lnTo>
                <a:lnTo>
                  <a:pt x="902426" y="218674"/>
                </a:lnTo>
                <a:lnTo>
                  <a:pt x="900013" y="216404"/>
                </a:lnTo>
                <a:lnTo>
                  <a:pt x="898657" y="213114"/>
                </a:lnTo>
                <a:lnTo>
                  <a:pt x="897545" y="201661"/>
                </a:lnTo>
                <a:lnTo>
                  <a:pt x="895605" y="193523"/>
                </a:lnTo>
                <a:lnTo>
                  <a:pt x="893658" y="181418"/>
                </a:lnTo>
                <a:lnTo>
                  <a:pt x="889333" y="158584"/>
                </a:lnTo>
                <a:lnTo>
                  <a:pt x="887517" y="151037"/>
                </a:lnTo>
                <a:lnTo>
                  <a:pt x="885296" y="137924"/>
                </a:lnTo>
                <a:lnTo>
                  <a:pt x="883886" y="135049"/>
                </a:lnTo>
                <a:lnTo>
                  <a:pt x="881044" y="132313"/>
                </a:lnTo>
                <a:lnTo>
                  <a:pt x="879034" y="131918"/>
                </a:lnTo>
                <a:lnTo>
                  <a:pt x="875668" y="132945"/>
                </a:lnTo>
                <a:close/>
                <a:moveTo>
                  <a:pt x="878705" y="152182"/>
                </a:moveTo>
                <a:lnTo>
                  <a:pt x="877880" y="153545"/>
                </a:lnTo>
                <a:lnTo>
                  <a:pt x="877101" y="153471"/>
                </a:lnTo>
                <a:lnTo>
                  <a:pt x="876729" y="152954"/>
                </a:lnTo>
                <a:lnTo>
                  <a:pt x="876668" y="151652"/>
                </a:lnTo>
                <a:lnTo>
                  <a:pt x="877329" y="150868"/>
                </a:lnTo>
                <a:lnTo>
                  <a:pt x="878393" y="151127"/>
                </a:lnTo>
                <a:lnTo>
                  <a:pt x="878705" y="152182"/>
                </a:lnTo>
                <a:close/>
                <a:moveTo>
                  <a:pt x="880779" y="167370"/>
                </a:moveTo>
                <a:lnTo>
                  <a:pt x="882833" y="169918"/>
                </a:lnTo>
                <a:lnTo>
                  <a:pt x="882948" y="172341"/>
                </a:lnTo>
                <a:lnTo>
                  <a:pt x="881967" y="173748"/>
                </a:lnTo>
                <a:lnTo>
                  <a:pt x="880152" y="174891"/>
                </a:lnTo>
                <a:lnTo>
                  <a:pt x="878181" y="175540"/>
                </a:lnTo>
                <a:lnTo>
                  <a:pt x="876673" y="175339"/>
                </a:lnTo>
                <a:lnTo>
                  <a:pt x="873500" y="172108"/>
                </a:lnTo>
                <a:lnTo>
                  <a:pt x="873275" y="171318"/>
                </a:lnTo>
                <a:lnTo>
                  <a:pt x="873751" y="169879"/>
                </a:lnTo>
                <a:lnTo>
                  <a:pt x="875137" y="167678"/>
                </a:lnTo>
                <a:lnTo>
                  <a:pt x="876835" y="166287"/>
                </a:lnTo>
                <a:lnTo>
                  <a:pt x="878710" y="166187"/>
                </a:lnTo>
                <a:lnTo>
                  <a:pt x="880779" y="167370"/>
                </a:lnTo>
                <a:close/>
                <a:moveTo>
                  <a:pt x="872582" y="178797"/>
                </a:moveTo>
                <a:lnTo>
                  <a:pt x="873076" y="179912"/>
                </a:lnTo>
                <a:lnTo>
                  <a:pt x="872184" y="181206"/>
                </a:lnTo>
                <a:lnTo>
                  <a:pt x="870350" y="182745"/>
                </a:lnTo>
                <a:lnTo>
                  <a:pt x="869046" y="182773"/>
                </a:lnTo>
                <a:lnTo>
                  <a:pt x="868317" y="180769"/>
                </a:lnTo>
                <a:lnTo>
                  <a:pt x="868802" y="178693"/>
                </a:lnTo>
                <a:lnTo>
                  <a:pt x="870385" y="177918"/>
                </a:lnTo>
                <a:lnTo>
                  <a:pt x="872582" y="178797"/>
                </a:lnTo>
                <a:close/>
                <a:moveTo>
                  <a:pt x="886082" y="178797"/>
                </a:moveTo>
                <a:lnTo>
                  <a:pt x="886599" y="180824"/>
                </a:lnTo>
                <a:lnTo>
                  <a:pt x="886175" y="181642"/>
                </a:lnTo>
                <a:lnTo>
                  <a:pt x="885379" y="181793"/>
                </a:lnTo>
                <a:lnTo>
                  <a:pt x="884072" y="180726"/>
                </a:lnTo>
                <a:lnTo>
                  <a:pt x="883803" y="179294"/>
                </a:lnTo>
                <a:lnTo>
                  <a:pt x="884788" y="178210"/>
                </a:lnTo>
                <a:lnTo>
                  <a:pt x="886082" y="178797"/>
                </a:lnTo>
                <a:close/>
                <a:moveTo>
                  <a:pt x="882659" y="188488"/>
                </a:moveTo>
                <a:lnTo>
                  <a:pt x="884732" y="190980"/>
                </a:lnTo>
                <a:lnTo>
                  <a:pt x="885183" y="192910"/>
                </a:lnTo>
                <a:lnTo>
                  <a:pt x="883382" y="195527"/>
                </a:lnTo>
                <a:lnTo>
                  <a:pt x="880672" y="197451"/>
                </a:lnTo>
                <a:lnTo>
                  <a:pt x="877596" y="198613"/>
                </a:lnTo>
                <a:lnTo>
                  <a:pt x="873421" y="196029"/>
                </a:lnTo>
                <a:lnTo>
                  <a:pt x="871795" y="194458"/>
                </a:lnTo>
                <a:lnTo>
                  <a:pt x="871299" y="192205"/>
                </a:lnTo>
                <a:lnTo>
                  <a:pt x="871710" y="190354"/>
                </a:lnTo>
                <a:lnTo>
                  <a:pt x="876747" y="186215"/>
                </a:lnTo>
                <a:lnTo>
                  <a:pt x="878021" y="185853"/>
                </a:lnTo>
                <a:lnTo>
                  <a:pt x="879397" y="186106"/>
                </a:lnTo>
                <a:lnTo>
                  <a:pt x="882659" y="188488"/>
                </a:lnTo>
                <a:close/>
                <a:moveTo>
                  <a:pt x="890229" y="199047"/>
                </a:moveTo>
                <a:lnTo>
                  <a:pt x="891461" y="202042"/>
                </a:lnTo>
                <a:lnTo>
                  <a:pt x="892375" y="206049"/>
                </a:lnTo>
                <a:lnTo>
                  <a:pt x="891805" y="207369"/>
                </a:lnTo>
                <a:lnTo>
                  <a:pt x="890744" y="207655"/>
                </a:lnTo>
                <a:lnTo>
                  <a:pt x="888549" y="207020"/>
                </a:lnTo>
                <a:lnTo>
                  <a:pt x="886927" y="205941"/>
                </a:lnTo>
                <a:lnTo>
                  <a:pt x="885014" y="203972"/>
                </a:lnTo>
                <a:lnTo>
                  <a:pt x="884365" y="202500"/>
                </a:lnTo>
                <a:lnTo>
                  <a:pt x="884952" y="201042"/>
                </a:lnTo>
                <a:lnTo>
                  <a:pt x="887642" y="198446"/>
                </a:lnTo>
                <a:lnTo>
                  <a:pt x="888898" y="198055"/>
                </a:lnTo>
                <a:lnTo>
                  <a:pt x="890229" y="199047"/>
                </a:lnTo>
                <a:close/>
                <a:moveTo>
                  <a:pt x="870895" y="200300"/>
                </a:moveTo>
                <a:lnTo>
                  <a:pt x="872097" y="202120"/>
                </a:lnTo>
                <a:lnTo>
                  <a:pt x="871374" y="204097"/>
                </a:lnTo>
                <a:lnTo>
                  <a:pt x="868124" y="207362"/>
                </a:lnTo>
                <a:lnTo>
                  <a:pt x="866320" y="208298"/>
                </a:lnTo>
                <a:lnTo>
                  <a:pt x="864943" y="208226"/>
                </a:lnTo>
                <a:lnTo>
                  <a:pt x="864076" y="207150"/>
                </a:lnTo>
                <a:lnTo>
                  <a:pt x="863807" y="205074"/>
                </a:lnTo>
                <a:lnTo>
                  <a:pt x="864243" y="201906"/>
                </a:lnTo>
                <a:lnTo>
                  <a:pt x="865295" y="199755"/>
                </a:lnTo>
                <a:lnTo>
                  <a:pt x="866838" y="198710"/>
                </a:lnTo>
                <a:lnTo>
                  <a:pt x="867754" y="198631"/>
                </a:lnTo>
                <a:lnTo>
                  <a:pt x="870895" y="200300"/>
                </a:lnTo>
                <a:close/>
                <a:moveTo>
                  <a:pt x="881261" y="208256"/>
                </a:moveTo>
                <a:lnTo>
                  <a:pt x="885774" y="213111"/>
                </a:lnTo>
                <a:lnTo>
                  <a:pt x="886179" y="213897"/>
                </a:lnTo>
                <a:lnTo>
                  <a:pt x="885647" y="214738"/>
                </a:lnTo>
                <a:lnTo>
                  <a:pt x="883700" y="215160"/>
                </a:lnTo>
                <a:lnTo>
                  <a:pt x="877982" y="215247"/>
                </a:lnTo>
                <a:lnTo>
                  <a:pt x="872156" y="214934"/>
                </a:lnTo>
                <a:lnTo>
                  <a:pt x="870527" y="214385"/>
                </a:lnTo>
                <a:lnTo>
                  <a:pt x="870321" y="213941"/>
                </a:lnTo>
                <a:lnTo>
                  <a:pt x="871010" y="212605"/>
                </a:lnTo>
                <a:lnTo>
                  <a:pt x="875957" y="207629"/>
                </a:lnTo>
                <a:lnTo>
                  <a:pt x="879136" y="207722"/>
                </a:lnTo>
                <a:lnTo>
                  <a:pt x="881261" y="208256"/>
                </a:lnTo>
                <a:close/>
                <a:moveTo>
                  <a:pt x="880875" y="221418"/>
                </a:moveTo>
                <a:lnTo>
                  <a:pt x="881153" y="221973"/>
                </a:lnTo>
                <a:lnTo>
                  <a:pt x="880708" y="222967"/>
                </a:lnTo>
                <a:lnTo>
                  <a:pt x="878501" y="223866"/>
                </a:lnTo>
                <a:lnTo>
                  <a:pt x="875985" y="223566"/>
                </a:lnTo>
                <a:lnTo>
                  <a:pt x="874782" y="222165"/>
                </a:lnTo>
                <a:lnTo>
                  <a:pt x="875089" y="221370"/>
                </a:lnTo>
                <a:lnTo>
                  <a:pt x="876546" y="220743"/>
                </a:lnTo>
                <a:lnTo>
                  <a:pt x="879419" y="220770"/>
                </a:lnTo>
                <a:lnTo>
                  <a:pt x="880875" y="221418"/>
                </a:lnTo>
                <a:close/>
                <a:moveTo>
                  <a:pt x="893893" y="222865"/>
                </a:moveTo>
                <a:lnTo>
                  <a:pt x="894652" y="226123"/>
                </a:lnTo>
                <a:lnTo>
                  <a:pt x="894741" y="231117"/>
                </a:lnTo>
                <a:lnTo>
                  <a:pt x="893634" y="234219"/>
                </a:lnTo>
                <a:lnTo>
                  <a:pt x="892154" y="234606"/>
                </a:lnTo>
                <a:lnTo>
                  <a:pt x="890063" y="233665"/>
                </a:lnTo>
                <a:lnTo>
                  <a:pt x="885864" y="230662"/>
                </a:lnTo>
                <a:lnTo>
                  <a:pt x="885039" y="228822"/>
                </a:lnTo>
                <a:lnTo>
                  <a:pt x="886273" y="226402"/>
                </a:lnTo>
                <a:lnTo>
                  <a:pt x="889312" y="223732"/>
                </a:lnTo>
                <a:lnTo>
                  <a:pt x="892254" y="222178"/>
                </a:lnTo>
                <a:lnTo>
                  <a:pt x="893001" y="222195"/>
                </a:lnTo>
                <a:lnTo>
                  <a:pt x="893893" y="222865"/>
                </a:lnTo>
                <a:close/>
                <a:moveTo>
                  <a:pt x="867713" y="224022"/>
                </a:moveTo>
                <a:lnTo>
                  <a:pt x="870479" y="227104"/>
                </a:lnTo>
                <a:lnTo>
                  <a:pt x="871179" y="228509"/>
                </a:lnTo>
                <a:lnTo>
                  <a:pt x="871101" y="229442"/>
                </a:lnTo>
                <a:lnTo>
                  <a:pt x="869347" y="231121"/>
                </a:lnTo>
                <a:lnTo>
                  <a:pt x="865509" y="233287"/>
                </a:lnTo>
                <a:lnTo>
                  <a:pt x="864132" y="233598"/>
                </a:lnTo>
                <a:lnTo>
                  <a:pt x="862751" y="233194"/>
                </a:lnTo>
                <a:lnTo>
                  <a:pt x="861829" y="232258"/>
                </a:lnTo>
                <a:lnTo>
                  <a:pt x="861344" y="230426"/>
                </a:lnTo>
                <a:lnTo>
                  <a:pt x="861454" y="224565"/>
                </a:lnTo>
                <a:lnTo>
                  <a:pt x="862880" y="223219"/>
                </a:lnTo>
                <a:lnTo>
                  <a:pt x="864387" y="222744"/>
                </a:lnTo>
                <a:lnTo>
                  <a:pt x="866008" y="223009"/>
                </a:lnTo>
                <a:lnTo>
                  <a:pt x="867713" y="224022"/>
                </a:lnTo>
                <a:close/>
                <a:moveTo>
                  <a:pt x="906091" y="227059"/>
                </a:moveTo>
                <a:lnTo>
                  <a:pt x="921000" y="236271"/>
                </a:lnTo>
                <a:lnTo>
                  <a:pt x="922444" y="238189"/>
                </a:lnTo>
                <a:lnTo>
                  <a:pt x="922291" y="239547"/>
                </a:lnTo>
                <a:lnTo>
                  <a:pt x="919342" y="240356"/>
                </a:lnTo>
                <a:lnTo>
                  <a:pt x="913347" y="240304"/>
                </a:lnTo>
                <a:lnTo>
                  <a:pt x="902970" y="239036"/>
                </a:lnTo>
                <a:lnTo>
                  <a:pt x="900113" y="238052"/>
                </a:lnTo>
                <a:lnTo>
                  <a:pt x="899052" y="237184"/>
                </a:lnTo>
                <a:lnTo>
                  <a:pt x="899677" y="225741"/>
                </a:lnTo>
                <a:lnTo>
                  <a:pt x="900437" y="225165"/>
                </a:lnTo>
                <a:lnTo>
                  <a:pt x="902029" y="225227"/>
                </a:lnTo>
                <a:lnTo>
                  <a:pt x="906091" y="227059"/>
                </a:lnTo>
                <a:close/>
                <a:moveTo>
                  <a:pt x="855032" y="226722"/>
                </a:moveTo>
                <a:lnTo>
                  <a:pt x="856099" y="228849"/>
                </a:lnTo>
                <a:lnTo>
                  <a:pt x="856244" y="231589"/>
                </a:lnTo>
                <a:lnTo>
                  <a:pt x="855643" y="235330"/>
                </a:lnTo>
                <a:lnTo>
                  <a:pt x="854544" y="236322"/>
                </a:lnTo>
                <a:lnTo>
                  <a:pt x="850561" y="236980"/>
                </a:lnTo>
                <a:lnTo>
                  <a:pt x="842619" y="237270"/>
                </a:lnTo>
                <a:lnTo>
                  <a:pt x="837000" y="237199"/>
                </a:lnTo>
                <a:lnTo>
                  <a:pt x="835647" y="236709"/>
                </a:lnTo>
                <a:lnTo>
                  <a:pt x="836298" y="234967"/>
                </a:lnTo>
                <a:lnTo>
                  <a:pt x="839315" y="232169"/>
                </a:lnTo>
                <a:lnTo>
                  <a:pt x="844780" y="230129"/>
                </a:lnTo>
                <a:lnTo>
                  <a:pt x="853629" y="226041"/>
                </a:lnTo>
                <a:lnTo>
                  <a:pt x="855032" y="226722"/>
                </a:lnTo>
                <a:close/>
                <a:moveTo>
                  <a:pt x="880393" y="234243"/>
                </a:moveTo>
                <a:lnTo>
                  <a:pt x="882425" y="236201"/>
                </a:lnTo>
                <a:lnTo>
                  <a:pt x="882593" y="237251"/>
                </a:lnTo>
                <a:lnTo>
                  <a:pt x="881840" y="238016"/>
                </a:lnTo>
                <a:lnTo>
                  <a:pt x="878002" y="238436"/>
                </a:lnTo>
                <a:lnTo>
                  <a:pt x="876372" y="238053"/>
                </a:lnTo>
                <a:lnTo>
                  <a:pt x="875373" y="237323"/>
                </a:lnTo>
                <a:lnTo>
                  <a:pt x="875132" y="235666"/>
                </a:lnTo>
                <a:lnTo>
                  <a:pt x="876489" y="233595"/>
                </a:lnTo>
                <a:lnTo>
                  <a:pt x="878187" y="233271"/>
                </a:lnTo>
                <a:lnTo>
                  <a:pt x="880393" y="234243"/>
                </a:lnTo>
                <a:close/>
                <a:moveTo>
                  <a:pt x="878946" y="247116"/>
                </a:moveTo>
                <a:lnTo>
                  <a:pt x="877831" y="247916"/>
                </a:lnTo>
                <a:lnTo>
                  <a:pt x="877025" y="247297"/>
                </a:lnTo>
                <a:lnTo>
                  <a:pt x="877725" y="246698"/>
                </a:lnTo>
                <a:lnTo>
                  <a:pt x="878946" y="247116"/>
                </a:lnTo>
                <a:close/>
                <a:moveTo>
                  <a:pt x="893893" y="247647"/>
                </a:moveTo>
                <a:lnTo>
                  <a:pt x="894740" y="249288"/>
                </a:lnTo>
                <a:lnTo>
                  <a:pt x="894795" y="250947"/>
                </a:lnTo>
                <a:lnTo>
                  <a:pt x="894005" y="253634"/>
                </a:lnTo>
                <a:lnTo>
                  <a:pt x="893086" y="254713"/>
                </a:lnTo>
                <a:lnTo>
                  <a:pt x="891064" y="255363"/>
                </a:lnTo>
                <a:lnTo>
                  <a:pt x="889320" y="255144"/>
                </a:lnTo>
                <a:lnTo>
                  <a:pt x="886462" y="253979"/>
                </a:lnTo>
                <a:lnTo>
                  <a:pt x="885414" y="253121"/>
                </a:lnTo>
                <a:lnTo>
                  <a:pt x="885178" y="252173"/>
                </a:lnTo>
                <a:lnTo>
                  <a:pt x="885764" y="251057"/>
                </a:lnTo>
                <a:lnTo>
                  <a:pt x="889939" y="247691"/>
                </a:lnTo>
                <a:lnTo>
                  <a:pt x="892244" y="246776"/>
                </a:lnTo>
                <a:lnTo>
                  <a:pt x="893893" y="247647"/>
                </a:lnTo>
                <a:close/>
                <a:moveTo>
                  <a:pt x="868484" y="249141"/>
                </a:moveTo>
                <a:lnTo>
                  <a:pt x="870244" y="250655"/>
                </a:lnTo>
                <a:lnTo>
                  <a:pt x="871013" y="252001"/>
                </a:lnTo>
                <a:lnTo>
                  <a:pt x="870796" y="253165"/>
                </a:lnTo>
                <a:lnTo>
                  <a:pt x="869598" y="254129"/>
                </a:lnTo>
                <a:lnTo>
                  <a:pt x="867423" y="254879"/>
                </a:lnTo>
                <a:lnTo>
                  <a:pt x="864644" y="255065"/>
                </a:lnTo>
                <a:lnTo>
                  <a:pt x="862532" y="254178"/>
                </a:lnTo>
                <a:lnTo>
                  <a:pt x="861540" y="253014"/>
                </a:lnTo>
                <a:lnTo>
                  <a:pt x="860759" y="250227"/>
                </a:lnTo>
                <a:lnTo>
                  <a:pt x="860882" y="249237"/>
                </a:lnTo>
                <a:lnTo>
                  <a:pt x="861850" y="247860"/>
                </a:lnTo>
                <a:lnTo>
                  <a:pt x="864680" y="247426"/>
                </a:lnTo>
                <a:lnTo>
                  <a:pt x="868484" y="249141"/>
                </a:lnTo>
                <a:close/>
                <a:moveTo>
                  <a:pt x="885021" y="261870"/>
                </a:moveTo>
                <a:lnTo>
                  <a:pt x="886001" y="262311"/>
                </a:lnTo>
                <a:lnTo>
                  <a:pt x="886460" y="263028"/>
                </a:lnTo>
                <a:lnTo>
                  <a:pt x="885862" y="264769"/>
                </a:lnTo>
                <a:lnTo>
                  <a:pt x="880651" y="267948"/>
                </a:lnTo>
                <a:lnTo>
                  <a:pt x="878174" y="268844"/>
                </a:lnTo>
                <a:lnTo>
                  <a:pt x="872998" y="266896"/>
                </a:lnTo>
                <a:lnTo>
                  <a:pt x="869894" y="265035"/>
                </a:lnTo>
                <a:lnTo>
                  <a:pt x="868886" y="263829"/>
                </a:lnTo>
                <a:lnTo>
                  <a:pt x="869438" y="262366"/>
                </a:lnTo>
                <a:lnTo>
                  <a:pt x="871443" y="261545"/>
                </a:lnTo>
                <a:lnTo>
                  <a:pt x="885021" y="261870"/>
                </a:lnTo>
                <a:close/>
                <a:moveTo>
                  <a:pt x="855080" y="262882"/>
                </a:moveTo>
                <a:lnTo>
                  <a:pt x="855989" y="263718"/>
                </a:lnTo>
                <a:lnTo>
                  <a:pt x="856322" y="264781"/>
                </a:lnTo>
                <a:lnTo>
                  <a:pt x="856416" y="268591"/>
                </a:lnTo>
                <a:lnTo>
                  <a:pt x="855616" y="274344"/>
                </a:lnTo>
                <a:lnTo>
                  <a:pt x="854289" y="276323"/>
                </a:lnTo>
                <a:lnTo>
                  <a:pt x="853035" y="276350"/>
                </a:lnTo>
                <a:lnTo>
                  <a:pt x="844866" y="272168"/>
                </a:lnTo>
                <a:lnTo>
                  <a:pt x="842037" y="270244"/>
                </a:lnTo>
                <a:lnTo>
                  <a:pt x="840695" y="268484"/>
                </a:lnTo>
                <a:lnTo>
                  <a:pt x="840901" y="267490"/>
                </a:lnTo>
                <a:lnTo>
                  <a:pt x="842258" y="266621"/>
                </a:lnTo>
                <a:lnTo>
                  <a:pt x="847788" y="264877"/>
                </a:lnTo>
                <a:lnTo>
                  <a:pt x="852584" y="262782"/>
                </a:lnTo>
                <a:lnTo>
                  <a:pt x="855080" y="262882"/>
                </a:lnTo>
                <a:close/>
                <a:moveTo>
                  <a:pt x="906670" y="264907"/>
                </a:moveTo>
                <a:lnTo>
                  <a:pt x="914478" y="267876"/>
                </a:lnTo>
                <a:lnTo>
                  <a:pt x="914962" y="269123"/>
                </a:lnTo>
                <a:lnTo>
                  <a:pt x="914288" y="270886"/>
                </a:lnTo>
                <a:lnTo>
                  <a:pt x="912607" y="272559"/>
                </a:lnTo>
                <a:lnTo>
                  <a:pt x="904802" y="276494"/>
                </a:lnTo>
                <a:lnTo>
                  <a:pt x="901890" y="277088"/>
                </a:lnTo>
                <a:lnTo>
                  <a:pt x="900156" y="276754"/>
                </a:lnTo>
                <a:lnTo>
                  <a:pt x="899520" y="275930"/>
                </a:lnTo>
                <a:lnTo>
                  <a:pt x="899152" y="272060"/>
                </a:lnTo>
                <a:lnTo>
                  <a:pt x="899335" y="267180"/>
                </a:lnTo>
                <a:lnTo>
                  <a:pt x="900016" y="264281"/>
                </a:lnTo>
                <a:lnTo>
                  <a:pt x="902439" y="263690"/>
                </a:lnTo>
                <a:lnTo>
                  <a:pt x="906670" y="264907"/>
                </a:lnTo>
                <a:close/>
                <a:moveTo>
                  <a:pt x="893555" y="268765"/>
                </a:moveTo>
                <a:lnTo>
                  <a:pt x="894574" y="271582"/>
                </a:lnTo>
                <a:lnTo>
                  <a:pt x="894431" y="275796"/>
                </a:lnTo>
                <a:lnTo>
                  <a:pt x="893693" y="276888"/>
                </a:lnTo>
                <a:lnTo>
                  <a:pt x="892369" y="277432"/>
                </a:lnTo>
                <a:lnTo>
                  <a:pt x="889885" y="276938"/>
                </a:lnTo>
                <a:lnTo>
                  <a:pt x="888179" y="275814"/>
                </a:lnTo>
                <a:lnTo>
                  <a:pt x="886661" y="274116"/>
                </a:lnTo>
                <a:lnTo>
                  <a:pt x="885921" y="272534"/>
                </a:lnTo>
                <a:lnTo>
                  <a:pt x="886082" y="271627"/>
                </a:lnTo>
                <a:lnTo>
                  <a:pt x="887374" y="270323"/>
                </a:lnTo>
                <a:lnTo>
                  <a:pt x="891240" y="268302"/>
                </a:lnTo>
                <a:lnTo>
                  <a:pt x="892464" y="268020"/>
                </a:lnTo>
                <a:lnTo>
                  <a:pt x="893555" y="268765"/>
                </a:lnTo>
                <a:close/>
                <a:moveTo>
                  <a:pt x="867857" y="270741"/>
                </a:moveTo>
                <a:lnTo>
                  <a:pt x="868897" y="271826"/>
                </a:lnTo>
                <a:lnTo>
                  <a:pt x="869149" y="273064"/>
                </a:lnTo>
                <a:lnTo>
                  <a:pt x="868603" y="274557"/>
                </a:lnTo>
                <a:lnTo>
                  <a:pt x="867287" y="276223"/>
                </a:lnTo>
                <a:lnTo>
                  <a:pt x="866223" y="276948"/>
                </a:lnTo>
                <a:lnTo>
                  <a:pt x="864013" y="277384"/>
                </a:lnTo>
                <a:lnTo>
                  <a:pt x="862095" y="276625"/>
                </a:lnTo>
                <a:lnTo>
                  <a:pt x="861396" y="275857"/>
                </a:lnTo>
                <a:lnTo>
                  <a:pt x="860817" y="273663"/>
                </a:lnTo>
                <a:lnTo>
                  <a:pt x="861381" y="271483"/>
                </a:lnTo>
                <a:lnTo>
                  <a:pt x="862354" y="270293"/>
                </a:lnTo>
                <a:lnTo>
                  <a:pt x="863681" y="269669"/>
                </a:lnTo>
                <a:lnTo>
                  <a:pt x="865256" y="269635"/>
                </a:lnTo>
                <a:lnTo>
                  <a:pt x="867857" y="270741"/>
                </a:lnTo>
                <a:close/>
                <a:moveTo>
                  <a:pt x="828032" y="273490"/>
                </a:moveTo>
                <a:lnTo>
                  <a:pt x="828640" y="274505"/>
                </a:lnTo>
                <a:lnTo>
                  <a:pt x="828726" y="275725"/>
                </a:lnTo>
                <a:lnTo>
                  <a:pt x="828032" y="277443"/>
                </a:lnTo>
                <a:lnTo>
                  <a:pt x="827153" y="278212"/>
                </a:lnTo>
                <a:lnTo>
                  <a:pt x="820589" y="278344"/>
                </a:lnTo>
                <a:lnTo>
                  <a:pt x="818628" y="277848"/>
                </a:lnTo>
                <a:lnTo>
                  <a:pt x="817770" y="276993"/>
                </a:lnTo>
                <a:lnTo>
                  <a:pt x="818307" y="275287"/>
                </a:lnTo>
                <a:lnTo>
                  <a:pt x="820417" y="274190"/>
                </a:lnTo>
                <a:lnTo>
                  <a:pt x="825613" y="272847"/>
                </a:lnTo>
                <a:lnTo>
                  <a:pt x="827079" y="272895"/>
                </a:lnTo>
                <a:lnTo>
                  <a:pt x="828032" y="273490"/>
                </a:lnTo>
                <a:close/>
                <a:moveTo>
                  <a:pt x="937768" y="275707"/>
                </a:moveTo>
                <a:lnTo>
                  <a:pt x="944450" y="278475"/>
                </a:lnTo>
                <a:lnTo>
                  <a:pt x="945640" y="279754"/>
                </a:lnTo>
                <a:lnTo>
                  <a:pt x="944904" y="280481"/>
                </a:lnTo>
                <a:lnTo>
                  <a:pt x="942956" y="280933"/>
                </a:lnTo>
                <a:lnTo>
                  <a:pt x="935784" y="281345"/>
                </a:lnTo>
                <a:lnTo>
                  <a:pt x="930584" y="280915"/>
                </a:lnTo>
                <a:lnTo>
                  <a:pt x="928752" y="278624"/>
                </a:lnTo>
                <a:lnTo>
                  <a:pt x="927643" y="275756"/>
                </a:lnTo>
                <a:lnTo>
                  <a:pt x="928145" y="274501"/>
                </a:lnTo>
                <a:lnTo>
                  <a:pt x="930608" y="273779"/>
                </a:lnTo>
                <a:lnTo>
                  <a:pt x="934581" y="274463"/>
                </a:lnTo>
                <a:lnTo>
                  <a:pt x="937768" y="275707"/>
                </a:lnTo>
                <a:close/>
                <a:moveTo>
                  <a:pt x="839314" y="274743"/>
                </a:moveTo>
                <a:lnTo>
                  <a:pt x="839855" y="276750"/>
                </a:lnTo>
                <a:lnTo>
                  <a:pt x="838665" y="278228"/>
                </a:lnTo>
                <a:lnTo>
                  <a:pt x="836978" y="277892"/>
                </a:lnTo>
                <a:lnTo>
                  <a:pt x="835114" y="276224"/>
                </a:lnTo>
                <a:lnTo>
                  <a:pt x="835402" y="275225"/>
                </a:lnTo>
                <a:lnTo>
                  <a:pt x="836759" y="274400"/>
                </a:lnTo>
                <a:lnTo>
                  <a:pt x="838429" y="274291"/>
                </a:lnTo>
                <a:lnTo>
                  <a:pt x="839314" y="274743"/>
                </a:lnTo>
                <a:close/>
                <a:moveTo>
                  <a:pt x="920411" y="275129"/>
                </a:moveTo>
                <a:lnTo>
                  <a:pt x="921364" y="276134"/>
                </a:lnTo>
                <a:lnTo>
                  <a:pt x="922028" y="278177"/>
                </a:lnTo>
                <a:lnTo>
                  <a:pt x="921857" y="279516"/>
                </a:lnTo>
                <a:lnTo>
                  <a:pt x="920998" y="280471"/>
                </a:lnTo>
                <a:lnTo>
                  <a:pt x="919741" y="281110"/>
                </a:lnTo>
                <a:lnTo>
                  <a:pt x="917453" y="281398"/>
                </a:lnTo>
                <a:lnTo>
                  <a:pt x="915890" y="281089"/>
                </a:lnTo>
                <a:lnTo>
                  <a:pt x="914040" y="279978"/>
                </a:lnTo>
                <a:lnTo>
                  <a:pt x="914469" y="278598"/>
                </a:lnTo>
                <a:lnTo>
                  <a:pt x="918347" y="275278"/>
                </a:lnTo>
                <a:lnTo>
                  <a:pt x="919339" y="274740"/>
                </a:lnTo>
                <a:lnTo>
                  <a:pt x="920411" y="275129"/>
                </a:lnTo>
                <a:close/>
                <a:moveTo>
                  <a:pt x="879188" y="278166"/>
                </a:moveTo>
                <a:lnTo>
                  <a:pt x="879760" y="279211"/>
                </a:lnTo>
                <a:lnTo>
                  <a:pt x="878629" y="279857"/>
                </a:lnTo>
                <a:lnTo>
                  <a:pt x="876005" y="279786"/>
                </a:lnTo>
                <a:lnTo>
                  <a:pt x="875213" y="279095"/>
                </a:lnTo>
                <a:lnTo>
                  <a:pt x="875828" y="278015"/>
                </a:lnTo>
                <a:lnTo>
                  <a:pt x="876830" y="277597"/>
                </a:lnTo>
                <a:lnTo>
                  <a:pt x="879188" y="278166"/>
                </a:lnTo>
                <a:close/>
                <a:moveTo>
                  <a:pt x="882514" y="286797"/>
                </a:moveTo>
                <a:lnTo>
                  <a:pt x="882702" y="287372"/>
                </a:lnTo>
                <a:lnTo>
                  <a:pt x="882175" y="288448"/>
                </a:lnTo>
                <a:lnTo>
                  <a:pt x="878861" y="289772"/>
                </a:lnTo>
                <a:lnTo>
                  <a:pt x="875909" y="289449"/>
                </a:lnTo>
                <a:lnTo>
                  <a:pt x="873922" y="288254"/>
                </a:lnTo>
                <a:lnTo>
                  <a:pt x="873475" y="287377"/>
                </a:lnTo>
                <a:lnTo>
                  <a:pt x="874421" y="286202"/>
                </a:lnTo>
                <a:lnTo>
                  <a:pt x="877210" y="285762"/>
                </a:lnTo>
                <a:lnTo>
                  <a:pt x="880530" y="285984"/>
                </a:lnTo>
                <a:lnTo>
                  <a:pt x="882514" y="286797"/>
                </a:lnTo>
                <a:close/>
                <a:moveTo>
                  <a:pt x="893700" y="288677"/>
                </a:moveTo>
                <a:lnTo>
                  <a:pt x="894572" y="291614"/>
                </a:lnTo>
                <a:lnTo>
                  <a:pt x="894560" y="297405"/>
                </a:lnTo>
                <a:lnTo>
                  <a:pt x="893700" y="300007"/>
                </a:lnTo>
                <a:lnTo>
                  <a:pt x="892266" y="300621"/>
                </a:lnTo>
                <a:lnTo>
                  <a:pt x="885052" y="295962"/>
                </a:lnTo>
                <a:lnTo>
                  <a:pt x="884586" y="295412"/>
                </a:lnTo>
                <a:lnTo>
                  <a:pt x="884437" y="294030"/>
                </a:lnTo>
                <a:lnTo>
                  <a:pt x="886005" y="291561"/>
                </a:lnTo>
                <a:lnTo>
                  <a:pt x="889457" y="289111"/>
                </a:lnTo>
                <a:lnTo>
                  <a:pt x="892410" y="287791"/>
                </a:lnTo>
                <a:lnTo>
                  <a:pt x="893700" y="288677"/>
                </a:lnTo>
                <a:close/>
                <a:moveTo>
                  <a:pt x="867713" y="289641"/>
                </a:moveTo>
                <a:lnTo>
                  <a:pt x="870535" y="292589"/>
                </a:lnTo>
                <a:lnTo>
                  <a:pt x="871184" y="294218"/>
                </a:lnTo>
                <a:lnTo>
                  <a:pt x="870947" y="295433"/>
                </a:lnTo>
                <a:lnTo>
                  <a:pt x="868912" y="297068"/>
                </a:lnTo>
                <a:lnTo>
                  <a:pt x="864496" y="299536"/>
                </a:lnTo>
                <a:lnTo>
                  <a:pt x="862442" y="300156"/>
                </a:lnTo>
                <a:lnTo>
                  <a:pt x="861064" y="299895"/>
                </a:lnTo>
                <a:lnTo>
                  <a:pt x="860351" y="298414"/>
                </a:lnTo>
                <a:lnTo>
                  <a:pt x="860166" y="293443"/>
                </a:lnTo>
                <a:lnTo>
                  <a:pt x="860513" y="289982"/>
                </a:lnTo>
                <a:lnTo>
                  <a:pt x="861300" y="288050"/>
                </a:lnTo>
                <a:lnTo>
                  <a:pt x="864929" y="288559"/>
                </a:lnTo>
                <a:lnTo>
                  <a:pt x="867713" y="289641"/>
                </a:lnTo>
                <a:close/>
                <a:moveTo>
                  <a:pt x="882755" y="299815"/>
                </a:moveTo>
                <a:lnTo>
                  <a:pt x="885516" y="302718"/>
                </a:lnTo>
                <a:lnTo>
                  <a:pt x="885504" y="303117"/>
                </a:lnTo>
                <a:lnTo>
                  <a:pt x="884586" y="303636"/>
                </a:lnTo>
                <a:lnTo>
                  <a:pt x="876556" y="303948"/>
                </a:lnTo>
                <a:lnTo>
                  <a:pt x="873818" y="303570"/>
                </a:lnTo>
                <a:lnTo>
                  <a:pt x="872540" y="302750"/>
                </a:lnTo>
                <a:lnTo>
                  <a:pt x="872411" y="302150"/>
                </a:lnTo>
                <a:lnTo>
                  <a:pt x="873098" y="300523"/>
                </a:lnTo>
                <a:lnTo>
                  <a:pt x="875620" y="297307"/>
                </a:lnTo>
                <a:lnTo>
                  <a:pt x="879541" y="297565"/>
                </a:lnTo>
                <a:lnTo>
                  <a:pt x="882755" y="299815"/>
                </a:lnTo>
                <a:close/>
                <a:moveTo>
                  <a:pt x="882225" y="309457"/>
                </a:moveTo>
                <a:lnTo>
                  <a:pt x="882878" y="310545"/>
                </a:lnTo>
                <a:lnTo>
                  <a:pt x="882187" y="311596"/>
                </a:lnTo>
                <a:lnTo>
                  <a:pt x="877018" y="313411"/>
                </a:lnTo>
                <a:lnTo>
                  <a:pt x="873757" y="311735"/>
                </a:lnTo>
                <a:lnTo>
                  <a:pt x="872706" y="310538"/>
                </a:lnTo>
                <a:lnTo>
                  <a:pt x="873257" y="309554"/>
                </a:lnTo>
                <a:lnTo>
                  <a:pt x="875717" y="308844"/>
                </a:lnTo>
                <a:lnTo>
                  <a:pt x="880008" y="308801"/>
                </a:lnTo>
                <a:lnTo>
                  <a:pt x="882225" y="309457"/>
                </a:lnTo>
                <a:close/>
                <a:moveTo>
                  <a:pt x="866604" y="312640"/>
                </a:moveTo>
                <a:lnTo>
                  <a:pt x="868169" y="313584"/>
                </a:lnTo>
                <a:lnTo>
                  <a:pt x="870021" y="315466"/>
                </a:lnTo>
                <a:lnTo>
                  <a:pt x="870922" y="317413"/>
                </a:lnTo>
                <a:lnTo>
                  <a:pt x="870798" y="318474"/>
                </a:lnTo>
                <a:lnTo>
                  <a:pt x="869569" y="319554"/>
                </a:lnTo>
                <a:lnTo>
                  <a:pt x="866405" y="320384"/>
                </a:lnTo>
                <a:lnTo>
                  <a:pt x="862967" y="320134"/>
                </a:lnTo>
                <a:lnTo>
                  <a:pt x="861252" y="319293"/>
                </a:lnTo>
                <a:lnTo>
                  <a:pt x="860294" y="318192"/>
                </a:lnTo>
                <a:lnTo>
                  <a:pt x="859974" y="316666"/>
                </a:lnTo>
                <a:lnTo>
                  <a:pt x="860188" y="313229"/>
                </a:lnTo>
                <a:lnTo>
                  <a:pt x="860862" y="311897"/>
                </a:lnTo>
                <a:lnTo>
                  <a:pt x="862931" y="311427"/>
                </a:lnTo>
                <a:lnTo>
                  <a:pt x="866604" y="312640"/>
                </a:lnTo>
                <a:close/>
                <a:moveTo>
                  <a:pt x="894375" y="313507"/>
                </a:moveTo>
                <a:lnTo>
                  <a:pt x="894824" y="316454"/>
                </a:lnTo>
                <a:lnTo>
                  <a:pt x="894588" y="319771"/>
                </a:lnTo>
                <a:lnTo>
                  <a:pt x="893983" y="321334"/>
                </a:lnTo>
                <a:lnTo>
                  <a:pt x="892964" y="322137"/>
                </a:lnTo>
                <a:lnTo>
                  <a:pt x="890965" y="322014"/>
                </a:lnTo>
                <a:lnTo>
                  <a:pt x="886254" y="319492"/>
                </a:lnTo>
                <a:lnTo>
                  <a:pt x="885130" y="318335"/>
                </a:lnTo>
                <a:lnTo>
                  <a:pt x="885065" y="317411"/>
                </a:lnTo>
                <a:lnTo>
                  <a:pt x="885938" y="315629"/>
                </a:lnTo>
                <a:lnTo>
                  <a:pt x="889572" y="312567"/>
                </a:lnTo>
                <a:lnTo>
                  <a:pt x="892531" y="311687"/>
                </a:lnTo>
                <a:lnTo>
                  <a:pt x="893484" y="312184"/>
                </a:lnTo>
                <a:lnTo>
                  <a:pt x="894375" y="313507"/>
                </a:lnTo>
                <a:close/>
                <a:moveTo>
                  <a:pt x="854839" y="313218"/>
                </a:moveTo>
                <a:lnTo>
                  <a:pt x="855698" y="314853"/>
                </a:lnTo>
                <a:lnTo>
                  <a:pt x="855773" y="316870"/>
                </a:lnTo>
                <a:lnTo>
                  <a:pt x="855088" y="318716"/>
                </a:lnTo>
                <a:lnTo>
                  <a:pt x="853586" y="320306"/>
                </a:lnTo>
                <a:lnTo>
                  <a:pt x="839133" y="320842"/>
                </a:lnTo>
                <a:lnTo>
                  <a:pt x="837605" y="320614"/>
                </a:lnTo>
                <a:lnTo>
                  <a:pt x="836373" y="319534"/>
                </a:lnTo>
                <a:lnTo>
                  <a:pt x="837334" y="318126"/>
                </a:lnTo>
                <a:lnTo>
                  <a:pt x="838513" y="317274"/>
                </a:lnTo>
                <a:lnTo>
                  <a:pt x="845272" y="315161"/>
                </a:lnTo>
                <a:lnTo>
                  <a:pt x="850672" y="312807"/>
                </a:lnTo>
                <a:lnTo>
                  <a:pt x="852882" y="312349"/>
                </a:lnTo>
                <a:lnTo>
                  <a:pt x="854839" y="313218"/>
                </a:lnTo>
                <a:close/>
                <a:moveTo>
                  <a:pt x="906911" y="313749"/>
                </a:moveTo>
                <a:lnTo>
                  <a:pt x="920859" y="321034"/>
                </a:lnTo>
                <a:lnTo>
                  <a:pt x="921990" y="321975"/>
                </a:lnTo>
                <a:lnTo>
                  <a:pt x="922083" y="323254"/>
                </a:lnTo>
                <a:lnTo>
                  <a:pt x="920481" y="324056"/>
                </a:lnTo>
                <a:lnTo>
                  <a:pt x="912504" y="324018"/>
                </a:lnTo>
                <a:lnTo>
                  <a:pt x="904047" y="323420"/>
                </a:lnTo>
                <a:lnTo>
                  <a:pt x="901210" y="322481"/>
                </a:lnTo>
                <a:lnTo>
                  <a:pt x="900259" y="321430"/>
                </a:lnTo>
                <a:lnTo>
                  <a:pt x="899457" y="319141"/>
                </a:lnTo>
                <a:lnTo>
                  <a:pt x="899236" y="315491"/>
                </a:lnTo>
                <a:lnTo>
                  <a:pt x="899694" y="313413"/>
                </a:lnTo>
                <a:lnTo>
                  <a:pt x="900415" y="312672"/>
                </a:lnTo>
                <a:lnTo>
                  <a:pt x="902294" y="312211"/>
                </a:lnTo>
                <a:lnTo>
                  <a:pt x="904615" y="312593"/>
                </a:lnTo>
                <a:lnTo>
                  <a:pt x="906911" y="313749"/>
                </a:lnTo>
                <a:close/>
                <a:moveTo>
                  <a:pt x="880441" y="329611"/>
                </a:moveTo>
                <a:lnTo>
                  <a:pt x="881303" y="330871"/>
                </a:lnTo>
                <a:lnTo>
                  <a:pt x="880104" y="332456"/>
                </a:lnTo>
                <a:lnTo>
                  <a:pt x="878104" y="333387"/>
                </a:lnTo>
                <a:lnTo>
                  <a:pt x="876970" y="333257"/>
                </a:lnTo>
                <a:lnTo>
                  <a:pt x="876113" y="332578"/>
                </a:lnTo>
                <a:lnTo>
                  <a:pt x="875571" y="330624"/>
                </a:lnTo>
                <a:lnTo>
                  <a:pt x="876268" y="329627"/>
                </a:lnTo>
                <a:lnTo>
                  <a:pt x="878560" y="329149"/>
                </a:lnTo>
                <a:lnTo>
                  <a:pt x="880441" y="329611"/>
                </a:lnTo>
                <a:close/>
                <a:moveTo>
                  <a:pt x="864482" y="332022"/>
                </a:moveTo>
                <a:lnTo>
                  <a:pt x="869839" y="335534"/>
                </a:lnTo>
                <a:lnTo>
                  <a:pt x="870638" y="337659"/>
                </a:lnTo>
                <a:lnTo>
                  <a:pt x="869685" y="338907"/>
                </a:lnTo>
                <a:lnTo>
                  <a:pt x="863624" y="342465"/>
                </a:lnTo>
                <a:lnTo>
                  <a:pt x="860947" y="342906"/>
                </a:lnTo>
                <a:lnTo>
                  <a:pt x="859890" y="341893"/>
                </a:lnTo>
                <a:lnTo>
                  <a:pt x="859389" y="339800"/>
                </a:lnTo>
                <a:lnTo>
                  <a:pt x="860000" y="332843"/>
                </a:lnTo>
                <a:lnTo>
                  <a:pt x="861249" y="331260"/>
                </a:lnTo>
                <a:lnTo>
                  <a:pt x="862604" y="331267"/>
                </a:lnTo>
                <a:lnTo>
                  <a:pt x="864482" y="332022"/>
                </a:lnTo>
                <a:close/>
                <a:moveTo>
                  <a:pt x="895580" y="332697"/>
                </a:moveTo>
                <a:lnTo>
                  <a:pt x="896963" y="334809"/>
                </a:lnTo>
                <a:lnTo>
                  <a:pt x="897640" y="337294"/>
                </a:lnTo>
                <a:lnTo>
                  <a:pt x="897332" y="340661"/>
                </a:lnTo>
                <a:lnTo>
                  <a:pt x="896244" y="341962"/>
                </a:lnTo>
                <a:lnTo>
                  <a:pt x="894900" y="342066"/>
                </a:lnTo>
                <a:lnTo>
                  <a:pt x="892169" y="341065"/>
                </a:lnTo>
                <a:lnTo>
                  <a:pt x="888005" y="338956"/>
                </a:lnTo>
                <a:lnTo>
                  <a:pt x="886436" y="337707"/>
                </a:lnTo>
                <a:lnTo>
                  <a:pt x="886316" y="336435"/>
                </a:lnTo>
                <a:lnTo>
                  <a:pt x="887175" y="334897"/>
                </a:lnTo>
                <a:lnTo>
                  <a:pt x="890489" y="332209"/>
                </a:lnTo>
                <a:lnTo>
                  <a:pt x="893266" y="331537"/>
                </a:lnTo>
                <a:lnTo>
                  <a:pt x="895580" y="332697"/>
                </a:lnTo>
                <a:close/>
                <a:moveTo>
                  <a:pt x="882032" y="342436"/>
                </a:moveTo>
                <a:lnTo>
                  <a:pt x="889737" y="347159"/>
                </a:lnTo>
                <a:lnTo>
                  <a:pt x="891193" y="348511"/>
                </a:lnTo>
                <a:lnTo>
                  <a:pt x="891420" y="349365"/>
                </a:lnTo>
                <a:lnTo>
                  <a:pt x="890777" y="350904"/>
                </a:lnTo>
                <a:lnTo>
                  <a:pt x="888976" y="352715"/>
                </a:lnTo>
                <a:lnTo>
                  <a:pt x="882645" y="357411"/>
                </a:lnTo>
                <a:lnTo>
                  <a:pt x="880148" y="358689"/>
                </a:lnTo>
                <a:lnTo>
                  <a:pt x="877476" y="359285"/>
                </a:lnTo>
                <a:lnTo>
                  <a:pt x="874598" y="358463"/>
                </a:lnTo>
                <a:lnTo>
                  <a:pt x="867339" y="353383"/>
                </a:lnTo>
                <a:lnTo>
                  <a:pt x="863825" y="349475"/>
                </a:lnTo>
                <a:lnTo>
                  <a:pt x="863819" y="348513"/>
                </a:lnTo>
                <a:lnTo>
                  <a:pt x="865019" y="347245"/>
                </a:lnTo>
                <a:lnTo>
                  <a:pt x="876373" y="341042"/>
                </a:lnTo>
                <a:lnTo>
                  <a:pt x="878007" y="340813"/>
                </a:lnTo>
                <a:lnTo>
                  <a:pt x="882032" y="342436"/>
                </a:lnTo>
                <a:close/>
                <a:moveTo>
                  <a:pt x="861734" y="355213"/>
                </a:moveTo>
                <a:lnTo>
                  <a:pt x="869326" y="360640"/>
                </a:lnTo>
                <a:lnTo>
                  <a:pt x="870946" y="362996"/>
                </a:lnTo>
                <a:lnTo>
                  <a:pt x="871088" y="364470"/>
                </a:lnTo>
                <a:lnTo>
                  <a:pt x="859299" y="373100"/>
                </a:lnTo>
                <a:lnTo>
                  <a:pt x="854598" y="374932"/>
                </a:lnTo>
                <a:lnTo>
                  <a:pt x="853230" y="373150"/>
                </a:lnTo>
                <a:lnTo>
                  <a:pt x="852971" y="371877"/>
                </a:lnTo>
                <a:lnTo>
                  <a:pt x="855098" y="364548"/>
                </a:lnTo>
                <a:lnTo>
                  <a:pt x="856538" y="356338"/>
                </a:lnTo>
                <a:lnTo>
                  <a:pt x="857877" y="354809"/>
                </a:lnTo>
                <a:lnTo>
                  <a:pt x="859568" y="354710"/>
                </a:lnTo>
                <a:lnTo>
                  <a:pt x="861734" y="355213"/>
                </a:lnTo>
                <a:close/>
                <a:moveTo>
                  <a:pt x="897895" y="355550"/>
                </a:moveTo>
                <a:lnTo>
                  <a:pt x="899894" y="359983"/>
                </a:lnTo>
                <a:lnTo>
                  <a:pt x="901647" y="368084"/>
                </a:lnTo>
                <a:lnTo>
                  <a:pt x="901958" y="373519"/>
                </a:lnTo>
                <a:lnTo>
                  <a:pt x="901679" y="374517"/>
                </a:lnTo>
                <a:lnTo>
                  <a:pt x="900529" y="375335"/>
                </a:lnTo>
                <a:lnTo>
                  <a:pt x="898564" y="374631"/>
                </a:lnTo>
                <a:lnTo>
                  <a:pt x="887474" y="366915"/>
                </a:lnTo>
                <a:lnTo>
                  <a:pt x="884732" y="364325"/>
                </a:lnTo>
                <a:lnTo>
                  <a:pt x="887502" y="360968"/>
                </a:lnTo>
                <a:lnTo>
                  <a:pt x="894806" y="355087"/>
                </a:lnTo>
                <a:lnTo>
                  <a:pt x="896415" y="354740"/>
                </a:lnTo>
                <a:lnTo>
                  <a:pt x="897895" y="355550"/>
                </a:lnTo>
                <a:close/>
                <a:moveTo>
                  <a:pt x="882707" y="369581"/>
                </a:moveTo>
                <a:lnTo>
                  <a:pt x="892949" y="376659"/>
                </a:lnTo>
                <a:lnTo>
                  <a:pt x="896977" y="378623"/>
                </a:lnTo>
                <a:lnTo>
                  <a:pt x="897540" y="379488"/>
                </a:lnTo>
                <a:lnTo>
                  <a:pt x="897663" y="381330"/>
                </a:lnTo>
                <a:lnTo>
                  <a:pt x="897099" y="382791"/>
                </a:lnTo>
                <a:lnTo>
                  <a:pt x="895702" y="384045"/>
                </a:lnTo>
                <a:lnTo>
                  <a:pt x="891228" y="386653"/>
                </a:lnTo>
                <a:lnTo>
                  <a:pt x="882617" y="392755"/>
                </a:lnTo>
                <a:lnTo>
                  <a:pt x="879634" y="393371"/>
                </a:lnTo>
                <a:lnTo>
                  <a:pt x="876955" y="392281"/>
                </a:lnTo>
                <a:lnTo>
                  <a:pt x="865763" y="384521"/>
                </a:lnTo>
                <a:lnTo>
                  <a:pt x="863209" y="381827"/>
                </a:lnTo>
                <a:lnTo>
                  <a:pt x="862912" y="380225"/>
                </a:lnTo>
                <a:lnTo>
                  <a:pt x="864546" y="377899"/>
                </a:lnTo>
                <a:lnTo>
                  <a:pt x="876668" y="369014"/>
                </a:lnTo>
                <a:lnTo>
                  <a:pt x="879091" y="368182"/>
                </a:lnTo>
                <a:lnTo>
                  <a:pt x="882707" y="369581"/>
                </a:lnTo>
                <a:close/>
                <a:moveTo>
                  <a:pt x="856382" y="386890"/>
                </a:moveTo>
                <a:lnTo>
                  <a:pt x="868399" y="395429"/>
                </a:lnTo>
                <a:lnTo>
                  <a:pt x="870750" y="397617"/>
                </a:lnTo>
                <a:lnTo>
                  <a:pt x="871272" y="399204"/>
                </a:lnTo>
                <a:lnTo>
                  <a:pt x="869255" y="401306"/>
                </a:lnTo>
                <a:lnTo>
                  <a:pt x="852610" y="412349"/>
                </a:lnTo>
                <a:lnTo>
                  <a:pt x="849395" y="413473"/>
                </a:lnTo>
                <a:lnTo>
                  <a:pt x="848249" y="412414"/>
                </a:lnTo>
                <a:lnTo>
                  <a:pt x="847854" y="407940"/>
                </a:lnTo>
                <a:lnTo>
                  <a:pt x="849189" y="396461"/>
                </a:lnTo>
                <a:lnTo>
                  <a:pt x="850454" y="390392"/>
                </a:lnTo>
                <a:lnTo>
                  <a:pt x="851953" y="386983"/>
                </a:lnTo>
                <a:lnTo>
                  <a:pt x="853269" y="385817"/>
                </a:lnTo>
                <a:lnTo>
                  <a:pt x="854622" y="385682"/>
                </a:lnTo>
                <a:lnTo>
                  <a:pt x="856382" y="386890"/>
                </a:lnTo>
                <a:close/>
                <a:moveTo>
                  <a:pt x="904404" y="387179"/>
                </a:moveTo>
                <a:lnTo>
                  <a:pt x="905138" y="389069"/>
                </a:lnTo>
                <a:lnTo>
                  <a:pt x="906493" y="401775"/>
                </a:lnTo>
                <a:lnTo>
                  <a:pt x="908116" y="409599"/>
                </a:lnTo>
                <a:lnTo>
                  <a:pt x="907590" y="411456"/>
                </a:lnTo>
                <a:lnTo>
                  <a:pt x="906210" y="412076"/>
                </a:lnTo>
                <a:lnTo>
                  <a:pt x="903086" y="411133"/>
                </a:lnTo>
                <a:lnTo>
                  <a:pt x="888724" y="400864"/>
                </a:lnTo>
                <a:lnTo>
                  <a:pt x="887103" y="399344"/>
                </a:lnTo>
                <a:lnTo>
                  <a:pt x="886796" y="398456"/>
                </a:lnTo>
                <a:lnTo>
                  <a:pt x="887252" y="396706"/>
                </a:lnTo>
                <a:lnTo>
                  <a:pt x="888786" y="394848"/>
                </a:lnTo>
                <a:lnTo>
                  <a:pt x="896587" y="389686"/>
                </a:lnTo>
                <a:lnTo>
                  <a:pt x="900398" y="386406"/>
                </a:lnTo>
                <a:lnTo>
                  <a:pt x="902234" y="386215"/>
                </a:lnTo>
                <a:lnTo>
                  <a:pt x="904404" y="387179"/>
                </a:lnTo>
                <a:close/>
                <a:moveTo>
                  <a:pt x="881598" y="404247"/>
                </a:moveTo>
                <a:lnTo>
                  <a:pt x="901597" y="417831"/>
                </a:lnTo>
                <a:lnTo>
                  <a:pt x="901818" y="418582"/>
                </a:lnTo>
                <a:lnTo>
                  <a:pt x="901190" y="419754"/>
                </a:lnTo>
                <a:lnTo>
                  <a:pt x="897199" y="423009"/>
                </a:lnTo>
                <a:lnTo>
                  <a:pt x="880529" y="430849"/>
                </a:lnTo>
                <a:lnTo>
                  <a:pt x="876666" y="431393"/>
                </a:lnTo>
                <a:lnTo>
                  <a:pt x="873736" y="430525"/>
                </a:lnTo>
                <a:lnTo>
                  <a:pt x="860594" y="423560"/>
                </a:lnTo>
                <a:lnTo>
                  <a:pt x="857977" y="421862"/>
                </a:lnTo>
                <a:lnTo>
                  <a:pt x="855663" y="419670"/>
                </a:lnTo>
                <a:lnTo>
                  <a:pt x="855368" y="418597"/>
                </a:lnTo>
                <a:lnTo>
                  <a:pt x="856659" y="417144"/>
                </a:lnTo>
                <a:lnTo>
                  <a:pt x="874486" y="404597"/>
                </a:lnTo>
                <a:lnTo>
                  <a:pt x="878042" y="403269"/>
                </a:lnTo>
                <a:lnTo>
                  <a:pt x="881598" y="404247"/>
                </a:lnTo>
                <a:close/>
                <a:moveTo>
                  <a:pt x="908887" y="424400"/>
                </a:moveTo>
                <a:lnTo>
                  <a:pt x="909660" y="426833"/>
                </a:lnTo>
                <a:lnTo>
                  <a:pt x="911093" y="437617"/>
                </a:lnTo>
                <a:lnTo>
                  <a:pt x="912644" y="444604"/>
                </a:lnTo>
                <a:lnTo>
                  <a:pt x="912369" y="447465"/>
                </a:lnTo>
                <a:lnTo>
                  <a:pt x="911225" y="449061"/>
                </a:lnTo>
                <a:lnTo>
                  <a:pt x="909573" y="448929"/>
                </a:lnTo>
                <a:lnTo>
                  <a:pt x="906525" y="447609"/>
                </a:lnTo>
                <a:lnTo>
                  <a:pt x="889092" y="438726"/>
                </a:lnTo>
                <a:lnTo>
                  <a:pt x="887173" y="437291"/>
                </a:lnTo>
                <a:lnTo>
                  <a:pt x="886692" y="434872"/>
                </a:lnTo>
                <a:lnTo>
                  <a:pt x="887218" y="433599"/>
                </a:lnTo>
                <a:lnTo>
                  <a:pt x="887994" y="432939"/>
                </a:lnTo>
                <a:lnTo>
                  <a:pt x="892939" y="431040"/>
                </a:lnTo>
                <a:lnTo>
                  <a:pt x="901179" y="426797"/>
                </a:lnTo>
                <a:lnTo>
                  <a:pt x="905423" y="424095"/>
                </a:lnTo>
                <a:lnTo>
                  <a:pt x="907465" y="423731"/>
                </a:lnTo>
                <a:lnTo>
                  <a:pt x="908887" y="424400"/>
                </a:lnTo>
                <a:close/>
                <a:moveTo>
                  <a:pt x="852429" y="425847"/>
                </a:moveTo>
                <a:lnTo>
                  <a:pt x="865477" y="433105"/>
                </a:lnTo>
                <a:lnTo>
                  <a:pt x="866693" y="434388"/>
                </a:lnTo>
                <a:lnTo>
                  <a:pt x="866708" y="435895"/>
                </a:lnTo>
                <a:lnTo>
                  <a:pt x="865748" y="437430"/>
                </a:lnTo>
                <a:lnTo>
                  <a:pt x="863876" y="438679"/>
                </a:lnTo>
                <a:lnTo>
                  <a:pt x="858081" y="440828"/>
                </a:lnTo>
                <a:lnTo>
                  <a:pt x="847223" y="446347"/>
                </a:lnTo>
                <a:lnTo>
                  <a:pt x="844762" y="446609"/>
                </a:lnTo>
                <a:lnTo>
                  <a:pt x="843745" y="445477"/>
                </a:lnTo>
                <a:lnTo>
                  <a:pt x="843557" y="444120"/>
                </a:lnTo>
                <a:lnTo>
                  <a:pt x="844473" y="432669"/>
                </a:lnTo>
                <a:lnTo>
                  <a:pt x="845679" y="424834"/>
                </a:lnTo>
                <a:lnTo>
                  <a:pt x="846543" y="424259"/>
                </a:lnTo>
                <a:lnTo>
                  <a:pt x="848439" y="424147"/>
                </a:lnTo>
                <a:lnTo>
                  <a:pt x="852429" y="425847"/>
                </a:lnTo>
                <a:close/>
                <a:moveTo>
                  <a:pt x="880634" y="441420"/>
                </a:moveTo>
                <a:lnTo>
                  <a:pt x="900753" y="452479"/>
                </a:lnTo>
                <a:lnTo>
                  <a:pt x="902095" y="453666"/>
                </a:lnTo>
                <a:lnTo>
                  <a:pt x="902556" y="455779"/>
                </a:lnTo>
                <a:lnTo>
                  <a:pt x="902274" y="457103"/>
                </a:lnTo>
                <a:lnTo>
                  <a:pt x="901185" y="458277"/>
                </a:lnTo>
                <a:lnTo>
                  <a:pt x="880850" y="473370"/>
                </a:lnTo>
                <a:lnTo>
                  <a:pt x="878969" y="474428"/>
                </a:lnTo>
                <a:lnTo>
                  <a:pt x="877163" y="474561"/>
                </a:lnTo>
                <a:lnTo>
                  <a:pt x="873771" y="472861"/>
                </a:lnTo>
                <a:lnTo>
                  <a:pt x="857048" y="459942"/>
                </a:lnTo>
                <a:lnTo>
                  <a:pt x="852091" y="455709"/>
                </a:lnTo>
                <a:lnTo>
                  <a:pt x="850571" y="453391"/>
                </a:lnTo>
                <a:lnTo>
                  <a:pt x="850934" y="452365"/>
                </a:lnTo>
                <a:lnTo>
                  <a:pt x="852297" y="451432"/>
                </a:lnTo>
                <a:lnTo>
                  <a:pt x="869595" y="442738"/>
                </a:lnTo>
                <a:lnTo>
                  <a:pt x="873668" y="440241"/>
                </a:lnTo>
                <a:lnTo>
                  <a:pt x="877035" y="439849"/>
                </a:lnTo>
                <a:lnTo>
                  <a:pt x="880634" y="441420"/>
                </a:lnTo>
                <a:close/>
                <a:moveTo>
                  <a:pt x="848571" y="462297"/>
                </a:moveTo>
                <a:lnTo>
                  <a:pt x="867306" y="476144"/>
                </a:lnTo>
                <a:lnTo>
                  <a:pt x="869527" y="478216"/>
                </a:lnTo>
                <a:lnTo>
                  <a:pt x="870268" y="479799"/>
                </a:lnTo>
                <a:lnTo>
                  <a:pt x="869329" y="481295"/>
                </a:lnTo>
                <a:lnTo>
                  <a:pt x="866188" y="484086"/>
                </a:lnTo>
                <a:lnTo>
                  <a:pt x="860824" y="487604"/>
                </a:lnTo>
                <a:lnTo>
                  <a:pt x="839208" y="503677"/>
                </a:lnTo>
                <a:lnTo>
                  <a:pt x="837698" y="503954"/>
                </a:lnTo>
                <a:lnTo>
                  <a:pt x="836376" y="503082"/>
                </a:lnTo>
                <a:lnTo>
                  <a:pt x="836211" y="500021"/>
                </a:lnTo>
                <a:lnTo>
                  <a:pt x="840846" y="462286"/>
                </a:lnTo>
                <a:lnTo>
                  <a:pt x="841695" y="459915"/>
                </a:lnTo>
                <a:lnTo>
                  <a:pt x="843107" y="459209"/>
                </a:lnTo>
                <a:lnTo>
                  <a:pt x="845321" y="460043"/>
                </a:lnTo>
                <a:lnTo>
                  <a:pt x="848571" y="462297"/>
                </a:lnTo>
                <a:close/>
                <a:moveTo>
                  <a:pt x="913516" y="462827"/>
                </a:moveTo>
                <a:lnTo>
                  <a:pt x="914399" y="466918"/>
                </a:lnTo>
                <a:lnTo>
                  <a:pt x="916715" y="487166"/>
                </a:lnTo>
                <a:lnTo>
                  <a:pt x="917734" y="501086"/>
                </a:lnTo>
                <a:lnTo>
                  <a:pt x="917610" y="503344"/>
                </a:lnTo>
                <a:lnTo>
                  <a:pt x="916885" y="504545"/>
                </a:lnTo>
                <a:lnTo>
                  <a:pt x="916302" y="504742"/>
                </a:lnTo>
                <a:lnTo>
                  <a:pt x="913698" y="503698"/>
                </a:lnTo>
                <a:lnTo>
                  <a:pt x="890312" y="485390"/>
                </a:lnTo>
                <a:lnTo>
                  <a:pt x="886569" y="482029"/>
                </a:lnTo>
                <a:lnTo>
                  <a:pt x="885214" y="479991"/>
                </a:lnTo>
                <a:lnTo>
                  <a:pt x="886944" y="478026"/>
                </a:lnTo>
                <a:lnTo>
                  <a:pt x="892405" y="473840"/>
                </a:lnTo>
                <a:lnTo>
                  <a:pt x="908758" y="462383"/>
                </a:lnTo>
                <a:lnTo>
                  <a:pt x="912070" y="461091"/>
                </a:lnTo>
                <a:lnTo>
                  <a:pt x="913516" y="462827"/>
                </a:lnTo>
                <a:close/>
                <a:moveTo>
                  <a:pt x="297482" y="149097"/>
                </a:moveTo>
                <a:lnTo>
                  <a:pt x="294233" y="150770"/>
                </a:lnTo>
                <a:lnTo>
                  <a:pt x="290859" y="153798"/>
                </a:lnTo>
                <a:lnTo>
                  <a:pt x="286218" y="155319"/>
                </a:lnTo>
                <a:lnTo>
                  <a:pt x="283246" y="157133"/>
                </a:lnTo>
                <a:lnTo>
                  <a:pt x="274091" y="169045"/>
                </a:lnTo>
                <a:lnTo>
                  <a:pt x="273075" y="170919"/>
                </a:lnTo>
                <a:lnTo>
                  <a:pt x="272918" y="172740"/>
                </a:lnTo>
                <a:lnTo>
                  <a:pt x="276534" y="185216"/>
                </a:lnTo>
                <a:lnTo>
                  <a:pt x="276474" y="187264"/>
                </a:lnTo>
                <a:lnTo>
                  <a:pt x="268837" y="196509"/>
                </a:lnTo>
                <a:lnTo>
                  <a:pt x="264537" y="204918"/>
                </a:lnTo>
                <a:lnTo>
                  <a:pt x="263194" y="205862"/>
                </a:lnTo>
                <a:lnTo>
                  <a:pt x="259503" y="206072"/>
                </a:lnTo>
                <a:lnTo>
                  <a:pt x="256288" y="207945"/>
                </a:lnTo>
                <a:lnTo>
                  <a:pt x="251058" y="213830"/>
                </a:lnTo>
                <a:lnTo>
                  <a:pt x="249426" y="217722"/>
                </a:lnTo>
                <a:lnTo>
                  <a:pt x="249362" y="219620"/>
                </a:lnTo>
                <a:lnTo>
                  <a:pt x="250601" y="222949"/>
                </a:lnTo>
                <a:lnTo>
                  <a:pt x="256396" y="232885"/>
                </a:lnTo>
                <a:lnTo>
                  <a:pt x="255955" y="233928"/>
                </a:lnTo>
                <a:lnTo>
                  <a:pt x="252871" y="236449"/>
                </a:lnTo>
                <a:lnTo>
                  <a:pt x="251600" y="238444"/>
                </a:lnTo>
                <a:lnTo>
                  <a:pt x="251410" y="240660"/>
                </a:lnTo>
                <a:lnTo>
                  <a:pt x="252552" y="245435"/>
                </a:lnTo>
                <a:lnTo>
                  <a:pt x="250699" y="251181"/>
                </a:lnTo>
                <a:lnTo>
                  <a:pt x="250626" y="254532"/>
                </a:lnTo>
                <a:lnTo>
                  <a:pt x="254330" y="261399"/>
                </a:lnTo>
                <a:lnTo>
                  <a:pt x="258424" y="267281"/>
                </a:lnTo>
                <a:lnTo>
                  <a:pt x="259181" y="269741"/>
                </a:lnTo>
                <a:lnTo>
                  <a:pt x="259712" y="275635"/>
                </a:lnTo>
                <a:lnTo>
                  <a:pt x="262111" y="281505"/>
                </a:lnTo>
                <a:lnTo>
                  <a:pt x="262940" y="285845"/>
                </a:lnTo>
                <a:lnTo>
                  <a:pt x="263883" y="287381"/>
                </a:lnTo>
                <a:lnTo>
                  <a:pt x="265044" y="287903"/>
                </a:lnTo>
                <a:lnTo>
                  <a:pt x="268951" y="288115"/>
                </a:lnTo>
                <a:lnTo>
                  <a:pt x="272001" y="287237"/>
                </a:lnTo>
                <a:lnTo>
                  <a:pt x="273280" y="285586"/>
                </a:lnTo>
                <a:lnTo>
                  <a:pt x="274027" y="282072"/>
                </a:lnTo>
                <a:lnTo>
                  <a:pt x="273145" y="277542"/>
                </a:lnTo>
                <a:lnTo>
                  <a:pt x="270115" y="272007"/>
                </a:lnTo>
                <a:lnTo>
                  <a:pt x="268892" y="265547"/>
                </a:lnTo>
                <a:lnTo>
                  <a:pt x="267119" y="260586"/>
                </a:lnTo>
                <a:lnTo>
                  <a:pt x="264799" y="256185"/>
                </a:lnTo>
                <a:lnTo>
                  <a:pt x="261804" y="252324"/>
                </a:lnTo>
                <a:lnTo>
                  <a:pt x="262720" y="243163"/>
                </a:lnTo>
                <a:lnTo>
                  <a:pt x="268010" y="234745"/>
                </a:lnTo>
                <a:lnTo>
                  <a:pt x="269934" y="229657"/>
                </a:lnTo>
                <a:lnTo>
                  <a:pt x="269944" y="225597"/>
                </a:lnTo>
                <a:lnTo>
                  <a:pt x="267541" y="221659"/>
                </a:lnTo>
                <a:lnTo>
                  <a:pt x="273730" y="218575"/>
                </a:lnTo>
                <a:lnTo>
                  <a:pt x="276796" y="215728"/>
                </a:lnTo>
                <a:lnTo>
                  <a:pt x="277122" y="213075"/>
                </a:lnTo>
                <a:lnTo>
                  <a:pt x="275159" y="207677"/>
                </a:lnTo>
                <a:lnTo>
                  <a:pt x="277550" y="202122"/>
                </a:lnTo>
                <a:lnTo>
                  <a:pt x="284202" y="194493"/>
                </a:lnTo>
                <a:lnTo>
                  <a:pt x="286574" y="190038"/>
                </a:lnTo>
                <a:lnTo>
                  <a:pt x="287015" y="187809"/>
                </a:lnTo>
                <a:lnTo>
                  <a:pt x="286932" y="184604"/>
                </a:lnTo>
                <a:lnTo>
                  <a:pt x="285377" y="179810"/>
                </a:lnTo>
                <a:lnTo>
                  <a:pt x="284851" y="175831"/>
                </a:lnTo>
                <a:lnTo>
                  <a:pt x="285043" y="173252"/>
                </a:lnTo>
                <a:lnTo>
                  <a:pt x="285682" y="171535"/>
                </a:lnTo>
                <a:lnTo>
                  <a:pt x="287435" y="168762"/>
                </a:lnTo>
                <a:lnTo>
                  <a:pt x="289567" y="166497"/>
                </a:lnTo>
                <a:lnTo>
                  <a:pt x="295150" y="163730"/>
                </a:lnTo>
                <a:lnTo>
                  <a:pt x="298302" y="161343"/>
                </a:lnTo>
                <a:lnTo>
                  <a:pt x="302008" y="157351"/>
                </a:lnTo>
                <a:lnTo>
                  <a:pt x="303839" y="154352"/>
                </a:lnTo>
                <a:lnTo>
                  <a:pt x="304211" y="152544"/>
                </a:lnTo>
                <a:lnTo>
                  <a:pt x="304039" y="150640"/>
                </a:lnTo>
                <a:lnTo>
                  <a:pt x="302863" y="148215"/>
                </a:lnTo>
                <a:lnTo>
                  <a:pt x="300928" y="148030"/>
                </a:lnTo>
                <a:lnTo>
                  <a:pt x="297482" y="149097"/>
                </a:lnTo>
                <a:close/>
                <a:moveTo>
                  <a:pt x="717525" y="285254"/>
                </a:moveTo>
                <a:lnTo>
                  <a:pt x="716127" y="286507"/>
                </a:lnTo>
                <a:lnTo>
                  <a:pt x="716741" y="289170"/>
                </a:lnTo>
                <a:lnTo>
                  <a:pt x="719183" y="292692"/>
                </a:lnTo>
                <a:lnTo>
                  <a:pt x="721172" y="293269"/>
                </a:lnTo>
                <a:lnTo>
                  <a:pt x="727424" y="293363"/>
                </a:lnTo>
                <a:lnTo>
                  <a:pt x="730969" y="292722"/>
                </a:lnTo>
                <a:lnTo>
                  <a:pt x="734384" y="289806"/>
                </a:lnTo>
                <a:lnTo>
                  <a:pt x="735750" y="287327"/>
                </a:lnTo>
                <a:lnTo>
                  <a:pt x="735293" y="286011"/>
                </a:lnTo>
                <a:lnTo>
                  <a:pt x="733225" y="284934"/>
                </a:lnTo>
                <a:lnTo>
                  <a:pt x="730336" y="285095"/>
                </a:lnTo>
                <a:lnTo>
                  <a:pt x="725908" y="287098"/>
                </a:lnTo>
                <a:lnTo>
                  <a:pt x="720136" y="284966"/>
                </a:lnTo>
                <a:lnTo>
                  <a:pt x="717525" y="285254"/>
                </a:lnTo>
                <a:close/>
                <a:moveTo>
                  <a:pt x="10221" y="295331"/>
                </a:moveTo>
                <a:lnTo>
                  <a:pt x="6935" y="295755"/>
                </a:lnTo>
                <a:lnTo>
                  <a:pt x="4968" y="297012"/>
                </a:lnTo>
                <a:lnTo>
                  <a:pt x="4381" y="298272"/>
                </a:lnTo>
                <a:lnTo>
                  <a:pt x="3807" y="302688"/>
                </a:lnTo>
                <a:lnTo>
                  <a:pt x="4098" y="329563"/>
                </a:lnTo>
                <a:lnTo>
                  <a:pt x="6279" y="331292"/>
                </a:lnTo>
                <a:lnTo>
                  <a:pt x="8721" y="331745"/>
                </a:lnTo>
                <a:lnTo>
                  <a:pt x="11306" y="331494"/>
                </a:lnTo>
                <a:lnTo>
                  <a:pt x="13982" y="330093"/>
                </a:lnTo>
                <a:lnTo>
                  <a:pt x="13982" y="306082"/>
                </a:lnTo>
                <a:lnTo>
                  <a:pt x="15814" y="303816"/>
                </a:lnTo>
                <a:lnTo>
                  <a:pt x="24407" y="303360"/>
                </a:lnTo>
                <a:lnTo>
                  <a:pt x="26646" y="302897"/>
                </a:lnTo>
                <a:lnTo>
                  <a:pt x="28268" y="301541"/>
                </a:lnTo>
                <a:lnTo>
                  <a:pt x="29216" y="299488"/>
                </a:lnTo>
                <a:lnTo>
                  <a:pt x="28732" y="297580"/>
                </a:lnTo>
                <a:lnTo>
                  <a:pt x="26153" y="295749"/>
                </a:lnTo>
                <a:lnTo>
                  <a:pt x="18534" y="295055"/>
                </a:lnTo>
                <a:lnTo>
                  <a:pt x="10221" y="295331"/>
                </a:lnTo>
                <a:close/>
                <a:moveTo>
                  <a:pt x="51734" y="295427"/>
                </a:moveTo>
                <a:lnTo>
                  <a:pt x="50342" y="296468"/>
                </a:lnTo>
                <a:lnTo>
                  <a:pt x="48986" y="298416"/>
                </a:lnTo>
                <a:lnTo>
                  <a:pt x="49179" y="329852"/>
                </a:lnTo>
                <a:lnTo>
                  <a:pt x="51427" y="331572"/>
                </a:lnTo>
                <a:lnTo>
                  <a:pt x="54025" y="331979"/>
                </a:lnTo>
                <a:lnTo>
                  <a:pt x="58580" y="330334"/>
                </a:lnTo>
                <a:lnTo>
                  <a:pt x="59062" y="321270"/>
                </a:lnTo>
                <a:lnTo>
                  <a:pt x="61666" y="319784"/>
                </a:lnTo>
                <a:lnTo>
                  <a:pt x="67462" y="318640"/>
                </a:lnTo>
                <a:lnTo>
                  <a:pt x="71032" y="317443"/>
                </a:lnTo>
                <a:lnTo>
                  <a:pt x="75311" y="314809"/>
                </a:lnTo>
                <a:lnTo>
                  <a:pt x="77053" y="311626"/>
                </a:lnTo>
                <a:lnTo>
                  <a:pt x="77489" y="309715"/>
                </a:lnTo>
                <a:lnTo>
                  <a:pt x="77535" y="305643"/>
                </a:lnTo>
                <a:lnTo>
                  <a:pt x="76545" y="301749"/>
                </a:lnTo>
                <a:lnTo>
                  <a:pt x="75686" y="300063"/>
                </a:lnTo>
                <a:lnTo>
                  <a:pt x="74596" y="298653"/>
                </a:lnTo>
                <a:lnTo>
                  <a:pt x="71956" y="297020"/>
                </a:lnTo>
                <a:lnTo>
                  <a:pt x="67798" y="296010"/>
                </a:lnTo>
                <a:lnTo>
                  <a:pt x="59848" y="295059"/>
                </a:lnTo>
                <a:lnTo>
                  <a:pt x="54984" y="294963"/>
                </a:lnTo>
                <a:lnTo>
                  <a:pt x="51734" y="295427"/>
                </a:lnTo>
                <a:close/>
                <a:moveTo>
                  <a:pt x="66054" y="304057"/>
                </a:moveTo>
                <a:lnTo>
                  <a:pt x="67889" y="305448"/>
                </a:lnTo>
                <a:lnTo>
                  <a:pt x="68299" y="306656"/>
                </a:lnTo>
                <a:lnTo>
                  <a:pt x="67934" y="308107"/>
                </a:lnTo>
                <a:lnTo>
                  <a:pt x="66209" y="310185"/>
                </a:lnTo>
                <a:lnTo>
                  <a:pt x="65073" y="310794"/>
                </a:lnTo>
                <a:lnTo>
                  <a:pt x="62618" y="311175"/>
                </a:lnTo>
                <a:lnTo>
                  <a:pt x="60407" y="310474"/>
                </a:lnTo>
                <a:lnTo>
                  <a:pt x="59575" y="309731"/>
                </a:lnTo>
                <a:lnTo>
                  <a:pt x="59022" y="308731"/>
                </a:lnTo>
                <a:lnTo>
                  <a:pt x="58918" y="306394"/>
                </a:lnTo>
                <a:lnTo>
                  <a:pt x="60242" y="304040"/>
                </a:lnTo>
                <a:lnTo>
                  <a:pt x="62769" y="303196"/>
                </a:lnTo>
                <a:lnTo>
                  <a:pt x="66054" y="304057"/>
                </a:lnTo>
                <a:close/>
                <a:moveTo>
                  <a:pt x="98357" y="295186"/>
                </a:moveTo>
                <a:lnTo>
                  <a:pt x="96841" y="296529"/>
                </a:lnTo>
                <a:lnTo>
                  <a:pt x="96471" y="297874"/>
                </a:lnTo>
                <a:lnTo>
                  <a:pt x="96627" y="299439"/>
                </a:lnTo>
                <a:lnTo>
                  <a:pt x="104394" y="314969"/>
                </a:lnTo>
                <a:lnTo>
                  <a:pt x="107036" y="321463"/>
                </a:lnTo>
                <a:lnTo>
                  <a:pt x="106644" y="322800"/>
                </a:lnTo>
                <a:lnTo>
                  <a:pt x="105567" y="323778"/>
                </a:lnTo>
                <a:lnTo>
                  <a:pt x="102068" y="324479"/>
                </a:lnTo>
                <a:lnTo>
                  <a:pt x="100696" y="325362"/>
                </a:lnTo>
                <a:lnTo>
                  <a:pt x="99947" y="326961"/>
                </a:lnTo>
                <a:lnTo>
                  <a:pt x="99894" y="329539"/>
                </a:lnTo>
                <a:lnTo>
                  <a:pt x="100603" y="331311"/>
                </a:lnTo>
                <a:lnTo>
                  <a:pt x="101985" y="332407"/>
                </a:lnTo>
                <a:lnTo>
                  <a:pt x="104004" y="332809"/>
                </a:lnTo>
                <a:lnTo>
                  <a:pt x="106622" y="332498"/>
                </a:lnTo>
                <a:lnTo>
                  <a:pt x="111120" y="330662"/>
                </a:lnTo>
                <a:lnTo>
                  <a:pt x="113459" y="328668"/>
                </a:lnTo>
                <a:lnTo>
                  <a:pt x="114674" y="326994"/>
                </a:lnTo>
                <a:lnTo>
                  <a:pt x="125972" y="301716"/>
                </a:lnTo>
                <a:lnTo>
                  <a:pt x="126691" y="299286"/>
                </a:lnTo>
                <a:lnTo>
                  <a:pt x="126629" y="297271"/>
                </a:lnTo>
                <a:lnTo>
                  <a:pt x="125820" y="295800"/>
                </a:lnTo>
                <a:lnTo>
                  <a:pt x="124300" y="295003"/>
                </a:lnTo>
                <a:lnTo>
                  <a:pt x="122420" y="294979"/>
                </a:lnTo>
                <a:lnTo>
                  <a:pt x="120791" y="295647"/>
                </a:lnTo>
                <a:lnTo>
                  <a:pt x="119270" y="297018"/>
                </a:lnTo>
                <a:lnTo>
                  <a:pt x="117831" y="299130"/>
                </a:lnTo>
                <a:lnTo>
                  <a:pt x="114558" y="306519"/>
                </a:lnTo>
                <a:lnTo>
                  <a:pt x="113424" y="307736"/>
                </a:lnTo>
                <a:lnTo>
                  <a:pt x="112827" y="307752"/>
                </a:lnTo>
                <a:lnTo>
                  <a:pt x="110642" y="305353"/>
                </a:lnTo>
                <a:lnTo>
                  <a:pt x="105751" y="297009"/>
                </a:lnTo>
                <a:lnTo>
                  <a:pt x="102651" y="295541"/>
                </a:lnTo>
                <a:lnTo>
                  <a:pt x="98357" y="295186"/>
                </a:lnTo>
                <a:close/>
                <a:moveTo>
                  <a:pt x="153466" y="295379"/>
                </a:moveTo>
                <a:lnTo>
                  <a:pt x="149606" y="295969"/>
                </a:lnTo>
                <a:lnTo>
                  <a:pt x="147054" y="297934"/>
                </a:lnTo>
                <a:lnTo>
                  <a:pt x="147103" y="321280"/>
                </a:lnTo>
                <a:lnTo>
                  <a:pt x="147536" y="330093"/>
                </a:lnTo>
                <a:lnTo>
                  <a:pt x="149604" y="331520"/>
                </a:lnTo>
                <a:lnTo>
                  <a:pt x="152833" y="331982"/>
                </a:lnTo>
                <a:lnTo>
                  <a:pt x="155755" y="331344"/>
                </a:lnTo>
                <a:lnTo>
                  <a:pt x="157564" y="329756"/>
                </a:lnTo>
                <a:lnTo>
                  <a:pt x="157468" y="305407"/>
                </a:lnTo>
                <a:lnTo>
                  <a:pt x="159281" y="304061"/>
                </a:lnTo>
                <a:lnTo>
                  <a:pt x="162037" y="303613"/>
                </a:lnTo>
                <a:lnTo>
                  <a:pt x="164844" y="304274"/>
                </a:lnTo>
                <a:lnTo>
                  <a:pt x="166166" y="305231"/>
                </a:lnTo>
                <a:lnTo>
                  <a:pt x="166587" y="306134"/>
                </a:lnTo>
                <a:lnTo>
                  <a:pt x="166629" y="329756"/>
                </a:lnTo>
                <a:lnTo>
                  <a:pt x="168483" y="331104"/>
                </a:lnTo>
                <a:lnTo>
                  <a:pt x="171469" y="331891"/>
                </a:lnTo>
                <a:lnTo>
                  <a:pt x="174564" y="331710"/>
                </a:lnTo>
                <a:lnTo>
                  <a:pt x="176044" y="331058"/>
                </a:lnTo>
                <a:lnTo>
                  <a:pt x="176548" y="330233"/>
                </a:lnTo>
                <a:lnTo>
                  <a:pt x="176814" y="325519"/>
                </a:lnTo>
                <a:lnTo>
                  <a:pt x="176946" y="297452"/>
                </a:lnTo>
                <a:lnTo>
                  <a:pt x="174777" y="295475"/>
                </a:lnTo>
                <a:lnTo>
                  <a:pt x="153466" y="295379"/>
                </a:lnTo>
                <a:close/>
                <a:moveTo>
                  <a:pt x="204284" y="295331"/>
                </a:moveTo>
                <a:lnTo>
                  <a:pt x="202096" y="296239"/>
                </a:lnTo>
                <a:lnTo>
                  <a:pt x="200427" y="297741"/>
                </a:lnTo>
                <a:lnTo>
                  <a:pt x="200475" y="329659"/>
                </a:lnTo>
                <a:lnTo>
                  <a:pt x="201978" y="331110"/>
                </a:lnTo>
                <a:lnTo>
                  <a:pt x="205119" y="331868"/>
                </a:lnTo>
                <a:lnTo>
                  <a:pt x="208542" y="331445"/>
                </a:lnTo>
                <a:lnTo>
                  <a:pt x="210504" y="329949"/>
                </a:lnTo>
                <a:lnTo>
                  <a:pt x="210938" y="305407"/>
                </a:lnTo>
                <a:lnTo>
                  <a:pt x="212968" y="303935"/>
                </a:lnTo>
                <a:lnTo>
                  <a:pt x="215993" y="303473"/>
                </a:lnTo>
                <a:lnTo>
                  <a:pt x="218691" y="304547"/>
                </a:lnTo>
                <a:lnTo>
                  <a:pt x="219857" y="306806"/>
                </a:lnTo>
                <a:lnTo>
                  <a:pt x="219809" y="329563"/>
                </a:lnTo>
                <a:lnTo>
                  <a:pt x="221344" y="330952"/>
                </a:lnTo>
                <a:lnTo>
                  <a:pt x="224059" y="331783"/>
                </a:lnTo>
                <a:lnTo>
                  <a:pt x="227196" y="331702"/>
                </a:lnTo>
                <a:lnTo>
                  <a:pt x="229645" y="330672"/>
                </a:lnTo>
                <a:lnTo>
                  <a:pt x="230464" y="329949"/>
                </a:lnTo>
                <a:lnTo>
                  <a:pt x="230435" y="305331"/>
                </a:lnTo>
                <a:lnTo>
                  <a:pt x="230067" y="298356"/>
                </a:lnTo>
                <a:lnTo>
                  <a:pt x="229401" y="296473"/>
                </a:lnTo>
                <a:lnTo>
                  <a:pt x="228238" y="295809"/>
                </a:lnTo>
                <a:lnTo>
                  <a:pt x="224103" y="295429"/>
                </a:lnTo>
                <a:lnTo>
                  <a:pt x="204284" y="295331"/>
                </a:lnTo>
                <a:close/>
                <a:moveTo>
                  <a:pt x="263154" y="295668"/>
                </a:moveTo>
                <a:lnTo>
                  <a:pt x="261013" y="297898"/>
                </a:lnTo>
                <a:lnTo>
                  <a:pt x="259104" y="302147"/>
                </a:lnTo>
                <a:lnTo>
                  <a:pt x="253339" y="321166"/>
                </a:lnTo>
                <a:lnTo>
                  <a:pt x="250961" y="327372"/>
                </a:lnTo>
                <a:lnTo>
                  <a:pt x="251040" y="330316"/>
                </a:lnTo>
                <a:lnTo>
                  <a:pt x="252915" y="331815"/>
                </a:lnTo>
                <a:lnTo>
                  <a:pt x="256870" y="331454"/>
                </a:lnTo>
                <a:lnTo>
                  <a:pt x="258473" y="330119"/>
                </a:lnTo>
                <a:lnTo>
                  <a:pt x="260602" y="326485"/>
                </a:lnTo>
                <a:lnTo>
                  <a:pt x="262171" y="324814"/>
                </a:lnTo>
                <a:lnTo>
                  <a:pt x="264014" y="323975"/>
                </a:lnTo>
                <a:lnTo>
                  <a:pt x="266328" y="323850"/>
                </a:lnTo>
                <a:lnTo>
                  <a:pt x="268386" y="324276"/>
                </a:lnTo>
                <a:lnTo>
                  <a:pt x="269446" y="324929"/>
                </a:lnTo>
                <a:lnTo>
                  <a:pt x="273857" y="331174"/>
                </a:lnTo>
                <a:lnTo>
                  <a:pt x="276442" y="331952"/>
                </a:lnTo>
                <a:lnTo>
                  <a:pt x="280189" y="331352"/>
                </a:lnTo>
                <a:lnTo>
                  <a:pt x="282102" y="329225"/>
                </a:lnTo>
                <a:lnTo>
                  <a:pt x="281330" y="325947"/>
                </a:lnTo>
                <a:lnTo>
                  <a:pt x="272369" y="298444"/>
                </a:lnTo>
                <a:lnTo>
                  <a:pt x="270643" y="296506"/>
                </a:lnTo>
                <a:lnTo>
                  <a:pt x="267972" y="295298"/>
                </a:lnTo>
                <a:lnTo>
                  <a:pt x="265419" y="294997"/>
                </a:lnTo>
                <a:lnTo>
                  <a:pt x="263154" y="295668"/>
                </a:lnTo>
                <a:close/>
                <a:moveTo>
                  <a:pt x="267011" y="312688"/>
                </a:moveTo>
                <a:lnTo>
                  <a:pt x="267630" y="313528"/>
                </a:lnTo>
                <a:lnTo>
                  <a:pt x="266985" y="314582"/>
                </a:lnTo>
                <a:lnTo>
                  <a:pt x="264998" y="314875"/>
                </a:lnTo>
                <a:lnTo>
                  <a:pt x="263936" y="314344"/>
                </a:lnTo>
                <a:lnTo>
                  <a:pt x="263911" y="313189"/>
                </a:lnTo>
                <a:lnTo>
                  <a:pt x="264697" y="312447"/>
                </a:lnTo>
                <a:lnTo>
                  <a:pt x="265783" y="312260"/>
                </a:lnTo>
                <a:lnTo>
                  <a:pt x="267011" y="312688"/>
                </a:lnTo>
                <a:close/>
                <a:moveTo>
                  <a:pt x="336102" y="295524"/>
                </a:moveTo>
                <a:lnTo>
                  <a:pt x="334538" y="296998"/>
                </a:lnTo>
                <a:lnTo>
                  <a:pt x="333849" y="300706"/>
                </a:lnTo>
                <a:lnTo>
                  <a:pt x="333643" y="329081"/>
                </a:lnTo>
                <a:lnTo>
                  <a:pt x="335299" y="330949"/>
                </a:lnTo>
                <a:lnTo>
                  <a:pt x="336488" y="331577"/>
                </a:lnTo>
                <a:lnTo>
                  <a:pt x="339347" y="331709"/>
                </a:lnTo>
                <a:lnTo>
                  <a:pt x="341398" y="331128"/>
                </a:lnTo>
                <a:lnTo>
                  <a:pt x="342485" y="329615"/>
                </a:lnTo>
                <a:lnTo>
                  <a:pt x="343016" y="324272"/>
                </a:lnTo>
                <a:lnTo>
                  <a:pt x="343668" y="322280"/>
                </a:lnTo>
                <a:lnTo>
                  <a:pt x="344784" y="320975"/>
                </a:lnTo>
                <a:lnTo>
                  <a:pt x="347383" y="320034"/>
                </a:lnTo>
                <a:lnTo>
                  <a:pt x="348505" y="320294"/>
                </a:lnTo>
                <a:lnTo>
                  <a:pt x="349454" y="321143"/>
                </a:lnTo>
                <a:lnTo>
                  <a:pt x="352693" y="327463"/>
                </a:lnTo>
                <a:lnTo>
                  <a:pt x="355809" y="331287"/>
                </a:lnTo>
                <a:lnTo>
                  <a:pt x="358914" y="332035"/>
                </a:lnTo>
                <a:lnTo>
                  <a:pt x="364125" y="331181"/>
                </a:lnTo>
                <a:lnTo>
                  <a:pt x="364795" y="330244"/>
                </a:lnTo>
                <a:lnTo>
                  <a:pt x="364002" y="327465"/>
                </a:lnTo>
                <a:lnTo>
                  <a:pt x="355460" y="311778"/>
                </a:lnTo>
                <a:lnTo>
                  <a:pt x="354995" y="310024"/>
                </a:lnTo>
                <a:lnTo>
                  <a:pt x="355321" y="308077"/>
                </a:lnTo>
                <a:lnTo>
                  <a:pt x="356509" y="305754"/>
                </a:lnTo>
                <a:lnTo>
                  <a:pt x="361199" y="299365"/>
                </a:lnTo>
                <a:lnTo>
                  <a:pt x="361563" y="297667"/>
                </a:lnTo>
                <a:lnTo>
                  <a:pt x="361196" y="296242"/>
                </a:lnTo>
                <a:lnTo>
                  <a:pt x="360137" y="295262"/>
                </a:lnTo>
                <a:lnTo>
                  <a:pt x="358425" y="294897"/>
                </a:lnTo>
                <a:lnTo>
                  <a:pt x="356275" y="295475"/>
                </a:lnTo>
                <a:lnTo>
                  <a:pt x="353721" y="296865"/>
                </a:lnTo>
                <a:lnTo>
                  <a:pt x="351662" y="298552"/>
                </a:lnTo>
                <a:lnTo>
                  <a:pt x="347233" y="304600"/>
                </a:lnTo>
                <a:lnTo>
                  <a:pt x="344491" y="307432"/>
                </a:lnTo>
                <a:lnTo>
                  <a:pt x="343616" y="306949"/>
                </a:lnTo>
                <a:lnTo>
                  <a:pt x="343064" y="305443"/>
                </a:lnTo>
                <a:lnTo>
                  <a:pt x="342694" y="298764"/>
                </a:lnTo>
                <a:lnTo>
                  <a:pt x="341995" y="296895"/>
                </a:lnTo>
                <a:lnTo>
                  <a:pt x="340795" y="295812"/>
                </a:lnTo>
                <a:lnTo>
                  <a:pt x="339031" y="295150"/>
                </a:lnTo>
                <a:lnTo>
                  <a:pt x="336102" y="295524"/>
                </a:lnTo>
                <a:close/>
                <a:moveTo>
                  <a:pt x="395936" y="295620"/>
                </a:moveTo>
                <a:lnTo>
                  <a:pt x="392641" y="296850"/>
                </a:lnTo>
                <a:lnTo>
                  <a:pt x="389900" y="298549"/>
                </a:lnTo>
                <a:lnTo>
                  <a:pt x="386719" y="302096"/>
                </a:lnTo>
                <a:lnTo>
                  <a:pt x="385148" y="305202"/>
                </a:lnTo>
                <a:lnTo>
                  <a:pt x="383808" y="309510"/>
                </a:lnTo>
                <a:lnTo>
                  <a:pt x="383494" y="314876"/>
                </a:lnTo>
                <a:lnTo>
                  <a:pt x="385685" y="323768"/>
                </a:lnTo>
                <a:lnTo>
                  <a:pt x="386969" y="326140"/>
                </a:lnTo>
                <a:lnTo>
                  <a:pt x="388945" y="328406"/>
                </a:lnTo>
                <a:lnTo>
                  <a:pt x="391084" y="330286"/>
                </a:lnTo>
                <a:lnTo>
                  <a:pt x="393538" y="331417"/>
                </a:lnTo>
                <a:lnTo>
                  <a:pt x="398518" y="332741"/>
                </a:lnTo>
                <a:lnTo>
                  <a:pt x="401276" y="332751"/>
                </a:lnTo>
                <a:lnTo>
                  <a:pt x="406688" y="331491"/>
                </a:lnTo>
                <a:lnTo>
                  <a:pt x="408327" y="330720"/>
                </a:lnTo>
                <a:lnTo>
                  <a:pt x="411940" y="327475"/>
                </a:lnTo>
                <a:lnTo>
                  <a:pt x="414312" y="324197"/>
                </a:lnTo>
                <a:lnTo>
                  <a:pt x="416330" y="320209"/>
                </a:lnTo>
                <a:lnTo>
                  <a:pt x="416134" y="308371"/>
                </a:lnTo>
                <a:lnTo>
                  <a:pt x="414684" y="303750"/>
                </a:lnTo>
                <a:lnTo>
                  <a:pt x="411554" y="299508"/>
                </a:lnTo>
                <a:lnTo>
                  <a:pt x="409265" y="297424"/>
                </a:lnTo>
                <a:lnTo>
                  <a:pt x="405628" y="296007"/>
                </a:lnTo>
                <a:lnTo>
                  <a:pt x="402150" y="295266"/>
                </a:lnTo>
                <a:lnTo>
                  <a:pt x="398906" y="295140"/>
                </a:lnTo>
                <a:lnTo>
                  <a:pt x="395936" y="295620"/>
                </a:lnTo>
                <a:close/>
                <a:moveTo>
                  <a:pt x="403216" y="304540"/>
                </a:moveTo>
                <a:lnTo>
                  <a:pt x="404771" y="306473"/>
                </a:lnTo>
                <a:lnTo>
                  <a:pt x="405816" y="309232"/>
                </a:lnTo>
                <a:lnTo>
                  <a:pt x="406328" y="314247"/>
                </a:lnTo>
                <a:lnTo>
                  <a:pt x="405898" y="317725"/>
                </a:lnTo>
                <a:lnTo>
                  <a:pt x="404670" y="321253"/>
                </a:lnTo>
                <a:lnTo>
                  <a:pt x="403312" y="323168"/>
                </a:lnTo>
                <a:lnTo>
                  <a:pt x="401591" y="324134"/>
                </a:lnTo>
                <a:lnTo>
                  <a:pt x="398815" y="324144"/>
                </a:lnTo>
                <a:lnTo>
                  <a:pt x="397099" y="323211"/>
                </a:lnTo>
                <a:lnTo>
                  <a:pt x="396090" y="322063"/>
                </a:lnTo>
                <a:lnTo>
                  <a:pt x="394056" y="318079"/>
                </a:lnTo>
                <a:lnTo>
                  <a:pt x="393461" y="315328"/>
                </a:lnTo>
                <a:lnTo>
                  <a:pt x="393861" y="311108"/>
                </a:lnTo>
                <a:lnTo>
                  <a:pt x="395316" y="307014"/>
                </a:lnTo>
                <a:lnTo>
                  <a:pt x="397382" y="304347"/>
                </a:lnTo>
                <a:lnTo>
                  <a:pt x="400299" y="303611"/>
                </a:lnTo>
                <a:lnTo>
                  <a:pt x="403216" y="304540"/>
                </a:lnTo>
                <a:close/>
                <a:moveTo>
                  <a:pt x="441257" y="295379"/>
                </a:moveTo>
                <a:lnTo>
                  <a:pt x="439822" y="296784"/>
                </a:lnTo>
                <a:lnTo>
                  <a:pt x="439147" y="300892"/>
                </a:lnTo>
                <a:lnTo>
                  <a:pt x="438991" y="330190"/>
                </a:lnTo>
                <a:lnTo>
                  <a:pt x="441126" y="331661"/>
                </a:lnTo>
                <a:lnTo>
                  <a:pt x="442848" y="331974"/>
                </a:lnTo>
                <a:lnTo>
                  <a:pt x="444570" y="331661"/>
                </a:lnTo>
                <a:lnTo>
                  <a:pt x="446705" y="330190"/>
                </a:lnTo>
                <a:lnTo>
                  <a:pt x="447428" y="318483"/>
                </a:lnTo>
                <a:lnTo>
                  <a:pt x="447621" y="317413"/>
                </a:lnTo>
                <a:lnTo>
                  <a:pt x="448495" y="316576"/>
                </a:lnTo>
                <a:lnTo>
                  <a:pt x="449796" y="318336"/>
                </a:lnTo>
                <a:lnTo>
                  <a:pt x="452802" y="327701"/>
                </a:lnTo>
                <a:lnTo>
                  <a:pt x="454281" y="330129"/>
                </a:lnTo>
                <a:lnTo>
                  <a:pt x="455997" y="331435"/>
                </a:lnTo>
                <a:lnTo>
                  <a:pt x="459193" y="331491"/>
                </a:lnTo>
                <a:lnTo>
                  <a:pt x="461127" y="330283"/>
                </a:lnTo>
                <a:lnTo>
                  <a:pt x="462013" y="328427"/>
                </a:lnTo>
                <a:lnTo>
                  <a:pt x="463610" y="322065"/>
                </a:lnTo>
                <a:lnTo>
                  <a:pt x="464843" y="320335"/>
                </a:lnTo>
                <a:lnTo>
                  <a:pt x="466329" y="319582"/>
                </a:lnTo>
                <a:lnTo>
                  <a:pt x="467435" y="319837"/>
                </a:lnTo>
                <a:lnTo>
                  <a:pt x="467835" y="320601"/>
                </a:lnTo>
                <a:lnTo>
                  <a:pt x="467534" y="329177"/>
                </a:lnTo>
                <a:lnTo>
                  <a:pt x="468643" y="330334"/>
                </a:lnTo>
                <a:lnTo>
                  <a:pt x="470337" y="331462"/>
                </a:lnTo>
                <a:lnTo>
                  <a:pt x="472403" y="331913"/>
                </a:lnTo>
                <a:lnTo>
                  <a:pt x="475421" y="331390"/>
                </a:lnTo>
                <a:lnTo>
                  <a:pt x="476860" y="330283"/>
                </a:lnTo>
                <a:lnTo>
                  <a:pt x="477370" y="329078"/>
                </a:lnTo>
                <a:lnTo>
                  <a:pt x="477606" y="326079"/>
                </a:lnTo>
                <a:lnTo>
                  <a:pt x="477803" y="308452"/>
                </a:lnTo>
                <a:lnTo>
                  <a:pt x="477492" y="299273"/>
                </a:lnTo>
                <a:lnTo>
                  <a:pt x="476648" y="296578"/>
                </a:lnTo>
                <a:lnTo>
                  <a:pt x="474940" y="295504"/>
                </a:lnTo>
                <a:lnTo>
                  <a:pt x="469767" y="294993"/>
                </a:lnTo>
                <a:lnTo>
                  <a:pt x="467490" y="295610"/>
                </a:lnTo>
                <a:lnTo>
                  <a:pt x="464932" y="297118"/>
                </a:lnTo>
                <a:lnTo>
                  <a:pt x="463354" y="299726"/>
                </a:lnTo>
                <a:lnTo>
                  <a:pt x="460856" y="308963"/>
                </a:lnTo>
                <a:lnTo>
                  <a:pt x="459782" y="310509"/>
                </a:lnTo>
                <a:lnTo>
                  <a:pt x="457409" y="311868"/>
                </a:lnTo>
                <a:lnTo>
                  <a:pt x="455814" y="309583"/>
                </a:lnTo>
                <a:lnTo>
                  <a:pt x="452829" y="299718"/>
                </a:lnTo>
                <a:lnTo>
                  <a:pt x="450884" y="296662"/>
                </a:lnTo>
                <a:lnTo>
                  <a:pt x="449828" y="295802"/>
                </a:lnTo>
                <a:lnTo>
                  <a:pt x="447179" y="295153"/>
                </a:lnTo>
                <a:lnTo>
                  <a:pt x="443859" y="294973"/>
                </a:lnTo>
                <a:lnTo>
                  <a:pt x="441257" y="295379"/>
                </a:lnTo>
                <a:close/>
                <a:moveTo>
                  <a:pt x="505045" y="295282"/>
                </a:moveTo>
                <a:lnTo>
                  <a:pt x="503188" y="295991"/>
                </a:lnTo>
                <a:lnTo>
                  <a:pt x="501429" y="297452"/>
                </a:lnTo>
                <a:lnTo>
                  <a:pt x="501429" y="329949"/>
                </a:lnTo>
                <a:lnTo>
                  <a:pt x="503615" y="331458"/>
                </a:lnTo>
                <a:lnTo>
                  <a:pt x="505831" y="331817"/>
                </a:lnTo>
                <a:lnTo>
                  <a:pt x="509306" y="330978"/>
                </a:lnTo>
                <a:lnTo>
                  <a:pt x="510301" y="329920"/>
                </a:lnTo>
                <a:lnTo>
                  <a:pt x="511035" y="323810"/>
                </a:lnTo>
                <a:lnTo>
                  <a:pt x="511071" y="306082"/>
                </a:lnTo>
                <a:lnTo>
                  <a:pt x="514187" y="303859"/>
                </a:lnTo>
                <a:lnTo>
                  <a:pt x="517472" y="303604"/>
                </a:lnTo>
                <a:lnTo>
                  <a:pt x="519403" y="304071"/>
                </a:lnTo>
                <a:lnTo>
                  <a:pt x="520048" y="304666"/>
                </a:lnTo>
                <a:lnTo>
                  <a:pt x="520831" y="306970"/>
                </a:lnTo>
                <a:lnTo>
                  <a:pt x="520955" y="329515"/>
                </a:lnTo>
                <a:lnTo>
                  <a:pt x="522496" y="331037"/>
                </a:lnTo>
                <a:lnTo>
                  <a:pt x="524270" y="331694"/>
                </a:lnTo>
                <a:lnTo>
                  <a:pt x="527336" y="331611"/>
                </a:lnTo>
                <a:lnTo>
                  <a:pt x="529130" y="330899"/>
                </a:lnTo>
                <a:lnTo>
                  <a:pt x="530309" y="329707"/>
                </a:lnTo>
                <a:lnTo>
                  <a:pt x="530641" y="326571"/>
                </a:lnTo>
                <a:lnTo>
                  <a:pt x="530839" y="298175"/>
                </a:lnTo>
                <a:lnTo>
                  <a:pt x="528667" y="296134"/>
                </a:lnTo>
                <a:lnTo>
                  <a:pt x="526886" y="295331"/>
                </a:lnTo>
                <a:lnTo>
                  <a:pt x="505045" y="295282"/>
                </a:lnTo>
                <a:close/>
                <a:moveTo>
                  <a:pt x="563625" y="295957"/>
                </a:moveTo>
                <a:lnTo>
                  <a:pt x="561185" y="298346"/>
                </a:lnTo>
                <a:lnTo>
                  <a:pt x="559915" y="301027"/>
                </a:lnTo>
                <a:lnTo>
                  <a:pt x="557564" y="309850"/>
                </a:lnTo>
                <a:lnTo>
                  <a:pt x="551710" y="326686"/>
                </a:lnTo>
                <a:lnTo>
                  <a:pt x="551501" y="329805"/>
                </a:lnTo>
                <a:lnTo>
                  <a:pt x="553319" y="331769"/>
                </a:lnTo>
                <a:lnTo>
                  <a:pt x="557118" y="331760"/>
                </a:lnTo>
                <a:lnTo>
                  <a:pt x="558939" y="330304"/>
                </a:lnTo>
                <a:lnTo>
                  <a:pt x="560962" y="326512"/>
                </a:lnTo>
                <a:lnTo>
                  <a:pt x="562323" y="324964"/>
                </a:lnTo>
                <a:lnTo>
                  <a:pt x="564153" y="324159"/>
                </a:lnTo>
                <a:lnTo>
                  <a:pt x="567560" y="323894"/>
                </a:lnTo>
                <a:lnTo>
                  <a:pt x="569561" y="324458"/>
                </a:lnTo>
                <a:lnTo>
                  <a:pt x="570570" y="325296"/>
                </a:lnTo>
                <a:lnTo>
                  <a:pt x="573057" y="329597"/>
                </a:lnTo>
                <a:lnTo>
                  <a:pt x="574648" y="331039"/>
                </a:lnTo>
                <a:lnTo>
                  <a:pt x="577463" y="331877"/>
                </a:lnTo>
                <a:lnTo>
                  <a:pt x="580964" y="331407"/>
                </a:lnTo>
                <a:lnTo>
                  <a:pt x="582043" y="330327"/>
                </a:lnTo>
                <a:lnTo>
                  <a:pt x="582332" y="329274"/>
                </a:lnTo>
                <a:lnTo>
                  <a:pt x="581699" y="324856"/>
                </a:lnTo>
                <a:lnTo>
                  <a:pt x="575411" y="306229"/>
                </a:lnTo>
                <a:lnTo>
                  <a:pt x="573271" y="298604"/>
                </a:lnTo>
                <a:lnTo>
                  <a:pt x="572207" y="296952"/>
                </a:lnTo>
                <a:lnTo>
                  <a:pt x="569881" y="295528"/>
                </a:lnTo>
                <a:lnTo>
                  <a:pt x="565798" y="295013"/>
                </a:lnTo>
                <a:lnTo>
                  <a:pt x="563625" y="295957"/>
                </a:lnTo>
                <a:close/>
                <a:moveTo>
                  <a:pt x="567675" y="312688"/>
                </a:moveTo>
                <a:lnTo>
                  <a:pt x="568200" y="313989"/>
                </a:lnTo>
                <a:lnTo>
                  <a:pt x="567521" y="315022"/>
                </a:lnTo>
                <a:lnTo>
                  <a:pt x="565421" y="315459"/>
                </a:lnTo>
                <a:lnTo>
                  <a:pt x="564352" y="314796"/>
                </a:lnTo>
                <a:lnTo>
                  <a:pt x="564168" y="313137"/>
                </a:lnTo>
                <a:lnTo>
                  <a:pt x="564946" y="312011"/>
                </a:lnTo>
                <a:lnTo>
                  <a:pt x="566266" y="311822"/>
                </a:lnTo>
                <a:lnTo>
                  <a:pt x="567675" y="312688"/>
                </a:lnTo>
                <a:close/>
                <a:moveTo>
                  <a:pt x="606632" y="295379"/>
                </a:moveTo>
                <a:lnTo>
                  <a:pt x="605091" y="296781"/>
                </a:lnTo>
                <a:lnTo>
                  <a:pt x="604355" y="300767"/>
                </a:lnTo>
                <a:lnTo>
                  <a:pt x="604185" y="322627"/>
                </a:lnTo>
                <a:lnTo>
                  <a:pt x="604371" y="329140"/>
                </a:lnTo>
                <a:lnTo>
                  <a:pt x="604729" y="330180"/>
                </a:lnTo>
                <a:lnTo>
                  <a:pt x="606718" y="331592"/>
                </a:lnTo>
                <a:lnTo>
                  <a:pt x="609477" y="331957"/>
                </a:lnTo>
                <a:lnTo>
                  <a:pt x="611240" y="331512"/>
                </a:lnTo>
                <a:lnTo>
                  <a:pt x="613189" y="330093"/>
                </a:lnTo>
                <a:lnTo>
                  <a:pt x="613507" y="321391"/>
                </a:lnTo>
                <a:lnTo>
                  <a:pt x="614021" y="318678"/>
                </a:lnTo>
                <a:lnTo>
                  <a:pt x="615892" y="317237"/>
                </a:lnTo>
                <a:lnTo>
                  <a:pt x="619138" y="316828"/>
                </a:lnTo>
                <a:lnTo>
                  <a:pt x="622214" y="317500"/>
                </a:lnTo>
                <a:lnTo>
                  <a:pt x="623411" y="318522"/>
                </a:lnTo>
                <a:lnTo>
                  <a:pt x="623893" y="329659"/>
                </a:lnTo>
                <a:lnTo>
                  <a:pt x="625691" y="331338"/>
                </a:lnTo>
                <a:lnTo>
                  <a:pt x="627095" y="331879"/>
                </a:lnTo>
                <a:lnTo>
                  <a:pt x="629541" y="331923"/>
                </a:lnTo>
                <a:lnTo>
                  <a:pt x="631680" y="331061"/>
                </a:lnTo>
                <a:lnTo>
                  <a:pt x="633054" y="329515"/>
                </a:lnTo>
                <a:lnTo>
                  <a:pt x="633054" y="298513"/>
                </a:lnTo>
                <a:lnTo>
                  <a:pt x="631897" y="296666"/>
                </a:lnTo>
                <a:lnTo>
                  <a:pt x="630763" y="295561"/>
                </a:lnTo>
                <a:lnTo>
                  <a:pt x="629582" y="295138"/>
                </a:lnTo>
                <a:lnTo>
                  <a:pt x="627460" y="295112"/>
                </a:lnTo>
                <a:lnTo>
                  <a:pt x="625804" y="295871"/>
                </a:lnTo>
                <a:lnTo>
                  <a:pt x="624284" y="298375"/>
                </a:lnTo>
                <a:lnTo>
                  <a:pt x="624053" y="305166"/>
                </a:lnTo>
                <a:lnTo>
                  <a:pt x="623470" y="307124"/>
                </a:lnTo>
                <a:lnTo>
                  <a:pt x="622208" y="308320"/>
                </a:lnTo>
                <a:lnTo>
                  <a:pt x="618872" y="308854"/>
                </a:lnTo>
                <a:lnTo>
                  <a:pt x="615544" y="308423"/>
                </a:lnTo>
                <a:lnTo>
                  <a:pt x="613973" y="307348"/>
                </a:lnTo>
                <a:lnTo>
                  <a:pt x="613364" y="304945"/>
                </a:lnTo>
                <a:lnTo>
                  <a:pt x="613286" y="297693"/>
                </a:lnTo>
                <a:lnTo>
                  <a:pt x="610003" y="295112"/>
                </a:lnTo>
                <a:lnTo>
                  <a:pt x="608420" y="294942"/>
                </a:lnTo>
                <a:lnTo>
                  <a:pt x="606632" y="295379"/>
                </a:lnTo>
                <a:close/>
                <a:moveTo>
                  <a:pt x="659716" y="295861"/>
                </a:moveTo>
                <a:lnTo>
                  <a:pt x="657959" y="297321"/>
                </a:lnTo>
                <a:lnTo>
                  <a:pt x="657578" y="298673"/>
                </a:lnTo>
                <a:lnTo>
                  <a:pt x="657257" y="329177"/>
                </a:lnTo>
                <a:lnTo>
                  <a:pt x="658755" y="330837"/>
                </a:lnTo>
                <a:lnTo>
                  <a:pt x="660623" y="331690"/>
                </a:lnTo>
                <a:lnTo>
                  <a:pt x="662850" y="331923"/>
                </a:lnTo>
                <a:lnTo>
                  <a:pt x="664827" y="331443"/>
                </a:lnTo>
                <a:lnTo>
                  <a:pt x="667430" y="328400"/>
                </a:lnTo>
                <a:lnTo>
                  <a:pt x="671528" y="321632"/>
                </a:lnTo>
                <a:lnTo>
                  <a:pt x="676157" y="316449"/>
                </a:lnTo>
                <a:lnTo>
                  <a:pt x="677500" y="318224"/>
                </a:lnTo>
                <a:lnTo>
                  <a:pt x="677827" y="319402"/>
                </a:lnTo>
                <a:lnTo>
                  <a:pt x="677653" y="327030"/>
                </a:lnTo>
                <a:lnTo>
                  <a:pt x="677989" y="329852"/>
                </a:lnTo>
                <a:lnTo>
                  <a:pt x="679051" y="331056"/>
                </a:lnTo>
                <a:lnTo>
                  <a:pt x="680687" y="331756"/>
                </a:lnTo>
                <a:lnTo>
                  <a:pt x="683498" y="331794"/>
                </a:lnTo>
                <a:lnTo>
                  <a:pt x="685131" y="331101"/>
                </a:lnTo>
                <a:lnTo>
                  <a:pt x="686571" y="329515"/>
                </a:lnTo>
                <a:lnTo>
                  <a:pt x="686571" y="297693"/>
                </a:lnTo>
                <a:lnTo>
                  <a:pt x="683298" y="295048"/>
                </a:lnTo>
                <a:lnTo>
                  <a:pt x="681337" y="294940"/>
                </a:lnTo>
                <a:lnTo>
                  <a:pt x="679320" y="295951"/>
                </a:lnTo>
                <a:lnTo>
                  <a:pt x="676257" y="299529"/>
                </a:lnTo>
                <a:lnTo>
                  <a:pt x="670295" y="308915"/>
                </a:lnTo>
                <a:lnTo>
                  <a:pt x="668510" y="310614"/>
                </a:lnTo>
                <a:lnTo>
                  <a:pt x="667800" y="310304"/>
                </a:lnTo>
                <a:lnTo>
                  <a:pt x="667061" y="308415"/>
                </a:lnTo>
                <a:lnTo>
                  <a:pt x="666636" y="299454"/>
                </a:lnTo>
                <a:lnTo>
                  <a:pt x="665829" y="296488"/>
                </a:lnTo>
                <a:lnTo>
                  <a:pt x="664586" y="295427"/>
                </a:lnTo>
                <a:lnTo>
                  <a:pt x="663096" y="294971"/>
                </a:lnTo>
                <a:lnTo>
                  <a:pt x="661680" y="295007"/>
                </a:lnTo>
                <a:lnTo>
                  <a:pt x="659716" y="295861"/>
                </a:lnTo>
                <a:close/>
                <a:moveTo>
                  <a:pt x="712077" y="296777"/>
                </a:moveTo>
                <a:lnTo>
                  <a:pt x="710679" y="298224"/>
                </a:lnTo>
                <a:lnTo>
                  <a:pt x="710920" y="324693"/>
                </a:lnTo>
                <a:lnTo>
                  <a:pt x="711185" y="329417"/>
                </a:lnTo>
                <a:lnTo>
                  <a:pt x="711743" y="330406"/>
                </a:lnTo>
                <a:lnTo>
                  <a:pt x="713309" y="331344"/>
                </a:lnTo>
                <a:lnTo>
                  <a:pt x="715325" y="331775"/>
                </a:lnTo>
                <a:lnTo>
                  <a:pt x="717382" y="331667"/>
                </a:lnTo>
                <a:lnTo>
                  <a:pt x="719069" y="330991"/>
                </a:lnTo>
                <a:lnTo>
                  <a:pt x="725565" y="320121"/>
                </a:lnTo>
                <a:lnTo>
                  <a:pt x="727391" y="318600"/>
                </a:lnTo>
                <a:lnTo>
                  <a:pt x="729517" y="317658"/>
                </a:lnTo>
                <a:lnTo>
                  <a:pt x="730237" y="317861"/>
                </a:lnTo>
                <a:lnTo>
                  <a:pt x="730597" y="318877"/>
                </a:lnTo>
                <a:lnTo>
                  <a:pt x="731555" y="330431"/>
                </a:lnTo>
                <a:lnTo>
                  <a:pt x="733363" y="331543"/>
                </a:lnTo>
                <a:lnTo>
                  <a:pt x="736120" y="331882"/>
                </a:lnTo>
                <a:lnTo>
                  <a:pt x="738696" y="331377"/>
                </a:lnTo>
                <a:lnTo>
                  <a:pt x="740571" y="330045"/>
                </a:lnTo>
                <a:lnTo>
                  <a:pt x="740432" y="301937"/>
                </a:lnTo>
                <a:lnTo>
                  <a:pt x="739509" y="296622"/>
                </a:lnTo>
                <a:lnTo>
                  <a:pt x="738084" y="295540"/>
                </a:lnTo>
                <a:lnTo>
                  <a:pt x="735750" y="295379"/>
                </a:lnTo>
                <a:lnTo>
                  <a:pt x="734304" y="295622"/>
                </a:lnTo>
                <a:lnTo>
                  <a:pt x="732194" y="296837"/>
                </a:lnTo>
                <a:lnTo>
                  <a:pt x="730267" y="298964"/>
                </a:lnTo>
                <a:lnTo>
                  <a:pt x="723938" y="309216"/>
                </a:lnTo>
                <a:lnTo>
                  <a:pt x="722262" y="310289"/>
                </a:lnTo>
                <a:lnTo>
                  <a:pt x="721296" y="310000"/>
                </a:lnTo>
                <a:lnTo>
                  <a:pt x="720661" y="308831"/>
                </a:lnTo>
                <a:lnTo>
                  <a:pt x="720321" y="297741"/>
                </a:lnTo>
                <a:lnTo>
                  <a:pt x="718538" y="296105"/>
                </a:lnTo>
                <a:lnTo>
                  <a:pt x="716423" y="295340"/>
                </a:lnTo>
                <a:lnTo>
                  <a:pt x="714111" y="295569"/>
                </a:lnTo>
                <a:lnTo>
                  <a:pt x="712077" y="296777"/>
                </a:lnTo>
                <a:close/>
                <a:moveTo>
                  <a:pt x="952039" y="298320"/>
                </a:moveTo>
                <a:lnTo>
                  <a:pt x="951702" y="300249"/>
                </a:lnTo>
                <a:lnTo>
                  <a:pt x="954512" y="306484"/>
                </a:lnTo>
                <a:lnTo>
                  <a:pt x="953908" y="307749"/>
                </a:lnTo>
                <a:lnTo>
                  <a:pt x="950526" y="308599"/>
                </a:lnTo>
                <a:lnTo>
                  <a:pt x="941771" y="307873"/>
                </a:lnTo>
                <a:lnTo>
                  <a:pt x="936673" y="308532"/>
                </a:lnTo>
                <a:lnTo>
                  <a:pt x="933621" y="310201"/>
                </a:lnTo>
                <a:lnTo>
                  <a:pt x="933176" y="312428"/>
                </a:lnTo>
                <a:lnTo>
                  <a:pt x="934217" y="314684"/>
                </a:lnTo>
                <a:lnTo>
                  <a:pt x="936527" y="316120"/>
                </a:lnTo>
                <a:lnTo>
                  <a:pt x="941879" y="317702"/>
                </a:lnTo>
                <a:lnTo>
                  <a:pt x="948194" y="318410"/>
                </a:lnTo>
                <a:lnTo>
                  <a:pt x="949882" y="319046"/>
                </a:lnTo>
                <a:lnTo>
                  <a:pt x="951710" y="320649"/>
                </a:lnTo>
                <a:lnTo>
                  <a:pt x="955237" y="328258"/>
                </a:lnTo>
                <a:lnTo>
                  <a:pt x="960063" y="341840"/>
                </a:lnTo>
                <a:lnTo>
                  <a:pt x="966865" y="351696"/>
                </a:lnTo>
                <a:lnTo>
                  <a:pt x="971351" y="362236"/>
                </a:lnTo>
                <a:lnTo>
                  <a:pt x="972331" y="368231"/>
                </a:lnTo>
                <a:lnTo>
                  <a:pt x="972673" y="388370"/>
                </a:lnTo>
                <a:lnTo>
                  <a:pt x="974073" y="395327"/>
                </a:lnTo>
                <a:lnTo>
                  <a:pt x="972452" y="405573"/>
                </a:lnTo>
                <a:lnTo>
                  <a:pt x="970429" y="428035"/>
                </a:lnTo>
                <a:lnTo>
                  <a:pt x="969435" y="432623"/>
                </a:lnTo>
                <a:lnTo>
                  <a:pt x="967187" y="438068"/>
                </a:lnTo>
                <a:lnTo>
                  <a:pt x="965715" y="440326"/>
                </a:lnTo>
                <a:lnTo>
                  <a:pt x="963695" y="442047"/>
                </a:lnTo>
                <a:lnTo>
                  <a:pt x="961154" y="443212"/>
                </a:lnTo>
                <a:lnTo>
                  <a:pt x="958120" y="443804"/>
                </a:lnTo>
                <a:lnTo>
                  <a:pt x="953775" y="443879"/>
                </a:lnTo>
                <a:lnTo>
                  <a:pt x="948983" y="437837"/>
                </a:lnTo>
                <a:lnTo>
                  <a:pt x="949025" y="436694"/>
                </a:lnTo>
                <a:lnTo>
                  <a:pt x="949858" y="435809"/>
                </a:lnTo>
                <a:lnTo>
                  <a:pt x="955627" y="434734"/>
                </a:lnTo>
                <a:lnTo>
                  <a:pt x="957373" y="433873"/>
                </a:lnTo>
                <a:lnTo>
                  <a:pt x="958307" y="432693"/>
                </a:lnTo>
                <a:lnTo>
                  <a:pt x="958452" y="410370"/>
                </a:lnTo>
                <a:lnTo>
                  <a:pt x="955903" y="403724"/>
                </a:lnTo>
                <a:lnTo>
                  <a:pt x="954493" y="394445"/>
                </a:lnTo>
                <a:lnTo>
                  <a:pt x="953276" y="390689"/>
                </a:lnTo>
                <a:lnTo>
                  <a:pt x="950109" y="385758"/>
                </a:lnTo>
                <a:lnTo>
                  <a:pt x="943794" y="380241"/>
                </a:lnTo>
                <a:lnTo>
                  <a:pt x="940859" y="378942"/>
                </a:lnTo>
                <a:lnTo>
                  <a:pt x="938632" y="379626"/>
                </a:lnTo>
                <a:lnTo>
                  <a:pt x="928242" y="395003"/>
                </a:lnTo>
                <a:lnTo>
                  <a:pt x="925921" y="397095"/>
                </a:lnTo>
                <a:lnTo>
                  <a:pt x="923591" y="397292"/>
                </a:lnTo>
                <a:lnTo>
                  <a:pt x="919775" y="394537"/>
                </a:lnTo>
                <a:lnTo>
                  <a:pt x="917861" y="393670"/>
                </a:lnTo>
                <a:lnTo>
                  <a:pt x="916169" y="393753"/>
                </a:lnTo>
                <a:lnTo>
                  <a:pt x="914480" y="395086"/>
                </a:lnTo>
                <a:lnTo>
                  <a:pt x="918386" y="407604"/>
                </a:lnTo>
                <a:lnTo>
                  <a:pt x="919844" y="408686"/>
                </a:lnTo>
                <a:lnTo>
                  <a:pt x="923549" y="409385"/>
                </a:lnTo>
                <a:lnTo>
                  <a:pt x="926904" y="408908"/>
                </a:lnTo>
                <a:lnTo>
                  <a:pt x="929600" y="407322"/>
                </a:lnTo>
                <a:lnTo>
                  <a:pt x="934356" y="402835"/>
                </a:lnTo>
                <a:lnTo>
                  <a:pt x="941963" y="394598"/>
                </a:lnTo>
                <a:lnTo>
                  <a:pt x="943011" y="394569"/>
                </a:lnTo>
                <a:lnTo>
                  <a:pt x="943999" y="395729"/>
                </a:lnTo>
                <a:lnTo>
                  <a:pt x="944458" y="397995"/>
                </a:lnTo>
                <a:lnTo>
                  <a:pt x="944518" y="404488"/>
                </a:lnTo>
                <a:lnTo>
                  <a:pt x="948134" y="410852"/>
                </a:lnTo>
                <a:lnTo>
                  <a:pt x="948471" y="422134"/>
                </a:lnTo>
                <a:lnTo>
                  <a:pt x="946129" y="424197"/>
                </a:lnTo>
                <a:lnTo>
                  <a:pt x="941421" y="425018"/>
                </a:lnTo>
                <a:lnTo>
                  <a:pt x="939388" y="426478"/>
                </a:lnTo>
                <a:lnTo>
                  <a:pt x="936056" y="432313"/>
                </a:lnTo>
                <a:lnTo>
                  <a:pt x="934967" y="435013"/>
                </a:lnTo>
                <a:lnTo>
                  <a:pt x="934718" y="436954"/>
                </a:lnTo>
                <a:lnTo>
                  <a:pt x="936031" y="439534"/>
                </a:lnTo>
                <a:lnTo>
                  <a:pt x="942905" y="447489"/>
                </a:lnTo>
                <a:lnTo>
                  <a:pt x="944845" y="452017"/>
                </a:lnTo>
                <a:lnTo>
                  <a:pt x="944393" y="454696"/>
                </a:lnTo>
                <a:lnTo>
                  <a:pt x="939622" y="460715"/>
                </a:lnTo>
                <a:lnTo>
                  <a:pt x="939576" y="462815"/>
                </a:lnTo>
                <a:lnTo>
                  <a:pt x="942042" y="465387"/>
                </a:lnTo>
                <a:lnTo>
                  <a:pt x="944263" y="466301"/>
                </a:lnTo>
                <a:lnTo>
                  <a:pt x="948117" y="466942"/>
                </a:lnTo>
                <a:lnTo>
                  <a:pt x="951345" y="466547"/>
                </a:lnTo>
                <a:lnTo>
                  <a:pt x="952596" y="465652"/>
                </a:lnTo>
                <a:lnTo>
                  <a:pt x="955254" y="462037"/>
                </a:lnTo>
                <a:lnTo>
                  <a:pt x="957376" y="456899"/>
                </a:lnTo>
                <a:lnTo>
                  <a:pt x="959766" y="454595"/>
                </a:lnTo>
                <a:lnTo>
                  <a:pt x="963587" y="452993"/>
                </a:lnTo>
                <a:lnTo>
                  <a:pt x="970373" y="451344"/>
                </a:lnTo>
                <a:lnTo>
                  <a:pt x="974342" y="445898"/>
                </a:lnTo>
                <a:lnTo>
                  <a:pt x="978798" y="438624"/>
                </a:lnTo>
                <a:lnTo>
                  <a:pt x="981818" y="417633"/>
                </a:lnTo>
                <a:lnTo>
                  <a:pt x="983030" y="402124"/>
                </a:lnTo>
                <a:lnTo>
                  <a:pt x="982848" y="361674"/>
                </a:lnTo>
                <a:lnTo>
                  <a:pt x="977767" y="350301"/>
                </a:lnTo>
                <a:lnTo>
                  <a:pt x="974933" y="345720"/>
                </a:lnTo>
                <a:lnTo>
                  <a:pt x="972127" y="342237"/>
                </a:lnTo>
                <a:lnTo>
                  <a:pt x="968186" y="335286"/>
                </a:lnTo>
                <a:lnTo>
                  <a:pt x="967720" y="333377"/>
                </a:lnTo>
                <a:lnTo>
                  <a:pt x="968195" y="330669"/>
                </a:lnTo>
                <a:lnTo>
                  <a:pt x="969177" y="330235"/>
                </a:lnTo>
                <a:lnTo>
                  <a:pt x="971719" y="332137"/>
                </a:lnTo>
                <a:lnTo>
                  <a:pt x="980672" y="343931"/>
                </a:lnTo>
                <a:lnTo>
                  <a:pt x="985130" y="350555"/>
                </a:lnTo>
                <a:lnTo>
                  <a:pt x="988240" y="354028"/>
                </a:lnTo>
                <a:lnTo>
                  <a:pt x="990951" y="356331"/>
                </a:lnTo>
                <a:lnTo>
                  <a:pt x="993265" y="360060"/>
                </a:lnTo>
                <a:lnTo>
                  <a:pt x="995450" y="365096"/>
                </a:lnTo>
                <a:lnTo>
                  <a:pt x="997891" y="369372"/>
                </a:lnTo>
                <a:lnTo>
                  <a:pt x="1000941" y="373245"/>
                </a:lnTo>
                <a:lnTo>
                  <a:pt x="1004257" y="376331"/>
                </a:lnTo>
                <a:lnTo>
                  <a:pt x="1007496" y="378247"/>
                </a:lnTo>
                <a:lnTo>
                  <a:pt x="1008980" y="378645"/>
                </a:lnTo>
                <a:lnTo>
                  <a:pt x="1011563" y="378289"/>
                </a:lnTo>
                <a:lnTo>
                  <a:pt x="1012979" y="376240"/>
                </a:lnTo>
                <a:lnTo>
                  <a:pt x="1013609" y="371943"/>
                </a:lnTo>
                <a:lnTo>
                  <a:pt x="1016405" y="370864"/>
                </a:lnTo>
                <a:lnTo>
                  <a:pt x="1019815" y="370272"/>
                </a:lnTo>
                <a:lnTo>
                  <a:pt x="1020751" y="368779"/>
                </a:lnTo>
                <a:lnTo>
                  <a:pt x="1019877" y="366440"/>
                </a:lnTo>
                <a:lnTo>
                  <a:pt x="1016771" y="363313"/>
                </a:lnTo>
                <a:lnTo>
                  <a:pt x="1004080" y="357046"/>
                </a:lnTo>
                <a:lnTo>
                  <a:pt x="1001547" y="355065"/>
                </a:lnTo>
                <a:lnTo>
                  <a:pt x="999645" y="352447"/>
                </a:lnTo>
                <a:lnTo>
                  <a:pt x="998036" y="347016"/>
                </a:lnTo>
                <a:lnTo>
                  <a:pt x="997420" y="342500"/>
                </a:lnTo>
                <a:lnTo>
                  <a:pt x="998207" y="340682"/>
                </a:lnTo>
                <a:lnTo>
                  <a:pt x="1002592" y="337428"/>
                </a:lnTo>
                <a:lnTo>
                  <a:pt x="1002664" y="334625"/>
                </a:lnTo>
                <a:lnTo>
                  <a:pt x="1001705" y="332775"/>
                </a:lnTo>
                <a:lnTo>
                  <a:pt x="975254" y="314213"/>
                </a:lnTo>
                <a:lnTo>
                  <a:pt x="972896" y="311775"/>
                </a:lnTo>
                <a:lnTo>
                  <a:pt x="968273" y="305690"/>
                </a:lnTo>
                <a:lnTo>
                  <a:pt x="960959" y="298706"/>
                </a:lnTo>
                <a:lnTo>
                  <a:pt x="959050" y="297805"/>
                </a:lnTo>
                <a:lnTo>
                  <a:pt x="955866" y="297211"/>
                </a:lnTo>
                <a:lnTo>
                  <a:pt x="953138" y="297555"/>
                </a:lnTo>
                <a:lnTo>
                  <a:pt x="952039" y="298320"/>
                </a:lnTo>
                <a:close/>
                <a:moveTo>
                  <a:pt x="648241" y="347932"/>
                </a:moveTo>
                <a:lnTo>
                  <a:pt x="642794" y="348762"/>
                </a:lnTo>
                <a:lnTo>
                  <a:pt x="637670" y="350133"/>
                </a:lnTo>
                <a:lnTo>
                  <a:pt x="632905" y="352017"/>
                </a:lnTo>
                <a:lnTo>
                  <a:pt x="628532" y="354385"/>
                </a:lnTo>
                <a:lnTo>
                  <a:pt x="624586" y="357208"/>
                </a:lnTo>
                <a:lnTo>
                  <a:pt x="621101" y="360457"/>
                </a:lnTo>
                <a:lnTo>
                  <a:pt x="618113" y="364105"/>
                </a:lnTo>
                <a:lnTo>
                  <a:pt x="615654" y="368122"/>
                </a:lnTo>
                <a:lnTo>
                  <a:pt x="613761" y="372480"/>
                </a:lnTo>
                <a:lnTo>
                  <a:pt x="612466" y="377150"/>
                </a:lnTo>
                <a:lnTo>
                  <a:pt x="611598" y="381441"/>
                </a:lnTo>
                <a:lnTo>
                  <a:pt x="611598" y="451352"/>
                </a:lnTo>
                <a:lnTo>
                  <a:pt x="613317" y="459657"/>
                </a:lnTo>
                <a:lnTo>
                  <a:pt x="616071" y="466314"/>
                </a:lnTo>
                <a:lnTo>
                  <a:pt x="617931" y="469386"/>
                </a:lnTo>
                <a:lnTo>
                  <a:pt x="622509" y="474888"/>
                </a:lnTo>
                <a:lnTo>
                  <a:pt x="628089" y="479361"/>
                </a:lnTo>
                <a:lnTo>
                  <a:pt x="634500" y="482595"/>
                </a:lnTo>
                <a:lnTo>
                  <a:pt x="642274" y="485017"/>
                </a:lnTo>
                <a:lnTo>
                  <a:pt x="657769" y="485634"/>
                </a:lnTo>
                <a:lnTo>
                  <a:pt x="704356" y="485548"/>
                </a:lnTo>
                <a:lnTo>
                  <a:pt x="710843" y="484724"/>
                </a:lnTo>
                <a:lnTo>
                  <a:pt x="720089" y="481248"/>
                </a:lnTo>
                <a:lnTo>
                  <a:pt x="726366" y="477026"/>
                </a:lnTo>
                <a:lnTo>
                  <a:pt x="731603" y="472064"/>
                </a:lnTo>
                <a:lnTo>
                  <a:pt x="736078" y="465049"/>
                </a:lnTo>
                <a:lnTo>
                  <a:pt x="739418" y="454961"/>
                </a:lnTo>
                <a:lnTo>
                  <a:pt x="740071" y="445910"/>
                </a:lnTo>
                <a:lnTo>
                  <a:pt x="740217" y="435217"/>
                </a:lnTo>
                <a:lnTo>
                  <a:pt x="739848" y="378066"/>
                </a:lnTo>
                <a:lnTo>
                  <a:pt x="735483" y="367532"/>
                </a:lnTo>
                <a:lnTo>
                  <a:pt x="732875" y="363548"/>
                </a:lnTo>
                <a:lnTo>
                  <a:pt x="729578" y="359551"/>
                </a:lnTo>
                <a:lnTo>
                  <a:pt x="723745" y="354700"/>
                </a:lnTo>
                <a:lnTo>
                  <a:pt x="717348" y="351338"/>
                </a:lnTo>
                <a:lnTo>
                  <a:pt x="705616" y="347740"/>
                </a:lnTo>
                <a:lnTo>
                  <a:pt x="648241" y="347932"/>
                </a:lnTo>
                <a:close/>
                <a:moveTo>
                  <a:pt x="701566" y="378066"/>
                </a:moveTo>
                <a:lnTo>
                  <a:pt x="704329" y="379657"/>
                </a:lnTo>
                <a:lnTo>
                  <a:pt x="707757" y="383127"/>
                </a:lnTo>
                <a:lnTo>
                  <a:pt x="709184" y="385781"/>
                </a:lnTo>
                <a:lnTo>
                  <a:pt x="709391" y="388140"/>
                </a:lnTo>
                <a:lnTo>
                  <a:pt x="709722" y="408119"/>
                </a:lnTo>
                <a:lnTo>
                  <a:pt x="709511" y="440696"/>
                </a:lnTo>
                <a:lnTo>
                  <a:pt x="709136" y="447881"/>
                </a:lnTo>
                <a:lnTo>
                  <a:pt x="707395" y="450942"/>
                </a:lnTo>
                <a:lnTo>
                  <a:pt x="703977" y="454775"/>
                </a:lnTo>
                <a:lnTo>
                  <a:pt x="695395" y="457427"/>
                </a:lnTo>
                <a:lnTo>
                  <a:pt x="654027" y="457138"/>
                </a:lnTo>
                <a:lnTo>
                  <a:pt x="646795" y="454155"/>
                </a:lnTo>
                <a:lnTo>
                  <a:pt x="644080" y="451198"/>
                </a:lnTo>
                <a:lnTo>
                  <a:pt x="641105" y="445566"/>
                </a:lnTo>
                <a:lnTo>
                  <a:pt x="641202" y="388529"/>
                </a:lnTo>
                <a:lnTo>
                  <a:pt x="644507" y="382038"/>
                </a:lnTo>
                <a:lnTo>
                  <a:pt x="648056" y="378824"/>
                </a:lnTo>
                <a:lnTo>
                  <a:pt x="649880" y="378018"/>
                </a:lnTo>
                <a:lnTo>
                  <a:pt x="651928" y="377747"/>
                </a:lnTo>
                <a:lnTo>
                  <a:pt x="682908" y="377341"/>
                </a:lnTo>
                <a:lnTo>
                  <a:pt x="701566" y="378066"/>
                </a:lnTo>
                <a:close/>
                <a:moveTo>
                  <a:pt x="29266" y="350825"/>
                </a:moveTo>
                <a:lnTo>
                  <a:pt x="1832" y="351066"/>
                </a:lnTo>
                <a:lnTo>
                  <a:pt x="0" y="353332"/>
                </a:lnTo>
                <a:lnTo>
                  <a:pt x="0" y="376765"/>
                </a:lnTo>
                <a:lnTo>
                  <a:pt x="1832" y="379031"/>
                </a:lnTo>
                <a:lnTo>
                  <a:pt x="69959" y="379272"/>
                </a:lnTo>
                <a:lnTo>
                  <a:pt x="74599" y="381245"/>
                </a:lnTo>
                <a:lnTo>
                  <a:pt x="76550" y="382535"/>
                </a:lnTo>
                <a:lnTo>
                  <a:pt x="80036" y="387131"/>
                </a:lnTo>
                <a:lnTo>
                  <a:pt x="79915" y="397647"/>
                </a:lnTo>
                <a:lnTo>
                  <a:pt x="79312" y="400232"/>
                </a:lnTo>
                <a:lnTo>
                  <a:pt x="76999" y="401055"/>
                </a:lnTo>
                <a:lnTo>
                  <a:pt x="73266" y="401318"/>
                </a:lnTo>
                <a:lnTo>
                  <a:pt x="35341" y="401836"/>
                </a:lnTo>
                <a:lnTo>
                  <a:pt x="34423" y="403197"/>
                </a:lnTo>
                <a:lnTo>
                  <a:pt x="33935" y="406477"/>
                </a:lnTo>
                <a:lnTo>
                  <a:pt x="33875" y="423531"/>
                </a:lnTo>
                <a:lnTo>
                  <a:pt x="34582" y="428925"/>
                </a:lnTo>
                <a:lnTo>
                  <a:pt x="35250" y="430066"/>
                </a:lnTo>
                <a:lnTo>
                  <a:pt x="36072" y="430463"/>
                </a:lnTo>
                <a:lnTo>
                  <a:pt x="78011" y="430861"/>
                </a:lnTo>
                <a:lnTo>
                  <a:pt x="80277" y="432693"/>
                </a:lnTo>
                <a:lnTo>
                  <a:pt x="79550" y="447009"/>
                </a:lnTo>
                <a:lnTo>
                  <a:pt x="78522" y="448922"/>
                </a:lnTo>
                <a:lnTo>
                  <a:pt x="76084" y="451270"/>
                </a:lnTo>
                <a:lnTo>
                  <a:pt x="70634" y="454245"/>
                </a:lnTo>
                <a:lnTo>
                  <a:pt x="2025" y="454727"/>
                </a:lnTo>
                <a:lnTo>
                  <a:pt x="0" y="456559"/>
                </a:lnTo>
                <a:lnTo>
                  <a:pt x="0" y="480907"/>
                </a:lnTo>
                <a:lnTo>
                  <a:pt x="1832" y="483174"/>
                </a:lnTo>
                <a:lnTo>
                  <a:pt x="68296" y="483210"/>
                </a:lnTo>
                <a:lnTo>
                  <a:pt x="77628" y="482610"/>
                </a:lnTo>
                <a:lnTo>
                  <a:pt x="84714" y="481646"/>
                </a:lnTo>
                <a:lnTo>
                  <a:pt x="89438" y="480275"/>
                </a:lnTo>
                <a:lnTo>
                  <a:pt x="95899" y="477539"/>
                </a:lnTo>
                <a:lnTo>
                  <a:pt x="101748" y="472575"/>
                </a:lnTo>
                <a:lnTo>
                  <a:pt x="105541" y="467039"/>
                </a:lnTo>
                <a:lnTo>
                  <a:pt x="107538" y="462347"/>
                </a:lnTo>
                <a:lnTo>
                  <a:pt x="109850" y="454768"/>
                </a:lnTo>
                <a:lnTo>
                  <a:pt x="110438" y="450441"/>
                </a:lnTo>
                <a:lnTo>
                  <a:pt x="111158" y="427596"/>
                </a:lnTo>
                <a:lnTo>
                  <a:pt x="110640" y="387299"/>
                </a:lnTo>
                <a:lnTo>
                  <a:pt x="109783" y="378229"/>
                </a:lnTo>
                <a:lnTo>
                  <a:pt x="106276" y="367275"/>
                </a:lnTo>
                <a:lnTo>
                  <a:pt x="103724" y="363007"/>
                </a:lnTo>
                <a:lnTo>
                  <a:pt x="102112" y="361107"/>
                </a:lnTo>
                <a:lnTo>
                  <a:pt x="98204" y="357766"/>
                </a:lnTo>
                <a:lnTo>
                  <a:pt x="93368" y="355019"/>
                </a:lnTo>
                <a:lnTo>
                  <a:pt x="85591" y="352246"/>
                </a:lnTo>
                <a:lnTo>
                  <a:pt x="79310" y="351252"/>
                </a:lnTo>
                <a:lnTo>
                  <a:pt x="69398" y="350763"/>
                </a:lnTo>
                <a:lnTo>
                  <a:pt x="29266" y="350825"/>
                </a:lnTo>
                <a:close/>
                <a:moveTo>
                  <a:pt x="220002" y="350729"/>
                </a:moveTo>
                <a:lnTo>
                  <a:pt x="216985" y="351231"/>
                </a:lnTo>
                <a:lnTo>
                  <a:pt x="216386" y="351645"/>
                </a:lnTo>
                <a:lnTo>
                  <a:pt x="216129" y="352606"/>
                </a:lnTo>
                <a:lnTo>
                  <a:pt x="215277" y="397979"/>
                </a:lnTo>
                <a:lnTo>
                  <a:pt x="213445" y="400004"/>
                </a:lnTo>
                <a:lnTo>
                  <a:pt x="170408" y="399954"/>
                </a:lnTo>
                <a:lnTo>
                  <a:pt x="155250" y="399522"/>
                </a:lnTo>
                <a:lnTo>
                  <a:pt x="154068" y="397769"/>
                </a:lnTo>
                <a:lnTo>
                  <a:pt x="153500" y="392218"/>
                </a:lnTo>
                <a:lnTo>
                  <a:pt x="153321" y="352320"/>
                </a:lnTo>
                <a:lnTo>
                  <a:pt x="151494" y="351257"/>
                </a:lnTo>
                <a:lnTo>
                  <a:pt x="148964" y="350958"/>
                </a:lnTo>
                <a:lnTo>
                  <a:pt x="124875" y="350825"/>
                </a:lnTo>
                <a:lnTo>
                  <a:pt x="122946" y="352754"/>
                </a:lnTo>
                <a:lnTo>
                  <a:pt x="122946" y="481004"/>
                </a:lnTo>
                <a:lnTo>
                  <a:pt x="124310" y="482292"/>
                </a:lnTo>
                <a:lnTo>
                  <a:pt x="126586" y="483051"/>
                </a:lnTo>
                <a:lnTo>
                  <a:pt x="129417" y="483298"/>
                </a:lnTo>
                <a:lnTo>
                  <a:pt x="151345" y="483174"/>
                </a:lnTo>
                <a:lnTo>
                  <a:pt x="153418" y="481100"/>
                </a:lnTo>
                <a:lnTo>
                  <a:pt x="153396" y="440774"/>
                </a:lnTo>
                <a:lnTo>
                  <a:pt x="154039" y="431263"/>
                </a:lnTo>
                <a:lnTo>
                  <a:pt x="154761" y="429772"/>
                </a:lnTo>
                <a:lnTo>
                  <a:pt x="155718" y="429331"/>
                </a:lnTo>
                <a:lnTo>
                  <a:pt x="166581" y="429019"/>
                </a:lnTo>
                <a:lnTo>
                  <a:pt x="213541" y="428932"/>
                </a:lnTo>
                <a:lnTo>
                  <a:pt x="215518" y="431488"/>
                </a:lnTo>
                <a:lnTo>
                  <a:pt x="215518" y="481052"/>
                </a:lnTo>
                <a:lnTo>
                  <a:pt x="217929" y="483463"/>
                </a:lnTo>
                <a:lnTo>
                  <a:pt x="243434" y="483174"/>
                </a:lnTo>
                <a:lnTo>
                  <a:pt x="245604" y="481004"/>
                </a:lnTo>
                <a:lnTo>
                  <a:pt x="245411" y="353236"/>
                </a:lnTo>
                <a:lnTo>
                  <a:pt x="244117" y="351601"/>
                </a:lnTo>
                <a:lnTo>
                  <a:pt x="241619" y="351170"/>
                </a:lnTo>
                <a:lnTo>
                  <a:pt x="220002" y="350729"/>
                </a:lnTo>
                <a:close/>
                <a:moveTo>
                  <a:pt x="288080" y="351356"/>
                </a:moveTo>
                <a:lnTo>
                  <a:pt x="282940" y="352596"/>
                </a:lnTo>
                <a:lnTo>
                  <a:pt x="275966" y="355208"/>
                </a:lnTo>
                <a:lnTo>
                  <a:pt x="272314" y="357238"/>
                </a:lnTo>
                <a:lnTo>
                  <a:pt x="269012" y="360147"/>
                </a:lnTo>
                <a:lnTo>
                  <a:pt x="266194" y="363561"/>
                </a:lnTo>
                <a:lnTo>
                  <a:pt x="262969" y="369466"/>
                </a:lnTo>
                <a:lnTo>
                  <a:pt x="261552" y="373817"/>
                </a:lnTo>
                <a:lnTo>
                  <a:pt x="259875" y="382116"/>
                </a:lnTo>
                <a:lnTo>
                  <a:pt x="259466" y="400248"/>
                </a:lnTo>
                <a:lnTo>
                  <a:pt x="259634" y="451352"/>
                </a:lnTo>
                <a:lnTo>
                  <a:pt x="261816" y="460716"/>
                </a:lnTo>
                <a:lnTo>
                  <a:pt x="265146" y="468552"/>
                </a:lnTo>
                <a:lnTo>
                  <a:pt x="268274" y="472693"/>
                </a:lnTo>
                <a:lnTo>
                  <a:pt x="274511" y="477535"/>
                </a:lnTo>
                <a:lnTo>
                  <a:pt x="281993" y="480878"/>
                </a:lnTo>
                <a:lnTo>
                  <a:pt x="287663" y="482153"/>
                </a:lnTo>
                <a:lnTo>
                  <a:pt x="296313" y="482840"/>
                </a:lnTo>
                <a:lnTo>
                  <a:pt x="310209" y="483120"/>
                </a:lnTo>
                <a:lnTo>
                  <a:pt x="367489" y="483174"/>
                </a:lnTo>
                <a:lnTo>
                  <a:pt x="369321" y="480907"/>
                </a:lnTo>
                <a:lnTo>
                  <a:pt x="369243" y="459994"/>
                </a:lnTo>
                <a:lnTo>
                  <a:pt x="368984" y="456999"/>
                </a:lnTo>
                <a:lnTo>
                  <a:pt x="367995" y="455140"/>
                </a:lnTo>
                <a:lnTo>
                  <a:pt x="366162" y="454684"/>
                </a:lnTo>
                <a:lnTo>
                  <a:pt x="359752" y="454560"/>
                </a:lnTo>
                <a:lnTo>
                  <a:pt x="299652" y="454245"/>
                </a:lnTo>
                <a:lnTo>
                  <a:pt x="294909" y="451901"/>
                </a:lnTo>
                <a:lnTo>
                  <a:pt x="291577" y="448897"/>
                </a:lnTo>
                <a:lnTo>
                  <a:pt x="289806" y="444491"/>
                </a:lnTo>
                <a:lnTo>
                  <a:pt x="289286" y="438045"/>
                </a:lnTo>
                <a:lnTo>
                  <a:pt x="289546" y="433175"/>
                </a:lnTo>
                <a:lnTo>
                  <a:pt x="291311" y="431102"/>
                </a:lnTo>
                <a:lnTo>
                  <a:pt x="367441" y="430234"/>
                </a:lnTo>
                <a:lnTo>
                  <a:pt x="368570" y="428989"/>
                </a:lnTo>
                <a:lnTo>
                  <a:pt x="368996" y="427136"/>
                </a:lnTo>
                <a:lnTo>
                  <a:pt x="369321" y="415722"/>
                </a:lnTo>
                <a:lnTo>
                  <a:pt x="369321" y="403957"/>
                </a:lnTo>
                <a:lnTo>
                  <a:pt x="367489" y="401691"/>
                </a:lnTo>
                <a:lnTo>
                  <a:pt x="291229" y="400849"/>
                </a:lnTo>
                <a:lnTo>
                  <a:pt x="290254" y="400571"/>
                </a:lnTo>
                <a:lnTo>
                  <a:pt x="289750" y="399928"/>
                </a:lnTo>
                <a:lnTo>
                  <a:pt x="289299" y="396122"/>
                </a:lnTo>
                <a:lnTo>
                  <a:pt x="289792" y="388945"/>
                </a:lnTo>
                <a:lnTo>
                  <a:pt x="292207" y="383837"/>
                </a:lnTo>
                <a:lnTo>
                  <a:pt x="293649" y="382159"/>
                </a:lnTo>
                <a:lnTo>
                  <a:pt x="294911" y="381390"/>
                </a:lnTo>
                <a:lnTo>
                  <a:pt x="300809" y="379272"/>
                </a:lnTo>
                <a:lnTo>
                  <a:pt x="366766" y="379272"/>
                </a:lnTo>
                <a:lnTo>
                  <a:pt x="369321" y="377295"/>
                </a:lnTo>
                <a:lnTo>
                  <a:pt x="369321" y="352320"/>
                </a:lnTo>
                <a:lnTo>
                  <a:pt x="367052" y="351258"/>
                </a:lnTo>
                <a:lnTo>
                  <a:pt x="357110" y="350913"/>
                </a:lnTo>
                <a:lnTo>
                  <a:pt x="288080" y="351356"/>
                </a:lnTo>
                <a:close/>
                <a:moveTo>
                  <a:pt x="385570" y="351693"/>
                </a:moveTo>
                <a:lnTo>
                  <a:pt x="384750" y="352609"/>
                </a:lnTo>
                <a:lnTo>
                  <a:pt x="384750" y="481052"/>
                </a:lnTo>
                <a:lnTo>
                  <a:pt x="387113" y="483415"/>
                </a:lnTo>
                <a:lnTo>
                  <a:pt x="405133" y="483375"/>
                </a:lnTo>
                <a:lnTo>
                  <a:pt x="411932" y="482863"/>
                </a:lnTo>
                <a:lnTo>
                  <a:pt x="413524" y="482261"/>
                </a:lnTo>
                <a:lnTo>
                  <a:pt x="414546" y="481341"/>
                </a:lnTo>
                <a:lnTo>
                  <a:pt x="414914" y="479524"/>
                </a:lnTo>
                <a:lnTo>
                  <a:pt x="415274" y="440977"/>
                </a:lnTo>
                <a:lnTo>
                  <a:pt x="415684" y="437163"/>
                </a:lnTo>
                <a:lnTo>
                  <a:pt x="416478" y="435448"/>
                </a:lnTo>
                <a:lnTo>
                  <a:pt x="417777" y="434718"/>
                </a:lnTo>
                <a:lnTo>
                  <a:pt x="420759" y="434518"/>
                </a:lnTo>
                <a:lnTo>
                  <a:pt x="458465" y="434238"/>
                </a:lnTo>
                <a:lnTo>
                  <a:pt x="470297" y="433622"/>
                </a:lnTo>
                <a:lnTo>
                  <a:pt x="480890" y="431101"/>
                </a:lnTo>
                <a:lnTo>
                  <a:pt x="484985" y="429315"/>
                </a:lnTo>
                <a:lnTo>
                  <a:pt x="488622" y="427110"/>
                </a:lnTo>
                <a:lnTo>
                  <a:pt x="493172" y="423052"/>
                </a:lnTo>
                <a:lnTo>
                  <a:pt x="496061" y="419100"/>
                </a:lnTo>
                <a:lnTo>
                  <a:pt x="497645" y="415473"/>
                </a:lnTo>
                <a:lnTo>
                  <a:pt x="500079" y="406995"/>
                </a:lnTo>
                <a:lnTo>
                  <a:pt x="500356" y="383525"/>
                </a:lnTo>
                <a:lnTo>
                  <a:pt x="499903" y="377809"/>
                </a:lnTo>
                <a:lnTo>
                  <a:pt x="497071" y="367867"/>
                </a:lnTo>
                <a:lnTo>
                  <a:pt x="495068" y="364149"/>
                </a:lnTo>
                <a:lnTo>
                  <a:pt x="492400" y="360727"/>
                </a:lnTo>
                <a:lnTo>
                  <a:pt x="489259" y="357809"/>
                </a:lnTo>
                <a:lnTo>
                  <a:pt x="485832" y="355601"/>
                </a:lnTo>
                <a:lnTo>
                  <a:pt x="476739" y="352010"/>
                </a:lnTo>
                <a:lnTo>
                  <a:pt x="469366" y="351115"/>
                </a:lnTo>
                <a:lnTo>
                  <a:pt x="451214" y="350844"/>
                </a:lnTo>
                <a:lnTo>
                  <a:pt x="386341" y="350825"/>
                </a:lnTo>
                <a:lnTo>
                  <a:pt x="385570" y="351693"/>
                </a:lnTo>
                <a:close/>
                <a:moveTo>
                  <a:pt x="460205" y="379802"/>
                </a:moveTo>
                <a:lnTo>
                  <a:pt x="464999" y="381664"/>
                </a:lnTo>
                <a:lnTo>
                  <a:pt x="467202" y="383280"/>
                </a:lnTo>
                <a:lnTo>
                  <a:pt x="468717" y="385294"/>
                </a:lnTo>
                <a:lnTo>
                  <a:pt x="469896" y="389252"/>
                </a:lnTo>
                <a:lnTo>
                  <a:pt x="469987" y="393604"/>
                </a:lnTo>
                <a:lnTo>
                  <a:pt x="469192" y="398375"/>
                </a:lnTo>
                <a:lnTo>
                  <a:pt x="467471" y="400921"/>
                </a:lnTo>
                <a:lnTo>
                  <a:pt x="463881" y="403716"/>
                </a:lnTo>
                <a:lnTo>
                  <a:pt x="461952" y="404392"/>
                </a:lnTo>
                <a:lnTo>
                  <a:pt x="455480" y="404687"/>
                </a:lnTo>
                <a:lnTo>
                  <a:pt x="417102" y="404825"/>
                </a:lnTo>
                <a:lnTo>
                  <a:pt x="415125" y="402270"/>
                </a:lnTo>
                <a:lnTo>
                  <a:pt x="415423" y="384060"/>
                </a:lnTo>
                <a:lnTo>
                  <a:pt x="416242" y="380953"/>
                </a:lnTo>
                <a:lnTo>
                  <a:pt x="417825" y="379513"/>
                </a:lnTo>
                <a:lnTo>
                  <a:pt x="438581" y="379133"/>
                </a:lnTo>
                <a:lnTo>
                  <a:pt x="460205" y="379802"/>
                </a:lnTo>
                <a:close/>
                <a:moveTo>
                  <a:pt x="539759" y="351549"/>
                </a:moveTo>
                <a:lnTo>
                  <a:pt x="535238" y="352710"/>
                </a:lnTo>
                <a:lnTo>
                  <a:pt x="528752" y="355089"/>
                </a:lnTo>
                <a:lnTo>
                  <a:pt x="525446" y="357075"/>
                </a:lnTo>
                <a:lnTo>
                  <a:pt x="522155" y="359847"/>
                </a:lnTo>
                <a:lnTo>
                  <a:pt x="519205" y="363088"/>
                </a:lnTo>
                <a:lnTo>
                  <a:pt x="516923" y="366480"/>
                </a:lnTo>
                <a:lnTo>
                  <a:pt x="513245" y="375866"/>
                </a:lnTo>
                <a:lnTo>
                  <a:pt x="512385" y="385775"/>
                </a:lnTo>
                <a:lnTo>
                  <a:pt x="512132" y="398793"/>
                </a:lnTo>
                <a:lnTo>
                  <a:pt x="512036" y="481052"/>
                </a:lnTo>
                <a:lnTo>
                  <a:pt x="514398" y="483415"/>
                </a:lnTo>
                <a:lnTo>
                  <a:pt x="536458" y="483183"/>
                </a:lnTo>
                <a:lnTo>
                  <a:pt x="539941" y="482493"/>
                </a:lnTo>
                <a:lnTo>
                  <a:pt x="541398" y="481100"/>
                </a:lnTo>
                <a:lnTo>
                  <a:pt x="541808" y="469758"/>
                </a:lnTo>
                <a:lnTo>
                  <a:pt x="542206" y="394254"/>
                </a:lnTo>
                <a:lnTo>
                  <a:pt x="542689" y="388623"/>
                </a:lnTo>
                <a:lnTo>
                  <a:pt x="544469" y="383984"/>
                </a:lnTo>
                <a:lnTo>
                  <a:pt x="547719" y="381549"/>
                </a:lnTo>
                <a:lnTo>
                  <a:pt x="553523" y="379583"/>
                </a:lnTo>
                <a:lnTo>
                  <a:pt x="563369" y="379151"/>
                </a:lnTo>
                <a:lnTo>
                  <a:pt x="599400" y="379031"/>
                </a:lnTo>
                <a:lnTo>
                  <a:pt x="601232" y="376765"/>
                </a:lnTo>
                <a:lnTo>
                  <a:pt x="601100" y="354972"/>
                </a:lnTo>
                <a:lnTo>
                  <a:pt x="600800" y="352629"/>
                </a:lnTo>
                <a:lnTo>
                  <a:pt x="599738" y="350825"/>
                </a:lnTo>
                <a:lnTo>
                  <a:pt x="551864" y="350993"/>
                </a:lnTo>
                <a:lnTo>
                  <a:pt x="539759" y="351549"/>
                </a:lnTo>
                <a:close/>
                <a:moveTo>
                  <a:pt x="839170" y="362927"/>
                </a:moveTo>
                <a:lnTo>
                  <a:pt x="835115" y="365348"/>
                </a:lnTo>
                <a:lnTo>
                  <a:pt x="831061" y="366908"/>
                </a:lnTo>
                <a:lnTo>
                  <a:pt x="828117" y="368773"/>
                </a:lnTo>
                <a:lnTo>
                  <a:pt x="819589" y="376421"/>
                </a:lnTo>
                <a:lnTo>
                  <a:pt x="815303" y="379343"/>
                </a:lnTo>
                <a:lnTo>
                  <a:pt x="813750" y="381414"/>
                </a:lnTo>
                <a:lnTo>
                  <a:pt x="813375" y="383129"/>
                </a:lnTo>
                <a:lnTo>
                  <a:pt x="813753" y="383978"/>
                </a:lnTo>
                <a:lnTo>
                  <a:pt x="820208" y="390960"/>
                </a:lnTo>
                <a:lnTo>
                  <a:pt x="821405" y="393464"/>
                </a:lnTo>
                <a:lnTo>
                  <a:pt x="820330" y="400956"/>
                </a:lnTo>
                <a:lnTo>
                  <a:pt x="819785" y="411825"/>
                </a:lnTo>
                <a:lnTo>
                  <a:pt x="819268" y="413748"/>
                </a:lnTo>
                <a:lnTo>
                  <a:pt x="817804" y="416027"/>
                </a:lnTo>
                <a:lnTo>
                  <a:pt x="814966" y="418904"/>
                </a:lnTo>
                <a:lnTo>
                  <a:pt x="807782" y="417313"/>
                </a:lnTo>
                <a:lnTo>
                  <a:pt x="802004" y="419345"/>
                </a:lnTo>
                <a:lnTo>
                  <a:pt x="799652" y="419633"/>
                </a:lnTo>
                <a:lnTo>
                  <a:pt x="791978" y="417535"/>
                </a:lnTo>
                <a:lnTo>
                  <a:pt x="789040" y="417361"/>
                </a:lnTo>
                <a:lnTo>
                  <a:pt x="787779" y="417699"/>
                </a:lnTo>
                <a:lnTo>
                  <a:pt x="785332" y="419354"/>
                </a:lnTo>
                <a:lnTo>
                  <a:pt x="779499" y="426316"/>
                </a:lnTo>
                <a:lnTo>
                  <a:pt x="775133" y="430466"/>
                </a:lnTo>
                <a:lnTo>
                  <a:pt x="770638" y="433231"/>
                </a:lnTo>
                <a:lnTo>
                  <a:pt x="767839" y="434120"/>
                </a:lnTo>
                <a:lnTo>
                  <a:pt x="765343" y="434382"/>
                </a:lnTo>
                <a:lnTo>
                  <a:pt x="762521" y="436268"/>
                </a:lnTo>
                <a:lnTo>
                  <a:pt x="761515" y="438360"/>
                </a:lnTo>
                <a:lnTo>
                  <a:pt x="761381" y="440772"/>
                </a:lnTo>
                <a:lnTo>
                  <a:pt x="762268" y="443204"/>
                </a:lnTo>
                <a:lnTo>
                  <a:pt x="763763" y="444852"/>
                </a:lnTo>
                <a:lnTo>
                  <a:pt x="765680" y="445983"/>
                </a:lnTo>
                <a:lnTo>
                  <a:pt x="767721" y="446523"/>
                </a:lnTo>
                <a:lnTo>
                  <a:pt x="770370" y="446053"/>
                </a:lnTo>
                <a:lnTo>
                  <a:pt x="772289" y="444498"/>
                </a:lnTo>
                <a:lnTo>
                  <a:pt x="783475" y="437792"/>
                </a:lnTo>
                <a:lnTo>
                  <a:pt x="790022" y="430165"/>
                </a:lnTo>
                <a:lnTo>
                  <a:pt x="792106" y="428559"/>
                </a:lnTo>
                <a:lnTo>
                  <a:pt x="793594" y="428507"/>
                </a:lnTo>
                <a:lnTo>
                  <a:pt x="798994" y="430561"/>
                </a:lnTo>
                <a:lnTo>
                  <a:pt x="801888" y="431048"/>
                </a:lnTo>
                <a:lnTo>
                  <a:pt x="804288" y="430585"/>
                </a:lnTo>
                <a:lnTo>
                  <a:pt x="807204" y="428450"/>
                </a:lnTo>
                <a:lnTo>
                  <a:pt x="815663" y="428866"/>
                </a:lnTo>
                <a:lnTo>
                  <a:pt x="818298" y="428629"/>
                </a:lnTo>
                <a:lnTo>
                  <a:pt x="821476" y="427279"/>
                </a:lnTo>
                <a:lnTo>
                  <a:pt x="831356" y="419073"/>
                </a:lnTo>
                <a:lnTo>
                  <a:pt x="832088" y="417543"/>
                </a:lnTo>
                <a:lnTo>
                  <a:pt x="832102" y="416340"/>
                </a:lnTo>
                <a:lnTo>
                  <a:pt x="830086" y="410888"/>
                </a:lnTo>
                <a:lnTo>
                  <a:pt x="829734" y="404914"/>
                </a:lnTo>
                <a:lnTo>
                  <a:pt x="830676" y="400422"/>
                </a:lnTo>
                <a:lnTo>
                  <a:pt x="833006" y="394452"/>
                </a:lnTo>
                <a:lnTo>
                  <a:pt x="833288" y="392043"/>
                </a:lnTo>
                <a:lnTo>
                  <a:pt x="832319" y="388865"/>
                </a:lnTo>
                <a:lnTo>
                  <a:pt x="829533" y="385128"/>
                </a:lnTo>
                <a:lnTo>
                  <a:pt x="828804" y="383225"/>
                </a:lnTo>
                <a:lnTo>
                  <a:pt x="829866" y="381039"/>
                </a:lnTo>
                <a:lnTo>
                  <a:pt x="832667" y="378386"/>
                </a:lnTo>
                <a:lnTo>
                  <a:pt x="841796" y="372915"/>
                </a:lnTo>
                <a:lnTo>
                  <a:pt x="843331" y="371310"/>
                </a:lnTo>
                <a:lnTo>
                  <a:pt x="844290" y="366830"/>
                </a:lnTo>
                <a:lnTo>
                  <a:pt x="844088" y="363843"/>
                </a:lnTo>
                <a:lnTo>
                  <a:pt x="842008" y="362535"/>
                </a:lnTo>
                <a:lnTo>
                  <a:pt x="839170" y="362927"/>
                </a:lnTo>
                <a:close/>
                <a:moveTo>
                  <a:pt x="639948" y="508438"/>
                </a:moveTo>
                <a:lnTo>
                  <a:pt x="620566" y="508727"/>
                </a:lnTo>
                <a:lnTo>
                  <a:pt x="618348" y="510945"/>
                </a:lnTo>
                <a:lnTo>
                  <a:pt x="618244" y="630942"/>
                </a:lnTo>
                <a:lnTo>
                  <a:pt x="618348" y="638520"/>
                </a:lnTo>
                <a:lnTo>
                  <a:pt x="618916" y="639726"/>
                </a:lnTo>
                <a:lnTo>
                  <a:pt x="621362" y="640762"/>
                </a:lnTo>
                <a:lnTo>
                  <a:pt x="624770" y="641059"/>
                </a:lnTo>
                <a:lnTo>
                  <a:pt x="645830" y="641027"/>
                </a:lnTo>
                <a:lnTo>
                  <a:pt x="648000" y="639002"/>
                </a:lnTo>
                <a:lnTo>
                  <a:pt x="648121" y="552433"/>
                </a:lnTo>
                <a:lnTo>
                  <a:pt x="648327" y="542340"/>
                </a:lnTo>
                <a:lnTo>
                  <a:pt x="648905" y="539545"/>
                </a:lnTo>
                <a:lnTo>
                  <a:pt x="650266" y="538427"/>
                </a:lnTo>
                <a:lnTo>
                  <a:pt x="656561" y="538124"/>
                </a:lnTo>
                <a:lnTo>
                  <a:pt x="701134" y="537933"/>
                </a:lnTo>
                <a:lnTo>
                  <a:pt x="708144" y="538447"/>
                </a:lnTo>
                <a:lnTo>
                  <a:pt x="708991" y="539960"/>
                </a:lnTo>
                <a:lnTo>
                  <a:pt x="709266" y="541867"/>
                </a:lnTo>
                <a:lnTo>
                  <a:pt x="709665" y="556123"/>
                </a:lnTo>
                <a:lnTo>
                  <a:pt x="710100" y="639436"/>
                </a:lnTo>
                <a:lnTo>
                  <a:pt x="711443" y="640428"/>
                </a:lnTo>
                <a:lnTo>
                  <a:pt x="714856" y="640915"/>
                </a:lnTo>
                <a:lnTo>
                  <a:pt x="738498" y="641075"/>
                </a:lnTo>
                <a:lnTo>
                  <a:pt x="740137" y="639243"/>
                </a:lnTo>
                <a:lnTo>
                  <a:pt x="740208" y="537616"/>
                </a:lnTo>
                <a:lnTo>
                  <a:pt x="740053" y="514161"/>
                </a:lnTo>
                <a:lnTo>
                  <a:pt x="739698" y="510089"/>
                </a:lnTo>
                <a:lnTo>
                  <a:pt x="737196" y="508854"/>
                </a:lnTo>
                <a:lnTo>
                  <a:pt x="733145" y="508503"/>
                </a:lnTo>
                <a:lnTo>
                  <a:pt x="639948" y="508438"/>
                </a:lnTo>
                <a:close/>
                <a:moveTo>
                  <a:pt x="155732" y="509691"/>
                </a:moveTo>
                <a:lnTo>
                  <a:pt x="146635" y="511681"/>
                </a:lnTo>
                <a:lnTo>
                  <a:pt x="142742" y="513060"/>
                </a:lnTo>
                <a:lnTo>
                  <a:pt x="136175" y="516646"/>
                </a:lnTo>
                <a:lnTo>
                  <a:pt x="133463" y="518880"/>
                </a:lnTo>
                <a:lnTo>
                  <a:pt x="131106" y="521425"/>
                </a:lnTo>
                <a:lnTo>
                  <a:pt x="127386" y="527497"/>
                </a:lnTo>
                <a:lnTo>
                  <a:pt x="124169" y="537449"/>
                </a:lnTo>
                <a:lnTo>
                  <a:pt x="123576" y="543611"/>
                </a:lnTo>
                <a:lnTo>
                  <a:pt x="123278" y="563284"/>
                </a:lnTo>
                <a:lnTo>
                  <a:pt x="123183" y="629608"/>
                </a:lnTo>
                <a:lnTo>
                  <a:pt x="123477" y="640207"/>
                </a:lnTo>
                <a:lnTo>
                  <a:pt x="124111" y="641162"/>
                </a:lnTo>
                <a:lnTo>
                  <a:pt x="125411" y="641755"/>
                </a:lnTo>
                <a:lnTo>
                  <a:pt x="132307" y="642127"/>
                </a:lnTo>
                <a:lnTo>
                  <a:pt x="151538" y="641799"/>
                </a:lnTo>
                <a:lnTo>
                  <a:pt x="153321" y="639388"/>
                </a:lnTo>
                <a:lnTo>
                  <a:pt x="153843" y="550730"/>
                </a:lnTo>
                <a:lnTo>
                  <a:pt x="154141" y="546238"/>
                </a:lnTo>
                <a:lnTo>
                  <a:pt x="156371" y="542652"/>
                </a:lnTo>
                <a:lnTo>
                  <a:pt x="158963" y="540115"/>
                </a:lnTo>
                <a:lnTo>
                  <a:pt x="163467" y="539187"/>
                </a:lnTo>
                <a:lnTo>
                  <a:pt x="175426" y="538517"/>
                </a:lnTo>
                <a:lnTo>
                  <a:pt x="210066" y="538133"/>
                </a:lnTo>
                <a:lnTo>
                  <a:pt x="211422" y="537434"/>
                </a:lnTo>
                <a:lnTo>
                  <a:pt x="212052" y="536087"/>
                </a:lnTo>
                <a:lnTo>
                  <a:pt x="212584" y="529474"/>
                </a:lnTo>
                <a:lnTo>
                  <a:pt x="212625" y="511475"/>
                </a:lnTo>
                <a:lnTo>
                  <a:pt x="210793" y="509209"/>
                </a:lnTo>
                <a:lnTo>
                  <a:pt x="167705" y="509202"/>
                </a:lnTo>
                <a:lnTo>
                  <a:pt x="155732" y="509691"/>
                </a:lnTo>
                <a:close/>
                <a:moveTo>
                  <a:pt x="228680" y="509547"/>
                </a:moveTo>
                <a:lnTo>
                  <a:pt x="227330" y="510849"/>
                </a:lnTo>
                <a:lnTo>
                  <a:pt x="227120" y="519604"/>
                </a:lnTo>
                <a:lnTo>
                  <a:pt x="227798" y="637460"/>
                </a:lnTo>
                <a:lnTo>
                  <a:pt x="228968" y="640558"/>
                </a:lnTo>
                <a:lnTo>
                  <a:pt x="229645" y="641268"/>
                </a:lnTo>
                <a:lnTo>
                  <a:pt x="231035" y="641681"/>
                </a:lnTo>
                <a:lnTo>
                  <a:pt x="255783" y="642059"/>
                </a:lnTo>
                <a:lnTo>
                  <a:pt x="257469" y="640450"/>
                </a:lnTo>
                <a:lnTo>
                  <a:pt x="257852" y="637922"/>
                </a:lnTo>
                <a:lnTo>
                  <a:pt x="258070" y="600426"/>
                </a:lnTo>
                <a:lnTo>
                  <a:pt x="258363" y="596539"/>
                </a:lnTo>
                <a:lnTo>
                  <a:pt x="258923" y="594721"/>
                </a:lnTo>
                <a:lnTo>
                  <a:pt x="259827" y="594018"/>
                </a:lnTo>
                <a:lnTo>
                  <a:pt x="261308" y="593903"/>
                </a:lnTo>
                <a:lnTo>
                  <a:pt x="302407" y="593305"/>
                </a:lnTo>
                <a:lnTo>
                  <a:pt x="312282" y="592731"/>
                </a:lnTo>
                <a:lnTo>
                  <a:pt x="316825" y="591987"/>
                </a:lnTo>
                <a:lnTo>
                  <a:pt x="324011" y="590005"/>
                </a:lnTo>
                <a:lnTo>
                  <a:pt x="328758" y="587937"/>
                </a:lnTo>
                <a:lnTo>
                  <a:pt x="332781" y="585291"/>
                </a:lnTo>
                <a:lnTo>
                  <a:pt x="336139" y="582021"/>
                </a:lnTo>
                <a:lnTo>
                  <a:pt x="338890" y="578079"/>
                </a:lnTo>
                <a:lnTo>
                  <a:pt x="341349" y="572744"/>
                </a:lnTo>
                <a:lnTo>
                  <a:pt x="342169" y="569511"/>
                </a:lnTo>
                <a:lnTo>
                  <a:pt x="342755" y="558710"/>
                </a:lnTo>
                <a:lnTo>
                  <a:pt x="342562" y="532352"/>
                </a:lnTo>
                <a:lnTo>
                  <a:pt x="339042" y="524680"/>
                </a:lnTo>
                <a:lnTo>
                  <a:pt x="337306" y="522060"/>
                </a:lnTo>
                <a:lnTo>
                  <a:pt x="332979" y="517523"/>
                </a:lnTo>
                <a:lnTo>
                  <a:pt x="327534" y="513937"/>
                </a:lnTo>
                <a:lnTo>
                  <a:pt x="324400" y="512506"/>
                </a:lnTo>
                <a:lnTo>
                  <a:pt x="317327" y="510381"/>
                </a:lnTo>
                <a:lnTo>
                  <a:pt x="309625" y="509466"/>
                </a:lnTo>
                <a:lnTo>
                  <a:pt x="292799" y="509144"/>
                </a:lnTo>
                <a:lnTo>
                  <a:pt x="246602" y="509062"/>
                </a:lnTo>
                <a:lnTo>
                  <a:pt x="228680" y="509547"/>
                </a:lnTo>
                <a:close/>
                <a:moveTo>
                  <a:pt x="302593" y="538620"/>
                </a:moveTo>
                <a:lnTo>
                  <a:pt x="306383" y="539715"/>
                </a:lnTo>
                <a:lnTo>
                  <a:pt x="309012" y="541026"/>
                </a:lnTo>
                <a:lnTo>
                  <a:pt x="310776" y="542717"/>
                </a:lnTo>
                <a:lnTo>
                  <a:pt x="312429" y="545466"/>
                </a:lnTo>
                <a:lnTo>
                  <a:pt x="312429" y="557038"/>
                </a:lnTo>
                <a:lnTo>
                  <a:pt x="309879" y="560238"/>
                </a:lnTo>
                <a:lnTo>
                  <a:pt x="305534" y="563209"/>
                </a:lnTo>
                <a:lnTo>
                  <a:pt x="259971" y="563499"/>
                </a:lnTo>
                <a:lnTo>
                  <a:pt x="257946" y="560895"/>
                </a:lnTo>
                <a:lnTo>
                  <a:pt x="258149" y="542498"/>
                </a:lnTo>
                <a:lnTo>
                  <a:pt x="258764" y="539671"/>
                </a:lnTo>
                <a:lnTo>
                  <a:pt x="260020" y="538524"/>
                </a:lnTo>
                <a:lnTo>
                  <a:pt x="288388" y="537918"/>
                </a:lnTo>
                <a:lnTo>
                  <a:pt x="298124" y="538084"/>
                </a:lnTo>
                <a:lnTo>
                  <a:pt x="302593" y="538620"/>
                </a:lnTo>
                <a:close/>
                <a:moveTo>
                  <a:pt x="482095" y="509884"/>
                </a:moveTo>
                <a:lnTo>
                  <a:pt x="480938" y="510800"/>
                </a:lnTo>
                <a:lnTo>
                  <a:pt x="480821" y="619139"/>
                </a:lnTo>
                <a:lnTo>
                  <a:pt x="481004" y="633572"/>
                </a:lnTo>
                <a:lnTo>
                  <a:pt x="481869" y="641074"/>
                </a:lnTo>
                <a:lnTo>
                  <a:pt x="483011" y="641750"/>
                </a:lnTo>
                <a:lnTo>
                  <a:pt x="484990" y="641892"/>
                </a:lnTo>
                <a:lnTo>
                  <a:pt x="504984" y="642104"/>
                </a:lnTo>
                <a:lnTo>
                  <a:pt x="507993" y="641560"/>
                </a:lnTo>
                <a:lnTo>
                  <a:pt x="510348" y="639725"/>
                </a:lnTo>
                <a:lnTo>
                  <a:pt x="510598" y="550531"/>
                </a:lnTo>
                <a:lnTo>
                  <a:pt x="510782" y="540404"/>
                </a:lnTo>
                <a:lnTo>
                  <a:pt x="511439" y="539180"/>
                </a:lnTo>
                <a:lnTo>
                  <a:pt x="515296" y="538210"/>
                </a:lnTo>
                <a:lnTo>
                  <a:pt x="521885" y="537964"/>
                </a:lnTo>
                <a:lnTo>
                  <a:pt x="568929" y="537897"/>
                </a:lnTo>
                <a:lnTo>
                  <a:pt x="571918" y="540597"/>
                </a:lnTo>
                <a:lnTo>
                  <a:pt x="571967" y="613497"/>
                </a:lnTo>
                <a:lnTo>
                  <a:pt x="572400" y="639291"/>
                </a:lnTo>
                <a:lnTo>
                  <a:pt x="575920" y="642040"/>
                </a:lnTo>
                <a:lnTo>
                  <a:pt x="593214" y="641993"/>
                </a:lnTo>
                <a:lnTo>
                  <a:pt x="600158" y="641582"/>
                </a:lnTo>
                <a:lnTo>
                  <a:pt x="602196" y="638954"/>
                </a:lnTo>
                <a:lnTo>
                  <a:pt x="602196" y="511331"/>
                </a:lnTo>
                <a:lnTo>
                  <a:pt x="599834" y="508968"/>
                </a:lnTo>
                <a:lnTo>
                  <a:pt x="483204" y="508968"/>
                </a:lnTo>
                <a:lnTo>
                  <a:pt x="482095" y="509884"/>
                </a:lnTo>
                <a:close/>
                <a:moveTo>
                  <a:pt x="355146" y="511041"/>
                </a:moveTo>
                <a:lnTo>
                  <a:pt x="353816" y="513279"/>
                </a:lnTo>
                <a:lnTo>
                  <a:pt x="353572" y="515731"/>
                </a:lnTo>
                <a:lnTo>
                  <a:pt x="353666" y="556733"/>
                </a:lnTo>
                <a:lnTo>
                  <a:pt x="354098" y="568663"/>
                </a:lnTo>
                <a:lnTo>
                  <a:pt x="355388" y="574098"/>
                </a:lnTo>
                <a:lnTo>
                  <a:pt x="358254" y="578951"/>
                </a:lnTo>
                <a:lnTo>
                  <a:pt x="361049" y="582386"/>
                </a:lnTo>
                <a:lnTo>
                  <a:pt x="364319" y="585340"/>
                </a:lnTo>
                <a:lnTo>
                  <a:pt x="370164" y="588908"/>
                </a:lnTo>
                <a:lnTo>
                  <a:pt x="380461" y="592435"/>
                </a:lnTo>
                <a:lnTo>
                  <a:pt x="391393" y="593346"/>
                </a:lnTo>
                <a:lnTo>
                  <a:pt x="434700" y="594066"/>
                </a:lnTo>
                <a:lnTo>
                  <a:pt x="436641" y="594776"/>
                </a:lnTo>
                <a:lnTo>
                  <a:pt x="437388" y="595778"/>
                </a:lnTo>
                <a:lnTo>
                  <a:pt x="437962" y="600008"/>
                </a:lnTo>
                <a:lnTo>
                  <a:pt x="438027" y="607084"/>
                </a:lnTo>
                <a:lnTo>
                  <a:pt x="433988" y="611699"/>
                </a:lnTo>
                <a:lnTo>
                  <a:pt x="430777" y="613086"/>
                </a:lnTo>
                <a:lnTo>
                  <a:pt x="419506" y="613958"/>
                </a:lnTo>
                <a:lnTo>
                  <a:pt x="370714" y="614208"/>
                </a:lnTo>
                <a:lnTo>
                  <a:pt x="361952" y="614474"/>
                </a:lnTo>
                <a:lnTo>
                  <a:pt x="360729" y="614857"/>
                </a:lnTo>
                <a:lnTo>
                  <a:pt x="359773" y="615848"/>
                </a:lnTo>
                <a:lnTo>
                  <a:pt x="359172" y="617709"/>
                </a:lnTo>
                <a:lnTo>
                  <a:pt x="358768" y="623052"/>
                </a:lnTo>
                <a:lnTo>
                  <a:pt x="358944" y="638745"/>
                </a:lnTo>
                <a:lnTo>
                  <a:pt x="359360" y="641086"/>
                </a:lnTo>
                <a:lnTo>
                  <a:pt x="360091" y="642334"/>
                </a:lnTo>
                <a:lnTo>
                  <a:pt x="361871" y="643064"/>
                </a:lnTo>
                <a:lnTo>
                  <a:pt x="371527" y="643365"/>
                </a:lnTo>
                <a:lnTo>
                  <a:pt x="437545" y="643486"/>
                </a:lnTo>
                <a:lnTo>
                  <a:pt x="450984" y="639346"/>
                </a:lnTo>
                <a:lnTo>
                  <a:pt x="456503" y="636181"/>
                </a:lnTo>
                <a:lnTo>
                  <a:pt x="459773" y="633307"/>
                </a:lnTo>
                <a:lnTo>
                  <a:pt x="463586" y="628534"/>
                </a:lnTo>
                <a:lnTo>
                  <a:pt x="465998" y="623344"/>
                </a:lnTo>
                <a:lnTo>
                  <a:pt x="467293" y="617740"/>
                </a:lnTo>
                <a:lnTo>
                  <a:pt x="467373" y="529513"/>
                </a:lnTo>
                <a:lnTo>
                  <a:pt x="467160" y="517677"/>
                </a:lnTo>
                <a:lnTo>
                  <a:pt x="466215" y="511313"/>
                </a:lnTo>
                <a:lnTo>
                  <a:pt x="463933" y="510268"/>
                </a:lnTo>
                <a:lnTo>
                  <a:pt x="452467" y="509920"/>
                </a:lnTo>
                <a:lnTo>
                  <a:pt x="441093" y="510268"/>
                </a:lnTo>
                <a:lnTo>
                  <a:pt x="440100" y="510463"/>
                </a:lnTo>
                <a:lnTo>
                  <a:pt x="439008" y="511355"/>
                </a:lnTo>
                <a:lnTo>
                  <a:pt x="438123" y="515182"/>
                </a:lnTo>
                <a:lnTo>
                  <a:pt x="437900" y="521123"/>
                </a:lnTo>
                <a:lnTo>
                  <a:pt x="437930" y="562004"/>
                </a:lnTo>
                <a:lnTo>
                  <a:pt x="436590" y="563417"/>
                </a:lnTo>
                <a:lnTo>
                  <a:pt x="433972" y="564310"/>
                </a:lnTo>
                <a:lnTo>
                  <a:pt x="430304" y="564617"/>
                </a:lnTo>
                <a:lnTo>
                  <a:pt x="397334" y="564945"/>
                </a:lnTo>
                <a:lnTo>
                  <a:pt x="390167" y="563186"/>
                </a:lnTo>
                <a:lnTo>
                  <a:pt x="387317" y="561986"/>
                </a:lnTo>
                <a:lnTo>
                  <a:pt x="385176" y="559408"/>
                </a:lnTo>
                <a:lnTo>
                  <a:pt x="383423" y="555038"/>
                </a:lnTo>
                <a:lnTo>
                  <a:pt x="382988" y="550994"/>
                </a:lnTo>
                <a:lnTo>
                  <a:pt x="384310" y="543164"/>
                </a:lnTo>
                <a:lnTo>
                  <a:pt x="384594" y="522332"/>
                </a:lnTo>
                <a:lnTo>
                  <a:pt x="384316" y="515357"/>
                </a:lnTo>
                <a:lnTo>
                  <a:pt x="383361" y="512338"/>
                </a:lnTo>
                <a:lnTo>
                  <a:pt x="380652" y="510174"/>
                </a:lnTo>
                <a:lnTo>
                  <a:pt x="356304" y="509884"/>
                </a:lnTo>
                <a:lnTo>
                  <a:pt x="355146" y="511041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itle: КОМПЛЕКСНОЕ"/>
          <p:cNvSpPr txBox="1"/>
          <p:nvPr/>
        </p:nvSpPr>
        <p:spPr>
          <a:xfrm>
            <a:off x="648000" y="1824579"/>
            <a:ext cx="6336000" cy="9372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24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135">
                <a:solidFill>
                  <a:srgbClr val="F3F1EC"/>
                </a:solidFill>
                <a:latin typeface="PT Serif"/>
                <a:ea typeface="PT Serif"/>
                <a:cs typeface="PT Serif"/>
              </a:rPr>
              <a:t>КОМПЛЕКСНОЕ</a:t>
            </a:r>
          </a:p>
          <a:p>
            <a:pPr algn="l">
              <a:lnSpc>
                <a:spcPts val="324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135">
                <a:solidFill>
                  <a:srgbClr val="F3F1EC"/>
                </a:solidFill>
                <a:latin typeface="PT Serif"/>
                <a:ea typeface="PT Serif"/>
                <a:cs typeface="PT Serif"/>
              </a:rPr>
              <a:t>СТРОИТЕЛЬСТВО</a:t>
            </a:r>
          </a:p>
        </p:txBody>
      </p:sp>
      <p:cxnSp>
        <p:nvCxnSpPr>
          <p:cNvPr id="6" name="motif"/>
          <p:cNvCxnSpPr/>
          <p:nvPr/>
        </p:nvCxnSpPr>
        <p:spPr>
          <a:xfrm>
            <a:off x="648000" y="3849120"/>
            <a:ext cx="6336000" cy="0"/>
          </a:xfrm>
          <a:prstGeom prst="line">
            <a:avLst/>
          </a:prstGeom>
          <a:ln w="5080">
            <a:solidFill>
              <a:srgbClr val="696385"/>
            </a:solidFill>
          </a:ln>
          <a:effectLst/>
        </p:spPr>
      </p:cxnSp>
      <p:sp>
        <p:nvSpPr>
          <p:cNvPr id="7" name="num: 01"/>
          <p:cNvSpPr txBox="1"/>
          <p:nvPr/>
        </p:nvSpPr>
        <p:spPr>
          <a:xfrm>
            <a:off x="612000" y="4229026"/>
            <a:ext cx="2160000" cy="8915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</a:pPr>
            <a:r>
              <a:rPr sz="5400" b="0" i="0" spc="-108">
                <a:solidFill>
                  <a:srgbClr val="EA8729"/>
                </a:solidFill>
                <a:latin typeface="PT Serif"/>
                <a:ea typeface="PT Serif"/>
                <a:cs typeface="PT Serif"/>
              </a:rPr>
              <a:t>01</a:t>
            </a:r>
          </a:p>
        </p:txBody>
      </p:sp>
      <p:sp>
        <p:nvSpPr>
          <p:cNvPr id="8" name="item: Объекты энергетики"/>
          <p:cNvSpPr txBox="1"/>
          <p:nvPr/>
        </p:nvSpPr>
        <p:spPr>
          <a:xfrm>
            <a:off x="2820000" y="4181540"/>
            <a:ext cx="4164000" cy="323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spc="-34">
                <a:solidFill>
                  <a:srgbClr val="F3F1EC"/>
                </a:solidFill>
                <a:latin typeface="PT Serif"/>
                <a:ea typeface="PT Serif"/>
                <a:cs typeface="PT Serif"/>
              </a:rPr>
              <a:t>Объекты энергетики</a:t>
            </a:r>
          </a:p>
        </p:txBody>
      </p:sp>
      <p:cxnSp>
        <p:nvCxnSpPr>
          <p:cNvPr id="9" name="motif"/>
          <p:cNvCxnSpPr/>
          <p:nvPr/>
        </p:nvCxnSpPr>
        <p:spPr>
          <a:xfrm>
            <a:off x="648000" y="5854080"/>
            <a:ext cx="6336000" cy="0"/>
          </a:xfrm>
          <a:prstGeom prst="line">
            <a:avLst/>
          </a:prstGeom>
          <a:ln w="5080">
            <a:solidFill>
              <a:srgbClr val="696385"/>
            </a:solidFill>
          </a:ln>
          <a:effectLst/>
        </p:spPr>
      </p:cxnSp>
      <p:sp>
        <p:nvSpPr>
          <p:cNvPr id="10" name="num: 02"/>
          <p:cNvSpPr txBox="1"/>
          <p:nvPr/>
        </p:nvSpPr>
        <p:spPr>
          <a:xfrm>
            <a:off x="612000" y="6233986"/>
            <a:ext cx="2160000" cy="8915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</a:pPr>
            <a:r>
              <a:rPr sz="5400" b="0" i="0" spc="-108">
                <a:solidFill>
                  <a:srgbClr val="EA8729"/>
                </a:solidFill>
                <a:latin typeface="PT Serif"/>
                <a:ea typeface="PT Serif"/>
                <a:cs typeface="PT Serif"/>
              </a:rPr>
              <a:t>02</a:t>
            </a:r>
          </a:p>
        </p:txBody>
      </p:sp>
      <p:sp>
        <p:nvSpPr>
          <p:cNvPr id="11" name="item: Промышленные объекты"/>
          <p:cNvSpPr txBox="1"/>
          <p:nvPr/>
        </p:nvSpPr>
        <p:spPr>
          <a:xfrm>
            <a:off x="2820000" y="6186500"/>
            <a:ext cx="4164000" cy="323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spc="-34">
                <a:solidFill>
                  <a:srgbClr val="F3F1EC"/>
                </a:solidFill>
                <a:latin typeface="PT Serif"/>
                <a:ea typeface="PT Serif"/>
                <a:cs typeface="PT Serif"/>
              </a:rPr>
              <a:t>Промышленные объекты</a:t>
            </a:r>
          </a:p>
        </p:txBody>
      </p:sp>
      <p:cxnSp>
        <p:nvCxnSpPr>
          <p:cNvPr id="12" name="motif"/>
          <p:cNvCxnSpPr/>
          <p:nvPr/>
        </p:nvCxnSpPr>
        <p:spPr>
          <a:xfrm>
            <a:off x="648000" y="7859040"/>
            <a:ext cx="6336000" cy="0"/>
          </a:xfrm>
          <a:prstGeom prst="line">
            <a:avLst/>
          </a:prstGeom>
          <a:ln w="5080">
            <a:solidFill>
              <a:srgbClr val="696385"/>
            </a:solidFill>
          </a:ln>
          <a:effectLst/>
        </p:spPr>
      </p:cxnSp>
      <p:sp>
        <p:nvSpPr>
          <p:cNvPr id="13" name="num: 03"/>
          <p:cNvSpPr txBox="1"/>
          <p:nvPr/>
        </p:nvSpPr>
        <p:spPr>
          <a:xfrm>
            <a:off x="612000" y="8238946"/>
            <a:ext cx="2160000" cy="8915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</a:pPr>
            <a:r>
              <a:rPr sz="5400" b="0" i="0" spc="-108">
                <a:solidFill>
                  <a:srgbClr val="EA8729"/>
                </a:solidFill>
                <a:latin typeface="PT Serif"/>
                <a:ea typeface="PT Serif"/>
                <a:cs typeface="PT Serif"/>
              </a:rPr>
              <a:t>03</a:t>
            </a:r>
          </a:p>
        </p:txBody>
      </p:sp>
      <p:sp>
        <p:nvSpPr>
          <p:cNvPr id="14" name="item: Объекты гражданского назначени"/>
          <p:cNvSpPr txBox="1"/>
          <p:nvPr/>
        </p:nvSpPr>
        <p:spPr>
          <a:xfrm>
            <a:off x="2820000" y="8191460"/>
            <a:ext cx="4164000" cy="323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spc="-34">
                <a:solidFill>
                  <a:srgbClr val="F3F1EC"/>
                </a:solidFill>
                <a:latin typeface="PT Serif"/>
                <a:ea typeface="PT Serif"/>
                <a:cs typeface="PT Serif"/>
              </a:rPr>
              <a:t>Объекты гражданского назначения</a:t>
            </a:r>
          </a:p>
        </p:txBody>
      </p:sp>
      <p:sp>
        <p:nvSpPr>
          <p:cNvPr id="15" name="folio: 03"/>
          <p:cNvSpPr txBox="1"/>
          <p:nvPr/>
        </p:nvSpPr>
        <p:spPr>
          <a:xfrm>
            <a:off x="648000" y="10332088"/>
            <a:ext cx="6336000" cy="1377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75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A39EB0"/>
                </a:solidFill>
                <a:latin typeface="Onest SemiBold"/>
                <a:ea typeface="Onest SemiBold"/>
                <a:cs typeface="Onest SemiBol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3F1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h2: МИССИЯ КОМПАНИИ"/>
          <p:cNvSpPr txBox="1"/>
          <p:nvPr/>
        </p:nvSpPr>
        <p:spPr>
          <a:xfrm>
            <a:off x="576000" y="786290"/>
            <a:ext cx="6336000" cy="2628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spc="68">
                <a:solidFill>
                  <a:srgbClr val="2A2440"/>
                </a:solidFill>
                <a:latin typeface="PT Serif"/>
                <a:ea typeface="PT Serif"/>
                <a:cs typeface="PT Serif"/>
              </a:rPr>
              <a:t>МИССИЯ КОМПАНИИ</a:t>
            </a:r>
          </a:p>
        </p:txBody>
      </p:sp>
      <p:sp>
        <p:nvSpPr>
          <p:cNvPr id="4" name="body: Укрепление российского электро"/>
          <p:cNvSpPr txBox="1"/>
          <p:nvPr/>
        </p:nvSpPr>
        <p:spPr>
          <a:xfrm>
            <a:off x="1662000" y="1158250"/>
            <a:ext cx="5250000" cy="55016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A2440"/>
                </a:solidFill>
                <a:latin typeface="Onest"/>
                <a:ea typeface="Onest"/>
                <a:cs typeface="Onest"/>
              </a:rPr>
              <a:t>Укрепление российского электроэнергетического комплекса путём участия в проектах,</a:t>
            </a:r>
          </a:p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A2440"/>
                </a:solidFill>
                <a:latin typeface="Onest"/>
                <a:ea typeface="Onest"/>
                <a:cs typeface="Onest"/>
              </a:rPr>
              <a:t>позволяющих сформировать максимально благоприятные условия для постоянного</a:t>
            </a:r>
          </a:p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A2440"/>
                </a:solidFill>
                <a:latin typeface="Onest"/>
                <a:ea typeface="Onest"/>
                <a:cs typeface="Onest"/>
              </a:rPr>
              <a:t>развития экономики РФ.</a:t>
            </a:r>
          </a:p>
        </p:txBody>
      </p:sp>
      <p:sp>
        <p:nvSpPr>
          <p:cNvPr id="5" name="body: Качественное выполнение своих "/>
          <p:cNvSpPr txBox="1"/>
          <p:nvPr/>
        </p:nvSpPr>
        <p:spPr>
          <a:xfrm>
            <a:off x="1662000" y="1780725"/>
            <a:ext cx="5273899" cy="55016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A2440"/>
                </a:solidFill>
                <a:latin typeface="Onest"/>
                <a:ea typeface="Onest"/>
                <a:cs typeface="Onest"/>
              </a:rPr>
              <a:t>Качественное выполнение своих задач по подготовке проектов, их реализации, поставке</a:t>
            </a:r>
          </a:p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A2440"/>
                </a:solidFill>
                <a:latin typeface="Onest"/>
                <a:ea typeface="Onest"/>
                <a:cs typeface="Onest"/>
              </a:rPr>
              <a:t>оборудования, его установке и наладке, а также вводу в эксплуатацию объектов</a:t>
            </a:r>
          </a:p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A2440"/>
                </a:solidFill>
                <a:latin typeface="Onest"/>
                <a:ea typeface="Onest"/>
                <a:cs typeface="Onest"/>
              </a:rPr>
              <a:t>энергетики, удовлетворяющим нормам экологической и промышленной безопасности.</a:t>
            </a:r>
          </a:p>
        </p:txBody>
      </p:sp>
      <p:sp>
        <p:nvSpPr>
          <p:cNvPr id="6" name="h2: ЦЕЛИ КОМПАНИИ"/>
          <p:cNvSpPr txBox="1"/>
          <p:nvPr/>
        </p:nvSpPr>
        <p:spPr>
          <a:xfrm>
            <a:off x="576000" y="2715651"/>
            <a:ext cx="6336000" cy="2628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spc="68">
                <a:solidFill>
                  <a:srgbClr val="2A2440"/>
                </a:solidFill>
                <a:latin typeface="PT Serif"/>
                <a:ea typeface="PT Serif"/>
                <a:cs typeface="PT Serif"/>
              </a:rPr>
              <a:t>ЦЕЛИ КОМПАНИИ</a:t>
            </a:r>
          </a:p>
        </p:txBody>
      </p:sp>
      <p:sp>
        <p:nvSpPr>
          <p:cNvPr id="7" name="body: Стать надежным партнером для н"/>
          <p:cNvSpPr txBox="1"/>
          <p:nvPr/>
        </p:nvSpPr>
        <p:spPr>
          <a:xfrm>
            <a:off x="1662000" y="3087612"/>
            <a:ext cx="5283430" cy="892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A2440"/>
                </a:solidFill>
                <a:latin typeface="Onest"/>
                <a:ea typeface="Onest"/>
                <a:cs typeface="Onest"/>
              </a:rPr>
              <a:t>Стать надежным партнером для нашего заказчика и ответственным работодателем</a:t>
            </a:r>
          </a:p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A2440"/>
                </a:solidFill>
                <a:latin typeface="Onest"/>
                <a:ea typeface="Onest"/>
                <a:cs typeface="Onest"/>
              </a:rPr>
              <a:t>для каждого сотрудника, а также создать сеть филиалов для присутствия в каждом</a:t>
            </a:r>
          </a:p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A2440"/>
                </a:solidFill>
                <a:latin typeface="Onest"/>
                <a:ea typeface="Onest"/>
                <a:cs typeface="Onest"/>
              </a:rPr>
              <a:t>регионе нашей необъятной страны с целью участия в работах по строительству,</a:t>
            </a:r>
          </a:p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A2440"/>
                </a:solidFill>
                <a:latin typeface="Onest"/>
                <a:ea typeface="Onest"/>
                <a:cs typeface="Onest"/>
              </a:rPr>
              <a:t>реконструкции, модернизации и технического перевооружения энергетической системы</a:t>
            </a:r>
          </a:p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A2440"/>
                </a:solidFill>
                <a:latin typeface="Onest"/>
                <a:ea typeface="Onest"/>
                <a:cs typeface="Onest"/>
              </a:rPr>
              <a:t>Российской Федерации.</a:t>
            </a:r>
          </a:p>
        </p:txBody>
      </p:sp>
      <p:sp>
        <p:nvSpPr>
          <p:cNvPr id="8" name="h2: ДИНАМИКА"/>
          <p:cNvSpPr txBox="1"/>
          <p:nvPr/>
        </p:nvSpPr>
        <p:spPr>
          <a:xfrm>
            <a:off x="576000" y="4509185"/>
            <a:ext cx="6336000" cy="4686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spc="68">
                <a:solidFill>
                  <a:srgbClr val="2A2440"/>
                </a:solidFill>
                <a:latin typeface="PT Serif"/>
                <a:ea typeface="PT Serif"/>
                <a:cs typeface="PT Serif"/>
              </a:rPr>
              <a:t>ДИНАМИКА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spc="68">
                <a:solidFill>
                  <a:srgbClr val="2A2440"/>
                </a:solidFill>
                <a:latin typeface="PT Serif"/>
                <a:ea typeface="PT Serif"/>
                <a:cs typeface="PT Serif"/>
              </a:rPr>
              <a:t>РОСТА КОМПАНИИ</a:t>
            </a:r>
          </a:p>
        </p:txBody>
      </p:sp>
      <p:sp>
        <p:nvSpPr>
          <p:cNvPr id="9" name="bar"/>
          <p:cNvSpPr/>
          <p:nvPr/>
        </p:nvSpPr>
        <p:spPr>
          <a:xfrm>
            <a:off x="576000" y="8612327"/>
            <a:ext cx="812571" cy="1179673"/>
          </a:xfrm>
          <a:prstGeom prst="rect">
            <a:avLst/>
          </a:prstGeom>
          <a:solidFill>
            <a:srgbClr val="D3D0D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ar-value: &gt;1 500"/>
          <p:cNvSpPr txBox="1"/>
          <p:nvPr/>
        </p:nvSpPr>
        <p:spPr>
          <a:xfrm>
            <a:off x="504000" y="8252679"/>
            <a:ext cx="956571" cy="140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85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-8">
                <a:solidFill>
                  <a:srgbClr val="2A2440"/>
                </a:solidFill>
                <a:latin typeface="Onest SemiBold"/>
                <a:ea typeface="Onest SemiBold"/>
                <a:cs typeface="Onest SemiBold"/>
              </a:rPr>
              <a:t>&gt;1 500</a:t>
            </a:r>
          </a:p>
        </p:txBody>
      </p:sp>
      <p:sp>
        <p:nvSpPr>
          <p:cNvPr id="11" name="bar-unit: млрд руб"/>
          <p:cNvSpPr txBox="1"/>
          <p:nvPr/>
        </p:nvSpPr>
        <p:spPr>
          <a:xfrm>
            <a:off x="504000" y="8454640"/>
            <a:ext cx="956571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0">
                <a:solidFill>
                  <a:srgbClr val="6A6672"/>
                </a:solidFill>
                <a:latin typeface="Onest"/>
                <a:ea typeface="Onest"/>
                <a:cs typeface="Onest"/>
              </a:rPr>
              <a:t>млрд руб</a:t>
            </a:r>
          </a:p>
        </p:txBody>
      </p:sp>
      <p:sp>
        <p:nvSpPr>
          <p:cNvPr id="12" name="axis: 2019"/>
          <p:cNvSpPr txBox="1"/>
          <p:nvPr/>
        </p:nvSpPr>
        <p:spPr>
          <a:xfrm>
            <a:off x="504000" y="9916192"/>
            <a:ext cx="956571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0">
                <a:solidFill>
                  <a:srgbClr val="6A6672"/>
                </a:solidFill>
                <a:latin typeface="Onest"/>
                <a:ea typeface="Onest"/>
                <a:cs typeface="Onest"/>
              </a:rPr>
              <a:t>2019</a:t>
            </a:r>
          </a:p>
        </p:txBody>
      </p:sp>
      <p:sp>
        <p:nvSpPr>
          <p:cNvPr id="13" name="bar"/>
          <p:cNvSpPr/>
          <p:nvPr/>
        </p:nvSpPr>
        <p:spPr>
          <a:xfrm>
            <a:off x="1496571" y="8455038"/>
            <a:ext cx="812571" cy="1336962"/>
          </a:xfrm>
          <a:prstGeom prst="rect">
            <a:avLst/>
          </a:prstGeom>
          <a:solidFill>
            <a:srgbClr val="D3D0D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ar-value: &gt;1 700"/>
          <p:cNvSpPr txBox="1"/>
          <p:nvPr/>
        </p:nvSpPr>
        <p:spPr>
          <a:xfrm>
            <a:off x="1424571" y="8095389"/>
            <a:ext cx="956571" cy="140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85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-8">
                <a:solidFill>
                  <a:srgbClr val="2A2440"/>
                </a:solidFill>
                <a:latin typeface="Onest SemiBold"/>
                <a:ea typeface="Onest SemiBold"/>
                <a:cs typeface="Onest SemiBold"/>
              </a:rPr>
              <a:t>&gt;1 700</a:t>
            </a:r>
          </a:p>
        </p:txBody>
      </p:sp>
      <p:sp>
        <p:nvSpPr>
          <p:cNvPr id="15" name="bar-unit: млрд руб"/>
          <p:cNvSpPr txBox="1"/>
          <p:nvPr/>
        </p:nvSpPr>
        <p:spPr>
          <a:xfrm>
            <a:off x="1424571" y="8297351"/>
            <a:ext cx="956571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0">
                <a:solidFill>
                  <a:srgbClr val="6A6672"/>
                </a:solidFill>
                <a:latin typeface="Onest"/>
                <a:ea typeface="Onest"/>
                <a:cs typeface="Onest"/>
              </a:rPr>
              <a:t>млрд руб</a:t>
            </a:r>
          </a:p>
        </p:txBody>
      </p:sp>
      <p:sp>
        <p:nvSpPr>
          <p:cNvPr id="16" name="axis: 2020"/>
          <p:cNvSpPr txBox="1"/>
          <p:nvPr/>
        </p:nvSpPr>
        <p:spPr>
          <a:xfrm>
            <a:off x="1424571" y="9916192"/>
            <a:ext cx="956571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0">
                <a:solidFill>
                  <a:srgbClr val="6A6672"/>
                </a:solidFill>
                <a:latin typeface="Onest"/>
                <a:ea typeface="Onest"/>
                <a:cs typeface="Onest"/>
              </a:rPr>
              <a:t>2020</a:t>
            </a:r>
          </a:p>
        </p:txBody>
      </p:sp>
      <p:sp>
        <p:nvSpPr>
          <p:cNvPr id="17" name="bar"/>
          <p:cNvSpPr/>
          <p:nvPr/>
        </p:nvSpPr>
        <p:spPr>
          <a:xfrm>
            <a:off x="2417143" y="8337070"/>
            <a:ext cx="812571" cy="1454930"/>
          </a:xfrm>
          <a:prstGeom prst="rect">
            <a:avLst/>
          </a:prstGeom>
          <a:solidFill>
            <a:srgbClr val="D3D0D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ar-value: &gt;1 850"/>
          <p:cNvSpPr txBox="1"/>
          <p:nvPr/>
        </p:nvSpPr>
        <p:spPr>
          <a:xfrm>
            <a:off x="2345143" y="7977422"/>
            <a:ext cx="956571" cy="140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85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-8">
                <a:solidFill>
                  <a:srgbClr val="2A2440"/>
                </a:solidFill>
                <a:latin typeface="Onest SemiBold"/>
                <a:ea typeface="Onest SemiBold"/>
                <a:cs typeface="Onest SemiBold"/>
              </a:rPr>
              <a:t>&gt;1 850</a:t>
            </a:r>
          </a:p>
        </p:txBody>
      </p:sp>
      <p:sp>
        <p:nvSpPr>
          <p:cNvPr id="19" name="bar-unit: млрд руб"/>
          <p:cNvSpPr txBox="1"/>
          <p:nvPr/>
        </p:nvSpPr>
        <p:spPr>
          <a:xfrm>
            <a:off x="2345143" y="8179383"/>
            <a:ext cx="956571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0">
                <a:solidFill>
                  <a:srgbClr val="6A6672"/>
                </a:solidFill>
                <a:latin typeface="Onest"/>
                <a:ea typeface="Onest"/>
                <a:cs typeface="Onest"/>
              </a:rPr>
              <a:t>млрд руб</a:t>
            </a:r>
          </a:p>
        </p:txBody>
      </p:sp>
      <p:sp>
        <p:nvSpPr>
          <p:cNvPr id="20" name="axis: 2021"/>
          <p:cNvSpPr txBox="1"/>
          <p:nvPr/>
        </p:nvSpPr>
        <p:spPr>
          <a:xfrm>
            <a:off x="2345143" y="9916192"/>
            <a:ext cx="956571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0">
                <a:solidFill>
                  <a:srgbClr val="6A6672"/>
                </a:solidFill>
                <a:latin typeface="Onest"/>
                <a:ea typeface="Onest"/>
                <a:cs typeface="Onest"/>
              </a:rPr>
              <a:t>2021</a:t>
            </a:r>
          </a:p>
        </p:txBody>
      </p:sp>
      <p:sp>
        <p:nvSpPr>
          <p:cNvPr id="21" name="bar"/>
          <p:cNvSpPr/>
          <p:nvPr/>
        </p:nvSpPr>
        <p:spPr>
          <a:xfrm>
            <a:off x="3337714" y="8219103"/>
            <a:ext cx="812571" cy="1572897"/>
          </a:xfrm>
          <a:prstGeom prst="rect">
            <a:avLst/>
          </a:prstGeom>
          <a:solidFill>
            <a:srgbClr val="D3D0D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ar-value: &gt;2 000"/>
          <p:cNvSpPr txBox="1"/>
          <p:nvPr/>
        </p:nvSpPr>
        <p:spPr>
          <a:xfrm>
            <a:off x="3265714" y="7859455"/>
            <a:ext cx="956571" cy="140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85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-8">
                <a:solidFill>
                  <a:srgbClr val="2A2440"/>
                </a:solidFill>
                <a:latin typeface="Onest SemiBold"/>
                <a:ea typeface="Onest SemiBold"/>
                <a:cs typeface="Onest SemiBold"/>
              </a:rPr>
              <a:t>&gt;2 000</a:t>
            </a:r>
          </a:p>
        </p:txBody>
      </p:sp>
      <p:sp>
        <p:nvSpPr>
          <p:cNvPr id="23" name="bar-unit: млрд руб"/>
          <p:cNvSpPr txBox="1"/>
          <p:nvPr/>
        </p:nvSpPr>
        <p:spPr>
          <a:xfrm>
            <a:off x="3265714" y="8061416"/>
            <a:ext cx="956571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0">
                <a:solidFill>
                  <a:srgbClr val="6A6672"/>
                </a:solidFill>
                <a:latin typeface="Onest"/>
                <a:ea typeface="Onest"/>
                <a:cs typeface="Onest"/>
              </a:rPr>
              <a:t>млрд руб</a:t>
            </a:r>
          </a:p>
        </p:txBody>
      </p:sp>
      <p:sp>
        <p:nvSpPr>
          <p:cNvPr id="24" name="axis: 2022"/>
          <p:cNvSpPr txBox="1"/>
          <p:nvPr/>
        </p:nvSpPr>
        <p:spPr>
          <a:xfrm>
            <a:off x="3265714" y="9916192"/>
            <a:ext cx="956571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0">
                <a:solidFill>
                  <a:srgbClr val="6A6672"/>
                </a:solidFill>
                <a:latin typeface="Onest"/>
                <a:ea typeface="Onest"/>
                <a:cs typeface="Onest"/>
              </a:rPr>
              <a:t>2022</a:t>
            </a:r>
          </a:p>
        </p:txBody>
      </p:sp>
      <p:sp>
        <p:nvSpPr>
          <p:cNvPr id="25" name="bar"/>
          <p:cNvSpPr/>
          <p:nvPr/>
        </p:nvSpPr>
        <p:spPr>
          <a:xfrm>
            <a:off x="4258286" y="7039431"/>
            <a:ext cx="812571" cy="2752569"/>
          </a:xfrm>
          <a:prstGeom prst="rect">
            <a:avLst/>
          </a:prstGeom>
          <a:solidFill>
            <a:srgbClr val="D3D0D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ar-value: &gt;3 500"/>
          <p:cNvSpPr txBox="1"/>
          <p:nvPr/>
        </p:nvSpPr>
        <p:spPr>
          <a:xfrm>
            <a:off x="4186286" y="6679782"/>
            <a:ext cx="956571" cy="140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85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-8">
                <a:solidFill>
                  <a:srgbClr val="2A2440"/>
                </a:solidFill>
                <a:latin typeface="Onest SemiBold"/>
                <a:ea typeface="Onest SemiBold"/>
                <a:cs typeface="Onest SemiBold"/>
              </a:rPr>
              <a:t>&gt;3 500</a:t>
            </a:r>
          </a:p>
        </p:txBody>
      </p:sp>
      <p:sp>
        <p:nvSpPr>
          <p:cNvPr id="27" name="bar-unit: млрд руб"/>
          <p:cNvSpPr txBox="1"/>
          <p:nvPr/>
        </p:nvSpPr>
        <p:spPr>
          <a:xfrm>
            <a:off x="4186286" y="6881744"/>
            <a:ext cx="956571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0">
                <a:solidFill>
                  <a:srgbClr val="6A6672"/>
                </a:solidFill>
                <a:latin typeface="Onest"/>
                <a:ea typeface="Onest"/>
                <a:cs typeface="Onest"/>
              </a:rPr>
              <a:t>млрд руб</a:t>
            </a:r>
          </a:p>
        </p:txBody>
      </p:sp>
      <p:sp>
        <p:nvSpPr>
          <p:cNvPr id="28" name="axis: 2023"/>
          <p:cNvSpPr txBox="1"/>
          <p:nvPr/>
        </p:nvSpPr>
        <p:spPr>
          <a:xfrm>
            <a:off x="4186286" y="9916192"/>
            <a:ext cx="956571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0">
                <a:solidFill>
                  <a:srgbClr val="6A6672"/>
                </a:solidFill>
                <a:latin typeface="Onest"/>
                <a:ea typeface="Onest"/>
                <a:cs typeface="Onest"/>
              </a:rPr>
              <a:t>2023</a:t>
            </a:r>
          </a:p>
        </p:txBody>
      </p:sp>
      <p:sp>
        <p:nvSpPr>
          <p:cNvPr id="29" name="bar"/>
          <p:cNvSpPr/>
          <p:nvPr/>
        </p:nvSpPr>
        <p:spPr>
          <a:xfrm>
            <a:off x="5178857" y="6488917"/>
            <a:ext cx="812571" cy="3303083"/>
          </a:xfrm>
          <a:prstGeom prst="rect">
            <a:avLst/>
          </a:prstGeom>
          <a:solidFill>
            <a:srgbClr val="D3D0D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bar-value: &gt;4 200"/>
          <p:cNvSpPr txBox="1"/>
          <p:nvPr/>
        </p:nvSpPr>
        <p:spPr>
          <a:xfrm>
            <a:off x="5106857" y="6129268"/>
            <a:ext cx="956571" cy="140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85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-8">
                <a:solidFill>
                  <a:srgbClr val="2A2440"/>
                </a:solidFill>
                <a:latin typeface="Onest SemiBold"/>
                <a:ea typeface="Onest SemiBold"/>
                <a:cs typeface="Onest SemiBold"/>
              </a:rPr>
              <a:t>&gt;4 200</a:t>
            </a:r>
          </a:p>
        </p:txBody>
      </p:sp>
      <p:sp>
        <p:nvSpPr>
          <p:cNvPr id="31" name="bar-unit: млрд руб"/>
          <p:cNvSpPr txBox="1"/>
          <p:nvPr/>
        </p:nvSpPr>
        <p:spPr>
          <a:xfrm>
            <a:off x="5106857" y="6331230"/>
            <a:ext cx="956571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0">
                <a:solidFill>
                  <a:srgbClr val="6A6672"/>
                </a:solidFill>
                <a:latin typeface="Onest"/>
                <a:ea typeface="Onest"/>
                <a:cs typeface="Onest"/>
              </a:rPr>
              <a:t>млрд руб</a:t>
            </a:r>
          </a:p>
        </p:txBody>
      </p:sp>
      <p:sp>
        <p:nvSpPr>
          <p:cNvPr id="32" name="axis: 2024"/>
          <p:cNvSpPr txBox="1"/>
          <p:nvPr/>
        </p:nvSpPr>
        <p:spPr>
          <a:xfrm>
            <a:off x="5106857" y="9916192"/>
            <a:ext cx="956571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0">
                <a:solidFill>
                  <a:srgbClr val="6A6672"/>
                </a:solidFill>
                <a:latin typeface="Onest"/>
                <a:ea typeface="Onest"/>
                <a:cs typeface="Onest"/>
              </a:rPr>
              <a:t>2024</a:t>
            </a:r>
          </a:p>
        </p:txBody>
      </p:sp>
      <p:sp>
        <p:nvSpPr>
          <p:cNvPr id="33" name="bar"/>
          <p:cNvSpPr/>
          <p:nvPr/>
        </p:nvSpPr>
        <p:spPr>
          <a:xfrm>
            <a:off x="6099429" y="6017048"/>
            <a:ext cx="812571" cy="3774952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ar-value: &gt;4 800"/>
          <p:cNvSpPr txBox="1"/>
          <p:nvPr/>
        </p:nvSpPr>
        <p:spPr>
          <a:xfrm>
            <a:off x="6027429" y="5672436"/>
            <a:ext cx="956571" cy="1816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spc="-11">
                <a:solidFill>
                  <a:srgbClr val="2A2440"/>
                </a:solidFill>
                <a:latin typeface="PT Serif"/>
                <a:ea typeface="PT Serif"/>
                <a:cs typeface="PT Serif"/>
              </a:rPr>
              <a:t>&gt;4 800</a:t>
            </a:r>
          </a:p>
        </p:txBody>
      </p:sp>
      <p:sp>
        <p:nvSpPr>
          <p:cNvPr id="35" name="bar-unit: млрд руб"/>
          <p:cNvSpPr txBox="1"/>
          <p:nvPr/>
        </p:nvSpPr>
        <p:spPr>
          <a:xfrm>
            <a:off x="6027429" y="5859361"/>
            <a:ext cx="956571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0">
                <a:solidFill>
                  <a:srgbClr val="6A6672"/>
                </a:solidFill>
                <a:latin typeface="Onest"/>
                <a:ea typeface="Onest"/>
                <a:cs typeface="Onest"/>
              </a:rPr>
              <a:t>млрд руб</a:t>
            </a:r>
          </a:p>
        </p:txBody>
      </p:sp>
      <p:sp>
        <p:nvSpPr>
          <p:cNvPr id="36" name="axis: 2025"/>
          <p:cNvSpPr txBox="1"/>
          <p:nvPr/>
        </p:nvSpPr>
        <p:spPr>
          <a:xfrm>
            <a:off x="6027429" y="9916192"/>
            <a:ext cx="956571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0">
                <a:solidFill>
                  <a:srgbClr val="6A6672"/>
                </a:solidFill>
                <a:latin typeface="Onest"/>
                <a:ea typeface="Onest"/>
                <a:cs typeface="Onest"/>
              </a:rPr>
              <a:t>2025</a:t>
            </a:r>
          </a:p>
        </p:txBody>
      </p:sp>
      <p:cxnSp>
        <p:nvCxnSpPr>
          <p:cNvPr id="37" name="motif"/>
          <p:cNvCxnSpPr/>
          <p:nvPr/>
        </p:nvCxnSpPr>
        <p:spPr>
          <a:xfrm>
            <a:off x="576000" y="9792000"/>
            <a:ext cx="6336000" cy="0"/>
          </a:xfrm>
          <a:prstGeom prst="line">
            <a:avLst/>
          </a:prstGeom>
          <a:ln w="6350">
            <a:solidFill>
              <a:srgbClr val="C7C4C6"/>
            </a:solidFill>
          </a:ln>
          <a:effectLst/>
        </p:spPr>
      </p:cxnSp>
      <p:sp>
        <p:nvSpPr>
          <p:cNvPr id="38" name="folio: 04"/>
          <p:cNvSpPr txBox="1"/>
          <p:nvPr/>
        </p:nvSpPr>
        <p:spPr>
          <a:xfrm>
            <a:off x="576000" y="10332088"/>
            <a:ext cx="6336000" cy="1377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A6672"/>
                </a:solidFill>
                <a:latin typeface="Onest SemiBold"/>
                <a:ea typeface="Onest SemiBold"/>
                <a:cs typeface="Onest SemiBol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F3F1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3F1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arc"/>
          <p:cNvSpPr/>
          <p:nvPr/>
        </p:nvSpPr>
        <p:spPr>
          <a:xfrm>
            <a:off x="4808577" y="8523866"/>
            <a:ext cx="2738699" cy="2139706"/>
          </a:xfrm>
          <a:custGeom>
            <a:avLst/>
            <a:gdLst/>
            <a:ahLst/>
            <a:cxnLst/>
            <a:rect l="0" t="0" r="r" b="b"/>
            <a:pathLst>
              <a:path w="2738699" h="2139706">
                <a:moveTo>
                  <a:pt x="0" y="2139706"/>
                </a:moveTo>
                <a:lnTo>
                  <a:pt x="18964" y="2105844"/>
                </a:lnTo>
                <a:lnTo>
                  <a:pt x="38222" y="2072149"/>
                </a:lnTo>
                <a:lnTo>
                  <a:pt x="57774" y="2038623"/>
                </a:lnTo>
                <a:lnTo>
                  <a:pt x="77617" y="2005269"/>
                </a:lnTo>
                <a:lnTo>
                  <a:pt x="97751" y="1972089"/>
                </a:lnTo>
                <a:lnTo>
                  <a:pt x="118174" y="1939086"/>
                </a:lnTo>
                <a:lnTo>
                  <a:pt x="138884" y="1906263"/>
                </a:lnTo>
                <a:lnTo>
                  <a:pt x="159879" y="1873622"/>
                </a:lnTo>
                <a:lnTo>
                  <a:pt x="181159" y="1841165"/>
                </a:lnTo>
                <a:lnTo>
                  <a:pt x="202721" y="1808895"/>
                </a:lnTo>
                <a:lnTo>
                  <a:pt x="224564" y="1776815"/>
                </a:lnTo>
                <a:lnTo>
                  <a:pt x="246686" y="1744926"/>
                </a:lnTo>
                <a:lnTo>
                  <a:pt x="269085" y="1713232"/>
                </a:lnTo>
                <a:lnTo>
                  <a:pt x="291760" y="1681734"/>
                </a:lnTo>
                <a:lnTo>
                  <a:pt x="314709" y="1650436"/>
                </a:lnTo>
                <a:lnTo>
                  <a:pt x="337931" y="1619339"/>
                </a:lnTo>
                <a:lnTo>
                  <a:pt x="361422" y="1588445"/>
                </a:lnTo>
                <a:lnTo>
                  <a:pt x="385183" y="1557758"/>
                </a:lnTo>
                <a:lnTo>
                  <a:pt x="409210" y="1527280"/>
                </a:lnTo>
                <a:lnTo>
                  <a:pt x="433503" y="1497012"/>
                </a:lnTo>
                <a:lnTo>
                  <a:pt x="458058" y="1466957"/>
                </a:lnTo>
                <a:lnTo>
                  <a:pt x="482875" y="1437118"/>
                </a:lnTo>
                <a:lnTo>
                  <a:pt x="507952" y="1407497"/>
                </a:lnTo>
                <a:lnTo>
                  <a:pt x="533286" y="1378095"/>
                </a:lnTo>
                <a:lnTo>
                  <a:pt x="558875" y="1348916"/>
                </a:lnTo>
                <a:lnTo>
                  <a:pt x="584719" y="1319961"/>
                </a:lnTo>
                <a:lnTo>
                  <a:pt x="610814" y="1291233"/>
                </a:lnTo>
                <a:lnTo>
                  <a:pt x="637158" y="1262733"/>
                </a:lnTo>
                <a:lnTo>
                  <a:pt x="663751" y="1234465"/>
                </a:lnTo>
                <a:lnTo>
                  <a:pt x="690589" y="1206429"/>
                </a:lnTo>
                <a:lnTo>
                  <a:pt x="717670" y="1178629"/>
                </a:lnTo>
                <a:lnTo>
                  <a:pt x="744993" y="1151066"/>
                </a:lnTo>
                <a:lnTo>
                  <a:pt x="772556" y="1123743"/>
                </a:lnTo>
                <a:lnTo>
                  <a:pt x="800356" y="1096662"/>
                </a:lnTo>
                <a:lnTo>
                  <a:pt x="828392" y="1069823"/>
                </a:lnTo>
                <a:lnTo>
                  <a:pt x="856660" y="1043231"/>
                </a:lnTo>
                <a:lnTo>
                  <a:pt x="885160" y="1016886"/>
                </a:lnTo>
                <a:lnTo>
                  <a:pt x="913888" y="990792"/>
                </a:lnTo>
                <a:lnTo>
                  <a:pt x="942843" y="964948"/>
                </a:lnTo>
                <a:lnTo>
                  <a:pt x="972022" y="939359"/>
                </a:lnTo>
                <a:lnTo>
                  <a:pt x="1001424" y="914025"/>
                </a:lnTo>
                <a:lnTo>
                  <a:pt x="1031045" y="888948"/>
                </a:lnTo>
                <a:lnTo>
                  <a:pt x="1060884" y="864131"/>
                </a:lnTo>
                <a:lnTo>
                  <a:pt x="1090939" y="839576"/>
                </a:lnTo>
                <a:lnTo>
                  <a:pt x="1121207" y="815283"/>
                </a:lnTo>
                <a:lnTo>
                  <a:pt x="1151685" y="791256"/>
                </a:lnTo>
                <a:lnTo>
                  <a:pt x="1182373" y="767495"/>
                </a:lnTo>
                <a:lnTo>
                  <a:pt x="1213266" y="744003"/>
                </a:lnTo>
                <a:lnTo>
                  <a:pt x="1244363" y="720782"/>
                </a:lnTo>
                <a:lnTo>
                  <a:pt x="1275662" y="697833"/>
                </a:lnTo>
                <a:lnTo>
                  <a:pt x="1307159" y="675158"/>
                </a:lnTo>
                <a:lnTo>
                  <a:pt x="1338854" y="652759"/>
                </a:lnTo>
                <a:lnTo>
                  <a:pt x="1370742" y="630637"/>
                </a:lnTo>
                <a:lnTo>
                  <a:pt x="1402823" y="608794"/>
                </a:lnTo>
                <a:lnTo>
                  <a:pt x="1435092" y="587232"/>
                </a:lnTo>
                <a:lnTo>
                  <a:pt x="1467549" y="565952"/>
                </a:lnTo>
                <a:lnTo>
                  <a:pt x="1500190" y="544957"/>
                </a:lnTo>
                <a:lnTo>
                  <a:pt x="1533013" y="524247"/>
                </a:lnTo>
                <a:lnTo>
                  <a:pt x="1566016" y="503824"/>
                </a:lnTo>
                <a:lnTo>
                  <a:pt x="1599196" y="483690"/>
                </a:lnTo>
                <a:lnTo>
                  <a:pt x="1632550" y="463847"/>
                </a:lnTo>
                <a:lnTo>
                  <a:pt x="1666076" y="444295"/>
                </a:lnTo>
                <a:lnTo>
                  <a:pt x="1699771" y="425037"/>
                </a:lnTo>
                <a:lnTo>
                  <a:pt x="1733633" y="406073"/>
                </a:lnTo>
                <a:lnTo>
                  <a:pt x="1767659" y="387405"/>
                </a:lnTo>
                <a:lnTo>
                  <a:pt x="1801847" y="369036"/>
                </a:lnTo>
                <a:lnTo>
                  <a:pt x="1836194" y="350965"/>
                </a:lnTo>
                <a:lnTo>
                  <a:pt x="1870697" y="333195"/>
                </a:lnTo>
                <a:lnTo>
                  <a:pt x="1905355" y="315726"/>
                </a:lnTo>
                <a:lnTo>
                  <a:pt x="1940163" y="298560"/>
                </a:lnTo>
                <a:lnTo>
                  <a:pt x="1975119" y="281699"/>
                </a:lnTo>
                <a:lnTo>
                  <a:pt x="2010222" y="265144"/>
                </a:lnTo>
                <a:lnTo>
                  <a:pt x="2045467" y="248896"/>
                </a:lnTo>
                <a:lnTo>
                  <a:pt x="2080853" y="232955"/>
                </a:lnTo>
                <a:lnTo>
                  <a:pt x="2116377" y="217325"/>
                </a:lnTo>
                <a:lnTo>
                  <a:pt x="2152036" y="202004"/>
                </a:lnTo>
                <a:lnTo>
                  <a:pt x="2187827" y="186996"/>
                </a:lnTo>
                <a:lnTo>
                  <a:pt x="2223748" y="172300"/>
                </a:lnTo>
                <a:lnTo>
                  <a:pt x="2259795" y="157919"/>
                </a:lnTo>
                <a:lnTo>
                  <a:pt x="2295967" y="143852"/>
                </a:lnTo>
                <a:lnTo>
                  <a:pt x="2332260" y="130102"/>
                </a:lnTo>
                <a:lnTo>
                  <a:pt x="2368672" y="116669"/>
                </a:lnTo>
                <a:lnTo>
                  <a:pt x="2405200" y="103554"/>
                </a:lnTo>
                <a:lnTo>
                  <a:pt x="2441840" y="90759"/>
                </a:lnTo>
                <a:lnTo>
                  <a:pt x="2478591" y="78284"/>
                </a:lnTo>
                <a:lnTo>
                  <a:pt x="2515450" y="66129"/>
                </a:lnTo>
                <a:lnTo>
                  <a:pt x="2552413" y="54297"/>
                </a:lnTo>
                <a:lnTo>
                  <a:pt x="2589478" y="42789"/>
                </a:lnTo>
                <a:lnTo>
                  <a:pt x="2626641" y="31603"/>
                </a:lnTo>
                <a:lnTo>
                  <a:pt x="2663902" y="20743"/>
                </a:lnTo>
                <a:lnTo>
                  <a:pt x="2701255" y="10208"/>
                </a:lnTo>
                <a:lnTo>
                  <a:pt x="2738699" y="0"/>
                </a:lnTo>
              </a:path>
            </a:pathLst>
          </a:custGeom>
          <a:noFill/>
          <a:ln w="11430">
            <a:solidFill>
              <a:srgbClr val="C7C4C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logo"/>
          <p:cNvSpPr/>
          <p:nvPr/>
        </p:nvSpPr>
        <p:spPr>
          <a:xfrm>
            <a:off x="5919911" y="582603"/>
            <a:ext cx="1056269" cy="643486"/>
          </a:xfrm>
          <a:custGeom>
            <a:avLst/>
            <a:gdLst/>
            <a:ahLst/>
            <a:cxnLst/>
            <a:rect l="0" t="0" r="r" b="b"/>
            <a:pathLst>
              <a:path w="1056269" h="643486">
                <a:moveTo>
                  <a:pt x="990129" y="307"/>
                </a:moveTo>
                <a:lnTo>
                  <a:pt x="984765" y="2441"/>
                </a:lnTo>
                <a:lnTo>
                  <a:pt x="980334" y="4783"/>
                </a:lnTo>
                <a:lnTo>
                  <a:pt x="973784" y="15399"/>
                </a:lnTo>
                <a:lnTo>
                  <a:pt x="945108" y="29884"/>
                </a:lnTo>
                <a:lnTo>
                  <a:pt x="936215" y="35779"/>
                </a:lnTo>
                <a:lnTo>
                  <a:pt x="925637" y="44186"/>
                </a:lnTo>
                <a:lnTo>
                  <a:pt x="922678" y="47590"/>
                </a:lnTo>
                <a:lnTo>
                  <a:pt x="919642" y="52792"/>
                </a:lnTo>
                <a:lnTo>
                  <a:pt x="914571" y="59051"/>
                </a:lnTo>
                <a:lnTo>
                  <a:pt x="913179" y="62022"/>
                </a:lnTo>
                <a:lnTo>
                  <a:pt x="913123" y="64251"/>
                </a:lnTo>
                <a:lnTo>
                  <a:pt x="914088" y="66524"/>
                </a:lnTo>
                <a:lnTo>
                  <a:pt x="918250" y="70371"/>
                </a:lnTo>
                <a:lnTo>
                  <a:pt x="918820" y="71628"/>
                </a:lnTo>
                <a:lnTo>
                  <a:pt x="917254" y="72548"/>
                </a:lnTo>
                <a:lnTo>
                  <a:pt x="912540" y="73833"/>
                </a:lnTo>
                <a:lnTo>
                  <a:pt x="910998" y="74930"/>
                </a:lnTo>
                <a:lnTo>
                  <a:pt x="907953" y="81097"/>
                </a:lnTo>
                <a:lnTo>
                  <a:pt x="901179" y="88226"/>
                </a:lnTo>
                <a:lnTo>
                  <a:pt x="898935" y="91512"/>
                </a:lnTo>
                <a:lnTo>
                  <a:pt x="896496" y="96302"/>
                </a:lnTo>
                <a:lnTo>
                  <a:pt x="894904" y="96871"/>
                </a:lnTo>
                <a:lnTo>
                  <a:pt x="892716" y="96691"/>
                </a:lnTo>
                <a:lnTo>
                  <a:pt x="886793" y="93872"/>
                </a:lnTo>
                <a:lnTo>
                  <a:pt x="885232" y="93566"/>
                </a:lnTo>
                <a:lnTo>
                  <a:pt x="879043" y="95049"/>
                </a:lnTo>
                <a:lnTo>
                  <a:pt x="874648" y="96727"/>
                </a:lnTo>
                <a:lnTo>
                  <a:pt x="871795" y="98579"/>
                </a:lnTo>
                <a:lnTo>
                  <a:pt x="870301" y="100254"/>
                </a:lnTo>
                <a:lnTo>
                  <a:pt x="863433" y="110615"/>
                </a:lnTo>
                <a:lnTo>
                  <a:pt x="859275" y="113693"/>
                </a:lnTo>
                <a:lnTo>
                  <a:pt x="856327" y="114619"/>
                </a:lnTo>
                <a:lnTo>
                  <a:pt x="854159" y="114634"/>
                </a:lnTo>
                <a:lnTo>
                  <a:pt x="848178" y="110817"/>
                </a:lnTo>
                <a:lnTo>
                  <a:pt x="844691" y="109921"/>
                </a:lnTo>
                <a:lnTo>
                  <a:pt x="840996" y="110094"/>
                </a:lnTo>
                <a:lnTo>
                  <a:pt x="837278" y="111327"/>
                </a:lnTo>
                <a:lnTo>
                  <a:pt x="830309" y="115701"/>
                </a:lnTo>
                <a:lnTo>
                  <a:pt x="812274" y="124472"/>
                </a:lnTo>
                <a:lnTo>
                  <a:pt x="810392" y="125926"/>
                </a:lnTo>
                <a:lnTo>
                  <a:pt x="808602" y="128847"/>
                </a:lnTo>
                <a:lnTo>
                  <a:pt x="809498" y="136259"/>
                </a:lnTo>
                <a:lnTo>
                  <a:pt x="811743" y="141043"/>
                </a:lnTo>
                <a:lnTo>
                  <a:pt x="811639" y="143299"/>
                </a:lnTo>
                <a:lnTo>
                  <a:pt x="809504" y="144904"/>
                </a:lnTo>
                <a:lnTo>
                  <a:pt x="803387" y="146819"/>
                </a:lnTo>
                <a:lnTo>
                  <a:pt x="799989" y="149218"/>
                </a:lnTo>
                <a:lnTo>
                  <a:pt x="798039" y="148765"/>
                </a:lnTo>
                <a:lnTo>
                  <a:pt x="794559" y="146688"/>
                </a:lnTo>
                <a:lnTo>
                  <a:pt x="786966" y="141660"/>
                </a:lnTo>
                <a:lnTo>
                  <a:pt x="777514" y="134651"/>
                </a:lnTo>
                <a:lnTo>
                  <a:pt x="758690" y="122136"/>
                </a:lnTo>
                <a:lnTo>
                  <a:pt x="747605" y="114310"/>
                </a:lnTo>
                <a:lnTo>
                  <a:pt x="734049" y="103713"/>
                </a:lnTo>
                <a:lnTo>
                  <a:pt x="711398" y="87282"/>
                </a:lnTo>
                <a:lnTo>
                  <a:pt x="707893" y="85299"/>
                </a:lnTo>
                <a:lnTo>
                  <a:pt x="706225" y="85513"/>
                </a:lnTo>
                <a:lnTo>
                  <a:pt x="705447" y="86702"/>
                </a:lnTo>
                <a:lnTo>
                  <a:pt x="706106" y="89234"/>
                </a:lnTo>
                <a:lnTo>
                  <a:pt x="707056" y="90691"/>
                </a:lnTo>
                <a:lnTo>
                  <a:pt x="709522" y="92736"/>
                </a:lnTo>
                <a:lnTo>
                  <a:pt x="728697" y="106781"/>
                </a:lnTo>
                <a:lnTo>
                  <a:pt x="751732" y="122897"/>
                </a:lnTo>
                <a:lnTo>
                  <a:pt x="765770" y="133493"/>
                </a:lnTo>
                <a:lnTo>
                  <a:pt x="771437" y="137312"/>
                </a:lnTo>
                <a:lnTo>
                  <a:pt x="776142" y="139562"/>
                </a:lnTo>
                <a:lnTo>
                  <a:pt x="781474" y="142851"/>
                </a:lnTo>
                <a:lnTo>
                  <a:pt x="785655" y="146180"/>
                </a:lnTo>
                <a:lnTo>
                  <a:pt x="787681" y="148503"/>
                </a:lnTo>
                <a:lnTo>
                  <a:pt x="788375" y="150255"/>
                </a:lnTo>
                <a:lnTo>
                  <a:pt x="789027" y="160620"/>
                </a:lnTo>
                <a:lnTo>
                  <a:pt x="786500" y="160654"/>
                </a:lnTo>
                <a:lnTo>
                  <a:pt x="784862" y="159571"/>
                </a:lnTo>
                <a:lnTo>
                  <a:pt x="783393" y="157474"/>
                </a:lnTo>
                <a:lnTo>
                  <a:pt x="781622" y="153577"/>
                </a:lnTo>
                <a:lnTo>
                  <a:pt x="779910" y="151326"/>
                </a:lnTo>
                <a:lnTo>
                  <a:pt x="771756" y="142974"/>
                </a:lnTo>
                <a:lnTo>
                  <a:pt x="769312" y="140932"/>
                </a:lnTo>
                <a:lnTo>
                  <a:pt x="767499" y="140113"/>
                </a:lnTo>
                <a:lnTo>
                  <a:pt x="765865" y="140315"/>
                </a:lnTo>
                <a:lnTo>
                  <a:pt x="761593" y="142299"/>
                </a:lnTo>
                <a:lnTo>
                  <a:pt x="753204" y="142540"/>
                </a:lnTo>
                <a:lnTo>
                  <a:pt x="749509" y="147584"/>
                </a:lnTo>
                <a:lnTo>
                  <a:pt x="748063" y="153309"/>
                </a:lnTo>
                <a:lnTo>
                  <a:pt x="746768" y="154275"/>
                </a:lnTo>
                <a:lnTo>
                  <a:pt x="743981" y="155306"/>
                </a:lnTo>
                <a:lnTo>
                  <a:pt x="741838" y="155282"/>
                </a:lnTo>
                <a:lnTo>
                  <a:pt x="736928" y="152601"/>
                </a:lnTo>
                <a:lnTo>
                  <a:pt x="734080" y="151761"/>
                </a:lnTo>
                <a:lnTo>
                  <a:pt x="726005" y="153635"/>
                </a:lnTo>
                <a:lnTo>
                  <a:pt x="722608" y="153980"/>
                </a:lnTo>
                <a:lnTo>
                  <a:pt x="720441" y="153701"/>
                </a:lnTo>
                <a:lnTo>
                  <a:pt x="716327" y="150447"/>
                </a:lnTo>
                <a:lnTo>
                  <a:pt x="714536" y="147843"/>
                </a:lnTo>
                <a:lnTo>
                  <a:pt x="716034" y="142306"/>
                </a:lnTo>
                <a:lnTo>
                  <a:pt x="716782" y="133751"/>
                </a:lnTo>
                <a:lnTo>
                  <a:pt x="716512" y="130100"/>
                </a:lnTo>
                <a:lnTo>
                  <a:pt x="714936" y="127653"/>
                </a:lnTo>
                <a:lnTo>
                  <a:pt x="709232" y="122338"/>
                </a:lnTo>
                <a:lnTo>
                  <a:pt x="705776" y="120054"/>
                </a:lnTo>
                <a:lnTo>
                  <a:pt x="702875" y="119395"/>
                </a:lnTo>
                <a:lnTo>
                  <a:pt x="694655" y="119133"/>
                </a:lnTo>
                <a:lnTo>
                  <a:pt x="691652" y="118631"/>
                </a:lnTo>
                <a:lnTo>
                  <a:pt x="690721" y="117815"/>
                </a:lnTo>
                <a:lnTo>
                  <a:pt x="689830" y="114026"/>
                </a:lnTo>
                <a:lnTo>
                  <a:pt x="688886" y="112448"/>
                </a:lnTo>
                <a:lnTo>
                  <a:pt x="687004" y="111273"/>
                </a:lnTo>
                <a:lnTo>
                  <a:pt x="682377" y="109609"/>
                </a:lnTo>
                <a:lnTo>
                  <a:pt x="677103" y="111550"/>
                </a:lnTo>
                <a:lnTo>
                  <a:pt x="673891" y="114190"/>
                </a:lnTo>
                <a:lnTo>
                  <a:pt x="674455" y="125887"/>
                </a:lnTo>
                <a:lnTo>
                  <a:pt x="675211" y="129461"/>
                </a:lnTo>
                <a:lnTo>
                  <a:pt x="675614" y="129920"/>
                </a:lnTo>
                <a:lnTo>
                  <a:pt x="676735" y="129886"/>
                </a:lnTo>
                <a:lnTo>
                  <a:pt x="680641" y="127610"/>
                </a:lnTo>
                <a:lnTo>
                  <a:pt x="682286" y="127672"/>
                </a:lnTo>
                <a:lnTo>
                  <a:pt x="684122" y="128410"/>
                </a:lnTo>
                <a:lnTo>
                  <a:pt x="693709" y="135525"/>
                </a:lnTo>
                <a:lnTo>
                  <a:pt x="700980" y="142389"/>
                </a:lnTo>
                <a:lnTo>
                  <a:pt x="701464" y="144697"/>
                </a:lnTo>
                <a:lnTo>
                  <a:pt x="701117" y="146026"/>
                </a:lnTo>
                <a:lnTo>
                  <a:pt x="699209" y="149325"/>
                </a:lnTo>
                <a:lnTo>
                  <a:pt x="694313" y="155679"/>
                </a:lnTo>
                <a:lnTo>
                  <a:pt x="693043" y="158983"/>
                </a:lnTo>
                <a:lnTo>
                  <a:pt x="693053" y="160668"/>
                </a:lnTo>
                <a:lnTo>
                  <a:pt x="693789" y="163376"/>
                </a:lnTo>
                <a:lnTo>
                  <a:pt x="695126" y="165711"/>
                </a:lnTo>
                <a:lnTo>
                  <a:pt x="696911" y="167504"/>
                </a:lnTo>
                <a:lnTo>
                  <a:pt x="699998" y="168866"/>
                </a:lnTo>
                <a:lnTo>
                  <a:pt x="703861" y="169063"/>
                </a:lnTo>
                <a:lnTo>
                  <a:pt x="709414" y="168253"/>
                </a:lnTo>
                <a:lnTo>
                  <a:pt x="714843" y="166243"/>
                </a:lnTo>
                <a:lnTo>
                  <a:pt x="719020" y="166852"/>
                </a:lnTo>
                <a:lnTo>
                  <a:pt x="724160" y="165624"/>
                </a:lnTo>
                <a:lnTo>
                  <a:pt x="726519" y="166565"/>
                </a:lnTo>
                <a:lnTo>
                  <a:pt x="758636" y="193750"/>
                </a:lnTo>
                <a:lnTo>
                  <a:pt x="760031" y="195403"/>
                </a:lnTo>
                <a:lnTo>
                  <a:pt x="763630" y="197962"/>
                </a:lnTo>
                <a:lnTo>
                  <a:pt x="773369" y="206281"/>
                </a:lnTo>
                <a:lnTo>
                  <a:pt x="782988" y="215012"/>
                </a:lnTo>
                <a:lnTo>
                  <a:pt x="789551" y="219837"/>
                </a:lnTo>
                <a:lnTo>
                  <a:pt x="792119" y="222990"/>
                </a:lnTo>
                <a:lnTo>
                  <a:pt x="799661" y="229348"/>
                </a:lnTo>
                <a:lnTo>
                  <a:pt x="804582" y="232935"/>
                </a:lnTo>
                <a:lnTo>
                  <a:pt x="805727" y="234276"/>
                </a:lnTo>
                <a:lnTo>
                  <a:pt x="808260" y="234750"/>
                </a:lnTo>
                <a:lnTo>
                  <a:pt x="809348" y="233928"/>
                </a:lnTo>
                <a:lnTo>
                  <a:pt x="809290" y="232777"/>
                </a:lnTo>
                <a:lnTo>
                  <a:pt x="805379" y="229009"/>
                </a:lnTo>
                <a:lnTo>
                  <a:pt x="801566" y="226225"/>
                </a:lnTo>
                <a:lnTo>
                  <a:pt x="795704" y="220743"/>
                </a:lnTo>
                <a:lnTo>
                  <a:pt x="790840" y="217943"/>
                </a:lnTo>
                <a:lnTo>
                  <a:pt x="787394" y="215349"/>
                </a:lnTo>
                <a:lnTo>
                  <a:pt x="785465" y="213054"/>
                </a:lnTo>
                <a:lnTo>
                  <a:pt x="777561" y="207340"/>
                </a:lnTo>
                <a:lnTo>
                  <a:pt x="740372" y="172697"/>
                </a:lnTo>
                <a:lnTo>
                  <a:pt x="738770" y="170436"/>
                </a:lnTo>
                <a:lnTo>
                  <a:pt x="738772" y="167988"/>
                </a:lnTo>
                <a:lnTo>
                  <a:pt x="740850" y="166539"/>
                </a:lnTo>
                <a:lnTo>
                  <a:pt x="749328" y="164908"/>
                </a:lnTo>
                <a:lnTo>
                  <a:pt x="753778" y="163198"/>
                </a:lnTo>
                <a:lnTo>
                  <a:pt x="756160" y="161451"/>
                </a:lnTo>
                <a:lnTo>
                  <a:pt x="757962" y="159299"/>
                </a:lnTo>
                <a:lnTo>
                  <a:pt x="760514" y="153798"/>
                </a:lnTo>
                <a:lnTo>
                  <a:pt x="762438" y="152921"/>
                </a:lnTo>
                <a:lnTo>
                  <a:pt x="764667" y="152882"/>
                </a:lnTo>
                <a:lnTo>
                  <a:pt x="768169" y="154153"/>
                </a:lnTo>
                <a:lnTo>
                  <a:pt x="770561" y="156136"/>
                </a:lnTo>
                <a:lnTo>
                  <a:pt x="771670" y="163947"/>
                </a:lnTo>
                <a:lnTo>
                  <a:pt x="782991" y="172282"/>
                </a:lnTo>
                <a:lnTo>
                  <a:pt x="786576" y="173075"/>
                </a:lnTo>
                <a:lnTo>
                  <a:pt x="802334" y="173975"/>
                </a:lnTo>
                <a:lnTo>
                  <a:pt x="803870" y="172444"/>
                </a:lnTo>
                <a:lnTo>
                  <a:pt x="804148" y="171311"/>
                </a:lnTo>
                <a:lnTo>
                  <a:pt x="802065" y="166040"/>
                </a:lnTo>
                <a:lnTo>
                  <a:pt x="801984" y="163519"/>
                </a:lnTo>
                <a:lnTo>
                  <a:pt x="803492" y="162104"/>
                </a:lnTo>
                <a:lnTo>
                  <a:pt x="806984" y="162014"/>
                </a:lnTo>
                <a:lnTo>
                  <a:pt x="814619" y="166384"/>
                </a:lnTo>
                <a:lnTo>
                  <a:pt x="820794" y="170878"/>
                </a:lnTo>
                <a:lnTo>
                  <a:pt x="826670" y="174331"/>
                </a:lnTo>
                <a:lnTo>
                  <a:pt x="852261" y="191465"/>
                </a:lnTo>
                <a:lnTo>
                  <a:pt x="853906" y="192101"/>
                </a:lnTo>
                <a:lnTo>
                  <a:pt x="855421" y="191895"/>
                </a:lnTo>
                <a:lnTo>
                  <a:pt x="855962" y="191491"/>
                </a:lnTo>
                <a:lnTo>
                  <a:pt x="856124" y="190224"/>
                </a:lnTo>
                <a:lnTo>
                  <a:pt x="855175" y="188549"/>
                </a:lnTo>
                <a:lnTo>
                  <a:pt x="853254" y="186715"/>
                </a:lnTo>
                <a:lnTo>
                  <a:pt x="826435" y="168774"/>
                </a:lnTo>
                <a:lnTo>
                  <a:pt x="821312" y="164797"/>
                </a:lnTo>
                <a:lnTo>
                  <a:pt x="815173" y="160983"/>
                </a:lnTo>
                <a:lnTo>
                  <a:pt x="812000" y="157727"/>
                </a:lnTo>
                <a:lnTo>
                  <a:pt x="811394" y="156210"/>
                </a:lnTo>
                <a:lnTo>
                  <a:pt x="811678" y="155542"/>
                </a:lnTo>
                <a:lnTo>
                  <a:pt x="816563" y="153629"/>
                </a:lnTo>
                <a:lnTo>
                  <a:pt x="825911" y="144757"/>
                </a:lnTo>
                <a:lnTo>
                  <a:pt x="825658" y="140881"/>
                </a:lnTo>
                <a:lnTo>
                  <a:pt x="820944" y="134534"/>
                </a:lnTo>
                <a:lnTo>
                  <a:pt x="820596" y="133289"/>
                </a:lnTo>
                <a:lnTo>
                  <a:pt x="821062" y="131777"/>
                </a:lnTo>
                <a:lnTo>
                  <a:pt x="825835" y="128789"/>
                </a:lnTo>
                <a:lnTo>
                  <a:pt x="835070" y="125069"/>
                </a:lnTo>
                <a:lnTo>
                  <a:pt x="845183" y="126055"/>
                </a:lnTo>
                <a:lnTo>
                  <a:pt x="866170" y="122531"/>
                </a:lnTo>
                <a:lnTo>
                  <a:pt x="868213" y="121153"/>
                </a:lnTo>
                <a:lnTo>
                  <a:pt x="869774" y="119457"/>
                </a:lnTo>
                <a:lnTo>
                  <a:pt x="877829" y="107659"/>
                </a:lnTo>
                <a:lnTo>
                  <a:pt x="880442" y="105164"/>
                </a:lnTo>
                <a:lnTo>
                  <a:pt x="881725" y="104474"/>
                </a:lnTo>
                <a:lnTo>
                  <a:pt x="883015" y="104149"/>
                </a:lnTo>
                <a:lnTo>
                  <a:pt x="885685" y="104570"/>
                </a:lnTo>
                <a:lnTo>
                  <a:pt x="889705" y="107005"/>
                </a:lnTo>
                <a:lnTo>
                  <a:pt x="893262" y="107948"/>
                </a:lnTo>
                <a:lnTo>
                  <a:pt x="898907" y="108257"/>
                </a:lnTo>
                <a:lnTo>
                  <a:pt x="901549" y="107410"/>
                </a:lnTo>
                <a:lnTo>
                  <a:pt x="903627" y="105302"/>
                </a:lnTo>
                <a:lnTo>
                  <a:pt x="907161" y="98050"/>
                </a:lnTo>
                <a:lnTo>
                  <a:pt x="909248" y="94850"/>
                </a:lnTo>
                <a:lnTo>
                  <a:pt x="918343" y="84725"/>
                </a:lnTo>
                <a:lnTo>
                  <a:pt x="927375" y="78916"/>
                </a:lnTo>
                <a:lnTo>
                  <a:pt x="931627" y="74867"/>
                </a:lnTo>
                <a:lnTo>
                  <a:pt x="931982" y="73449"/>
                </a:lnTo>
                <a:lnTo>
                  <a:pt x="931494" y="71467"/>
                </a:lnTo>
                <a:lnTo>
                  <a:pt x="927337" y="63639"/>
                </a:lnTo>
                <a:lnTo>
                  <a:pt x="926932" y="61961"/>
                </a:lnTo>
                <a:lnTo>
                  <a:pt x="927731" y="59277"/>
                </a:lnTo>
                <a:lnTo>
                  <a:pt x="931084" y="53724"/>
                </a:lnTo>
                <a:lnTo>
                  <a:pt x="934696" y="49748"/>
                </a:lnTo>
                <a:lnTo>
                  <a:pt x="941721" y="44424"/>
                </a:lnTo>
                <a:lnTo>
                  <a:pt x="952852" y="37291"/>
                </a:lnTo>
                <a:lnTo>
                  <a:pt x="955328" y="36098"/>
                </a:lnTo>
                <a:lnTo>
                  <a:pt x="957475" y="35835"/>
                </a:lnTo>
                <a:lnTo>
                  <a:pt x="959754" y="37122"/>
                </a:lnTo>
                <a:lnTo>
                  <a:pt x="976557" y="51548"/>
                </a:lnTo>
                <a:lnTo>
                  <a:pt x="983320" y="55808"/>
                </a:lnTo>
                <a:lnTo>
                  <a:pt x="984492" y="57662"/>
                </a:lnTo>
                <a:lnTo>
                  <a:pt x="986444" y="63697"/>
                </a:lnTo>
                <a:lnTo>
                  <a:pt x="988321" y="66656"/>
                </a:lnTo>
                <a:lnTo>
                  <a:pt x="991290" y="68432"/>
                </a:lnTo>
                <a:lnTo>
                  <a:pt x="1000573" y="71187"/>
                </a:lnTo>
                <a:lnTo>
                  <a:pt x="1002247" y="72330"/>
                </a:lnTo>
                <a:lnTo>
                  <a:pt x="1003966" y="74316"/>
                </a:lnTo>
                <a:lnTo>
                  <a:pt x="1003816" y="87126"/>
                </a:lnTo>
                <a:lnTo>
                  <a:pt x="1007202" y="108097"/>
                </a:lnTo>
                <a:lnTo>
                  <a:pt x="1009164" y="115745"/>
                </a:lnTo>
                <a:lnTo>
                  <a:pt x="1009300" y="118643"/>
                </a:lnTo>
                <a:lnTo>
                  <a:pt x="1008251" y="120852"/>
                </a:lnTo>
                <a:lnTo>
                  <a:pt x="1004645" y="124036"/>
                </a:lnTo>
                <a:lnTo>
                  <a:pt x="1002363" y="127226"/>
                </a:lnTo>
                <a:lnTo>
                  <a:pt x="1000732" y="132069"/>
                </a:lnTo>
                <a:lnTo>
                  <a:pt x="998428" y="142271"/>
                </a:lnTo>
                <a:lnTo>
                  <a:pt x="997339" y="144283"/>
                </a:lnTo>
                <a:lnTo>
                  <a:pt x="996142" y="144253"/>
                </a:lnTo>
                <a:lnTo>
                  <a:pt x="991792" y="140334"/>
                </a:lnTo>
                <a:lnTo>
                  <a:pt x="988222" y="136254"/>
                </a:lnTo>
                <a:lnTo>
                  <a:pt x="984548" y="130673"/>
                </a:lnTo>
                <a:lnTo>
                  <a:pt x="981872" y="128487"/>
                </a:lnTo>
                <a:lnTo>
                  <a:pt x="980299" y="128780"/>
                </a:lnTo>
                <a:lnTo>
                  <a:pt x="978573" y="129872"/>
                </a:lnTo>
                <a:lnTo>
                  <a:pt x="965721" y="140529"/>
                </a:lnTo>
                <a:lnTo>
                  <a:pt x="965257" y="141779"/>
                </a:lnTo>
                <a:lnTo>
                  <a:pt x="965642" y="143263"/>
                </a:lnTo>
                <a:lnTo>
                  <a:pt x="971040" y="150062"/>
                </a:lnTo>
                <a:lnTo>
                  <a:pt x="971885" y="151887"/>
                </a:lnTo>
                <a:lnTo>
                  <a:pt x="971683" y="153263"/>
                </a:lnTo>
                <a:lnTo>
                  <a:pt x="970422" y="154231"/>
                </a:lnTo>
                <a:lnTo>
                  <a:pt x="965637" y="155621"/>
                </a:lnTo>
                <a:lnTo>
                  <a:pt x="961646" y="158342"/>
                </a:lnTo>
                <a:lnTo>
                  <a:pt x="957525" y="162703"/>
                </a:lnTo>
                <a:lnTo>
                  <a:pt x="952955" y="169299"/>
                </a:lnTo>
                <a:lnTo>
                  <a:pt x="953289" y="180202"/>
                </a:lnTo>
                <a:lnTo>
                  <a:pt x="956837" y="196757"/>
                </a:lnTo>
                <a:lnTo>
                  <a:pt x="959834" y="203914"/>
                </a:lnTo>
                <a:lnTo>
                  <a:pt x="960172" y="206501"/>
                </a:lnTo>
                <a:lnTo>
                  <a:pt x="959922" y="207520"/>
                </a:lnTo>
                <a:lnTo>
                  <a:pt x="959389" y="208369"/>
                </a:lnTo>
                <a:lnTo>
                  <a:pt x="957459" y="209590"/>
                </a:lnTo>
                <a:lnTo>
                  <a:pt x="949273" y="211141"/>
                </a:lnTo>
                <a:lnTo>
                  <a:pt x="945163" y="212781"/>
                </a:lnTo>
                <a:lnTo>
                  <a:pt x="943427" y="213909"/>
                </a:lnTo>
                <a:lnTo>
                  <a:pt x="941881" y="215259"/>
                </a:lnTo>
                <a:lnTo>
                  <a:pt x="939286" y="218681"/>
                </a:lnTo>
                <a:lnTo>
                  <a:pt x="936171" y="225402"/>
                </a:lnTo>
                <a:lnTo>
                  <a:pt x="934175" y="228000"/>
                </a:lnTo>
                <a:lnTo>
                  <a:pt x="933977" y="229446"/>
                </a:lnTo>
                <a:lnTo>
                  <a:pt x="935224" y="230996"/>
                </a:lnTo>
                <a:lnTo>
                  <a:pt x="938038" y="232933"/>
                </a:lnTo>
                <a:lnTo>
                  <a:pt x="940742" y="234095"/>
                </a:lnTo>
                <a:lnTo>
                  <a:pt x="942211" y="234044"/>
                </a:lnTo>
                <a:lnTo>
                  <a:pt x="944437" y="232712"/>
                </a:lnTo>
                <a:lnTo>
                  <a:pt x="947038" y="229991"/>
                </a:lnTo>
                <a:lnTo>
                  <a:pt x="948827" y="223253"/>
                </a:lnTo>
                <a:lnTo>
                  <a:pt x="950779" y="220930"/>
                </a:lnTo>
                <a:lnTo>
                  <a:pt x="953438" y="220309"/>
                </a:lnTo>
                <a:lnTo>
                  <a:pt x="957707" y="223501"/>
                </a:lnTo>
                <a:lnTo>
                  <a:pt x="960380" y="224022"/>
                </a:lnTo>
                <a:lnTo>
                  <a:pt x="962372" y="223783"/>
                </a:lnTo>
                <a:lnTo>
                  <a:pt x="964003" y="223011"/>
                </a:lnTo>
                <a:lnTo>
                  <a:pt x="965944" y="220679"/>
                </a:lnTo>
                <a:lnTo>
                  <a:pt x="968669" y="213961"/>
                </a:lnTo>
                <a:lnTo>
                  <a:pt x="971355" y="209616"/>
                </a:lnTo>
                <a:lnTo>
                  <a:pt x="974525" y="205565"/>
                </a:lnTo>
                <a:lnTo>
                  <a:pt x="975429" y="202803"/>
                </a:lnTo>
                <a:lnTo>
                  <a:pt x="974428" y="200490"/>
                </a:lnTo>
                <a:lnTo>
                  <a:pt x="969425" y="197987"/>
                </a:lnTo>
                <a:lnTo>
                  <a:pt x="967451" y="194844"/>
                </a:lnTo>
                <a:lnTo>
                  <a:pt x="965420" y="187781"/>
                </a:lnTo>
                <a:lnTo>
                  <a:pt x="964068" y="181121"/>
                </a:lnTo>
                <a:lnTo>
                  <a:pt x="963466" y="175631"/>
                </a:lnTo>
                <a:lnTo>
                  <a:pt x="963707" y="172095"/>
                </a:lnTo>
                <a:lnTo>
                  <a:pt x="966359" y="168190"/>
                </a:lnTo>
                <a:lnTo>
                  <a:pt x="968542" y="166430"/>
                </a:lnTo>
                <a:lnTo>
                  <a:pt x="969734" y="166020"/>
                </a:lnTo>
                <a:lnTo>
                  <a:pt x="976397" y="169345"/>
                </a:lnTo>
                <a:lnTo>
                  <a:pt x="980401" y="169485"/>
                </a:lnTo>
                <a:lnTo>
                  <a:pt x="981566" y="168963"/>
                </a:lnTo>
                <a:lnTo>
                  <a:pt x="982340" y="166128"/>
                </a:lnTo>
                <a:lnTo>
                  <a:pt x="983052" y="150993"/>
                </a:lnTo>
                <a:lnTo>
                  <a:pt x="983489" y="149158"/>
                </a:lnTo>
                <a:lnTo>
                  <a:pt x="984594" y="148422"/>
                </a:lnTo>
                <a:lnTo>
                  <a:pt x="986003" y="149217"/>
                </a:lnTo>
                <a:lnTo>
                  <a:pt x="986904" y="151242"/>
                </a:lnTo>
                <a:lnTo>
                  <a:pt x="988168" y="167857"/>
                </a:lnTo>
                <a:lnTo>
                  <a:pt x="991521" y="182744"/>
                </a:lnTo>
                <a:lnTo>
                  <a:pt x="994245" y="192555"/>
                </a:lnTo>
                <a:lnTo>
                  <a:pt x="994503" y="195416"/>
                </a:lnTo>
                <a:lnTo>
                  <a:pt x="993523" y="202005"/>
                </a:lnTo>
                <a:lnTo>
                  <a:pt x="993648" y="204812"/>
                </a:lnTo>
                <a:lnTo>
                  <a:pt x="996505" y="211233"/>
                </a:lnTo>
                <a:lnTo>
                  <a:pt x="999675" y="221274"/>
                </a:lnTo>
                <a:lnTo>
                  <a:pt x="1002880" y="225871"/>
                </a:lnTo>
                <a:lnTo>
                  <a:pt x="1007287" y="230736"/>
                </a:lnTo>
                <a:lnTo>
                  <a:pt x="1010799" y="233904"/>
                </a:lnTo>
                <a:lnTo>
                  <a:pt x="1016344" y="237934"/>
                </a:lnTo>
                <a:lnTo>
                  <a:pt x="1035697" y="249973"/>
                </a:lnTo>
                <a:lnTo>
                  <a:pt x="1048805" y="257434"/>
                </a:lnTo>
                <a:lnTo>
                  <a:pt x="1052359" y="258550"/>
                </a:lnTo>
                <a:lnTo>
                  <a:pt x="1055011" y="258396"/>
                </a:lnTo>
                <a:lnTo>
                  <a:pt x="1055863" y="257476"/>
                </a:lnTo>
                <a:lnTo>
                  <a:pt x="1056269" y="255718"/>
                </a:lnTo>
                <a:lnTo>
                  <a:pt x="1055893" y="245959"/>
                </a:lnTo>
                <a:lnTo>
                  <a:pt x="1049328" y="233369"/>
                </a:lnTo>
                <a:lnTo>
                  <a:pt x="1048700" y="221961"/>
                </a:lnTo>
                <a:lnTo>
                  <a:pt x="1046877" y="219298"/>
                </a:lnTo>
                <a:lnTo>
                  <a:pt x="1041911" y="213704"/>
                </a:lnTo>
                <a:lnTo>
                  <a:pt x="1044916" y="206545"/>
                </a:lnTo>
                <a:lnTo>
                  <a:pt x="1045093" y="202349"/>
                </a:lnTo>
                <a:lnTo>
                  <a:pt x="1043083" y="199144"/>
                </a:lnTo>
                <a:lnTo>
                  <a:pt x="1037812" y="195905"/>
                </a:lnTo>
                <a:lnTo>
                  <a:pt x="1036890" y="194792"/>
                </a:lnTo>
                <a:lnTo>
                  <a:pt x="1036299" y="191974"/>
                </a:lnTo>
                <a:lnTo>
                  <a:pt x="1035884" y="182895"/>
                </a:lnTo>
                <a:lnTo>
                  <a:pt x="1032949" y="181207"/>
                </a:lnTo>
                <a:lnTo>
                  <a:pt x="1027591" y="180050"/>
                </a:lnTo>
                <a:lnTo>
                  <a:pt x="1022239" y="174828"/>
                </a:lnTo>
                <a:lnTo>
                  <a:pt x="1020003" y="173361"/>
                </a:lnTo>
                <a:lnTo>
                  <a:pt x="1018587" y="173199"/>
                </a:lnTo>
                <a:lnTo>
                  <a:pt x="1013665" y="174523"/>
                </a:lnTo>
                <a:lnTo>
                  <a:pt x="1011825" y="174457"/>
                </a:lnTo>
                <a:lnTo>
                  <a:pt x="1008947" y="170186"/>
                </a:lnTo>
                <a:lnTo>
                  <a:pt x="1003146" y="158981"/>
                </a:lnTo>
                <a:lnTo>
                  <a:pt x="1006813" y="152123"/>
                </a:lnTo>
                <a:lnTo>
                  <a:pt x="1009832" y="148630"/>
                </a:lnTo>
                <a:lnTo>
                  <a:pt x="1010740" y="146843"/>
                </a:lnTo>
                <a:lnTo>
                  <a:pt x="1010203" y="136623"/>
                </a:lnTo>
                <a:lnTo>
                  <a:pt x="1011091" y="132293"/>
                </a:lnTo>
                <a:lnTo>
                  <a:pt x="1013223" y="130805"/>
                </a:lnTo>
                <a:lnTo>
                  <a:pt x="1020745" y="127643"/>
                </a:lnTo>
                <a:lnTo>
                  <a:pt x="1022052" y="126303"/>
                </a:lnTo>
                <a:lnTo>
                  <a:pt x="1022273" y="125478"/>
                </a:lnTo>
                <a:lnTo>
                  <a:pt x="1021950" y="123296"/>
                </a:lnTo>
                <a:lnTo>
                  <a:pt x="1019576" y="117126"/>
                </a:lnTo>
                <a:lnTo>
                  <a:pt x="1018282" y="111977"/>
                </a:lnTo>
                <a:lnTo>
                  <a:pt x="1014686" y="90747"/>
                </a:lnTo>
                <a:lnTo>
                  <a:pt x="1013946" y="81597"/>
                </a:lnTo>
                <a:lnTo>
                  <a:pt x="1013946" y="78366"/>
                </a:lnTo>
                <a:lnTo>
                  <a:pt x="1021661" y="70266"/>
                </a:lnTo>
                <a:lnTo>
                  <a:pt x="1021661" y="65975"/>
                </a:lnTo>
                <a:lnTo>
                  <a:pt x="1017652" y="62612"/>
                </a:lnTo>
                <a:lnTo>
                  <a:pt x="1015061" y="61431"/>
                </a:lnTo>
                <a:lnTo>
                  <a:pt x="1011911" y="61161"/>
                </a:lnTo>
                <a:lnTo>
                  <a:pt x="1006376" y="61624"/>
                </a:lnTo>
                <a:lnTo>
                  <a:pt x="1000814" y="61437"/>
                </a:lnTo>
                <a:lnTo>
                  <a:pt x="996975" y="60527"/>
                </a:lnTo>
                <a:lnTo>
                  <a:pt x="995681" y="59156"/>
                </a:lnTo>
                <a:lnTo>
                  <a:pt x="994100" y="50288"/>
                </a:lnTo>
                <a:lnTo>
                  <a:pt x="991424" y="45169"/>
                </a:lnTo>
                <a:lnTo>
                  <a:pt x="992021" y="42520"/>
                </a:lnTo>
                <a:lnTo>
                  <a:pt x="994387" y="38534"/>
                </a:lnTo>
                <a:lnTo>
                  <a:pt x="996361" y="36126"/>
                </a:lnTo>
                <a:lnTo>
                  <a:pt x="1001781" y="34400"/>
                </a:lnTo>
                <a:lnTo>
                  <a:pt x="1007184" y="30062"/>
                </a:lnTo>
                <a:lnTo>
                  <a:pt x="1012292" y="26825"/>
                </a:lnTo>
                <a:lnTo>
                  <a:pt x="1014356" y="24047"/>
                </a:lnTo>
                <a:lnTo>
                  <a:pt x="1014702" y="20788"/>
                </a:lnTo>
                <a:lnTo>
                  <a:pt x="1013946" y="18436"/>
                </a:lnTo>
                <a:lnTo>
                  <a:pt x="1012627" y="16447"/>
                </a:lnTo>
                <a:lnTo>
                  <a:pt x="1004671" y="13209"/>
                </a:lnTo>
                <a:lnTo>
                  <a:pt x="1002453" y="11523"/>
                </a:lnTo>
                <a:lnTo>
                  <a:pt x="1001484" y="9680"/>
                </a:lnTo>
                <a:lnTo>
                  <a:pt x="1000291" y="5309"/>
                </a:lnTo>
                <a:lnTo>
                  <a:pt x="997517" y="1320"/>
                </a:lnTo>
                <a:lnTo>
                  <a:pt x="994565" y="0"/>
                </a:lnTo>
                <a:lnTo>
                  <a:pt x="990129" y="307"/>
                </a:lnTo>
                <a:close/>
                <a:moveTo>
                  <a:pt x="990514" y="16266"/>
                </a:moveTo>
                <a:lnTo>
                  <a:pt x="995471" y="21221"/>
                </a:lnTo>
                <a:lnTo>
                  <a:pt x="996402" y="23975"/>
                </a:lnTo>
                <a:lnTo>
                  <a:pt x="994956" y="25096"/>
                </a:lnTo>
                <a:lnTo>
                  <a:pt x="990189" y="26114"/>
                </a:lnTo>
                <a:lnTo>
                  <a:pt x="988248" y="26934"/>
                </a:lnTo>
                <a:lnTo>
                  <a:pt x="984242" y="33525"/>
                </a:lnTo>
                <a:lnTo>
                  <a:pt x="981860" y="34507"/>
                </a:lnTo>
                <a:lnTo>
                  <a:pt x="975221" y="34579"/>
                </a:lnTo>
                <a:lnTo>
                  <a:pt x="969234" y="33900"/>
                </a:lnTo>
                <a:lnTo>
                  <a:pt x="966459" y="32746"/>
                </a:lnTo>
                <a:lnTo>
                  <a:pt x="966533" y="31760"/>
                </a:lnTo>
                <a:lnTo>
                  <a:pt x="972675" y="26681"/>
                </a:lnTo>
                <a:lnTo>
                  <a:pt x="979603" y="27125"/>
                </a:lnTo>
                <a:lnTo>
                  <a:pt x="982264" y="26566"/>
                </a:lnTo>
                <a:lnTo>
                  <a:pt x="983401" y="24875"/>
                </a:lnTo>
                <a:lnTo>
                  <a:pt x="983999" y="20588"/>
                </a:lnTo>
                <a:lnTo>
                  <a:pt x="987171" y="15733"/>
                </a:lnTo>
                <a:lnTo>
                  <a:pt x="989000" y="14528"/>
                </a:lnTo>
                <a:lnTo>
                  <a:pt x="990514" y="16266"/>
                </a:lnTo>
                <a:close/>
                <a:moveTo>
                  <a:pt x="702771" y="130486"/>
                </a:moveTo>
                <a:lnTo>
                  <a:pt x="704846" y="132106"/>
                </a:lnTo>
                <a:lnTo>
                  <a:pt x="705874" y="134420"/>
                </a:lnTo>
                <a:lnTo>
                  <a:pt x="705702" y="137368"/>
                </a:lnTo>
                <a:lnTo>
                  <a:pt x="704417" y="138586"/>
                </a:lnTo>
                <a:lnTo>
                  <a:pt x="703268" y="138600"/>
                </a:lnTo>
                <a:lnTo>
                  <a:pt x="702100" y="137910"/>
                </a:lnTo>
                <a:lnTo>
                  <a:pt x="697689" y="133916"/>
                </a:lnTo>
                <a:lnTo>
                  <a:pt x="697224" y="132895"/>
                </a:lnTo>
                <a:lnTo>
                  <a:pt x="697413" y="130782"/>
                </a:lnTo>
                <a:lnTo>
                  <a:pt x="698619" y="129636"/>
                </a:lnTo>
                <a:lnTo>
                  <a:pt x="700801" y="129727"/>
                </a:lnTo>
                <a:lnTo>
                  <a:pt x="702771" y="130486"/>
                </a:lnTo>
                <a:close/>
                <a:moveTo>
                  <a:pt x="1007486" y="185450"/>
                </a:moveTo>
                <a:lnTo>
                  <a:pt x="1010097" y="187206"/>
                </a:lnTo>
                <a:lnTo>
                  <a:pt x="1011919" y="187776"/>
                </a:lnTo>
                <a:lnTo>
                  <a:pt x="1015723" y="186116"/>
                </a:lnTo>
                <a:lnTo>
                  <a:pt x="1017256" y="186168"/>
                </a:lnTo>
                <a:lnTo>
                  <a:pt x="1022883" y="188928"/>
                </a:lnTo>
                <a:lnTo>
                  <a:pt x="1025131" y="190865"/>
                </a:lnTo>
                <a:lnTo>
                  <a:pt x="1025757" y="196886"/>
                </a:lnTo>
                <a:lnTo>
                  <a:pt x="1026289" y="198589"/>
                </a:lnTo>
                <a:lnTo>
                  <a:pt x="1027900" y="201000"/>
                </a:lnTo>
                <a:lnTo>
                  <a:pt x="1032798" y="205941"/>
                </a:lnTo>
                <a:lnTo>
                  <a:pt x="1032050" y="212405"/>
                </a:lnTo>
                <a:lnTo>
                  <a:pt x="1032274" y="217001"/>
                </a:lnTo>
                <a:lnTo>
                  <a:pt x="1033865" y="220542"/>
                </a:lnTo>
                <a:lnTo>
                  <a:pt x="1038246" y="225565"/>
                </a:lnTo>
                <a:lnTo>
                  <a:pt x="1038765" y="232156"/>
                </a:lnTo>
                <a:lnTo>
                  <a:pt x="1039792" y="236539"/>
                </a:lnTo>
                <a:lnTo>
                  <a:pt x="1039819" y="237234"/>
                </a:lnTo>
                <a:lnTo>
                  <a:pt x="1039179" y="238140"/>
                </a:lnTo>
                <a:lnTo>
                  <a:pt x="1036884" y="238220"/>
                </a:lnTo>
                <a:lnTo>
                  <a:pt x="1034771" y="237366"/>
                </a:lnTo>
                <a:lnTo>
                  <a:pt x="1019043" y="227401"/>
                </a:lnTo>
                <a:lnTo>
                  <a:pt x="1014466" y="223396"/>
                </a:lnTo>
                <a:lnTo>
                  <a:pt x="1009297" y="216686"/>
                </a:lnTo>
                <a:lnTo>
                  <a:pt x="1007250" y="212068"/>
                </a:lnTo>
                <a:lnTo>
                  <a:pt x="1004559" y="202285"/>
                </a:lnTo>
                <a:lnTo>
                  <a:pt x="1004623" y="194533"/>
                </a:lnTo>
                <a:lnTo>
                  <a:pt x="1002899" y="186981"/>
                </a:lnTo>
                <a:lnTo>
                  <a:pt x="1002992" y="184969"/>
                </a:lnTo>
                <a:lnTo>
                  <a:pt x="1003831" y="183218"/>
                </a:lnTo>
                <a:lnTo>
                  <a:pt x="1004617" y="183369"/>
                </a:lnTo>
                <a:lnTo>
                  <a:pt x="1007486" y="185450"/>
                </a:lnTo>
                <a:close/>
                <a:moveTo>
                  <a:pt x="654316" y="8938"/>
                </a:moveTo>
                <a:lnTo>
                  <a:pt x="653078" y="11174"/>
                </a:lnTo>
                <a:lnTo>
                  <a:pt x="652316" y="14321"/>
                </a:lnTo>
                <a:lnTo>
                  <a:pt x="650451" y="26202"/>
                </a:lnTo>
                <a:lnTo>
                  <a:pt x="648285" y="35328"/>
                </a:lnTo>
                <a:lnTo>
                  <a:pt x="647598" y="44380"/>
                </a:lnTo>
                <a:lnTo>
                  <a:pt x="646633" y="47384"/>
                </a:lnTo>
                <a:lnTo>
                  <a:pt x="644929" y="49680"/>
                </a:lnTo>
                <a:lnTo>
                  <a:pt x="641361" y="52837"/>
                </a:lnTo>
                <a:lnTo>
                  <a:pt x="627014" y="58415"/>
                </a:lnTo>
                <a:lnTo>
                  <a:pt x="625366" y="59589"/>
                </a:lnTo>
                <a:lnTo>
                  <a:pt x="624382" y="61507"/>
                </a:lnTo>
                <a:lnTo>
                  <a:pt x="624864" y="62679"/>
                </a:lnTo>
                <a:lnTo>
                  <a:pt x="626097" y="63427"/>
                </a:lnTo>
                <a:lnTo>
                  <a:pt x="641893" y="65070"/>
                </a:lnTo>
                <a:lnTo>
                  <a:pt x="645011" y="66024"/>
                </a:lnTo>
                <a:lnTo>
                  <a:pt x="646134" y="66807"/>
                </a:lnTo>
                <a:lnTo>
                  <a:pt x="646210" y="67289"/>
                </a:lnTo>
                <a:lnTo>
                  <a:pt x="639562" y="71579"/>
                </a:lnTo>
                <a:lnTo>
                  <a:pt x="631179" y="74136"/>
                </a:lnTo>
                <a:lnTo>
                  <a:pt x="616835" y="79662"/>
                </a:lnTo>
                <a:lnTo>
                  <a:pt x="612988" y="81510"/>
                </a:lnTo>
                <a:lnTo>
                  <a:pt x="611598" y="82802"/>
                </a:lnTo>
                <a:lnTo>
                  <a:pt x="613816" y="84634"/>
                </a:lnTo>
                <a:lnTo>
                  <a:pt x="638801" y="84798"/>
                </a:lnTo>
                <a:lnTo>
                  <a:pt x="641607" y="85082"/>
                </a:lnTo>
                <a:lnTo>
                  <a:pt x="643700" y="85911"/>
                </a:lnTo>
                <a:lnTo>
                  <a:pt x="644317" y="87085"/>
                </a:lnTo>
                <a:lnTo>
                  <a:pt x="644699" y="93646"/>
                </a:lnTo>
                <a:lnTo>
                  <a:pt x="644507" y="106525"/>
                </a:lnTo>
                <a:lnTo>
                  <a:pt x="643508" y="117950"/>
                </a:lnTo>
                <a:lnTo>
                  <a:pt x="644052" y="122228"/>
                </a:lnTo>
                <a:lnTo>
                  <a:pt x="645335" y="122337"/>
                </a:lnTo>
                <a:lnTo>
                  <a:pt x="650508" y="119316"/>
                </a:lnTo>
                <a:lnTo>
                  <a:pt x="652498" y="114781"/>
                </a:lnTo>
                <a:lnTo>
                  <a:pt x="654485" y="113521"/>
                </a:lnTo>
                <a:lnTo>
                  <a:pt x="658173" y="112984"/>
                </a:lnTo>
                <a:lnTo>
                  <a:pt x="660745" y="115621"/>
                </a:lnTo>
                <a:lnTo>
                  <a:pt x="661512" y="117406"/>
                </a:lnTo>
                <a:lnTo>
                  <a:pt x="661012" y="118836"/>
                </a:lnTo>
                <a:lnTo>
                  <a:pt x="659326" y="119821"/>
                </a:lnTo>
                <a:lnTo>
                  <a:pt x="656535" y="120269"/>
                </a:lnTo>
                <a:lnTo>
                  <a:pt x="651616" y="120120"/>
                </a:lnTo>
                <a:lnTo>
                  <a:pt x="650906" y="124905"/>
                </a:lnTo>
                <a:lnTo>
                  <a:pt x="650459" y="125857"/>
                </a:lnTo>
                <a:lnTo>
                  <a:pt x="649616" y="126432"/>
                </a:lnTo>
                <a:lnTo>
                  <a:pt x="646471" y="126376"/>
                </a:lnTo>
                <a:lnTo>
                  <a:pt x="643094" y="124400"/>
                </a:lnTo>
                <a:lnTo>
                  <a:pt x="642455" y="124749"/>
                </a:lnTo>
                <a:lnTo>
                  <a:pt x="641717" y="126175"/>
                </a:lnTo>
                <a:lnTo>
                  <a:pt x="640494" y="133710"/>
                </a:lnTo>
                <a:lnTo>
                  <a:pt x="640623" y="144950"/>
                </a:lnTo>
                <a:lnTo>
                  <a:pt x="638432" y="150216"/>
                </a:lnTo>
                <a:lnTo>
                  <a:pt x="636983" y="156003"/>
                </a:lnTo>
                <a:lnTo>
                  <a:pt x="634722" y="171964"/>
                </a:lnTo>
                <a:lnTo>
                  <a:pt x="632819" y="179677"/>
                </a:lnTo>
                <a:lnTo>
                  <a:pt x="631275" y="193823"/>
                </a:lnTo>
                <a:lnTo>
                  <a:pt x="629920" y="198565"/>
                </a:lnTo>
                <a:lnTo>
                  <a:pt x="632438" y="200226"/>
                </a:lnTo>
                <a:lnTo>
                  <a:pt x="634806" y="199942"/>
                </a:lnTo>
                <a:lnTo>
                  <a:pt x="653255" y="186656"/>
                </a:lnTo>
                <a:lnTo>
                  <a:pt x="655283" y="185639"/>
                </a:lnTo>
                <a:lnTo>
                  <a:pt x="656624" y="185474"/>
                </a:lnTo>
                <a:lnTo>
                  <a:pt x="659292" y="186401"/>
                </a:lnTo>
                <a:lnTo>
                  <a:pt x="664990" y="190778"/>
                </a:lnTo>
                <a:lnTo>
                  <a:pt x="669998" y="193906"/>
                </a:lnTo>
                <a:lnTo>
                  <a:pt x="671358" y="195351"/>
                </a:lnTo>
                <a:lnTo>
                  <a:pt x="676762" y="199323"/>
                </a:lnTo>
                <a:lnTo>
                  <a:pt x="678214" y="200112"/>
                </a:lnTo>
                <a:lnTo>
                  <a:pt x="680140" y="200427"/>
                </a:lnTo>
                <a:lnTo>
                  <a:pt x="681540" y="199680"/>
                </a:lnTo>
                <a:lnTo>
                  <a:pt x="682004" y="198556"/>
                </a:lnTo>
                <a:lnTo>
                  <a:pt x="681840" y="193279"/>
                </a:lnTo>
                <a:lnTo>
                  <a:pt x="679074" y="178875"/>
                </a:lnTo>
                <a:lnTo>
                  <a:pt x="677092" y="163052"/>
                </a:lnTo>
                <a:lnTo>
                  <a:pt x="676268" y="160252"/>
                </a:lnTo>
                <a:lnTo>
                  <a:pt x="675254" y="159026"/>
                </a:lnTo>
                <a:lnTo>
                  <a:pt x="674355" y="158764"/>
                </a:lnTo>
                <a:lnTo>
                  <a:pt x="673782" y="159855"/>
                </a:lnTo>
                <a:lnTo>
                  <a:pt x="673312" y="163995"/>
                </a:lnTo>
                <a:lnTo>
                  <a:pt x="669660" y="164543"/>
                </a:lnTo>
                <a:lnTo>
                  <a:pt x="664152" y="161536"/>
                </a:lnTo>
                <a:lnTo>
                  <a:pt x="663137" y="160498"/>
                </a:lnTo>
                <a:lnTo>
                  <a:pt x="663323" y="158696"/>
                </a:lnTo>
                <a:lnTo>
                  <a:pt x="666129" y="155739"/>
                </a:lnTo>
                <a:lnTo>
                  <a:pt x="666321" y="155268"/>
                </a:lnTo>
                <a:lnTo>
                  <a:pt x="665920" y="154798"/>
                </a:lnTo>
                <a:lnTo>
                  <a:pt x="662572" y="154793"/>
                </a:lnTo>
                <a:lnTo>
                  <a:pt x="657988" y="156335"/>
                </a:lnTo>
                <a:lnTo>
                  <a:pt x="656398" y="156441"/>
                </a:lnTo>
                <a:lnTo>
                  <a:pt x="648859" y="153603"/>
                </a:lnTo>
                <a:lnTo>
                  <a:pt x="647855" y="152954"/>
                </a:lnTo>
                <a:lnTo>
                  <a:pt x="647576" y="151731"/>
                </a:lnTo>
                <a:lnTo>
                  <a:pt x="648536" y="149470"/>
                </a:lnTo>
                <a:lnTo>
                  <a:pt x="650811" y="147184"/>
                </a:lnTo>
                <a:lnTo>
                  <a:pt x="654683" y="145058"/>
                </a:lnTo>
                <a:lnTo>
                  <a:pt x="657393" y="144630"/>
                </a:lnTo>
                <a:lnTo>
                  <a:pt x="660825" y="145915"/>
                </a:lnTo>
                <a:lnTo>
                  <a:pt x="664160" y="148069"/>
                </a:lnTo>
                <a:lnTo>
                  <a:pt x="665777" y="149986"/>
                </a:lnTo>
                <a:lnTo>
                  <a:pt x="667588" y="153903"/>
                </a:lnTo>
                <a:lnTo>
                  <a:pt x="673405" y="156125"/>
                </a:lnTo>
                <a:lnTo>
                  <a:pt x="674169" y="155834"/>
                </a:lnTo>
                <a:lnTo>
                  <a:pt x="674567" y="154944"/>
                </a:lnTo>
                <a:lnTo>
                  <a:pt x="674725" y="151759"/>
                </a:lnTo>
                <a:lnTo>
                  <a:pt x="673837" y="144715"/>
                </a:lnTo>
                <a:lnTo>
                  <a:pt x="673767" y="140236"/>
                </a:lnTo>
                <a:lnTo>
                  <a:pt x="672117" y="132209"/>
                </a:lnTo>
                <a:lnTo>
                  <a:pt x="670724" y="127874"/>
                </a:lnTo>
                <a:lnTo>
                  <a:pt x="669377" y="113026"/>
                </a:lnTo>
                <a:lnTo>
                  <a:pt x="667538" y="105256"/>
                </a:lnTo>
                <a:lnTo>
                  <a:pt x="667241" y="99212"/>
                </a:lnTo>
                <a:lnTo>
                  <a:pt x="667533" y="94542"/>
                </a:lnTo>
                <a:lnTo>
                  <a:pt x="667049" y="90351"/>
                </a:lnTo>
                <a:lnTo>
                  <a:pt x="667706" y="87831"/>
                </a:lnTo>
                <a:lnTo>
                  <a:pt x="669341" y="86454"/>
                </a:lnTo>
                <a:lnTo>
                  <a:pt x="672348" y="84924"/>
                </a:lnTo>
                <a:lnTo>
                  <a:pt x="698468" y="84715"/>
                </a:lnTo>
                <a:lnTo>
                  <a:pt x="700698" y="84249"/>
                </a:lnTo>
                <a:lnTo>
                  <a:pt x="701538" y="82945"/>
                </a:lnTo>
                <a:lnTo>
                  <a:pt x="701090" y="82109"/>
                </a:lnTo>
                <a:lnTo>
                  <a:pt x="698762" y="80762"/>
                </a:lnTo>
                <a:lnTo>
                  <a:pt x="691613" y="78278"/>
                </a:lnTo>
                <a:lnTo>
                  <a:pt x="685955" y="76950"/>
                </a:lnTo>
                <a:lnTo>
                  <a:pt x="682112" y="74491"/>
                </a:lnTo>
                <a:lnTo>
                  <a:pt x="674754" y="71760"/>
                </a:lnTo>
                <a:lnTo>
                  <a:pt x="671076" y="69652"/>
                </a:lnTo>
                <a:lnTo>
                  <a:pt x="668902" y="67767"/>
                </a:lnTo>
                <a:lnTo>
                  <a:pt x="668753" y="67243"/>
                </a:lnTo>
                <a:lnTo>
                  <a:pt x="669196" y="66771"/>
                </a:lnTo>
                <a:lnTo>
                  <a:pt x="671610" y="65593"/>
                </a:lnTo>
                <a:lnTo>
                  <a:pt x="687240" y="65511"/>
                </a:lnTo>
                <a:lnTo>
                  <a:pt x="689131" y="64876"/>
                </a:lnTo>
                <a:lnTo>
                  <a:pt x="689711" y="63789"/>
                </a:lnTo>
                <a:lnTo>
                  <a:pt x="687710" y="61408"/>
                </a:lnTo>
                <a:lnTo>
                  <a:pt x="677212" y="55134"/>
                </a:lnTo>
                <a:lnTo>
                  <a:pt x="673234" y="53186"/>
                </a:lnTo>
                <a:lnTo>
                  <a:pt x="670661" y="51270"/>
                </a:lnTo>
                <a:lnTo>
                  <a:pt x="668235" y="48730"/>
                </a:lnTo>
                <a:lnTo>
                  <a:pt x="666621" y="44871"/>
                </a:lnTo>
                <a:lnTo>
                  <a:pt x="666008" y="37758"/>
                </a:lnTo>
                <a:lnTo>
                  <a:pt x="663967" y="29913"/>
                </a:lnTo>
                <a:lnTo>
                  <a:pt x="662253" y="18776"/>
                </a:lnTo>
                <a:lnTo>
                  <a:pt x="660579" y="11580"/>
                </a:lnTo>
                <a:lnTo>
                  <a:pt x="659716" y="9551"/>
                </a:lnTo>
                <a:lnTo>
                  <a:pt x="658456" y="8359"/>
                </a:lnTo>
                <a:lnTo>
                  <a:pt x="656265" y="8070"/>
                </a:lnTo>
                <a:lnTo>
                  <a:pt x="654316" y="8938"/>
                </a:lnTo>
                <a:close/>
                <a:moveTo>
                  <a:pt x="658366" y="37674"/>
                </a:moveTo>
                <a:lnTo>
                  <a:pt x="657983" y="39530"/>
                </a:lnTo>
                <a:lnTo>
                  <a:pt x="657130" y="39782"/>
                </a:lnTo>
                <a:lnTo>
                  <a:pt x="656159" y="39481"/>
                </a:lnTo>
                <a:lnTo>
                  <a:pt x="655262" y="37879"/>
                </a:lnTo>
                <a:lnTo>
                  <a:pt x="655467" y="36024"/>
                </a:lnTo>
                <a:lnTo>
                  <a:pt x="656368" y="35559"/>
                </a:lnTo>
                <a:lnTo>
                  <a:pt x="657889" y="35793"/>
                </a:lnTo>
                <a:lnTo>
                  <a:pt x="658366" y="37674"/>
                </a:lnTo>
                <a:close/>
                <a:moveTo>
                  <a:pt x="650121" y="54597"/>
                </a:moveTo>
                <a:lnTo>
                  <a:pt x="650881" y="55556"/>
                </a:lnTo>
                <a:lnTo>
                  <a:pt x="650095" y="56871"/>
                </a:lnTo>
                <a:lnTo>
                  <a:pt x="647474" y="57116"/>
                </a:lnTo>
                <a:lnTo>
                  <a:pt x="646375" y="56414"/>
                </a:lnTo>
                <a:lnTo>
                  <a:pt x="646517" y="55701"/>
                </a:lnTo>
                <a:lnTo>
                  <a:pt x="647903" y="54739"/>
                </a:lnTo>
                <a:lnTo>
                  <a:pt x="648964" y="54350"/>
                </a:lnTo>
                <a:lnTo>
                  <a:pt x="650121" y="54597"/>
                </a:lnTo>
                <a:close/>
                <a:moveTo>
                  <a:pt x="673505" y="57441"/>
                </a:moveTo>
                <a:lnTo>
                  <a:pt x="674766" y="58513"/>
                </a:lnTo>
                <a:lnTo>
                  <a:pt x="674711" y="60196"/>
                </a:lnTo>
                <a:lnTo>
                  <a:pt x="672833" y="61266"/>
                </a:lnTo>
                <a:lnTo>
                  <a:pt x="670854" y="61250"/>
                </a:lnTo>
                <a:lnTo>
                  <a:pt x="669232" y="60585"/>
                </a:lnTo>
                <a:lnTo>
                  <a:pt x="667986" y="59362"/>
                </a:lnTo>
                <a:lnTo>
                  <a:pt x="667334" y="57832"/>
                </a:lnTo>
                <a:lnTo>
                  <a:pt x="667286" y="56091"/>
                </a:lnTo>
                <a:lnTo>
                  <a:pt x="670931" y="56592"/>
                </a:lnTo>
                <a:lnTo>
                  <a:pt x="673505" y="57441"/>
                </a:lnTo>
                <a:close/>
                <a:moveTo>
                  <a:pt x="644143" y="57200"/>
                </a:moveTo>
                <a:lnTo>
                  <a:pt x="644551" y="57819"/>
                </a:lnTo>
                <a:lnTo>
                  <a:pt x="644411" y="58632"/>
                </a:lnTo>
                <a:lnTo>
                  <a:pt x="642975" y="60138"/>
                </a:lnTo>
                <a:lnTo>
                  <a:pt x="641259" y="60509"/>
                </a:lnTo>
                <a:lnTo>
                  <a:pt x="639773" y="59894"/>
                </a:lnTo>
                <a:lnTo>
                  <a:pt x="640302" y="58423"/>
                </a:lnTo>
                <a:lnTo>
                  <a:pt x="642010" y="57073"/>
                </a:lnTo>
                <a:lnTo>
                  <a:pt x="642948" y="56771"/>
                </a:lnTo>
                <a:lnTo>
                  <a:pt x="644143" y="57200"/>
                </a:lnTo>
                <a:close/>
                <a:moveTo>
                  <a:pt x="644046" y="74365"/>
                </a:moveTo>
                <a:lnTo>
                  <a:pt x="645087" y="75861"/>
                </a:lnTo>
                <a:lnTo>
                  <a:pt x="644295" y="77080"/>
                </a:lnTo>
                <a:lnTo>
                  <a:pt x="641736" y="77266"/>
                </a:lnTo>
                <a:lnTo>
                  <a:pt x="640549" y="76325"/>
                </a:lnTo>
                <a:lnTo>
                  <a:pt x="640292" y="74659"/>
                </a:lnTo>
                <a:lnTo>
                  <a:pt x="640661" y="73738"/>
                </a:lnTo>
                <a:lnTo>
                  <a:pt x="642366" y="73678"/>
                </a:lnTo>
                <a:lnTo>
                  <a:pt x="644046" y="74365"/>
                </a:lnTo>
                <a:close/>
                <a:moveTo>
                  <a:pt x="671480" y="75329"/>
                </a:moveTo>
                <a:lnTo>
                  <a:pt x="671531" y="76349"/>
                </a:lnTo>
                <a:lnTo>
                  <a:pt x="670721" y="77400"/>
                </a:lnTo>
                <a:lnTo>
                  <a:pt x="669283" y="77653"/>
                </a:lnTo>
                <a:lnTo>
                  <a:pt x="668513" y="77148"/>
                </a:lnTo>
                <a:lnTo>
                  <a:pt x="668369" y="75939"/>
                </a:lnTo>
                <a:lnTo>
                  <a:pt x="669296" y="74823"/>
                </a:lnTo>
                <a:lnTo>
                  <a:pt x="670582" y="74618"/>
                </a:lnTo>
                <a:lnTo>
                  <a:pt x="671480" y="75329"/>
                </a:lnTo>
                <a:close/>
                <a:moveTo>
                  <a:pt x="649929" y="88540"/>
                </a:moveTo>
                <a:lnTo>
                  <a:pt x="649495" y="89504"/>
                </a:lnTo>
                <a:lnTo>
                  <a:pt x="648834" y="89161"/>
                </a:lnTo>
                <a:lnTo>
                  <a:pt x="648609" y="88430"/>
                </a:lnTo>
                <a:lnTo>
                  <a:pt x="649356" y="87581"/>
                </a:lnTo>
                <a:lnTo>
                  <a:pt x="649929" y="88540"/>
                </a:lnTo>
                <a:close/>
                <a:moveTo>
                  <a:pt x="659957" y="92204"/>
                </a:moveTo>
                <a:lnTo>
                  <a:pt x="660839" y="93363"/>
                </a:lnTo>
                <a:lnTo>
                  <a:pt x="660974" y="94866"/>
                </a:lnTo>
                <a:lnTo>
                  <a:pt x="660370" y="96354"/>
                </a:lnTo>
                <a:lnTo>
                  <a:pt x="659254" y="97293"/>
                </a:lnTo>
                <a:lnTo>
                  <a:pt x="657086" y="97538"/>
                </a:lnTo>
                <a:lnTo>
                  <a:pt x="654904" y="97035"/>
                </a:lnTo>
                <a:lnTo>
                  <a:pt x="653319" y="96270"/>
                </a:lnTo>
                <a:lnTo>
                  <a:pt x="652562" y="95103"/>
                </a:lnTo>
                <a:lnTo>
                  <a:pt x="652677" y="92927"/>
                </a:lnTo>
                <a:lnTo>
                  <a:pt x="654337" y="91875"/>
                </a:lnTo>
                <a:lnTo>
                  <a:pt x="657780" y="91525"/>
                </a:lnTo>
                <a:lnTo>
                  <a:pt x="659957" y="92204"/>
                </a:lnTo>
                <a:close/>
                <a:moveTo>
                  <a:pt x="650411" y="109561"/>
                </a:moveTo>
                <a:lnTo>
                  <a:pt x="650772" y="110415"/>
                </a:lnTo>
                <a:lnTo>
                  <a:pt x="650039" y="111228"/>
                </a:lnTo>
                <a:lnTo>
                  <a:pt x="649125" y="111447"/>
                </a:lnTo>
                <a:lnTo>
                  <a:pt x="648157" y="110869"/>
                </a:lnTo>
                <a:lnTo>
                  <a:pt x="648039" y="109842"/>
                </a:lnTo>
                <a:lnTo>
                  <a:pt x="648543" y="108967"/>
                </a:lnTo>
                <a:lnTo>
                  <a:pt x="649422" y="108842"/>
                </a:lnTo>
                <a:lnTo>
                  <a:pt x="650411" y="109561"/>
                </a:lnTo>
                <a:close/>
                <a:moveTo>
                  <a:pt x="666707" y="109609"/>
                </a:moveTo>
                <a:lnTo>
                  <a:pt x="665237" y="110628"/>
                </a:lnTo>
                <a:lnTo>
                  <a:pt x="664183" y="110532"/>
                </a:lnTo>
                <a:lnTo>
                  <a:pt x="663911" y="110091"/>
                </a:lnTo>
                <a:lnTo>
                  <a:pt x="664164" y="109217"/>
                </a:lnTo>
                <a:lnTo>
                  <a:pt x="665009" y="108832"/>
                </a:lnTo>
                <a:lnTo>
                  <a:pt x="666468" y="108911"/>
                </a:lnTo>
                <a:lnTo>
                  <a:pt x="666707" y="109609"/>
                </a:lnTo>
                <a:close/>
                <a:moveTo>
                  <a:pt x="666466" y="121229"/>
                </a:moveTo>
                <a:lnTo>
                  <a:pt x="667446" y="123145"/>
                </a:lnTo>
                <a:lnTo>
                  <a:pt x="667595" y="124776"/>
                </a:lnTo>
                <a:lnTo>
                  <a:pt x="666530" y="126694"/>
                </a:lnTo>
                <a:lnTo>
                  <a:pt x="663037" y="128588"/>
                </a:lnTo>
                <a:lnTo>
                  <a:pt x="664379" y="132535"/>
                </a:lnTo>
                <a:lnTo>
                  <a:pt x="663560" y="134554"/>
                </a:lnTo>
                <a:lnTo>
                  <a:pt x="660445" y="136446"/>
                </a:lnTo>
                <a:lnTo>
                  <a:pt x="657565" y="137453"/>
                </a:lnTo>
                <a:lnTo>
                  <a:pt x="655124" y="136516"/>
                </a:lnTo>
                <a:lnTo>
                  <a:pt x="651570" y="133917"/>
                </a:lnTo>
                <a:lnTo>
                  <a:pt x="651178" y="131999"/>
                </a:lnTo>
                <a:lnTo>
                  <a:pt x="653289" y="128873"/>
                </a:lnTo>
                <a:lnTo>
                  <a:pt x="656105" y="127421"/>
                </a:lnTo>
                <a:lnTo>
                  <a:pt x="661941" y="126947"/>
                </a:lnTo>
                <a:lnTo>
                  <a:pt x="663477" y="120988"/>
                </a:lnTo>
                <a:lnTo>
                  <a:pt x="664917" y="120403"/>
                </a:lnTo>
                <a:lnTo>
                  <a:pt x="666466" y="121229"/>
                </a:lnTo>
                <a:close/>
                <a:moveTo>
                  <a:pt x="648964" y="137911"/>
                </a:moveTo>
                <a:lnTo>
                  <a:pt x="651113" y="140123"/>
                </a:lnTo>
                <a:lnTo>
                  <a:pt x="651106" y="141171"/>
                </a:lnTo>
                <a:lnTo>
                  <a:pt x="650374" y="142390"/>
                </a:lnTo>
                <a:lnTo>
                  <a:pt x="646096" y="146204"/>
                </a:lnTo>
                <a:lnTo>
                  <a:pt x="644903" y="146249"/>
                </a:lnTo>
                <a:lnTo>
                  <a:pt x="643181" y="145362"/>
                </a:lnTo>
                <a:lnTo>
                  <a:pt x="642510" y="144492"/>
                </a:lnTo>
                <a:lnTo>
                  <a:pt x="642419" y="142539"/>
                </a:lnTo>
                <a:lnTo>
                  <a:pt x="643064" y="138888"/>
                </a:lnTo>
                <a:lnTo>
                  <a:pt x="643924" y="137074"/>
                </a:lnTo>
                <a:lnTo>
                  <a:pt x="644486" y="136573"/>
                </a:lnTo>
                <a:lnTo>
                  <a:pt x="645919" y="136355"/>
                </a:lnTo>
                <a:lnTo>
                  <a:pt x="648964" y="137911"/>
                </a:lnTo>
                <a:close/>
                <a:moveTo>
                  <a:pt x="670564" y="137332"/>
                </a:moveTo>
                <a:lnTo>
                  <a:pt x="671149" y="140193"/>
                </a:lnTo>
                <a:lnTo>
                  <a:pt x="670845" y="144062"/>
                </a:lnTo>
                <a:lnTo>
                  <a:pt x="670057" y="145415"/>
                </a:lnTo>
                <a:lnTo>
                  <a:pt x="668278" y="145820"/>
                </a:lnTo>
                <a:lnTo>
                  <a:pt x="663706" y="142454"/>
                </a:lnTo>
                <a:lnTo>
                  <a:pt x="662874" y="141141"/>
                </a:lnTo>
                <a:lnTo>
                  <a:pt x="662772" y="139777"/>
                </a:lnTo>
                <a:lnTo>
                  <a:pt x="663595" y="138423"/>
                </a:lnTo>
                <a:lnTo>
                  <a:pt x="665892" y="137253"/>
                </a:lnTo>
                <a:lnTo>
                  <a:pt x="668626" y="136795"/>
                </a:lnTo>
                <a:lnTo>
                  <a:pt x="670564" y="137332"/>
                </a:lnTo>
                <a:close/>
                <a:moveTo>
                  <a:pt x="645589" y="156136"/>
                </a:moveTo>
                <a:lnTo>
                  <a:pt x="649157" y="159897"/>
                </a:lnTo>
                <a:lnTo>
                  <a:pt x="646873" y="161675"/>
                </a:lnTo>
                <a:lnTo>
                  <a:pt x="641588" y="163465"/>
                </a:lnTo>
                <a:lnTo>
                  <a:pt x="640428" y="161876"/>
                </a:lnTo>
                <a:lnTo>
                  <a:pt x="640006" y="160507"/>
                </a:lnTo>
                <a:lnTo>
                  <a:pt x="639800" y="158034"/>
                </a:lnTo>
                <a:lnTo>
                  <a:pt x="640140" y="156029"/>
                </a:lnTo>
                <a:lnTo>
                  <a:pt x="640704" y="155414"/>
                </a:lnTo>
                <a:lnTo>
                  <a:pt x="642111" y="155095"/>
                </a:lnTo>
                <a:lnTo>
                  <a:pt x="645589" y="156136"/>
                </a:lnTo>
                <a:close/>
                <a:moveTo>
                  <a:pt x="660005" y="163995"/>
                </a:moveTo>
                <a:lnTo>
                  <a:pt x="665581" y="166732"/>
                </a:lnTo>
                <a:lnTo>
                  <a:pt x="666568" y="168098"/>
                </a:lnTo>
                <a:lnTo>
                  <a:pt x="666668" y="170566"/>
                </a:lnTo>
                <a:lnTo>
                  <a:pt x="664971" y="172674"/>
                </a:lnTo>
                <a:lnTo>
                  <a:pt x="660151" y="176232"/>
                </a:lnTo>
                <a:lnTo>
                  <a:pt x="657122" y="177614"/>
                </a:lnTo>
                <a:lnTo>
                  <a:pt x="654380" y="177414"/>
                </a:lnTo>
                <a:lnTo>
                  <a:pt x="652749" y="176393"/>
                </a:lnTo>
                <a:lnTo>
                  <a:pt x="647458" y="171916"/>
                </a:lnTo>
                <a:lnTo>
                  <a:pt x="645171" y="168294"/>
                </a:lnTo>
                <a:lnTo>
                  <a:pt x="645175" y="167372"/>
                </a:lnTo>
                <a:lnTo>
                  <a:pt x="645784" y="166634"/>
                </a:lnTo>
                <a:lnTo>
                  <a:pt x="653891" y="162486"/>
                </a:lnTo>
                <a:lnTo>
                  <a:pt x="656374" y="162387"/>
                </a:lnTo>
                <a:lnTo>
                  <a:pt x="660005" y="163995"/>
                </a:lnTo>
                <a:close/>
                <a:moveTo>
                  <a:pt x="644288" y="175036"/>
                </a:moveTo>
                <a:lnTo>
                  <a:pt x="649309" y="179122"/>
                </a:lnTo>
                <a:lnTo>
                  <a:pt x="650603" y="181441"/>
                </a:lnTo>
                <a:lnTo>
                  <a:pt x="650652" y="183040"/>
                </a:lnTo>
                <a:lnTo>
                  <a:pt x="649798" y="184001"/>
                </a:lnTo>
                <a:lnTo>
                  <a:pt x="646886" y="185662"/>
                </a:lnTo>
                <a:lnTo>
                  <a:pt x="640552" y="190384"/>
                </a:lnTo>
                <a:lnTo>
                  <a:pt x="638502" y="191618"/>
                </a:lnTo>
                <a:lnTo>
                  <a:pt x="637679" y="191566"/>
                </a:lnTo>
                <a:lnTo>
                  <a:pt x="636892" y="190450"/>
                </a:lnTo>
                <a:lnTo>
                  <a:pt x="636449" y="187250"/>
                </a:lnTo>
                <a:lnTo>
                  <a:pt x="637935" y="179032"/>
                </a:lnTo>
                <a:lnTo>
                  <a:pt x="638086" y="175892"/>
                </a:lnTo>
                <a:lnTo>
                  <a:pt x="639503" y="174186"/>
                </a:lnTo>
                <a:lnTo>
                  <a:pt x="641059" y="173467"/>
                </a:lnTo>
                <a:lnTo>
                  <a:pt x="642641" y="173753"/>
                </a:lnTo>
                <a:lnTo>
                  <a:pt x="644288" y="175036"/>
                </a:lnTo>
                <a:close/>
                <a:moveTo>
                  <a:pt x="673698" y="174554"/>
                </a:moveTo>
                <a:lnTo>
                  <a:pt x="674484" y="178158"/>
                </a:lnTo>
                <a:lnTo>
                  <a:pt x="675172" y="189141"/>
                </a:lnTo>
                <a:lnTo>
                  <a:pt x="674894" y="190935"/>
                </a:lnTo>
                <a:lnTo>
                  <a:pt x="673215" y="191608"/>
                </a:lnTo>
                <a:lnTo>
                  <a:pt x="671332" y="190683"/>
                </a:lnTo>
                <a:lnTo>
                  <a:pt x="666150" y="186140"/>
                </a:lnTo>
                <a:lnTo>
                  <a:pt x="663285" y="184336"/>
                </a:lnTo>
                <a:lnTo>
                  <a:pt x="662633" y="182370"/>
                </a:lnTo>
                <a:lnTo>
                  <a:pt x="663454" y="180346"/>
                </a:lnTo>
                <a:lnTo>
                  <a:pt x="668680" y="175912"/>
                </a:lnTo>
                <a:lnTo>
                  <a:pt x="672204" y="173879"/>
                </a:lnTo>
                <a:lnTo>
                  <a:pt x="673698" y="174554"/>
                </a:lnTo>
                <a:close/>
                <a:moveTo>
                  <a:pt x="322120" y="11300"/>
                </a:moveTo>
                <a:lnTo>
                  <a:pt x="320780" y="12225"/>
                </a:lnTo>
                <a:lnTo>
                  <a:pt x="319992" y="13963"/>
                </a:lnTo>
                <a:lnTo>
                  <a:pt x="318620" y="23022"/>
                </a:lnTo>
                <a:lnTo>
                  <a:pt x="316436" y="32985"/>
                </a:lnTo>
                <a:lnTo>
                  <a:pt x="315068" y="43607"/>
                </a:lnTo>
                <a:lnTo>
                  <a:pt x="313347" y="50860"/>
                </a:lnTo>
                <a:lnTo>
                  <a:pt x="311483" y="62283"/>
                </a:lnTo>
                <a:lnTo>
                  <a:pt x="310598" y="64264"/>
                </a:lnTo>
                <a:lnTo>
                  <a:pt x="308317" y="66874"/>
                </a:lnTo>
                <a:lnTo>
                  <a:pt x="306271" y="68255"/>
                </a:lnTo>
                <a:lnTo>
                  <a:pt x="301261" y="70284"/>
                </a:lnTo>
                <a:lnTo>
                  <a:pt x="296974" y="72754"/>
                </a:lnTo>
                <a:lnTo>
                  <a:pt x="284517" y="77829"/>
                </a:lnTo>
                <a:lnTo>
                  <a:pt x="282525" y="79286"/>
                </a:lnTo>
                <a:lnTo>
                  <a:pt x="281113" y="81568"/>
                </a:lnTo>
                <a:lnTo>
                  <a:pt x="281517" y="82775"/>
                </a:lnTo>
                <a:lnTo>
                  <a:pt x="284348" y="83547"/>
                </a:lnTo>
                <a:lnTo>
                  <a:pt x="308021" y="84971"/>
                </a:lnTo>
                <a:lnTo>
                  <a:pt x="310546" y="85972"/>
                </a:lnTo>
                <a:lnTo>
                  <a:pt x="311416" y="86804"/>
                </a:lnTo>
                <a:lnTo>
                  <a:pt x="311408" y="87737"/>
                </a:lnTo>
                <a:lnTo>
                  <a:pt x="308941" y="90414"/>
                </a:lnTo>
                <a:lnTo>
                  <a:pt x="306122" y="92083"/>
                </a:lnTo>
                <a:lnTo>
                  <a:pt x="297940" y="95488"/>
                </a:lnTo>
                <a:lnTo>
                  <a:pt x="291956" y="97345"/>
                </a:lnTo>
                <a:lnTo>
                  <a:pt x="286921" y="99549"/>
                </a:lnTo>
                <a:lnTo>
                  <a:pt x="270719" y="105274"/>
                </a:lnTo>
                <a:lnTo>
                  <a:pt x="267086" y="107243"/>
                </a:lnTo>
                <a:lnTo>
                  <a:pt x="266058" y="108122"/>
                </a:lnTo>
                <a:lnTo>
                  <a:pt x="265544" y="109687"/>
                </a:lnTo>
                <a:lnTo>
                  <a:pt x="266835" y="110697"/>
                </a:lnTo>
                <a:lnTo>
                  <a:pt x="270235" y="110983"/>
                </a:lnTo>
                <a:lnTo>
                  <a:pt x="304576" y="111441"/>
                </a:lnTo>
                <a:lnTo>
                  <a:pt x="307975" y="112157"/>
                </a:lnTo>
                <a:lnTo>
                  <a:pt x="309198" y="113032"/>
                </a:lnTo>
                <a:lnTo>
                  <a:pt x="309700" y="114260"/>
                </a:lnTo>
                <a:lnTo>
                  <a:pt x="309983" y="121248"/>
                </a:lnTo>
                <a:lnTo>
                  <a:pt x="309108" y="128918"/>
                </a:lnTo>
                <a:lnTo>
                  <a:pt x="307525" y="155496"/>
                </a:lnTo>
                <a:lnTo>
                  <a:pt x="305583" y="160665"/>
                </a:lnTo>
                <a:lnTo>
                  <a:pt x="303681" y="178137"/>
                </a:lnTo>
                <a:lnTo>
                  <a:pt x="301282" y="187090"/>
                </a:lnTo>
                <a:lnTo>
                  <a:pt x="299766" y="201512"/>
                </a:lnTo>
                <a:lnTo>
                  <a:pt x="297548" y="210642"/>
                </a:lnTo>
                <a:lnTo>
                  <a:pt x="295855" y="224986"/>
                </a:lnTo>
                <a:lnTo>
                  <a:pt x="293643" y="235146"/>
                </a:lnTo>
                <a:lnTo>
                  <a:pt x="291240" y="254038"/>
                </a:lnTo>
                <a:lnTo>
                  <a:pt x="289911" y="259107"/>
                </a:lnTo>
                <a:lnTo>
                  <a:pt x="289881" y="261497"/>
                </a:lnTo>
                <a:lnTo>
                  <a:pt x="290395" y="262834"/>
                </a:lnTo>
                <a:lnTo>
                  <a:pt x="292120" y="263446"/>
                </a:lnTo>
                <a:lnTo>
                  <a:pt x="295397" y="262325"/>
                </a:lnTo>
                <a:lnTo>
                  <a:pt x="314938" y="248753"/>
                </a:lnTo>
                <a:lnTo>
                  <a:pt x="321329" y="243812"/>
                </a:lnTo>
                <a:lnTo>
                  <a:pt x="323144" y="243042"/>
                </a:lnTo>
                <a:lnTo>
                  <a:pt x="324901" y="242883"/>
                </a:lnTo>
                <a:lnTo>
                  <a:pt x="327402" y="243800"/>
                </a:lnTo>
                <a:lnTo>
                  <a:pt x="341652" y="254710"/>
                </a:lnTo>
                <a:lnTo>
                  <a:pt x="351859" y="261941"/>
                </a:lnTo>
                <a:lnTo>
                  <a:pt x="354393" y="263244"/>
                </a:lnTo>
                <a:lnTo>
                  <a:pt x="356289" y="263454"/>
                </a:lnTo>
                <a:lnTo>
                  <a:pt x="357171" y="262979"/>
                </a:lnTo>
                <a:lnTo>
                  <a:pt x="357583" y="261991"/>
                </a:lnTo>
                <a:lnTo>
                  <a:pt x="357591" y="257737"/>
                </a:lnTo>
                <a:lnTo>
                  <a:pt x="355267" y="243564"/>
                </a:lnTo>
                <a:lnTo>
                  <a:pt x="353733" y="230515"/>
                </a:lnTo>
                <a:lnTo>
                  <a:pt x="351641" y="220470"/>
                </a:lnTo>
                <a:lnTo>
                  <a:pt x="349730" y="204646"/>
                </a:lnTo>
                <a:lnTo>
                  <a:pt x="347255" y="193136"/>
                </a:lnTo>
                <a:lnTo>
                  <a:pt x="345853" y="181117"/>
                </a:lnTo>
                <a:lnTo>
                  <a:pt x="343316" y="166576"/>
                </a:lnTo>
                <a:lnTo>
                  <a:pt x="341755" y="152785"/>
                </a:lnTo>
                <a:lnTo>
                  <a:pt x="341049" y="149933"/>
                </a:lnTo>
                <a:lnTo>
                  <a:pt x="339452" y="146836"/>
                </a:lnTo>
                <a:lnTo>
                  <a:pt x="339079" y="144534"/>
                </a:lnTo>
                <a:lnTo>
                  <a:pt x="338609" y="113900"/>
                </a:lnTo>
                <a:lnTo>
                  <a:pt x="340872" y="112088"/>
                </a:lnTo>
                <a:lnTo>
                  <a:pt x="344672" y="111459"/>
                </a:lnTo>
                <a:lnTo>
                  <a:pt x="381147" y="111733"/>
                </a:lnTo>
                <a:lnTo>
                  <a:pt x="382550" y="111210"/>
                </a:lnTo>
                <a:lnTo>
                  <a:pt x="383575" y="109350"/>
                </a:lnTo>
                <a:lnTo>
                  <a:pt x="381646" y="107861"/>
                </a:lnTo>
                <a:lnTo>
                  <a:pt x="376374" y="105301"/>
                </a:lnTo>
                <a:lnTo>
                  <a:pt x="365203" y="100693"/>
                </a:lnTo>
                <a:lnTo>
                  <a:pt x="350012" y="95259"/>
                </a:lnTo>
                <a:lnTo>
                  <a:pt x="341612" y="91704"/>
                </a:lnTo>
                <a:lnTo>
                  <a:pt x="339809" y="90147"/>
                </a:lnTo>
                <a:lnTo>
                  <a:pt x="339563" y="87207"/>
                </a:lnTo>
                <a:lnTo>
                  <a:pt x="340109" y="86261"/>
                </a:lnTo>
                <a:lnTo>
                  <a:pt x="341282" y="85692"/>
                </a:lnTo>
                <a:lnTo>
                  <a:pt x="350276" y="85272"/>
                </a:lnTo>
                <a:lnTo>
                  <a:pt x="365415" y="86542"/>
                </a:lnTo>
                <a:lnTo>
                  <a:pt x="367345" y="85695"/>
                </a:lnTo>
                <a:lnTo>
                  <a:pt x="368195" y="84573"/>
                </a:lnTo>
                <a:lnTo>
                  <a:pt x="368348" y="83534"/>
                </a:lnTo>
                <a:lnTo>
                  <a:pt x="366417" y="81438"/>
                </a:lnTo>
                <a:lnTo>
                  <a:pt x="358329" y="77083"/>
                </a:lnTo>
                <a:lnTo>
                  <a:pt x="346833" y="69830"/>
                </a:lnTo>
                <a:lnTo>
                  <a:pt x="342749" y="67801"/>
                </a:lnTo>
                <a:lnTo>
                  <a:pt x="339047" y="64456"/>
                </a:lnTo>
                <a:lnTo>
                  <a:pt x="338570" y="63384"/>
                </a:lnTo>
                <a:lnTo>
                  <a:pt x="338187" y="58978"/>
                </a:lnTo>
                <a:lnTo>
                  <a:pt x="336380" y="51508"/>
                </a:lnTo>
                <a:lnTo>
                  <a:pt x="334256" y="38217"/>
                </a:lnTo>
                <a:lnTo>
                  <a:pt x="331973" y="28236"/>
                </a:lnTo>
                <a:lnTo>
                  <a:pt x="329750" y="15314"/>
                </a:lnTo>
                <a:lnTo>
                  <a:pt x="328482" y="12571"/>
                </a:lnTo>
                <a:lnTo>
                  <a:pt x="326321" y="10887"/>
                </a:lnTo>
                <a:lnTo>
                  <a:pt x="324354" y="10496"/>
                </a:lnTo>
                <a:lnTo>
                  <a:pt x="322120" y="11300"/>
                </a:lnTo>
                <a:close/>
                <a:moveTo>
                  <a:pt x="326363" y="34250"/>
                </a:moveTo>
                <a:lnTo>
                  <a:pt x="326809" y="35608"/>
                </a:lnTo>
                <a:lnTo>
                  <a:pt x="326519" y="37319"/>
                </a:lnTo>
                <a:lnTo>
                  <a:pt x="324964" y="37674"/>
                </a:lnTo>
                <a:lnTo>
                  <a:pt x="323423" y="37340"/>
                </a:lnTo>
                <a:lnTo>
                  <a:pt x="323131" y="35792"/>
                </a:lnTo>
                <a:lnTo>
                  <a:pt x="323818" y="34289"/>
                </a:lnTo>
                <a:lnTo>
                  <a:pt x="325088" y="33650"/>
                </a:lnTo>
                <a:lnTo>
                  <a:pt x="326363" y="34250"/>
                </a:lnTo>
                <a:close/>
                <a:moveTo>
                  <a:pt x="326989" y="46931"/>
                </a:moveTo>
                <a:lnTo>
                  <a:pt x="327839" y="49203"/>
                </a:lnTo>
                <a:lnTo>
                  <a:pt x="327568" y="52090"/>
                </a:lnTo>
                <a:lnTo>
                  <a:pt x="325416" y="52861"/>
                </a:lnTo>
                <a:lnTo>
                  <a:pt x="322650" y="52475"/>
                </a:lnTo>
                <a:lnTo>
                  <a:pt x="321577" y="50232"/>
                </a:lnTo>
                <a:lnTo>
                  <a:pt x="321725" y="48031"/>
                </a:lnTo>
                <a:lnTo>
                  <a:pt x="322282" y="46872"/>
                </a:lnTo>
                <a:lnTo>
                  <a:pt x="324382" y="46129"/>
                </a:lnTo>
                <a:lnTo>
                  <a:pt x="326989" y="46931"/>
                </a:lnTo>
                <a:close/>
                <a:moveTo>
                  <a:pt x="319179" y="55031"/>
                </a:moveTo>
                <a:lnTo>
                  <a:pt x="319534" y="56234"/>
                </a:lnTo>
                <a:lnTo>
                  <a:pt x="319050" y="57416"/>
                </a:lnTo>
                <a:lnTo>
                  <a:pt x="318010" y="58061"/>
                </a:lnTo>
                <a:lnTo>
                  <a:pt x="316858" y="57775"/>
                </a:lnTo>
                <a:lnTo>
                  <a:pt x="316369" y="55951"/>
                </a:lnTo>
                <a:lnTo>
                  <a:pt x="316915" y="54694"/>
                </a:lnTo>
                <a:lnTo>
                  <a:pt x="317997" y="54312"/>
                </a:lnTo>
                <a:lnTo>
                  <a:pt x="319179" y="55031"/>
                </a:lnTo>
                <a:close/>
                <a:moveTo>
                  <a:pt x="332871" y="55899"/>
                </a:moveTo>
                <a:lnTo>
                  <a:pt x="333788" y="56574"/>
                </a:lnTo>
                <a:lnTo>
                  <a:pt x="332335" y="56965"/>
                </a:lnTo>
                <a:lnTo>
                  <a:pt x="330954" y="56568"/>
                </a:lnTo>
                <a:lnTo>
                  <a:pt x="330268" y="55754"/>
                </a:lnTo>
                <a:lnTo>
                  <a:pt x="331190" y="55302"/>
                </a:lnTo>
                <a:lnTo>
                  <a:pt x="332871" y="55899"/>
                </a:lnTo>
                <a:close/>
                <a:moveTo>
                  <a:pt x="327375" y="61781"/>
                </a:moveTo>
                <a:lnTo>
                  <a:pt x="328116" y="63685"/>
                </a:lnTo>
                <a:lnTo>
                  <a:pt x="327301" y="64666"/>
                </a:lnTo>
                <a:lnTo>
                  <a:pt x="325674" y="65483"/>
                </a:lnTo>
                <a:lnTo>
                  <a:pt x="324436" y="65503"/>
                </a:lnTo>
                <a:lnTo>
                  <a:pt x="322587" y="64839"/>
                </a:lnTo>
                <a:lnTo>
                  <a:pt x="321204" y="63131"/>
                </a:lnTo>
                <a:lnTo>
                  <a:pt x="321535" y="61893"/>
                </a:lnTo>
                <a:lnTo>
                  <a:pt x="323458" y="60828"/>
                </a:lnTo>
                <a:lnTo>
                  <a:pt x="325979" y="60935"/>
                </a:lnTo>
                <a:lnTo>
                  <a:pt x="327375" y="61781"/>
                </a:lnTo>
                <a:close/>
                <a:moveTo>
                  <a:pt x="334029" y="71279"/>
                </a:moveTo>
                <a:lnTo>
                  <a:pt x="334614" y="73168"/>
                </a:lnTo>
                <a:lnTo>
                  <a:pt x="334246" y="75354"/>
                </a:lnTo>
                <a:lnTo>
                  <a:pt x="333363" y="76090"/>
                </a:lnTo>
                <a:lnTo>
                  <a:pt x="332166" y="75930"/>
                </a:lnTo>
                <a:lnTo>
                  <a:pt x="330945" y="74757"/>
                </a:lnTo>
                <a:lnTo>
                  <a:pt x="330971" y="72646"/>
                </a:lnTo>
                <a:lnTo>
                  <a:pt x="332333" y="71004"/>
                </a:lnTo>
                <a:lnTo>
                  <a:pt x="333206" y="70851"/>
                </a:lnTo>
                <a:lnTo>
                  <a:pt x="334029" y="71279"/>
                </a:lnTo>
                <a:close/>
                <a:moveTo>
                  <a:pt x="318407" y="72774"/>
                </a:moveTo>
                <a:lnTo>
                  <a:pt x="318565" y="74355"/>
                </a:lnTo>
                <a:lnTo>
                  <a:pt x="317277" y="75329"/>
                </a:lnTo>
                <a:lnTo>
                  <a:pt x="314708" y="74877"/>
                </a:lnTo>
                <a:lnTo>
                  <a:pt x="313113" y="73765"/>
                </a:lnTo>
                <a:lnTo>
                  <a:pt x="314031" y="71866"/>
                </a:lnTo>
                <a:lnTo>
                  <a:pt x="315620" y="71166"/>
                </a:lnTo>
                <a:lnTo>
                  <a:pt x="317297" y="71492"/>
                </a:lnTo>
                <a:lnTo>
                  <a:pt x="318407" y="72774"/>
                </a:lnTo>
                <a:close/>
                <a:moveTo>
                  <a:pt x="343864" y="73738"/>
                </a:moveTo>
                <a:lnTo>
                  <a:pt x="350210" y="77862"/>
                </a:lnTo>
                <a:lnTo>
                  <a:pt x="350962" y="78791"/>
                </a:lnTo>
                <a:lnTo>
                  <a:pt x="350736" y="79735"/>
                </a:lnTo>
                <a:lnTo>
                  <a:pt x="349367" y="80446"/>
                </a:lnTo>
                <a:lnTo>
                  <a:pt x="345786" y="80764"/>
                </a:lnTo>
                <a:lnTo>
                  <a:pt x="342279" y="80518"/>
                </a:lnTo>
                <a:lnTo>
                  <a:pt x="340085" y="79716"/>
                </a:lnTo>
                <a:lnTo>
                  <a:pt x="339317" y="78736"/>
                </a:lnTo>
                <a:lnTo>
                  <a:pt x="338983" y="77303"/>
                </a:lnTo>
                <a:lnTo>
                  <a:pt x="339380" y="73754"/>
                </a:lnTo>
                <a:lnTo>
                  <a:pt x="340696" y="72699"/>
                </a:lnTo>
                <a:lnTo>
                  <a:pt x="343864" y="73738"/>
                </a:lnTo>
                <a:close/>
                <a:moveTo>
                  <a:pt x="309584" y="73690"/>
                </a:moveTo>
                <a:lnTo>
                  <a:pt x="311072" y="74353"/>
                </a:lnTo>
                <a:lnTo>
                  <a:pt x="311285" y="75196"/>
                </a:lnTo>
                <a:lnTo>
                  <a:pt x="309584" y="76775"/>
                </a:lnTo>
                <a:lnTo>
                  <a:pt x="307370" y="77889"/>
                </a:lnTo>
                <a:lnTo>
                  <a:pt x="305269" y="78351"/>
                </a:lnTo>
                <a:lnTo>
                  <a:pt x="303499" y="78178"/>
                </a:lnTo>
                <a:lnTo>
                  <a:pt x="301940" y="76770"/>
                </a:lnTo>
                <a:lnTo>
                  <a:pt x="301927" y="75296"/>
                </a:lnTo>
                <a:lnTo>
                  <a:pt x="303360" y="73745"/>
                </a:lnTo>
                <a:lnTo>
                  <a:pt x="306079" y="73163"/>
                </a:lnTo>
                <a:lnTo>
                  <a:pt x="309584" y="73690"/>
                </a:lnTo>
                <a:close/>
                <a:moveTo>
                  <a:pt x="334029" y="88395"/>
                </a:moveTo>
                <a:lnTo>
                  <a:pt x="333212" y="90233"/>
                </a:lnTo>
                <a:lnTo>
                  <a:pt x="332244" y="90490"/>
                </a:lnTo>
                <a:lnTo>
                  <a:pt x="331680" y="90010"/>
                </a:lnTo>
                <a:lnTo>
                  <a:pt x="331450" y="88343"/>
                </a:lnTo>
                <a:lnTo>
                  <a:pt x="332529" y="86792"/>
                </a:lnTo>
                <a:lnTo>
                  <a:pt x="333893" y="86795"/>
                </a:lnTo>
                <a:lnTo>
                  <a:pt x="334029" y="88395"/>
                </a:lnTo>
                <a:close/>
                <a:moveTo>
                  <a:pt x="317636" y="88732"/>
                </a:moveTo>
                <a:lnTo>
                  <a:pt x="317577" y="89780"/>
                </a:lnTo>
                <a:lnTo>
                  <a:pt x="317011" y="90243"/>
                </a:lnTo>
                <a:lnTo>
                  <a:pt x="315804" y="89745"/>
                </a:lnTo>
                <a:lnTo>
                  <a:pt x="315158" y="88780"/>
                </a:lnTo>
                <a:lnTo>
                  <a:pt x="315650" y="87976"/>
                </a:lnTo>
                <a:lnTo>
                  <a:pt x="316455" y="87695"/>
                </a:lnTo>
                <a:lnTo>
                  <a:pt x="317208" y="87965"/>
                </a:lnTo>
                <a:lnTo>
                  <a:pt x="317636" y="88732"/>
                </a:lnTo>
                <a:close/>
                <a:moveTo>
                  <a:pt x="326411" y="96977"/>
                </a:moveTo>
                <a:lnTo>
                  <a:pt x="326773" y="98220"/>
                </a:lnTo>
                <a:lnTo>
                  <a:pt x="325857" y="99028"/>
                </a:lnTo>
                <a:lnTo>
                  <a:pt x="323165" y="98942"/>
                </a:lnTo>
                <a:lnTo>
                  <a:pt x="322103" y="98127"/>
                </a:lnTo>
                <a:lnTo>
                  <a:pt x="322421" y="97104"/>
                </a:lnTo>
                <a:lnTo>
                  <a:pt x="323843" y="96405"/>
                </a:lnTo>
                <a:lnTo>
                  <a:pt x="325552" y="96448"/>
                </a:lnTo>
                <a:lnTo>
                  <a:pt x="326411" y="96977"/>
                </a:lnTo>
                <a:close/>
                <a:moveTo>
                  <a:pt x="310066" y="98182"/>
                </a:moveTo>
                <a:lnTo>
                  <a:pt x="310973" y="99816"/>
                </a:lnTo>
                <a:lnTo>
                  <a:pt x="311145" y="101137"/>
                </a:lnTo>
                <a:lnTo>
                  <a:pt x="310006" y="102558"/>
                </a:lnTo>
                <a:lnTo>
                  <a:pt x="305625" y="103394"/>
                </a:lnTo>
                <a:lnTo>
                  <a:pt x="303913" y="102811"/>
                </a:lnTo>
                <a:lnTo>
                  <a:pt x="303196" y="101987"/>
                </a:lnTo>
                <a:lnTo>
                  <a:pt x="302910" y="98733"/>
                </a:lnTo>
                <a:lnTo>
                  <a:pt x="304067" y="97139"/>
                </a:lnTo>
                <a:lnTo>
                  <a:pt x="308209" y="96984"/>
                </a:lnTo>
                <a:lnTo>
                  <a:pt x="310066" y="98182"/>
                </a:lnTo>
                <a:close/>
                <a:moveTo>
                  <a:pt x="345262" y="98616"/>
                </a:moveTo>
                <a:lnTo>
                  <a:pt x="346666" y="100980"/>
                </a:lnTo>
                <a:lnTo>
                  <a:pt x="346143" y="102853"/>
                </a:lnTo>
                <a:lnTo>
                  <a:pt x="344536" y="103632"/>
                </a:lnTo>
                <a:lnTo>
                  <a:pt x="342514" y="103942"/>
                </a:lnTo>
                <a:lnTo>
                  <a:pt x="339525" y="103390"/>
                </a:lnTo>
                <a:lnTo>
                  <a:pt x="338952" y="100690"/>
                </a:lnTo>
                <a:lnTo>
                  <a:pt x="339718" y="97990"/>
                </a:lnTo>
                <a:lnTo>
                  <a:pt x="340619" y="97402"/>
                </a:lnTo>
                <a:lnTo>
                  <a:pt x="342346" y="97218"/>
                </a:lnTo>
                <a:lnTo>
                  <a:pt x="345262" y="98616"/>
                </a:lnTo>
                <a:close/>
                <a:moveTo>
                  <a:pt x="334559" y="100786"/>
                </a:moveTo>
                <a:lnTo>
                  <a:pt x="335017" y="102384"/>
                </a:lnTo>
                <a:lnTo>
                  <a:pt x="334597" y="103839"/>
                </a:lnTo>
                <a:lnTo>
                  <a:pt x="333311" y="104499"/>
                </a:lnTo>
                <a:lnTo>
                  <a:pt x="331882" y="104117"/>
                </a:lnTo>
                <a:lnTo>
                  <a:pt x="331060" y="102538"/>
                </a:lnTo>
                <a:lnTo>
                  <a:pt x="331549" y="100783"/>
                </a:lnTo>
                <a:lnTo>
                  <a:pt x="332966" y="100011"/>
                </a:lnTo>
                <a:lnTo>
                  <a:pt x="334559" y="100786"/>
                </a:lnTo>
                <a:close/>
                <a:moveTo>
                  <a:pt x="317250" y="102281"/>
                </a:moveTo>
                <a:lnTo>
                  <a:pt x="316641" y="102994"/>
                </a:lnTo>
                <a:lnTo>
                  <a:pt x="315828" y="102648"/>
                </a:lnTo>
                <a:lnTo>
                  <a:pt x="316614" y="101577"/>
                </a:lnTo>
                <a:lnTo>
                  <a:pt x="317250" y="102281"/>
                </a:lnTo>
                <a:close/>
                <a:moveTo>
                  <a:pt x="361993" y="104499"/>
                </a:moveTo>
                <a:lnTo>
                  <a:pt x="363517" y="105392"/>
                </a:lnTo>
                <a:lnTo>
                  <a:pt x="363771" y="106053"/>
                </a:lnTo>
                <a:lnTo>
                  <a:pt x="363417" y="106704"/>
                </a:lnTo>
                <a:lnTo>
                  <a:pt x="361074" y="107658"/>
                </a:lnTo>
                <a:lnTo>
                  <a:pt x="359880" y="107418"/>
                </a:lnTo>
                <a:lnTo>
                  <a:pt x="359040" y="106722"/>
                </a:lnTo>
                <a:lnTo>
                  <a:pt x="358808" y="105328"/>
                </a:lnTo>
                <a:lnTo>
                  <a:pt x="359582" y="104499"/>
                </a:lnTo>
                <a:lnTo>
                  <a:pt x="360450" y="103968"/>
                </a:lnTo>
                <a:lnTo>
                  <a:pt x="361993" y="104499"/>
                </a:lnTo>
                <a:close/>
                <a:moveTo>
                  <a:pt x="334704" y="113949"/>
                </a:moveTo>
                <a:lnTo>
                  <a:pt x="335519" y="115800"/>
                </a:lnTo>
                <a:lnTo>
                  <a:pt x="335050" y="118602"/>
                </a:lnTo>
                <a:lnTo>
                  <a:pt x="333252" y="119779"/>
                </a:lnTo>
                <a:lnTo>
                  <a:pt x="331143" y="119529"/>
                </a:lnTo>
                <a:lnTo>
                  <a:pt x="330284" y="117576"/>
                </a:lnTo>
                <a:lnTo>
                  <a:pt x="330974" y="114835"/>
                </a:lnTo>
                <a:lnTo>
                  <a:pt x="332956" y="113189"/>
                </a:lnTo>
                <a:lnTo>
                  <a:pt x="334704" y="113949"/>
                </a:lnTo>
                <a:close/>
                <a:moveTo>
                  <a:pt x="318696" y="115588"/>
                </a:moveTo>
                <a:lnTo>
                  <a:pt x="319110" y="117536"/>
                </a:lnTo>
                <a:lnTo>
                  <a:pt x="318148" y="118674"/>
                </a:lnTo>
                <a:lnTo>
                  <a:pt x="316913" y="118840"/>
                </a:lnTo>
                <a:lnTo>
                  <a:pt x="315321" y="118432"/>
                </a:lnTo>
                <a:lnTo>
                  <a:pt x="313664" y="117028"/>
                </a:lnTo>
                <a:lnTo>
                  <a:pt x="314029" y="115752"/>
                </a:lnTo>
                <a:lnTo>
                  <a:pt x="315826" y="114706"/>
                </a:lnTo>
                <a:lnTo>
                  <a:pt x="317744" y="114776"/>
                </a:lnTo>
                <a:lnTo>
                  <a:pt x="318696" y="115588"/>
                </a:lnTo>
                <a:close/>
                <a:moveTo>
                  <a:pt x="328773" y="121566"/>
                </a:moveTo>
                <a:lnTo>
                  <a:pt x="330545" y="124147"/>
                </a:lnTo>
                <a:lnTo>
                  <a:pt x="330750" y="125460"/>
                </a:lnTo>
                <a:lnTo>
                  <a:pt x="330168" y="126507"/>
                </a:lnTo>
                <a:lnTo>
                  <a:pt x="328794" y="127339"/>
                </a:lnTo>
                <a:lnTo>
                  <a:pt x="326088" y="128130"/>
                </a:lnTo>
                <a:lnTo>
                  <a:pt x="323995" y="128219"/>
                </a:lnTo>
                <a:lnTo>
                  <a:pt x="319752" y="127463"/>
                </a:lnTo>
                <a:lnTo>
                  <a:pt x="318100" y="126532"/>
                </a:lnTo>
                <a:lnTo>
                  <a:pt x="317892" y="125564"/>
                </a:lnTo>
                <a:lnTo>
                  <a:pt x="318696" y="123254"/>
                </a:lnTo>
                <a:lnTo>
                  <a:pt x="319850" y="121194"/>
                </a:lnTo>
                <a:lnTo>
                  <a:pt x="321154" y="120213"/>
                </a:lnTo>
                <a:lnTo>
                  <a:pt x="327279" y="119879"/>
                </a:lnTo>
                <a:lnTo>
                  <a:pt x="328773" y="121566"/>
                </a:lnTo>
                <a:close/>
                <a:moveTo>
                  <a:pt x="334655" y="128943"/>
                </a:moveTo>
                <a:lnTo>
                  <a:pt x="335704" y="131185"/>
                </a:lnTo>
                <a:lnTo>
                  <a:pt x="335089" y="133572"/>
                </a:lnTo>
                <a:lnTo>
                  <a:pt x="333135" y="134333"/>
                </a:lnTo>
                <a:lnTo>
                  <a:pt x="331189" y="133927"/>
                </a:lnTo>
                <a:lnTo>
                  <a:pt x="330497" y="132170"/>
                </a:lnTo>
                <a:lnTo>
                  <a:pt x="331832" y="128979"/>
                </a:lnTo>
                <a:lnTo>
                  <a:pt x="333058" y="128146"/>
                </a:lnTo>
                <a:lnTo>
                  <a:pt x="334655" y="128943"/>
                </a:lnTo>
                <a:close/>
                <a:moveTo>
                  <a:pt x="316527" y="129522"/>
                </a:moveTo>
                <a:lnTo>
                  <a:pt x="318256" y="131251"/>
                </a:lnTo>
                <a:lnTo>
                  <a:pt x="318432" y="132552"/>
                </a:lnTo>
                <a:lnTo>
                  <a:pt x="318070" y="133234"/>
                </a:lnTo>
                <a:lnTo>
                  <a:pt x="315231" y="133939"/>
                </a:lnTo>
                <a:lnTo>
                  <a:pt x="312573" y="133090"/>
                </a:lnTo>
                <a:lnTo>
                  <a:pt x="312001" y="131511"/>
                </a:lnTo>
                <a:lnTo>
                  <a:pt x="313220" y="129714"/>
                </a:lnTo>
                <a:lnTo>
                  <a:pt x="314429" y="129112"/>
                </a:lnTo>
                <a:lnTo>
                  <a:pt x="316527" y="129522"/>
                </a:lnTo>
                <a:close/>
                <a:moveTo>
                  <a:pt x="316768" y="142781"/>
                </a:moveTo>
                <a:lnTo>
                  <a:pt x="318136" y="144144"/>
                </a:lnTo>
                <a:lnTo>
                  <a:pt x="317626" y="145655"/>
                </a:lnTo>
                <a:lnTo>
                  <a:pt x="315160" y="147094"/>
                </a:lnTo>
                <a:lnTo>
                  <a:pt x="313940" y="147228"/>
                </a:lnTo>
                <a:lnTo>
                  <a:pt x="313037" y="146817"/>
                </a:lnTo>
                <a:lnTo>
                  <a:pt x="312333" y="145211"/>
                </a:lnTo>
                <a:lnTo>
                  <a:pt x="312751" y="142769"/>
                </a:lnTo>
                <a:lnTo>
                  <a:pt x="314630" y="142093"/>
                </a:lnTo>
                <a:lnTo>
                  <a:pt x="316768" y="142781"/>
                </a:lnTo>
                <a:close/>
                <a:moveTo>
                  <a:pt x="335475" y="142829"/>
                </a:moveTo>
                <a:lnTo>
                  <a:pt x="336142" y="143496"/>
                </a:lnTo>
                <a:lnTo>
                  <a:pt x="336409" y="144631"/>
                </a:lnTo>
                <a:lnTo>
                  <a:pt x="334993" y="146397"/>
                </a:lnTo>
                <a:lnTo>
                  <a:pt x="333196" y="146792"/>
                </a:lnTo>
                <a:lnTo>
                  <a:pt x="331923" y="146125"/>
                </a:lnTo>
                <a:lnTo>
                  <a:pt x="331055" y="145072"/>
                </a:lnTo>
                <a:lnTo>
                  <a:pt x="330871" y="143461"/>
                </a:lnTo>
                <a:lnTo>
                  <a:pt x="331840" y="142298"/>
                </a:lnTo>
                <a:lnTo>
                  <a:pt x="333620" y="142115"/>
                </a:lnTo>
                <a:lnTo>
                  <a:pt x="335475" y="142829"/>
                </a:lnTo>
                <a:close/>
                <a:moveTo>
                  <a:pt x="328966" y="149579"/>
                </a:moveTo>
                <a:lnTo>
                  <a:pt x="331651" y="151573"/>
                </a:lnTo>
                <a:lnTo>
                  <a:pt x="331962" y="153658"/>
                </a:lnTo>
                <a:lnTo>
                  <a:pt x="330834" y="155233"/>
                </a:lnTo>
                <a:lnTo>
                  <a:pt x="328629" y="157052"/>
                </a:lnTo>
                <a:lnTo>
                  <a:pt x="325414" y="158447"/>
                </a:lnTo>
                <a:lnTo>
                  <a:pt x="322123" y="158159"/>
                </a:lnTo>
                <a:lnTo>
                  <a:pt x="320030" y="157064"/>
                </a:lnTo>
                <a:lnTo>
                  <a:pt x="317420" y="154412"/>
                </a:lnTo>
                <a:lnTo>
                  <a:pt x="316378" y="152502"/>
                </a:lnTo>
                <a:lnTo>
                  <a:pt x="316618" y="151547"/>
                </a:lnTo>
                <a:lnTo>
                  <a:pt x="317664" y="150633"/>
                </a:lnTo>
                <a:lnTo>
                  <a:pt x="322646" y="148242"/>
                </a:lnTo>
                <a:lnTo>
                  <a:pt x="325108" y="148051"/>
                </a:lnTo>
                <a:lnTo>
                  <a:pt x="328966" y="149579"/>
                </a:lnTo>
                <a:close/>
                <a:moveTo>
                  <a:pt x="316527" y="158257"/>
                </a:moveTo>
                <a:lnTo>
                  <a:pt x="318202" y="160837"/>
                </a:lnTo>
                <a:lnTo>
                  <a:pt x="318474" y="162713"/>
                </a:lnTo>
                <a:lnTo>
                  <a:pt x="318108" y="163879"/>
                </a:lnTo>
                <a:lnTo>
                  <a:pt x="311561" y="168093"/>
                </a:lnTo>
                <a:lnTo>
                  <a:pt x="309808" y="168428"/>
                </a:lnTo>
                <a:lnTo>
                  <a:pt x="308853" y="167072"/>
                </a:lnTo>
                <a:lnTo>
                  <a:pt x="308731" y="164646"/>
                </a:lnTo>
                <a:lnTo>
                  <a:pt x="310187" y="160364"/>
                </a:lnTo>
                <a:lnTo>
                  <a:pt x="311613" y="158587"/>
                </a:lnTo>
                <a:lnTo>
                  <a:pt x="313159" y="157657"/>
                </a:lnTo>
                <a:lnTo>
                  <a:pt x="314811" y="157545"/>
                </a:lnTo>
                <a:lnTo>
                  <a:pt x="316527" y="158257"/>
                </a:lnTo>
                <a:close/>
                <a:moveTo>
                  <a:pt x="337982" y="158209"/>
                </a:moveTo>
                <a:lnTo>
                  <a:pt x="338999" y="161910"/>
                </a:lnTo>
                <a:lnTo>
                  <a:pt x="339341" y="166034"/>
                </a:lnTo>
                <a:lnTo>
                  <a:pt x="338146" y="168055"/>
                </a:lnTo>
                <a:lnTo>
                  <a:pt x="336729" y="168523"/>
                </a:lnTo>
                <a:lnTo>
                  <a:pt x="331632" y="164646"/>
                </a:lnTo>
                <a:lnTo>
                  <a:pt x="331106" y="163874"/>
                </a:lnTo>
                <a:lnTo>
                  <a:pt x="330991" y="162387"/>
                </a:lnTo>
                <a:lnTo>
                  <a:pt x="331697" y="160235"/>
                </a:lnTo>
                <a:lnTo>
                  <a:pt x="333636" y="158310"/>
                </a:lnTo>
                <a:lnTo>
                  <a:pt x="336059" y="157499"/>
                </a:lnTo>
                <a:lnTo>
                  <a:pt x="337982" y="158209"/>
                </a:lnTo>
                <a:close/>
                <a:moveTo>
                  <a:pt x="328773" y="167322"/>
                </a:moveTo>
                <a:lnTo>
                  <a:pt x="333355" y="170124"/>
                </a:lnTo>
                <a:lnTo>
                  <a:pt x="334935" y="171591"/>
                </a:lnTo>
                <a:lnTo>
                  <a:pt x="335650" y="174132"/>
                </a:lnTo>
                <a:lnTo>
                  <a:pt x="334287" y="176429"/>
                </a:lnTo>
                <a:lnTo>
                  <a:pt x="328139" y="180373"/>
                </a:lnTo>
                <a:lnTo>
                  <a:pt x="325477" y="180918"/>
                </a:lnTo>
                <a:lnTo>
                  <a:pt x="322984" y="180161"/>
                </a:lnTo>
                <a:lnTo>
                  <a:pt x="316732" y="175627"/>
                </a:lnTo>
                <a:lnTo>
                  <a:pt x="316296" y="173926"/>
                </a:lnTo>
                <a:lnTo>
                  <a:pt x="316650" y="171519"/>
                </a:lnTo>
                <a:lnTo>
                  <a:pt x="321059" y="168045"/>
                </a:lnTo>
                <a:lnTo>
                  <a:pt x="322917" y="166901"/>
                </a:lnTo>
                <a:lnTo>
                  <a:pt x="325458" y="166110"/>
                </a:lnTo>
                <a:lnTo>
                  <a:pt x="327610" y="166453"/>
                </a:lnTo>
                <a:lnTo>
                  <a:pt x="328773" y="167322"/>
                </a:lnTo>
                <a:close/>
                <a:moveTo>
                  <a:pt x="312043" y="179134"/>
                </a:moveTo>
                <a:lnTo>
                  <a:pt x="316199" y="181919"/>
                </a:lnTo>
                <a:lnTo>
                  <a:pt x="317607" y="183319"/>
                </a:lnTo>
                <a:lnTo>
                  <a:pt x="318160" y="184842"/>
                </a:lnTo>
                <a:lnTo>
                  <a:pt x="317851" y="186358"/>
                </a:lnTo>
                <a:lnTo>
                  <a:pt x="316673" y="187741"/>
                </a:lnTo>
                <a:lnTo>
                  <a:pt x="310668" y="191802"/>
                </a:lnTo>
                <a:lnTo>
                  <a:pt x="307544" y="193159"/>
                </a:lnTo>
                <a:lnTo>
                  <a:pt x="305777" y="193322"/>
                </a:lnTo>
                <a:lnTo>
                  <a:pt x="305025" y="192456"/>
                </a:lnTo>
                <a:lnTo>
                  <a:pt x="304787" y="189738"/>
                </a:lnTo>
                <a:lnTo>
                  <a:pt x="305594" y="184135"/>
                </a:lnTo>
                <a:lnTo>
                  <a:pt x="306672" y="180726"/>
                </a:lnTo>
                <a:lnTo>
                  <a:pt x="307993" y="178652"/>
                </a:lnTo>
                <a:lnTo>
                  <a:pt x="309214" y="177894"/>
                </a:lnTo>
                <a:lnTo>
                  <a:pt x="310263" y="177895"/>
                </a:lnTo>
                <a:lnTo>
                  <a:pt x="312043" y="179134"/>
                </a:lnTo>
                <a:close/>
                <a:moveTo>
                  <a:pt x="342177" y="178797"/>
                </a:moveTo>
                <a:lnTo>
                  <a:pt x="342789" y="182664"/>
                </a:lnTo>
                <a:lnTo>
                  <a:pt x="343286" y="191670"/>
                </a:lnTo>
                <a:lnTo>
                  <a:pt x="340831" y="192620"/>
                </a:lnTo>
                <a:lnTo>
                  <a:pt x="332992" y="187303"/>
                </a:lnTo>
                <a:lnTo>
                  <a:pt x="332102" y="186136"/>
                </a:lnTo>
                <a:lnTo>
                  <a:pt x="331714" y="184052"/>
                </a:lnTo>
                <a:lnTo>
                  <a:pt x="332640" y="182154"/>
                </a:lnTo>
                <a:lnTo>
                  <a:pt x="336313" y="179508"/>
                </a:lnTo>
                <a:lnTo>
                  <a:pt x="340441" y="178242"/>
                </a:lnTo>
                <a:lnTo>
                  <a:pt x="342177" y="178797"/>
                </a:lnTo>
                <a:close/>
                <a:moveTo>
                  <a:pt x="328870" y="190609"/>
                </a:moveTo>
                <a:lnTo>
                  <a:pt x="337164" y="196565"/>
                </a:lnTo>
                <a:lnTo>
                  <a:pt x="338814" y="198462"/>
                </a:lnTo>
                <a:lnTo>
                  <a:pt x="338199" y="199877"/>
                </a:lnTo>
                <a:lnTo>
                  <a:pt x="331097" y="203707"/>
                </a:lnTo>
                <a:lnTo>
                  <a:pt x="325616" y="205897"/>
                </a:lnTo>
                <a:lnTo>
                  <a:pt x="323803" y="206108"/>
                </a:lnTo>
                <a:lnTo>
                  <a:pt x="316289" y="202887"/>
                </a:lnTo>
                <a:lnTo>
                  <a:pt x="312856" y="200612"/>
                </a:lnTo>
                <a:lnTo>
                  <a:pt x="311292" y="199022"/>
                </a:lnTo>
                <a:lnTo>
                  <a:pt x="311320" y="197793"/>
                </a:lnTo>
                <a:lnTo>
                  <a:pt x="312483" y="196617"/>
                </a:lnTo>
                <a:lnTo>
                  <a:pt x="322955" y="189054"/>
                </a:lnTo>
                <a:lnTo>
                  <a:pt x="325382" y="188789"/>
                </a:lnTo>
                <a:lnTo>
                  <a:pt x="328870" y="190609"/>
                </a:lnTo>
                <a:close/>
                <a:moveTo>
                  <a:pt x="309439" y="204206"/>
                </a:moveTo>
                <a:lnTo>
                  <a:pt x="314299" y="207872"/>
                </a:lnTo>
                <a:lnTo>
                  <a:pt x="315694" y="209607"/>
                </a:lnTo>
                <a:lnTo>
                  <a:pt x="315660" y="210430"/>
                </a:lnTo>
                <a:lnTo>
                  <a:pt x="314543" y="211304"/>
                </a:lnTo>
                <a:lnTo>
                  <a:pt x="310325" y="212969"/>
                </a:lnTo>
                <a:lnTo>
                  <a:pt x="306296" y="215171"/>
                </a:lnTo>
                <a:lnTo>
                  <a:pt x="304977" y="215264"/>
                </a:lnTo>
                <a:lnTo>
                  <a:pt x="303034" y="214510"/>
                </a:lnTo>
                <a:lnTo>
                  <a:pt x="302157" y="213378"/>
                </a:lnTo>
                <a:lnTo>
                  <a:pt x="302082" y="211470"/>
                </a:lnTo>
                <a:lnTo>
                  <a:pt x="303312" y="206805"/>
                </a:lnTo>
                <a:lnTo>
                  <a:pt x="304690" y="203661"/>
                </a:lnTo>
                <a:lnTo>
                  <a:pt x="306444" y="202979"/>
                </a:lnTo>
                <a:lnTo>
                  <a:pt x="309439" y="204206"/>
                </a:lnTo>
                <a:close/>
                <a:moveTo>
                  <a:pt x="344443" y="204399"/>
                </a:moveTo>
                <a:lnTo>
                  <a:pt x="345583" y="206447"/>
                </a:lnTo>
                <a:lnTo>
                  <a:pt x="346414" y="211028"/>
                </a:lnTo>
                <a:lnTo>
                  <a:pt x="346086" y="215348"/>
                </a:lnTo>
                <a:lnTo>
                  <a:pt x="345166" y="216934"/>
                </a:lnTo>
                <a:lnTo>
                  <a:pt x="343637" y="216938"/>
                </a:lnTo>
                <a:lnTo>
                  <a:pt x="340127" y="215553"/>
                </a:lnTo>
                <a:lnTo>
                  <a:pt x="331995" y="210406"/>
                </a:lnTo>
                <a:lnTo>
                  <a:pt x="331823" y="209696"/>
                </a:lnTo>
                <a:lnTo>
                  <a:pt x="332544" y="208383"/>
                </a:lnTo>
                <a:lnTo>
                  <a:pt x="337496" y="204518"/>
                </a:lnTo>
                <a:lnTo>
                  <a:pt x="339863" y="203561"/>
                </a:lnTo>
                <a:lnTo>
                  <a:pt x="341975" y="203327"/>
                </a:lnTo>
                <a:lnTo>
                  <a:pt x="344443" y="204399"/>
                </a:lnTo>
                <a:close/>
                <a:moveTo>
                  <a:pt x="329786" y="215584"/>
                </a:moveTo>
                <a:lnTo>
                  <a:pt x="338097" y="220321"/>
                </a:lnTo>
                <a:lnTo>
                  <a:pt x="339210" y="221322"/>
                </a:lnTo>
                <a:lnTo>
                  <a:pt x="339328" y="222461"/>
                </a:lnTo>
                <a:lnTo>
                  <a:pt x="338350" y="224317"/>
                </a:lnTo>
                <a:lnTo>
                  <a:pt x="336291" y="226394"/>
                </a:lnTo>
                <a:lnTo>
                  <a:pt x="325491" y="234133"/>
                </a:lnTo>
                <a:lnTo>
                  <a:pt x="323011" y="233790"/>
                </a:lnTo>
                <a:lnTo>
                  <a:pt x="320396" y="232373"/>
                </a:lnTo>
                <a:lnTo>
                  <a:pt x="310761" y="225058"/>
                </a:lnTo>
                <a:lnTo>
                  <a:pt x="307685" y="221775"/>
                </a:lnTo>
                <a:lnTo>
                  <a:pt x="308055" y="220529"/>
                </a:lnTo>
                <a:lnTo>
                  <a:pt x="310311" y="218823"/>
                </a:lnTo>
                <a:lnTo>
                  <a:pt x="320849" y="213208"/>
                </a:lnTo>
                <a:lnTo>
                  <a:pt x="322544" y="212894"/>
                </a:lnTo>
                <a:lnTo>
                  <a:pt x="324503" y="213170"/>
                </a:lnTo>
                <a:lnTo>
                  <a:pt x="329786" y="215584"/>
                </a:lnTo>
                <a:close/>
                <a:moveTo>
                  <a:pt x="304666" y="227011"/>
                </a:moveTo>
                <a:lnTo>
                  <a:pt x="315811" y="235386"/>
                </a:lnTo>
                <a:lnTo>
                  <a:pt x="317448" y="236972"/>
                </a:lnTo>
                <a:lnTo>
                  <a:pt x="317554" y="238028"/>
                </a:lnTo>
                <a:lnTo>
                  <a:pt x="316453" y="240187"/>
                </a:lnTo>
                <a:lnTo>
                  <a:pt x="314855" y="241752"/>
                </a:lnTo>
                <a:lnTo>
                  <a:pt x="303478" y="250271"/>
                </a:lnTo>
                <a:lnTo>
                  <a:pt x="300004" y="252304"/>
                </a:lnTo>
                <a:lnTo>
                  <a:pt x="298617" y="252623"/>
                </a:lnTo>
                <a:lnTo>
                  <a:pt x="297436" y="251276"/>
                </a:lnTo>
                <a:lnTo>
                  <a:pt x="297247" y="248782"/>
                </a:lnTo>
                <a:lnTo>
                  <a:pt x="298965" y="240728"/>
                </a:lnTo>
                <a:lnTo>
                  <a:pt x="300512" y="228188"/>
                </a:lnTo>
                <a:lnTo>
                  <a:pt x="301698" y="226229"/>
                </a:lnTo>
                <a:lnTo>
                  <a:pt x="302943" y="226187"/>
                </a:lnTo>
                <a:lnTo>
                  <a:pt x="304666" y="227011"/>
                </a:lnTo>
                <a:close/>
                <a:moveTo>
                  <a:pt x="347288" y="228940"/>
                </a:moveTo>
                <a:lnTo>
                  <a:pt x="348214" y="231686"/>
                </a:lnTo>
                <a:lnTo>
                  <a:pt x="349933" y="245905"/>
                </a:lnTo>
                <a:lnTo>
                  <a:pt x="349631" y="251026"/>
                </a:lnTo>
                <a:lnTo>
                  <a:pt x="349216" y="252034"/>
                </a:lnTo>
                <a:lnTo>
                  <a:pt x="348367" y="252399"/>
                </a:lnTo>
                <a:lnTo>
                  <a:pt x="346203" y="251709"/>
                </a:lnTo>
                <a:lnTo>
                  <a:pt x="343977" y="250323"/>
                </a:lnTo>
                <a:lnTo>
                  <a:pt x="331473" y="241090"/>
                </a:lnTo>
                <a:lnTo>
                  <a:pt x="331473" y="236895"/>
                </a:lnTo>
                <a:lnTo>
                  <a:pt x="343834" y="227741"/>
                </a:lnTo>
                <a:lnTo>
                  <a:pt x="345435" y="227554"/>
                </a:lnTo>
                <a:lnTo>
                  <a:pt x="347288" y="228940"/>
                </a:lnTo>
                <a:close/>
                <a:moveTo>
                  <a:pt x="464545" y="82368"/>
                </a:moveTo>
                <a:lnTo>
                  <a:pt x="449711" y="83090"/>
                </a:lnTo>
                <a:lnTo>
                  <a:pt x="406409" y="83600"/>
                </a:lnTo>
                <a:lnTo>
                  <a:pt x="393182" y="85158"/>
                </a:lnTo>
                <a:lnTo>
                  <a:pt x="388982" y="86094"/>
                </a:lnTo>
                <a:lnTo>
                  <a:pt x="388986" y="86537"/>
                </a:lnTo>
                <a:lnTo>
                  <a:pt x="395405" y="88523"/>
                </a:lnTo>
                <a:lnTo>
                  <a:pt x="396484" y="89480"/>
                </a:lnTo>
                <a:lnTo>
                  <a:pt x="396678" y="90691"/>
                </a:lnTo>
                <a:lnTo>
                  <a:pt x="392057" y="99990"/>
                </a:lnTo>
                <a:lnTo>
                  <a:pt x="390840" y="101078"/>
                </a:lnTo>
                <a:lnTo>
                  <a:pt x="387593" y="102546"/>
                </a:lnTo>
                <a:lnTo>
                  <a:pt x="386317" y="104306"/>
                </a:lnTo>
                <a:lnTo>
                  <a:pt x="386343" y="106430"/>
                </a:lnTo>
                <a:lnTo>
                  <a:pt x="388102" y="109262"/>
                </a:lnTo>
                <a:lnTo>
                  <a:pt x="388497" y="110783"/>
                </a:lnTo>
                <a:lnTo>
                  <a:pt x="388345" y="112496"/>
                </a:lnTo>
                <a:lnTo>
                  <a:pt x="387398" y="115048"/>
                </a:lnTo>
                <a:lnTo>
                  <a:pt x="386763" y="115835"/>
                </a:lnTo>
                <a:lnTo>
                  <a:pt x="385563" y="116340"/>
                </a:lnTo>
                <a:lnTo>
                  <a:pt x="371352" y="115612"/>
                </a:lnTo>
                <a:lnTo>
                  <a:pt x="367200" y="116016"/>
                </a:lnTo>
                <a:lnTo>
                  <a:pt x="365684" y="116752"/>
                </a:lnTo>
                <a:lnTo>
                  <a:pt x="364802" y="117961"/>
                </a:lnTo>
                <a:lnTo>
                  <a:pt x="362786" y="122786"/>
                </a:lnTo>
                <a:lnTo>
                  <a:pt x="361378" y="124724"/>
                </a:lnTo>
                <a:lnTo>
                  <a:pt x="359704" y="126130"/>
                </a:lnTo>
                <a:lnTo>
                  <a:pt x="355449" y="127810"/>
                </a:lnTo>
                <a:lnTo>
                  <a:pt x="353802" y="129196"/>
                </a:lnTo>
                <a:lnTo>
                  <a:pt x="352160" y="131838"/>
                </a:lnTo>
                <a:lnTo>
                  <a:pt x="350108" y="137983"/>
                </a:lnTo>
                <a:lnTo>
                  <a:pt x="343105" y="144360"/>
                </a:lnTo>
                <a:lnTo>
                  <a:pt x="342696" y="145359"/>
                </a:lnTo>
                <a:lnTo>
                  <a:pt x="342900" y="146975"/>
                </a:lnTo>
                <a:lnTo>
                  <a:pt x="345791" y="149422"/>
                </a:lnTo>
                <a:lnTo>
                  <a:pt x="349982" y="151691"/>
                </a:lnTo>
                <a:lnTo>
                  <a:pt x="356574" y="154467"/>
                </a:lnTo>
                <a:lnTo>
                  <a:pt x="360751" y="157136"/>
                </a:lnTo>
                <a:lnTo>
                  <a:pt x="364844" y="158348"/>
                </a:lnTo>
                <a:lnTo>
                  <a:pt x="367803" y="160584"/>
                </a:lnTo>
                <a:lnTo>
                  <a:pt x="372754" y="162491"/>
                </a:lnTo>
                <a:lnTo>
                  <a:pt x="387478" y="170879"/>
                </a:lnTo>
                <a:lnTo>
                  <a:pt x="394447" y="174078"/>
                </a:lnTo>
                <a:lnTo>
                  <a:pt x="398606" y="176797"/>
                </a:lnTo>
                <a:lnTo>
                  <a:pt x="429555" y="192392"/>
                </a:lnTo>
                <a:lnTo>
                  <a:pt x="453321" y="203246"/>
                </a:lnTo>
                <a:lnTo>
                  <a:pt x="463669" y="207318"/>
                </a:lnTo>
                <a:lnTo>
                  <a:pt x="504247" y="220590"/>
                </a:lnTo>
                <a:lnTo>
                  <a:pt x="518816" y="226698"/>
                </a:lnTo>
                <a:lnTo>
                  <a:pt x="541163" y="234195"/>
                </a:lnTo>
                <a:lnTo>
                  <a:pt x="548359" y="236190"/>
                </a:lnTo>
                <a:lnTo>
                  <a:pt x="564800" y="241777"/>
                </a:lnTo>
                <a:lnTo>
                  <a:pt x="572273" y="243850"/>
                </a:lnTo>
                <a:lnTo>
                  <a:pt x="589348" y="249620"/>
                </a:lnTo>
                <a:lnTo>
                  <a:pt x="596523" y="251574"/>
                </a:lnTo>
                <a:lnTo>
                  <a:pt x="624917" y="260982"/>
                </a:lnTo>
                <a:lnTo>
                  <a:pt x="657866" y="270995"/>
                </a:lnTo>
                <a:lnTo>
                  <a:pt x="687033" y="280523"/>
                </a:lnTo>
                <a:lnTo>
                  <a:pt x="694726" y="282463"/>
                </a:lnTo>
                <a:lnTo>
                  <a:pt x="700674" y="284720"/>
                </a:lnTo>
                <a:lnTo>
                  <a:pt x="706383" y="285994"/>
                </a:lnTo>
                <a:lnTo>
                  <a:pt x="708259" y="285837"/>
                </a:lnTo>
                <a:lnTo>
                  <a:pt x="709036" y="284737"/>
                </a:lnTo>
                <a:lnTo>
                  <a:pt x="709060" y="283288"/>
                </a:lnTo>
                <a:lnTo>
                  <a:pt x="707185" y="281722"/>
                </a:lnTo>
                <a:lnTo>
                  <a:pt x="702440" y="280505"/>
                </a:lnTo>
                <a:lnTo>
                  <a:pt x="673649" y="270502"/>
                </a:lnTo>
                <a:lnTo>
                  <a:pt x="534835" y="224674"/>
                </a:lnTo>
                <a:lnTo>
                  <a:pt x="459182" y="199120"/>
                </a:lnTo>
                <a:lnTo>
                  <a:pt x="425405" y="184186"/>
                </a:lnTo>
                <a:lnTo>
                  <a:pt x="400076" y="172072"/>
                </a:lnTo>
                <a:lnTo>
                  <a:pt x="399334" y="171146"/>
                </a:lnTo>
                <a:lnTo>
                  <a:pt x="399737" y="170290"/>
                </a:lnTo>
                <a:lnTo>
                  <a:pt x="402388" y="169363"/>
                </a:lnTo>
                <a:lnTo>
                  <a:pt x="407025" y="168913"/>
                </a:lnTo>
                <a:lnTo>
                  <a:pt x="408958" y="166094"/>
                </a:lnTo>
                <a:lnTo>
                  <a:pt x="410822" y="165140"/>
                </a:lnTo>
                <a:lnTo>
                  <a:pt x="413082" y="165538"/>
                </a:lnTo>
                <a:lnTo>
                  <a:pt x="415718" y="167278"/>
                </a:lnTo>
                <a:lnTo>
                  <a:pt x="421489" y="173879"/>
                </a:lnTo>
                <a:lnTo>
                  <a:pt x="428191" y="173252"/>
                </a:lnTo>
                <a:lnTo>
                  <a:pt x="451287" y="184420"/>
                </a:lnTo>
                <a:lnTo>
                  <a:pt x="468775" y="191521"/>
                </a:lnTo>
                <a:lnTo>
                  <a:pt x="495528" y="199290"/>
                </a:lnTo>
                <a:lnTo>
                  <a:pt x="504719" y="201319"/>
                </a:lnTo>
                <a:lnTo>
                  <a:pt x="510481" y="203229"/>
                </a:lnTo>
                <a:lnTo>
                  <a:pt x="519191" y="205054"/>
                </a:lnTo>
                <a:lnTo>
                  <a:pt x="523113" y="206821"/>
                </a:lnTo>
                <a:lnTo>
                  <a:pt x="530609" y="209244"/>
                </a:lnTo>
                <a:lnTo>
                  <a:pt x="534571" y="211255"/>
                </a:lnTo>
                <a:lnTo>
                  <a:pt x="545484" y="215418"/>
                </a:lnTo>
                <a:lnTo>
                  <a:pt x="575960" y="226289"/>
                </a:lnTo>
                <a:lnTo>
                  <a:pt x="604070" y="235655"/>
                </a:lnTo>
                <a:lnTo>
                  <a:pt x="618330" y="239848"/>
                </a:lnTo>
                <a:lnTo>
                  <a:pt x="623585" y="241861"/>
                </a:lnTo>
                <a:lnTo>
                  <a:pt x="650268" y="249916"/>
                </a:lnTo>
                <a:lnTo>
                  <a:pt x="677736" y="257627"/>
                </a:lnTo>
                <a:lnTo>
                  <a:pt x="738371" y="272788"/>
                </a:lnTo>
                <a:lnTo>
                  <a:pt x="776484" y="280930"/>
                </a:lnTo>
                <a:lnTo>
                  <a:pt x="780878" y="280930"/>
                </a:lnTo>
                <a:lnTo>
                  <a:pt x="782286" y="280287"/>
                </a:lnTo>
                <a:lnTo>
                  <a:pt x="783153" y="279349"/>
                </a:lnTo>
                <a:lnTo>
                  <a:pt x="783902" y="276650"/>
                </a:lnTo>
                <a:lnTo>
                  <a:pt x="783386" y="275707"/>
                </a:lnTo>
                <a:lnTo>
                  <a:pt x="782402" y="275296"/>
                </a:lnTo>
                <a:lnTo>
                  <a:pt x="750988" y="268942"/>
                </a:lnTo>
                <a:lnTo>
                  <a:pt x="726339" y="262594"/>
                </a:lnTo>
                <a:lnTo>
                  <a:pt x="686387" y="253427"/>
                </a:lnTo>
                <a:lnTo>
                  <a:pt x="670275" y="249224"/>
                </a:lnTo>
                <a:lnTo>
                  <a:pt x="637509" y="239393"/>
                </a:lnTo>
                <a:lnTo>
                  <a:pt x="579283" y="220273"/>
                </a:lnTo>
                <a:lnTo>
                  <a:pt x="560101" y="214483"/>
                </a:lnTo>
                <a:lnTo>
                  <a:pt x="544063" y="209017"/>
                </a:lnTo>
                <a:lnTo>
                  <a:pt x="537399" y="207470"/>
                </a:lnTo>
                <a:lnTo>
                  <a:pt x="535866" y="206659"/>
                </a:lnTo>
                <a:lnTo>
                  <a:pt x="535588" y="206170"/>
                </a:lnTo>
                <a:lnTo>
                  <a:pt x="536003" y="204985"/>
                </a:lnTo>
                <a:lnTo>
                  <a:pt x="542055" y="200393"/>
                </a:lnTo>
                <a:lnTo>
                  <a:pt x="543128" y="199143"/>
                </a:lnTo>
                <a:lnTo>
                  <a:pt x="543786" y="196779"/>
                </a:lnTo>
                <a:lnTo>
                  <a:pt x="543857" y="190609"/>
                </a:lnTo>
                <a:lnTo>
                  <a:pt x="547996" y="185495"/>
                </a:lnTo>
                <a:lnTo>
                  <a:pt x="548623" y="183361"/>
                </a:lnTo>
                <a:lnTo>
                  <a:pt x="548598" y="179351"/>
                </a:lnTo>
                <a:lnTo>
                  <a:pt x="549616" y="178215"/>
                </a:lnTo>
                <a:lnTo>
                  <a:pt x="551523" y="177768"/>
                </a:lnTo>
                <a:lnTo>
                  <a:pt x="554253" y="178021"/>
                </a:lnTo>
                <a:lnTo>
                  <a:pt x="561950" y="180147"/>
                </a:lnTo>
                <a:lnTo>
                  <a:pt x="571520" y="182124"/>
                </a:lnTo>
                <a:lnTo>
                  <a:pt x="592927" y="188030"/>
                </a:lnTo>
                <a:lnTo>
                  <a:pt x="621604" y="195132"/>
                </a:lnTo>
                <a:lnTo>
                  <a:pt x="623917" y="195430"/>
                </a:lnTo>
                <a:lnTo>
                  <a:pt x="625641" y="195063"/>
                </a:lnTo>
                <a:lnTo>
                  <a:pt x="626612" y="194112"/>
                </a:lnTo>
                <a:lnTo>
                  <a:pt x="626669" y="192657"/>
                </a:lnTo>
                <a:lnTo>
                  <a:pt x="625697" y="190959"/>
                </a:lnTo>
                <a:lnTo>
                  <a:pt x="624098" y="189940"/>
                </a:lnTo>
                <a:lnTo>
                  <a:pt x="610298" y="186336"/>
                </a:lnTo>
                <a:lnTo>
                  <a:pt x="597231" y="183667"/>
                </a:lnTo>
                <a:lnTo>
                  <a:pt x="595421" y="182706"/>
                </a:lnTo>
                <a:lnTo>
                  <a:pt x="594945" y="181567"/>
                </a:lnTo>
                <a:lnTo>
                  <a:pt x="595513" y="180382"/>
                </a:lnTo>
                <a:lnTo>
                  <a:pt x="597046" y="179237"/>
                </a:lnTo>
                <a:lnTo>
                  <a:pt x="605276" y="176133"/>
                </a:lnTo>
                <a:lnTo>
                  <a:pt x="606101" y="174464"/>
                </a:lnTo>
                <a:lnTo>
                  <a:pt x="607221" y="168815"/>
                </a:lnTo>
                <a:lnTo>
                  <a:pt x="609203" y="166803"/>
                </a:lnTo>
                <a:lnTo>
                  <a:pt x="611362" y="166306"/>
                </a:lnTo>
                <a:lnTo>
                  <a:pt x="626277" y="166127"/>
                </a:lnTo>
                <a:lnTo>
                  <a:pt x="630217" y="165588"/>
                </a:lnTo>
                <a:lnTo>
                  <a:pt x="631513" y="164990"/>
                </a:lnTo>
                <a:lnTo>
                  <a:pt x="631987" y="164090"/>
                </a:lnTo>
                <a:lnTo>
                  <a:pt x="631269" y="157448"/>
                </a:lnTo>
                <a:lnTo>
                  <a:pt x="631603" y="154496"/>
                </a:lnTo>
                <a:lnTo>
                  <a:pt x="632718" y="151450"/>
                </a:lnTo>
                <a:lnTo>
                  <a:pt x="635478" y="146474"/>
                </a:lnTo>
                <a:lnTo>
                  <a:pt x="636007" y="143636"/>
                </a:lnTo>
                <a:lnTo>
                  <a:pt x="635450" y="140453"/>
                </a:lnTo>
                <a:lnTo>
                  <a:pt x="633823" y="139236"/>
                </a:lnTo>
                <a:lnTo>
                  <a:pt x="631619" y="139677"/>
                </a:lnTo>
                <a:lnTo>
                  <a:pt x="627161" y="143659"/>
                </a:lnTo>
                <a:lnTo>
                  <a:pt x="621096" y="150760"/>
                </a:lnTo>
                <a:lnTo>
                  <a:pt x="620187" y="152487"/>
                </a:lnTo>
                <a:lnTo>
                  <a:pt x="619602" y="154906"/>
                </a:lnTo>
                <a:lnTo>
                  <a:pt x="617524" y="156890"/>
                </a:lnTo>
                <a:lnTo>
                  <a:pt x="615014" y="157297"/>
                </a:lnTo>
                <a:lnTo>
                  <a:pt x="609788" y="156270"/>
                </a:lnTo>
                <a:lnTo>
                  <a:pt x="606307" y="156166"/>
                </a:lnTo>
                <a:lnTo>
                  <a:pt x="602956" y="156804"/>
                </a:lnTo>
                <a:lnTo>
                  <a:pt x="599120" y="158658"/>
                </a:lnTo>
                <a:lnTo>
                  <a:pt x="597996" y="160541"/>
                </a:lnTo>
                <a:lnTo>
                  <a:pt x="596725" y="166199"/>
                </a:lnTo>
                <a:lnTo>
                  <a:pt x="596164" y="167093"/>
                </a:lnTo>
                <a:lnTo>
                  <a:pt x="595412" y="167350"/>
                </a:lnTo>
                <a:lnTo>
                  <a:pt x="591915" y="165954"/>
                </a:lnTo>
                <a:lnTo>
                  <a:pt x="585754" y="164849"/>
                </a:lnTo>
                <a:lnTo>
                  <a:pt x="581332" y="161777"/>
                </a:lnTo>
                <a:lnTo>
                  <a:pt x="576788" y="160222"/>
                </a:lnTo>
                <a:lnTo>
                  <a:pt x="569799" y="155448"/>
                </a:lnTo>
                <a:lnTo>
                  <a:pt x="563484" y="153224"/>
                </a:lnTo>
                <a:lnTo>
                  <a:pt x="561043" y="153274"/>
                </a:lnTo>
                <a:lnTo>
                  <a:pt x="559021" y="154111"/>
                </a:lnTo>
                <a:lnTo>
                  <a:pt x="549202" y="163204"/>
                </a:lnTo>
                <a:lnTo>
                  <a:pt x="542288" y="167866"/>
                </a:lnTo>
                <a:lnTo>
                  <a:pt x="540420" y="168744"/>
                </a:lnTo>
                <a:lnTo>
                  <a:pt x="538439" y="169088"/>
                </a:lnTo>
                <a:lnTo>
                  <a:pt x="534908" y="168619"/>
                </a:lnTo>
                <a:lnTo>
                  <a:pt x="528755" y="166687"/>
                </a:lnTo>
                <a:lnTo>
                  <a:pt x="518846" y="164598"/>
                </a:lnTo>
                <a:lnTo>
                  <a:pt x="511493" y="162356"/>
                </a:lnTo>
                <a:lnTo>
                  <a:pt x="502843" y="160886"/>
                </a:lnTo>
                <a:lnTo>
                  <a:pt x="496437" y="158843"/>
                </a:lnTo>
                <a:lnTo>
                  <a:pt x="486458" y="157239"/>
                </a:lnTo>
                <a:lnTo>
                  <a:pt x="479681" y="155014"/>
                </a:lnTo>
                <a:lnTo>
                  <a:pt x="470007" y="153745"/>
                </a:lnTo>
                <a:lnTo>
                  <a:pt x="469612" y="154281"/>
                </a:lnTo>
                <a:lnTo>
                  <a:pt x="469843" y="155419"/>
                </a:lnTo>
                <a:lnTo>
                  <a:pt x="471919" y="156721"/>
                </a:lnTo>
                <a:lnTo>
                  <a:pt x="480715" y="158565"/>
                </a:lnTo>
                <a:lnTo>
                  <a:pt x="486653" y="161237"/>
                </a:lnTo>
                <a:lnTo>
                  <a:pt x="494468" y="162609"/>
                </a:lnTo>
                <a:lnTo>
                  <a:pt x="502666" y="165007"/>
                </a:lnTo>
                <a:lnTo>
                  <a:pt x="511554" y="166207"/>
                </a:lnTo>
                <a:lnTo>
                  <a:pt x="516366" y="168866"/>
                </a:lnTo>
                <a:lnTo>
                  <a:pt x="521950" y="169684"/>
                </a:lnTo>
                <a:lnTo>
                  <a:pt x="535021" y="173935"/>
                </a:lnTo>
                <a:lnTo>
                  <a:pt x="535918" y="174513"/>
                </a:lnTo>
                <a:lnTo>
                  <a:pt x="536950" y="176061"/>
                </a:lnTo>
                <a:lnTo>
                  <a:pt x="536563" y="179253"/>
                </a:lnTo>
                <a:lnTo>
                  <a:pt x="532650" y="184928"/>
                </a:lnTo>
                <a:lnTo>
                  <a:pt x="530387" y="186951"/>
                </a:lnTo>
                <a:lnTo>
                  <a:pt x="529831" y="186989"/>
                </a:lnTo>
                <a:lnTo>
                  <a:pt x="528814" y="186175"/>
                </a:lnTo>
                <a:lnTo>
                  <a:pt x="526332" y="182051"/>
                </a:lnTo>
                <a:lnTo>
                  <a:pt x="522186" y="177417"/>
                </a:lnTo>
                <a:lnTo>
                  <a:pt x="518625" y="174510"/>
                </a:lnTo>
                <a:lnTo>
                  <a:pt x="512921" y="170975"/>
                </a:lnTo>
                <a:lnTo>
                  <a:pt x="510774" y="171085"/>
                </a:lnTo>
                <a:lnTo>
                  <a:pt x="504545" y="175102"/>
                </a:lnTo>
                <a:lnTo>
                  <a:pt x="502126" y="175705"/>
                </a:lnTo>
                <a:lnTo>
                  <a:pt x="498909" y="174578"/>
                </a:lnTo>
                <a:lnTo>
                  <a:pt x="491613" y="173649"/>
                </a:lnTo>
                <a:lnTo>
                  <a:pt x="486964" y="171854"/>
                </a:lnTo>
                <a:lnTo>
                  <a:pt x="486877" y="168214"/>
                </a:lnTo>
                <a:lnTo>
                  <a:pt x="486139" y="166671"/>
                </a:lnTo>
                <a:lnTo>
                  <a:pt x="479491" y="162066"/>
                </a:lnTo>
                <a:lnTo>
                  <a:pt x="464020" y="161337"/>
                </a:lnTo>
                <a:lnTo>
                  <a:pt x="458301" y="160739"/>
                </a:lnTo>
                <a:lnTo>
                  <a:pt x="455672" y="160042"/>
                </a:lnTo>
                <a:lnTo>
                  <a:pt x="454202" y="158543"/>
                </a:lnTo>
                <a:lnTo>
                  <a:pt x="453842" y="156523"/>
                </a:lnTo>
                <a:lnTo>
                  <a:pt x="454661" y="154256"/>
                </a:lnTo>
                <a:lnTo>
                  <a:pt x="456227" y="152403"/>
                </a:lnTo>
                <a:lnTo>
                  <a:pt x="457915" y="152005"/>
                </a:lnTo>
                <a:lnTo>
                  <a:pt x="461067" y="152989"/>
                </a:lnTo>
                <a:lnTo>
                  <a:pt x="465735" y="153480"/>
                </a:lnTo>
                <a:lnTo>
                  <a:pt x="467347" y="153101"/>
                </a:lnTo>
                <a:lnTo>
                  <a:pt x="467402" y="152314"/>
                </a:lnTo>
                <a:lnTo>
                  <a:pt x="457762" y="149397"/>
                </a:lnTo>
                <a:lnTo>
                  <a:pt x="447520" y="141101"/>
                </a:lnTo>
                <a:lnTo>
                  <a:pt x="445675" y="140081"/>
                </a:lnTo>
                <a:lnTo>
                  <a:pt x="443974" y="139894"/>
                </a:lnTo>
                <a:lnTo>
                  <a:pt x="439352" y="141284"/>
                </a:lnTo>
                <a:lnTo>
                  <a:pt x="437967" y="141262"/>
                </a:lnTo>
                <a:lnTo>
                  <a:pt x="434808" y="136730"/>
                </a:lnTo>
                <a:lnTo>
                  <a:pt x="431711" y="133473"/>
                </a:lnTo>
                <a:lnTo>
                  <a:pt x="431701" y="131825"/>
                </a:lnTo>
                <a:lnTo>
                  <a:pt x="432709" y="131137"/>
                </a:lnTo>
                <a:lnTo>
                  <a:pt x="437263" y="130578"/>
                </a:lnTo>
                <a:lnTo>
                  <a:pt x="460880" y="129731"/>
                </a:lnTo>
                <a:lnTo>
                  <a:pt x="489982" y="127378"/>
                </a:lnTo>
                <a:lnTo>
                  <a:pt x="503546" y="126022"/>
                </a:lnTo>
                <a:lnTo>
                  <a:pt x="509336" y="123640"/>
                </a:lnTo>
                <a:lnTo>
                  <a:pt x="521998" y="124598"/>
                </a:lnTo>
                <a:lnTo>
                  <a:pt x="530624" y="123459"/>
                </a:lnTo>
                <a:lnTo>
                  <a:pt x="547521" y="122680"/>
                </a:lnTo>
                <a:lnTo>
                  <a:pt x="560065" y="121179"/>
                </a:lnTo>
                <a:lnTo>
                  <a:pt x="568628" y="119539"/>
                </a:lnTo>
                <a:lnTo>
                  <a:pt x="588313" y="118692"/>
                </a:lnTo>
                <a:lnTo>
                  <a:pt x="591855" y="118016"/>
                </a:lnTo>
                <a:lnTo>
                  <a:pt x="593085" y="117136"/>
                </a:lnTo>
                <a:lnTo>
                  <a:pt x="591751" y="116618"/>
                </a:lnTo>
                <a:lnTo>
                  <a:pt x="586757" y="116379"/>
                </a:lnTo>
                <a:lnTo>
                  <a:pt x="568945" y="116795"/>
                </a:lnTo>
                <a:lnTo>
                  <a:pt x="552388" y="118699"/>
                </a:lnTo>
                <a:lnTo>
                  <a:pt x="521120" y="120058"/>
                </a:lnTo>
                <a:lnTo>
                  <a:pt x="512483" y="121546"/>
                </a:lnTo>
                <a:lnTo>
                  <a:pt x="505177" y="121452"/>
                </a:lnTo>
                <a:lnTo>
                  <a:pt x="497819" y="122663"/>
                </a:lnTo>
                <a:lnTo>
                  <a:pt x="454481" y="124577"/>
                </a:lnTo>
                <a:lnTo>
                  <a:pt x="444913" y="126071"/>
                </a:lnTo>
                <a:lnTo>
                  <a:pt x="441498" y="125857"/>
                </a:lnTo>
                <a:lnTo>
                  <a:pt x="438735" y="122704"/>
                </a:lnTo>
                <a:lnTo>
                  <a:pt x="437490" y="121934"/>
                </a:lnTo>
                <a:lnTo>
                  <a:pt x="432397" y="123579"/>
                </a:lnTo>
                <a:lnTo>
                  <a:pt x="431204" y="123634"/>
                </a:lnTo>
                <a:lnTo>
                  <a:pt x="429901" y="123056"/>
                </a:lnTo>
                <a:lnTo>
                  <a:pt x="429154" y="121213"/>
                </a:lnTo>
                <a:lnTo>
                  <a:pt x="429806" y="118335"/>
                </a:lnTo>
                <a:lnTo>
                  <a:pt x="432401" y="115915"/>
                </a:lnTo>
                <a:lnTo>
                  <a:pt x="435128" y="114649"/>
                </a:lnTo>
                <a:lnTo>
                  <a:pt x="442000" y="113155"/>
                </a:lnTo>
                <a:lnTo>
                  <a:pt x="452456" y="111895"/>
                </a:lnTo>
                <a:lnTo>
                  <a:pt x="467438" y="112924"/>
                </a:lnTo>
                <a:lnTo>
                  <a:pt x="478121" y="111760"/>
                </a:lnTo>
                <a:lnTo>
                  <a:pt x="512787" y="111106"/>
                </a:lnTo>
                <a:lnTo>
                  <a:pt x="530387" y="109947"/>
                </a:lnTo>
                <a:lnTo>
                  <a:pt x="546479" y="109579"/>
                </a:lnTo>
                <a:lnTo>
                  <a:pt x="556018" y="108198"/>
                </a:lnTo>
                <a:lnTo>
                  <a:pt x="582847" y="107677"/>
                </a:lnTo>
                <a:lnTo>
                  <a:pt x="607385" y="106595"/>
                </a:lnTo>
                <a:lnTo>
                  <a:pt x="613075" y="106156"/>
                </a:lnTo>
                <a:lnTo>
                  <a:pt x="615938" y="105316"/>
                </a:lnTo>
                <a:lnTo>
                  <a:pt x="615572" y="104291"/>
                </a:lnTo>
                <a:lnTo>
                  <a:pt x="614431" y="103902"/>
                </a:lnTo>
                <a:lnTo>
                  <a:pt x="599762" y="103221"/>
                </a:lnTo>
                <a:lnTo>
                  <a:pt x="586412" y="104119"/>
                </a:lnTo>
                <a:lnTo>
                  <a:pt x="539784" y="104771"/>
                </a:lnTo>
                <a:lnTo>
                  <a:pt x="536112" y="105067"/>
                </a:lnTo>
                <a:lnTo>
                  <a:pt x="530014" y="106288"/>
                </a:lnTo>
                <a:lnTo>
                  <a:pt x="511023" y="106548"/>
                </a:lnTo>
                <a:lnTo>
                  <a:pt x="498504" y="107748"/>
                </a:lnTo>
                <a:lnTo>
                  <a:pt x="470728" y="108211"/>
                </a:lnTo>
                <a:lnTo>
                  <a:pt x="449717" y="109935"/>
                </a:lnTo>
                <a:lnTo>
                  <a:pt x="430302" y="109569"/>
                </a:lnTo>
                <a:lnTo>
                  <a:pt x="429204" y="109320"/>
                </a:lnTo>
                <a:lnTo>
                  <a:pt x="427796" y="108117"/>
                </a:lnTo>
                <a:lnTo>
                  <a:pt x="426799" y="106352"/>
                </a:lnTo>
                <a:lnTo>
                  <a:pt x="426274" y="104273"/>
                </a:lnTo>
                <a:lnTo>
                  <a:pt x="426283" y="102126"/>
                </a:lnTo>
                <a:lnTo>
                  <a:pt x="427594" y="98108"/>
                </a:lnTo>
                <a:lnTo>
                  <a:pt x="428031" y="94926"/>
                </a:lnTo>
                <a:lnTo>
                  <a:pt x="427689" y="93451"/>
                </a:lnTo>
                <a:lnTo>
                  <a:pt x="425684" y="90324"/>
                </a:lnTo>
                <a:lnTo>
                  <a:pt x="427564" y="88395"/>
                </a:lnTo>
                <a:lnTo>
                  <a:pt x="479704" y="88054"/>
                </a:lnTo>
                <a:lnTo>
                  <a:pt x="539499" y="86545"/>
                </a:lnTo>
                <a:lnTo>
                  <a:pt x="558575" y="85110"/>
                </a:lnTo>
                <a:lnTo>
                  <a:pt x="591086" y="84205"/>
                </a:lnTo>
                <a:lnTo>
                  <a:pt x="597313" y="83385"/>
                </a:lnTo>
                <a:lnTo>
                  <a:pt x="597616" y="82754"/>
                </a:lnTo>
                <a:lnTo>
                  <a:pt x="596063" y="82268"/>
                </a:lnTo>
                <a:lnTo>
                  <a:pt x="579745" y="81747"/>
                </a:lnTo>
                <a:lnTo>
                  <a:pt x="487803" y="81639"/>
                </a:lnTo>
                <a:lnTo>
                  <a:pt x="464545" y="82368"/>
                </a:lnTo>
                <a:close/>
                <a:moveTo>
                  <a:pt x="410111" y="101413"/>
                </a:moveTo>
                <a:lnTo>
                  <a:pt x="411579" y="103683"/>
                </a:lnTo>
                <a:lnTo>
                  <a:pt x="415031" y="107549"/>
                </a:lnTo>
                <a:lnTo>
                  <a:pt x="415352" y="108946"/>
                </a:lnTo>
                <a:lnTo>
                  <a:pt x="414691" y="110284"/>
                </a:lnTo>
                <a:lnTo>
                  <a:pt x="413775" y="111441"/>
                </a:lnTo>
                <a:lnTo>
                  <a:pt x="405621" y="111782"/>
                </a:lnTo>
                <a:lnTo>
                  <a:pt x="402701" y="111141"/>
                </a:lnTo>
                <a:lnTo>
                  <a:pt x="401818" y="108500"/>
                </a:lnTo>
                <a:lnTo>
                  <a:pt x="401789" y="105763"/>
                </a:lnTo>
                <a:lnTo>
                  <a:pt x="402440" y="103336"/>
                </a:lnTo>
                <a:lnTo>
                  <a:pt x="403665" y="101391"/>
                </a:lnTo>
                <a:lnTo>
                  <a:pt x="406345" y="99750"/>
                </a:lnTo>
                <a:lnTo>
                  <a:pt x="409387" y="99629"/>
                </a:lnTo>
                <a:lnTo>
                  <a:pt x="410111" y="101413"/>
                </a:lnTo>
                <a:close/>
                <a:moveTo>
                  <a:pt x="412473" y="114865"/>
                </a:moveTo>
                <a:lnTo>
                  <a:pt x="415876" y="115952"/>
                </a:lnTo>
                <a:lnTo>
                  <a:pt x="417578" y="117336"/>
                </a:lnTo>
                <a:lnTo>
                  <a:pt x="418765" y="119170"/>
                </a:lnTo>
                <a:lnTo>
                  <a:pt x="419384" y="121392"/>
                </a:lnTo>
                <a:lnTo>
                  <a:pt x="419395" y="124175"/>
                </a:lnTo>
                <a:lnTo>
                  <a:pt x="418966" y="125348"/>
                </a:lnTo>
                <a:lnTo>
                  <a:pt x="417774" y="126224"/>
                </a:lnTo>
                <a:lnTo>
                  <a:pt x="416335" y="126420"/>
                </a:lnTo>
                <a:lnTo>
                  <a:pt x="415298" y="125999"/>
                </a:lnTo>
                <a:lnTo>
                  <a:pt x="410490" y="121639"/>
                </a:lnTo>
                <a:lnTo>
                  <a:pt x="404701" y="119809"/>
                </a:lnTo>
                <a:lnTo>
                  <a:pt x="403077" y="118661"/>
                </a:lnTo>
                <a:lnTo>
                  <a:pt x="402131" y="117340"/>
                </a:lnTo>
                <a:lnTo>
                  <a:pt x="402008" y="115989"/>
                </a:lnTo>
                <a:lnTo>
                  <a:pt x="403023" y="114238"/>
                </a:lnTo>
                <a:lnTo>
                  <a:pt x="412473" y="114865"/>
                </a:lnTo>
                <a:close/>
                <a:moveTo>
                  <a:pt x="383545" y="124218"/>
                </a:moveTo>
                <a:lnTo>
                  <a:pt x="383993" y="124871"/>
                </a:lnTo>
                <a:lnTo>
                  <a:pt x="384090" y="126976"/>
                </a:lnTo>
                <a:lnTo>
                  <a:pt x="382593" y="131283"/>
                </a:lnTo>
                <a:lnTo>
                  <a:pt x="379697" y="135615"/>
                </a:lnTo>
                <a:lnTo>
                  <a:pt x="377049" y="138113"/>
                </a:lnTo>
                <a:lnTo>
                  <a:pt x="373692" y="140692"/>
                </a:lnTo>
                <a:lnTo>
                  <a:pt x="372077" y="141405"/>
                </a:lnTo>
                <a:lnTo>
                  <a:pt x="370696" y="141426"/>
                </a:lnTo>
                <a:lnTo>
                  <a:pt x="367230" y="140226"/>
                </a:lnTo>
                <a:lnTo>
                  <a:pt x="364741" y="140611"/>
                </a:lnTo>
                <a:lnTo>
                  <a:pt x="364908" y="141997"/>
                </a:lnTo>
                <a:lnTo>
                  <a:pt x="366126" y="143940"/>
                </a:lnTo>
                <a:lnTo>
                  <a:pt x="371043" y="148472"/>
                </a:lnTo>
                <a:lnTo>
                  <a:pt x="372899" y="154700"/>
                </a:lnTo>
                <a:lnTo>
                  <a:pt x="373007" y="156491"/>
                </a:lnTo>
                <a:lnTo>
                  <a:pt x="372616" y="157624"/>
                </a:lnTo>
                <a:lnTo>
                  <a:pt x="371269" y="158298"/>
                </a:lnTo>
                <a:lnTo>
                  <a:pt x="368857" y="157932"/>
                </a:lnTo>
                <a:lnTo>
                  <a:pt x="364265" y="155208"/>
                </a:lnTo>
                <a:lnTo>
                  <a:pt x="358991" y="152994"/>
                </a:lnTo>
                <a:lnTo>
                  <a:pt x="357926" y="150556"/>
                </a:lnTo>
                <a:lnTo>
                  <a:pt x="358166" y="146403"/>
                </a:lnTo>
                <a:lnTo>
                  <a:pt x="360033" y="142679"/>
                </a:lnTo>
                <a:lnTo>
                  <a:pt x="363162" y="140352"/>
                </a:lnTo>
                <a:lnTo>
                  <a:pt x="363137" y="137722"/>
                </a:lnTo>
                <a:lnTo>
                  <a:pt x="364084" y="135916"/>
                </a:lnTo>
                <a:lnTo>
                  <a:pt x="367851" y="132891"/>
                </a:lnTo>
                <a:lnTo>
                  <a:pt x="371815" y="128364"/>
                </a:lnTo>
                <a:lnTo>
                  <a:pt x="377420" y="123916"/>
                </a:lnTo>
                <a:lnTo>
                  <a:pt x="380531" y="123465"/>
                </a:lnTo>
                <a:lnTo>
                  <a:pt x="383545" y="124218"/>
                </a:lnTo>
                <a:close/>
                <a:moveTo>
                  <a:pt x="397864" y="139888"/>
                </a:moveTo>
                <a:lnTo>
                  <a:pt x="400486" y="144256"/>
                </a:lnTo>
                <a:lnTo>
                  <a:pt x="402517" y="149123"/>
                </a:lnTo>
                <a:lnTo>
                  <a:pt x="402046" y="151730"/>
                </a:lnTo>
                <a:lnTo>
                  <a:pt x="400211" y="153102"/>
                </a:lnTo>
                <a:lnTo>
                  <a:pt x="398805" y="153038"/>
                </a:lnTo>
                <a:lnTo>
                  <a:pt x="397810" y="152369"/>
                </a:lnTo>
                <a:lnTo>
                  <a:pt x="396214" y="146848"/>
                </a:lnTo>
                <a:lnTo>
                  <a:pt x="395085" y="145172"/>
                </a:lnTo>
                <a:lnTo>
                  <a:pt x="393205" y="144021"/>
                </a:lnTo>
                <a:lnTo>
                  <a:pt x="389812" y="142781"/>
                </a:lnTo>
                <a:lnTo>
                  <a:pt x="390103" y="140228"/>
                </a:lnTo>
                <a:lnTo>
                  <a:pt x="390883" y="139227"/>
                </a:lnTo>
                <a:lnTo>
                  <a:pt x="392681" y="138134"/>
                </a:lnTo>
                <a:lnTo>
                  <a:pt x="395878" y="138013"/>
                </a:lnTo>
                <a:lnTo>
                  <a:pt x="397864" y="139888"/>
                </a:lnTo>
                <a:close/>
                <a:moveTo>
                  <a:pt x="436532" y="143793"/>
                </a:moveTo>
                <a:lnTo>
                  <a:pt x="436796" y="146937"/>
                </a:lnTo>
                <a:lnTo>
                  <a:pt x="436068" y="148741"/>
                </a:lnTo>
                <a:lnTo>
                  <a:pt x="431025" y="151663"/>
                </a:lnTo>
                <a:lnTo>
                  <a:pt x="426581" y="157265"/>
                </a:lnTo>
                <a:lnTo>
                  <a:pt x="425687" y="157341"/>
                </a:lnTo>
                <a:lnTo>
                  <a:pt x="424940" y="156887"/>
                </a:lnTo>
                <a:lnTo>
                  <a:pt x="423823" y="155026"/>
                </a:lnTo>
                <a:lnTo>
                  <a:pt x="423562" y="151990"/>
                </a:lnTo>
                <a:lnTo>
                  <a:pt x="427167" y="149718"/>
                </a:lnTo>
                <a:lnTo>
                  <a:pt x="429460" y="145462"/>
                </a:lnTo>
                <a:lnTo>
                  <a:pt x="431208" y="143844"/>
                </a:lnTo>
                <a:lnTo>
                  <a:pt x="434121" y="143022"/>
                </a:lnTo>
                <a:lnTo>
                  <a:pt x="435815" y="143209"/>
                </a:lnTo>
                <a:lnTo>
                  <a:pt x="436532" y="143793"/>
                </a:lnTo>
                <a:close/>
                <a:moveTo>
                  <a:pt x="562179" y="169588"/>
                </a:moveTo>
                <a:lnTo>
                  <a:pt x="562649" y="172113"/>
                </a:lnTo>
                <a:lnTo>
                  <a:pt x="561304" y="173649"/>
                </a:lnTo>
                <a:lnTo>
                  <a:pt x="558699" y="173727"/>
                </a:lnTo>
                <a:lnTo>
                  <a:pt x="556231" y="172242"/>
                </a:lnTo>
                <a:lnTo>
                  <a:pt x="556122" y="171402"/>
                </a:lnTo>
                <a:lnTo>
                  <a:pt x="556678" y="170498"/>
                </a:lnTo>
                <a:lnTo>
                  <a:pt x="559290" y="168813"/>
                </a:lnTo>
                <a:lnTo>
                  <a:pt x="561224" y="168554"/>
                </a:lnTo>
                <a:lnTo>
                  <a:pt x="562179" y="169588"/>
                </a:lnTo>
                <a:close/>
                <a:moveTo>
                  <a:pt x="463339" y="170938"/>
                </a:moveTo>
                <a:lnTo>
                  <a:pt x="466320" y="171431"/>
                </a:lnTo>
                <a:lnTo>
                  <a:pt x="467974" y="172278"/>
                </a:lnTo>
                <a:lnTo>
                  <a:pt x="471453" y="178246"/>
                </a:lnTo>
                <a:lnTo>
                  <a:pt x="473911" y="180228"/>
                </a:lnTo>
                <a:lnTo>
                  <a:pt x="477604" y="181677"/>
                </a:lnTo>
                <a:lnTo>
                  <a:pt x="485108" y="182768"/>
                </a:lnTo>
                <a:lnTo>
                  <a:pt x="493966" y="184837"/>
                </a:lnTo>
                <a:lnTo>
                  <a:pt x="495448" y="185669"/>
                </a:lnTo>
                <a:lnTo>
                  <a:pt x="499201" y="189024"/>
                </a:lnTo>
                <a:lnTo>
                  <a:pt x="502055" y="190368"/>
                </a:lnTo>
                <a:lnTo>
                  <a:pt x="508462" y="188371"/>
                </a:lnTo>
                <a:lnTo>
                  <a:pt x="513422" y="185312"/>
                </a:lnTo>
                <a:lnTo>
                  <a:pt x="514871" y="185071"/>
                </a:lnTo>
                <a:lnTo>
                  <a:pt x="517859" y="187947"/>
                </a:lnTo>
                <a:lnTo>
                  <a:pt x="523662" y="197292"/>
                </a:lnTo>
                <a:lnTo>
                  <a:pt x="524080" y="199192"/>
                </a:lnTo>
                <a:lnTo>
                  <a:pt x="523770" y="201662"/>
                </a:lnTo>
                <a:lnTo>
                  <a:pt x="522788" y="202513"/>
                </a:lnTo>
                <a:lnTo>
                  <a:pt x="521744" y="202452"/>
                </a:lnTo>
                <a:lnTo>
                  <a:pt x="507126" y="197577"/>
                </a:lnTo>
                <a:lnTo>
                  <a:pt x="500079" y="195822"/>
                </a:lnTo>
                <a:lnTo>
                  <a:pt x="493934" y="193478"/>
                </a:lnTo>
                <a:lnTo>
                  <a:pt x="474423" y="187789"/>
                </a:lnTo>
                <a:lnTo>
                  <a:pt x="463586" y="183871"/>
                </a:lnTo>
                <a:lnTo>
                  <a:pt x="451334" y="178411"/>
                </a:lnTo>
                <a:lnTo>
                  <a:pt x="447985" y="176511"/>
                </a:lnTo>
                <a:lnTo>
                  <a:pt x="446988" y="175082"/>
                </a:lnTo>
                <a:lnTo>
                  <a:pt x="448115" y="173632"/>
                </a:lnTo>
                <a:lnTo>
                  <a:pt x="452202" y="170841"/>
                </a:lnTo>
                <a:lnTo>
                  <a:pt x="455131" y="170166"/>
                </a:lnTo>
                <a:lnTo>
                  <a:pt x="463339" y="170938"/>
                </a:lnTo>
                <a:close/>
                <a:moveTo>
                  <a:pt x="588889" y="177881"/>
                </a:moveTo>
                <a:lnTo>
                  <a:pt x="589613" y="179472"/>
                </a:lnTo>
                <a:lnTo>
                  <a:pt x="588120" y="180461"/>
                </a:lnTo>
                <a:lnTo>
                  <a:pt x="584673" y="180187"/>
                </a:lnTo>
                <a:lnTo>
                  <a:pt x="583393" y="178990"/>
                </a:lnTo>
                <a:lnTo>
                  <a:pt x="583802" y="178143"/>
                </a:lnTo>
                <a:lnTo>
                  <a:pt x="585508" y="177368"/>
                </a:lnTo>
                <a:lnTo>
                  <a:pt x="587670" y="177362"/>
                </a:lnTo>
                <a:lnTo>
                  <a:pt x="588889" y="177881"/>
                </a:lnTo>
                <a:close/>
                <a:moveTo>
                  <a:pt x="432338" y="100931"/>
                </a:moveTo>
                <a:lnTo>
                  <a:pt x="432042" y="102431"/>
                </a:lnTo>
                <a:lnTo>
                  <a:pt x="432723" y="103968"/>
                </a:lnTo>
                <a:lnTo>
                  <a:pt x="433716" y="104340"/>
                </a:lnTo>
                <a:lnTo>
                  <a:pt x="435116" y="103709"/>
                </a:lnTo>
                <a:lnTo>
                  <a:pt x="435747" y="102310"/>
                </a:lnTo>
                <a:lnTo>
                  <a:pt x="435375" y="101316"/>
                </a:lnTo>
                <a:lnTo>
                  <a:pt x="433838" y="100635"/>
                </a:lnTo>
                <a:lnTo>
                  <a:pt x="432338" y="100931"/>
                </a:lnTo>
                <a:close/>
                <a:moveTo>
                  <a:pt x="634259" y="111441"/>
                </a:moveTo>
                <a:lnTo>
                  <a:pt x="625104" y="112473"/>
                </a:lnTo>
                <a:lnTo>
                  <a:pt x="622861" y="113248"/>
                </a:lnTo>
                <a:lnTo>
                  <a:pt x="622624" y="113909"/>
                </a:lnTo>
                <a:lnTo>
                  <a:pt x="623555" y="114624"/>
                </a:lnTo>
                <a:lnTo>
                  <a:pt x="625772" y="114938"/>
                </a:lnTo>
                <a:lnTo>
                  <a:pt x="631505" y="114768"/>
                </a:lnTo>
                <a:lnTo>
                  <a:pt x="636912" y="114077"/>
                </a:lnTo>
                <a:lnTo>
                  <a:pt x="638654" y="113295"/>
                </a:lnTo>
                <a:lnTo>
                  <a:pt x="638828" y="112477"/>
                </a:lnTo>
                <a:lnTo>
                  <a:pt x="638331" y="111490"/>
                </a:lnTo>
                <a:lnTo>
                  <a:pt x="637055" y="110905"/>
                </a:lnTo>
                <a:lnTo>
                  <a:pt x="634259" y="111441"/>
                </a:lnTo>
                <a:close/>
                <a:moveTo>
                  <a:pt x="611357" y="113852"/>
                </a:moveTo>
                <a:lnTo>
                  <a:pt x="611213" y="115076"/>
                </a:lnTo>
                <a:lnTo>
                  <a:pt x="613238" y="115540"/>
                </a:lnTo>
                <a:lnTo>
                  <a:pt x="615381" y="115131"/>
                </a:lnTo>
                <a:lnTo>
                  <a:pt x="616560" y="113958"/>
                </a:lnTo>
                <a:lnTo>
                  <a:pt x="616227" y="113489"/>
                </a:lnTo>
                <a:lnTo>
                  <a:pt x="614669" y="113154"/>
                </a:lnTo>
                <a:lnTo>
                  <a:pt x="612689" y="113283"/>
                </a:lnTo>
                <a:lnTo>
                  <a:pt x="611357" y="113852"/>
                </a:lnTo>
                <a:close/>
                <a:moveTo>
                  <a:pt x="597279" y="116118"/>
                </a:moveTo>
                <a:lnTo>
                  <a:pt x="595978" y="117138"/>
                </a:lnTo>
                <a:lnTo>
                  <a:pt x="597566" y="117843"/>
                </a:lnTo>
                <a:lnTo>
                  <a:pt x="601471" y="117762"/>
                </a:lnTo>
                <a:lnTo>
                  <a:pt x="602378" y="117367"/>
                </a:lnTo>
                <a:lnTo>
                  <a:pt x="602679" y="116745"/>
                </a:lnTo>
                <a:lnTo>
                  <a:pt x="602358" y="116129"/>
                </a:lnTo>
                <a:lnTo>
                  <a:pt x="600919" y="115636"/>
                </a:lnTo>
                <a:lnTo>
                  <a:pt x="597279" y="116118"/>
                </a:lnTo>
                <a:close/>
                <a:moveTo>
                  <a:pt x="276027" y="116986"/>
                </a:moveTo>
                <a:lnTo>
                  <a:pt x="275915" y="117692"/>
                </a:lnTo>
                <a:lnTo>
                  <a:pt x="276593" y="118309"/>
                </a:lnTo>
                <a:lnTo>
                  <a:pt x="280602" y="119845"/>
                </a:lnTo>
                <a:lnTo>
                  <a:pt x="284079" y="122169"/>
                </a:lnTo>
                <a:lnTo>
                  <a:pt x="288406" y="123917"/>
                </a:lnTo>
                <a:lnTo>
                  <a:pt x="292245" y="126068"/>
                </a:lnTo>
                <a:lnTo>
                  <a:pt x="296807" y="127810"/>
                </a:lnTo>
                <a:lnTo>
                  <a:pt x="300429" y="130181"/>
                </a:lnTo>
                <a:lnTo>
                  <a:pt x="302755" y="130551"/>
                </a:lnTo>
                <a:lnTo>
                  <a:pt x="304079" y="129687"/>
                </a:lnTo>
                <a:lnTo>
                  <a:pt x="304133" y="128647"/>
                </a:lnTo>
                <a:lnTo>
                  <a:pt x="303364" y="127575"/>
                </a:lnTo>
                <a:lnTo>
                  <a:pt x="297879" y="124238"/>
                </a:lnTo>
                <a:lnTo>
                  <a:pt x="293452" y="122864"/>
                </a:lnTo>
                <a:lnTo>
                  <a:pt x="289788" y="120603"/>
                </a:lnTo>
                <a:lnTo>
                  <a:pt x="284689" y="118935"/>
                </a:lnTo>
                <a:lnTo>
                  <a:pt x="280773" y="117035"/>
                </a:lnTo>
                <a:lnTo>
                  <a:pt x="277881" y="116460"/>
                </a:lnTo>
                <a:lnTo>
                  <a:pt x="276027" y="116986"/>
                </a:lnTo>
                <a:close/>
                <a:moveTo>
                  <a:pt x="875668" y="132945"/>
                </a:moveTo>
                <a:lnTo>
                  <a:pt x="872953" y="134908"/>
                </a:lnTo>
                <a:lnTo>
                  <a:pt x="871929" y="137160"/>
                </a:lnTo>
                <a:lnTo>
                  <a:pt x="866567" y="167063"/>
                </a:lnTo>
                <a:lnTo>
                  <a:pt x="864155" y="178223"/>
                </a:lnTo>
                <a:lnTo>
                  <a:pt x="862680" y="189850"/>
                </a:lnTo>
                <a:lnTo>
                  <a:pt x="860336" y="199306"/>
                </a:lnTo>
                <a:lnTo>
                  <a:pt x="858275" y="212816"/>
                </a:lnTo>
                <a:lnTo>
                  <a:pt x="857232" y="215837"/>
                </a:lnTo>
                <a:lnTo>
                  <a:pt x="855616" y="217898"/>
                </a:lnTo>
                <a:lnTo>
                  <a:pt x="853128" y="219577"/>
                </a:lnTo>
                <a:lnTo>
                  <a:pt x="815399" y="236724"/>
                </a:lnTo>
                <a:lnTo>
                  <a:pt x="811606" y="239150"/>
                </a:lnTo>
                <a:lnTo>
                  <a:pt x="810482" y="240656"/>
                </a:lnTo>
                <a:lnTo>
                  <a:pt x="811805" y="242280"/>
                </a:lnTo>
                <a:lnTo>
                  <a:pt x="814094" y="243127"/>
                </a:lnTo>
                <a:lnTo>
                  <a:pt x="851223" y="244079"/>
                </a:lnTo>
                <a:lnTo>
                  <a:pt x="854449" y="245810"/>
                </a:lnTo>
                <a:lnTo>
                  <a:pt x="855915" y="247869"/>
                </a:lnTo>
                <a:lnTo>
                  <a:pt x="856032" y="252247"/>
                </a:lnTo>
                <a:lnTo>
                  <a:pt x="855125" y="254674"/>
                </a:lnTo>
                <a:lnTo>
                  <a:pt x="853853" y="255894"/>
                </a:lnTo>
                <a:lnTo>
                  <a:pt x="851878" y="256948"/>
                </a:lnTo>
                <a:lnTo>
                  <a:pt x="841320" y="261164"/>
                </a:lnTo>
                <a:lnTo>
                  <a:pt x="815860" y="270012"/>
                </a:lnTo>
                <a:lnTo>
                  <a:pt x="810193" y="272604"/>
                </a:lnTo>
                <a:lnTo>
                  <a:pt x="791910" y="279165"/>
                </a:lnTo>
                <a:lnTo>
                  <a:pt x="788100" y="281027"/>
                </a:lnTo>
                <a:lnTo>
                  <a:pt x="786409" y="282838"/>
                </a:lnTo>
                <a:lnTo>
                  <a:pt x="786843" y="284219"/>
                </a:lnTo>
                <a:lnTo>
                  <a:pt x="788304" y="285736"/>
                </a:lnTo>
                <a:lnTo>
                  <a:pt x="854213" y="285929"/>
                </a:lnTo>
                <a:lnTo>
                  <a:pt x="855539" y="286942"/>
                </a:lnTo>
                <a:lnTo>
                  <a:pt x="855914" y="289090"/>
                </a:lnTo>
                <a:lnTo>
                  <a:pt x="856181" y="298934"/>
                </a:lnTo>
                <a:lnTo>
                  <a:pt x="855600" y="303148"/>
                </a:lnTo>
                <a:lnTo>
                  <a:pt x="853451" y="304940"/>
                </a:lnTo>
                <a:lnTo>
                  <a:pt x="848902" y="307370"/>
                </a:lnTo>
                <a:lnTo>
                  <a:pt x="821041" y="318184"/>
                </a:lnTo>
                <a:lnTo>
                  <a:pt x="810506" y="315671"/>
                </a:lnTo>
                <a:lnTo>
                  <a:pt x="803977" y="312745"/>
                </a:lnTo>
                <a:lnTo>
                  <a:pt x="774615" y="303649"/>
                </a:lnTo>
                <a:lnTo>
                  <a:pt x="754602" y="296944"/>
                </a:lnTo>
                <a:lnTo>
                  <a:pt x="747692" y="295924"/>
                </a:lnTo>
                <a:lnTo>
                  <a:pt x="746598" y="296391"/>
                </a:lnTo>
                <a:lnTo>
                  <a:pt x="746424" y="297323"/>
                </a:lnTo>
                <a:lnTo>
                  <a:pt x="746975" y="298781"/>
                </a:lnTo>
                <a:lnTo>
                  <a:pt x="748288" y="299850"/>
                </a:lnTo>
                <a:lnTo>
                  <a:pt x="755289" y="301797"/>
                </a:lnTo>
                <a:lnTo>
                  <a:pt x="769813" y="307680"/>
                </a:lnTo>
                <a:lnTo>
                  <a:pt x="779989" y="311210"/>
                </a:lnTo>
                <a:lnTo>
                  <a:pt x="794951" y="315351"/>
                </a:lnTo>
                <a:lnTo>
                  <a:pt x="808274" y="318458"/>
                </a:lnTo>
                <a:lnTo>
                  <a:pt x="810300" y="319609"/>
                </a:lnTo>
                <a:lnTo>
                  <a:pt x="811801" y="321316"/>
                </a:lnTo>
                <a:lnTo>
                  <a:pt x="811720" y="322192"/>
                </a:lnTo>
                <a:lnTo>
                  <a:pt x="810060" y="325290"/>
                </a:lnTo>
                <a:lnTo>
                  <a:pt x="810316" y="326221"/>
                </a:lnTo>
                <a:lnTo>
                  <a:pt x="811387" y="327041"/>
                </a:lnTo>
                <a:lnTo>
                  <a:pt x="847052" y="328277"/>
                </a:lnTo>
                <a:lnTo>
                  <a:pt x="853806" y="328842"/>
                </a:lnTo>
                <a:lnTo>
                  <a:pt x="854669" y="329358"/>
                </a:lnTo>
                <a:lnTo>
                  <a:pt x="854954" y="331198"/>
                </a:lnTo>
                <a:lnTo>
                  <a:pt x="854703" y="334111"/>
                </a:lnTo>
                <a:lnTo>
                  <a:pt x="852948" y="342605"/>
                </a:lnTo>
                <a:lnTo>
                  <a:pt x="850412" y="360789"/>
                </a:lnTo>
                <a:lnTo>
                  <a:pt x="848728" y="369177"/>
                </a:lnTo>
                <a:lnTo>
                  <a:pt x="847341" y="381259"/>
                </a:lnTo>
                <a:lnTo>
                  <a:pt x="844901" y="392416"/>
                </a:lnTo>
                <a:lnTo>
                  <a:pt x="839228" y="431063"/>
                </a:lnTo>
                <a:lnTo>
                  <a:pt x="833139" y="467029"/>
                </a:lnTo>
                <a:lnTo>
                  <a:pt x="828244" y="500323"/>
                </a:lnTo>
                <a:lnTo>
                  <a:pt x="825675" y="513904"/>
                </a:lnTo>
                <a:lnTo>
                  <a:pt x="825648" y="516110"/>
                </a:lnTo>
                <a:lnTo>
                  <a:pt x="826425" y="518263"/>
                </a:lnTo>
                <a:lnTo>
                  <a:pt x="828023" y="518902"/>
                </a:lnTo>
                <a:lnTo>
                  <a:pt x="831225" y="517655"/>
                </a:lnTo>
                <a:lnTo>
                  <a:pt x="873940" y="486961"/>
                </a:lnTo>
                <a:lnTo>
                  <a:pt x="875983" y="485744"/>
                </a:lnTo>
                <a:lnTo>
                  <a:pt x="877886" y="485343"/>
                </a:lnTo>
                <a:lnTo>
                  <a:pt x="879935" y="485676"/>
                </a:lnTo>
                <a:lnTo>
                  <a:pt x="881471" y="486491"/>
                </a:lnTo>
                <a:lnTo>
                  <a:pt x="915396" y="512048"/>
                </a:lnTo>
                <a:lnTo>
                  <a:pt x="922326" y="516807"/>
                </a:lnTo>
                <a:lnTo>
                  <a:pt x="926871" y="519190"/>
                </a:lnTo>
                <a:lnTo>
                  <a:pt x="928040" y="517641"/>
                </a:lnTo>
                <a:lnTo>
                  <a:pt x="928451" y="516215"/>
                </a:lnTo>
                <a:lnTo>
                  <a:pt x="928364" y="510736"/>
                </a:lnTo>
                <a:lnTo>
                  <a:pt x="925919" y="498679"/>
                </a:lnTo>
                <a:lnTo>
                  <a:pt x="924509" y="486169"/>
                </a:lnTo>
                <a:lnTo>
                  <a:pt x="922466" y="475092"/>
                </a:lnTo>
                <a:lnTo>
                  <a:pt x="920597" y="460041"/>
                </a:lnTo>
                <a:lnTo>
                  <a:pt x="918838" y="451286"/>
                </a:lnTo>
                <a:lnTo>
                  <a:pt x="916583" y="432517"/>
                </a:lnTo>
                <a:lnTo>
                  <a:pt x="914715" y="424340"/>
                </a:lnTo>
                <a:lnTo>
                  <a:pt x="912582" y="407700"/>
                </a:lnTo>
                <a:lnTo>
                  <a:pt x="910708" y="399575"/>
                </a:lnTo>
                <a:lnTo>
                  <a:pt x="908894" y="384190"/>
                </a:lnTo>
                <a:lnTo>
                  <a:pt x="906913" y="373296"/>
                </a:lnTo>
                <a:lnTo>
                  <a:pt x="905374" y="359546"/>
                </a:lnTo>
                <a:lnTo>
                  <a:pt x="902814" y="345320"/>
                </a:lnTo>
                <a:lnTo>
                  <a:pt x="901463" y="332986"/>
                </a:lnTo>
                <a:lnTo>
                  <a:pt x="903198" y="331057"/>
                </a:lnTo>
                <a:lnTo>
                  <a:pt x="925479" y="331164"/>
                </a:lnTo>
                <a:lnTo>
                  <a:pt x="941952" y="331887"/>
                </a:lnTo>
                <a:lnTo>
                  <a:pt x="945407" y="331073"/>
                </a:lnTo>
                <a:lnTo>
                  <a:pt x="947025" y="329177"/>
                </a:lnTo>
                <a:lnTo>
                  <a:pt x="942254" y="325754"/>
                </a:lnTo>
                <a:lnTo>
                  <a:pt x="904745" y="307098"/>
                </a:lnTo>
                <a:lnTo>
                  <a:pt x="899196" y="302949"/>
                </a:lnTo>
                <a:lnTo>
                  <a:pt x="899542" y="288269"/>
                </a:lnTo>
                <a:lnTo>
                  <a:pt x="900068" y="287079"/>
                </a:lnTo>
                <a:lnTo>
                  <a:pt x="901472" y="286310"/>
                </a:lnTo>
                <a:lnTo>
                  <a:pt x="908322" y="285756"/>
                </a:lnTo>
                <a:lnTo>
                  <a:pt x="966262" y="285832"/>
                </a:lnTo>
                <a:lnTo>
                  <a:pt x="967753" y="284353"/>
                </a:lnTo>
                <a:lnTo>
                  <a:pt x="968126" y="283062"/>
                </a:lnTo>
                <a:lnTo>
                  <a:pt x="967564" y="281975"/>
                </a:lnTo>
                <a:lnTo>
                  <a:pt x="963587" y="280137"/>
                </a:lnTo>
                <a:lnTo>
                  <a:pt x="954878" y="276959"/>
                </a:lnTo>
                <a:lnTo>
                  <a:pt x="940091" y="270574"/>
                </a:lnTo>
                <a:lnTo>
                  <a:pt x="933718" y="268602"/>
                </a:lnTo>
                <a:lnTo>
                  <a:pt x="904680" y="257135"/>
                </a:lnTo>
                <a:lnTo>
                  <a:pt x="901494" y="255201"/>
                </a:lnTo>
                <a:lnTo>
                  <a:pt x="899504" y="252890"/>
                </a:lnTo>
                <a:lnTo>
                  <a:pt x="898873" y="250498"/>
                </a:lnTo>
                <a:lnTo>
                  <a:pt x="899119" y="249364"/>
                </a:lnTo>
                <a:lnTo>
                  <a:pt x="900836" y="247406"/>
                </a:lnTo>
                <a:lnTo>
                  <a:pt x="902644" y="246776"/>
                </a:lnTo>
                <a:lnTo>
                  <a:pt x="910873" y="246612"/>
                </a:lnTo>
                <a:lnTo>
                  <a:pt x="943795" y="247309"/>
                </a:lnTo>
                <a:lnTo>
                  <a:pt x="945516" y="245785"/>
                </a:lnTo>
                <a:lnTo>
                  <a:pt x="945863" y="244758"/>
                </a:lnTo>
                <a:lnTo>
                  <a:pt x="941348" y="241173"/>
                </a:lnTo>
                <a:lnTo>
                  <a:pt x="902426" y="218674"/>
                </a:lnTo>
                <a:lnTo>
                  <a:pt x="900013" y="216404"/>
                </a:lnTo>
                <a:lnTo>
                  <a:pt x="898657" y="213114"/>
                </a:lnTo>
                <a:lnTo>
                  <a:pt x="897545" y="201661"/>
                </a:lnTo>
                <a:lnTo>
                  <a:pt x="895605" y="193523"/>
                </a:lnTo>
                <a:lnTo>
                  <a:pt x="893658" y="181418"/>
                </a:lnTo>
                <a:lnTo>
                  <a:pt x="889333" y="158584"/>
                </a:lnTo>
                <a:lnTo>
                  <a:pt x="887517" y="151037"/>
                </a:lnTo>
                <a:lnTo>
                  <a:pt x="885296" y="137924"/>
                </a:lnTo>
                <a:lnTo>
                  <a:pt x="883886" y="135049"/>
                </a:lnTo>
                <a:lnTo>
                  <a:pt x="881044" y="132313"/>
                </a:lnTo>
                <a:lnTo>
                  <a:pt x="879034" y="131918"/>
                </a:lnTo>
                <a:lnTo>
                  <a:pt x="875668" y="132945"/>
                </a:lnTo>
                <a:close/>
                <a:moveTo>
                  <a:pt x="878705" y="152182"/>
                </a:moveTo>
                <a:lnTo>
                  <a:pt x="877880" y="153545"/>
                </a:lnTo>
                <a:lnTo>
                  <a:pt x="877101" y="153471"/>
                </a:lnTo>
                <a:lnTo>
                  <a:pt x="876729" y="152954"/>
                </a:lnTo>
                <a:lnTo>
                  <a:pt x="876668" y="151652"/>
                </a:lnTo>
                <a:lnTo>
                  <a:pt x="877329" y="150868"/>
                </a:lnTo>
                <a:lnTo>
                  <a:pt x="878393" y="151127"/>
                </a:lnTo>
                <a:lnTo>
                  <a:pt x="878705" y="152182"/>
                </a:lnTo>
                <a:close/>
                <a:moveTo>
                  <a:pt x="880779" y="167370"/>
                </a:moveTo>
                <a:lnTo>
                  <a:pt x="882833" y="169918"/>
                </a:lnTo>
                <a:lnTo>
                  <a:pt x="882948" y="172341"/>
                </a:lnTo>
                <a:lnTo>
                  <a:pt x="881967" y="173748"/>
                </a:lnTo>
                <a:lnTo>
                  <a:pt x="880152" y="174891"/>
                </a:lnTo>
                <a:lnTo>
                  <a:pt x="878181" y="175540"/>
                </a:lnTo>
                <a:lnTo>
                  <a:pt x="876673" y="175339"/>
                </a:lnTo>
                <a:lnTo>
                  <a:pt x="873500" y="172108"/>
                </a:lnTo>
                <a:lnTo>
                  <a:pt x="873275" y="171318"/>
                </a:lnTo>
                <a:lnTo>
                  <a:pt x="873751" y="169879"/>
                </a:lnTo>
                <a:lnTo>
                  <a:pt x="875137" y="167678"/>
                </a:lnTo>
                <a:lnTo>
                  <a:pt x="876835" y="166287"/>
                </a:lnTo>
                <a:lnTo>
                  <a:pt x="878710" y="166187"/>
                </a:lnTo>
                <a:lnTo>
                  <a:pt x="880779" y="167370"/>
                </a:lnTo>
                <a:close/>
                <a:moveTo>
                  <a:pt x="872582" y="178797"/>
                </a:moveTo>
                <a:lnTo>
                  <a:pt x="873076" y="179912"/>
                </a:lnTo>
                <a:lnTo>
                  <a:pt x="872184" y="181206"/>
                </a:lnTo>
                <a:lnTo>
                  <a:pt x="870350" y="182745"/>
                </a:lnTo>
                <a:lnTo>
                  <a:pt x="869046" y="182773"/>
                </a:lnTo>
                <a:lnTo>
                  <a:pt x="868317" y="180769"/>
                </a:lnTo>
                <a:lnTo>
                  <a:pt x="868802" y="178693"/>
                </a:lnTo>
                <a:lnTo>
                  <a:pt x="870385" y="177918"/>
                </a:lnTo>
                <a:lnTo>
                  <a:pt x="872582" y="178797"/>
                </a:lnTo>
                <a:close/>
                <a:moveTo>
                  <a:pt x="886082" y="178797"/>
                </a:moveTo>
                <a:lnTo>
                  <a:pt x="886599" y="180824"/>
                </a:lnTo>
                <a:lnTo>
                  <a:pt x="886175" y="181642"/>
                </a:lnTo>
                <a:lnTo>
                  <a:pt x="885379" y="181793"/>
                </a:lnTo>
                <a:lnTo>
                  <a:pt x="884072" y="180726"/>
                </a:lnTo>
                <a:lnTo>
                  <a:pt x="883803" y="179294"/>
                </a:lnTo>
                <a:lnTo>
                  <a:pt x="884788" y="178210"/>
                </a:lnTo>
                <a:lnTo>
                  <a:pt x="886082" y="178797"/>
                </a:lnTo>
                <a:close/>
                <a:moveTo>
                  <a:pt x="882659" y="188488"/>
                </a:moveTo>
                <a:lnTo>
                  <a:pt x="884732" y="190980"/>
                </a:lnTo>
                <a:lnTo>
                  <a:pt x="885183" y="192910"/>
                </a:lnTo>
                <a:lnTo>
                  <a:pt x="883382" y="195527"/>
                </a:lnTo>
                <a:lnTo>
                  <a:pt x="880672" y="197451"/>
                </a:lnTo>
                <a:lnTo>
                  <a:pt x="877596" y="198613"/>
                </a:lnTo>
                <a:lnTo>
                  <a:pt x="873421" y="196029"/>
                </a:lnTo>
                <a:lnTo>
                  <a:pt x="871795" y="194458"/>
                </a:lnTo>
                <a:lnTo>
                  <a:pt x="871299" y="192205"/>
                </a:lnTo>
                <a:lnTo>
                  <a:pt x="871710" y="190354"/>
                </a:lnTo>
                <a:lnTo>
                  <a:pt x="876747" y="186215"/>
                </a:lnTo>
                <a:lnTo>
                  <a:pt x="878021" y="185853"/>
                </a:lnTo>
                <a:lnTo>
                  <a:pt x="879397" y="186106"/>
                </a:lnTo>
                <a:lnTo>
                  <a:pt x="882659" y="188488"/>
                </a:lnTo>
                <a:close/>
                <a:moveTo>
                  <a:pt x="890229" y="199047"/>
                </a:moveTo>
                <a:lnTo>
                  <a:pt x="891461" y="202042"/>
                </a:lnTo>
                <a:lnTo>
                  <a:pt x="892375" y="206049"/>
                </a:lnTo>
                <a:lnTo>
                  <a:pt x="891805" y="207369"/>
                </a:lnTo>
                <a:lnTo>
                  <a:pt x="890744" y="207655"/>
                </a:lnTo>
                <a:lnTo>
                  <a:pt x="888549" y="207020"/>
                </a:lnTo>
                <a:lnTo>
                  <a:pt x="886927" y="205941"/>
                </a:lnTo>
                <a:lnTo>
                  <a:pt x="885014" y="203972"/>
                </a:lnTo>
                <a:lnTo>
                  <a:pt x="884365" y="202500"/>
                </a:lnTo>
                <a:lnTo>
                  <a:pt x="884952" y="201042"/>
                </a:lnTo>
                <a:lnTo>
                  <a:pt x="887642" y="198446"/>
                </a:lnTo>
                <a:lnTo>
                  <a:pt x="888898" y="198055"/>
                </a:lnTo>
                <a:lnTo>
                  <a:pt x="890229" y="199047"/>
                </a:lnTo>
                <a:close/>
                <a:moveTo>
                  <a:pt x="870895" y="200300"/>
                </a:moveTo>
                <a:lnTo>
                  <a:pt x="872097" y="202120"/>
                </a:lnTo>
                <a:lnTo>
                  <a:pt x="871374" y="204097"/>
                </a:lnTo>
                <a:lnTo>
                  <a:pt x="868124" y="207362"/>
                </a:lnTo>
                <a:lnTo>
                  <a:pt x="866320" y="208298"/>
                </a:lnTo>
                <a:lnTo>
                  <a:pt x="864943" y="208226"/>
                </a:lnTo>
                <a:lnTo>
                  <a:pt x="864076" y="207150"/>
                </a:lnTo>
                <a:lnTo>
                  <a:pt x="863807" y="205074"/>
                </a:lnTo>
                <a:lnTo>
                  <a:pt x="864243" y="201906"/>
                </a:lnTo>
                <a:lnTo>
                  <a:pt x="865295" y="199755"/>
                </a:lnTo>
                <a:lnTo>
                  <a:pt x="866838" y="198710"/>
                </a:lnTo>
                <a:lnTo>
                  <a:pt x="867754" y="198631"/>
                </a:lnTo>
                <a:lnTo>
                  <a:pt x="870895" y="200300"/>
                </a:lnTo>
                <a:close/>
                <a:moveTo>
                  <a:pt x="881261" y="208256"/>
                </a:moveTo>
                <a:lnTo>
                  <a:pt x="885774" y="213111"/>
                </a:lnTo>
                <a:lnTo>
                  <a:pt x="886179" y="213897"/>
                </a:lnTo>
                <a:lnTo>
                  <a:pt x="885647" y="214738"/>
                </a:lnTo>
                <a:lnTo>
                  <a:pt x="883700" y="215160"/>
                </a:lnTo>
                <a:lnTo>
                  <a:pt x="877982" y="215247"/>
                </a:lnTo>
                <a:lnTo>
                  <a:pt x="872156" y="214934"/>
                </a:lnTo>
                <a:lnTo>
                  <a:pt x="870527" y="214385"/>
                </a:lnTo>
                <a:lnTo>
                  <a:pt x="870321" y="213941"/>
                </a:lnTo>
                <a:lnTo>
                  <a:pt x="871010" y="212605"/>
                </a:lnTo>
                <a:lnTo>
                  <a:pt x="875957" y="207629"/>
                </a:lnTo>
                <a:lnTo>
                  <a:pt x="879136" y="207722"/>
                </a:lnTo>
                <a:lnTo>
                  <a:pt x="881261" y="208256"/>
                </a:lnTo>
                <a:close/>
                <a:moveTo>
                  <a:pt x="880875" y="221418"/>
                </a:moveTo>
                <a:lnTo>
                  <a:pt x="881153" y="221973"/>
                </a:lnTo>
                <a:lnTo>
                  <a:pt x="880708" y="222967"/>
                </a:lnTo>
                <a:lnTo>
                  <a:pt x="878501" y="223866"/>
                </a:lnTo>
                <a:lnTo>
                  <a:pt x="875985" y="223566"/>
                </a:lnTo>
                <a:lnTo>
                  <a:pt x="874782" y="222165"/>
                </a:lnTo>
                <a:lnTo>
                  <a:pt x="875089" y="221370"/>
                </a:lnTo>
                <a:lnTo>
                  <a:pt x="876546" y="220743"/>
                </a:lnTo>
                <a:lnTo>
                  <a:pt x="879419" y="220770"/>
                </a:lnTo>
                <a:lnTo>
                  <a:pt x="880875" y="221418"/>
                </a:lnTo>
                <a:close/>
                <a:moveTo>
                  <a:pt x="893893" y="222865"/>
                </a:moveTo>
                <a:lnTo>
                  <a:pt x="894652" y="226123"/>
                </a:lnTo>
                <a:lnTo>
                  <a:pt x="894741" y="231117"/>
                </a:lnTo>
                <a:lnTo>
                  <a:pt x="893634" y="234219"/>
                </a:lnTo>
                <a:lnTo>
                  <a:pt x="892154" y="234606"/>
                </a:lnTo>
                <a:lnTo>
                  <a:pt x="890063" y="233665"/>
                </a:lnTo>
                <a:lnTo>
                  <a:pt x="885864" y="230662"/>
                </a:lnTo>
                <a:lnTo>
                  <a:pt x="885039" y="228822"/>
                </a:lnTo>
                <a:lnTo>
                  <a:pt x="886273" y="226402"/>
                </a:lnTo>
                <a:lnTo>
                  <a:pt x="889312" y="223732"/>
                </a:lnTo>
                <a:lnTo>
                  <a:pt x="892254" y="222178"/>
                </a:lnTo>
                <a:lnTo>
                  <a:pt x="893001" y="222195"/>
                </a:lnTo>
                <a:lnTo>
                  <a:pt x="893893" y="222865"/>
                </a:lnTo>
                <a:close/>
                <a:moveTo>
                  <a:pt x="867713" y="224022"/>
                </a:moveTo>
                <a:lnTo>
                  <a:pt x="870479" y="227104"/>
                </a:lnTo>
                <a:lnTo>
                  <a:pt x="871179" y="228509"/>
                </a:lnTo>
                <a:lnTo>
                  <a:pt x="871101" y="229442"/>
                </a:lnTo>
                <a:lnTo>
                  <a:pt x="869347" y="231121"/>
                </a:lnTo>
                <a:lnTo>
                  <a:pt x="865509" y="233287"/>
                </a:lnTo>
                <a:lnTo>
                  <a:pt x="864132" y="233598"/>
                </a:lnTo>
                <a:lnTo>
                  <a:pt x="862751" y="233194"/>
                </a:lnTo>
                <a:lnTo>
                  <a:pt x="861829" y="232258"/>
                </a:lnTo>
                <a:lnTo>
                  <a:pt x="861344" y="230426"/>
                </a:lnTo>
                <a:lnTo>
                  <a:pt x="861454" y="224565"/>
                </a:lnTo>
                <a:lnTo>
                  <a:pt x="862880" y="223219"/>
                </a:lnTo>
                <a:lnTo>
                  <a:pt x="864387" y="222744"/>
                </a:lnTo>
                <a:lnTo>
                  <a:pt x="866008" y="223009"/>
                </a:lnTo>
                <a:lnTo>
                  <a:pt x="867713" y="224022"/>
                </a:lnTo>
                <a:close/>
                <a:moveTo>
                  <a:pt x="906091" y="227059"/>
                </a:moveTo>
                <a:lnTo>
                  <a:pt x="921000" y="236271"/>
                </a:lnTo>
                <a:lnTo>
                  <a:pt x="922444" y="238189"/>
                </a:lnTo>
                <a:lnTo>
                  <a:pt x="922291" y="239547"/>
                </a:lnTo>
                <a:lnTo>
                  <a:pt x="919342" y="240356"/>
                </a:lnTo>
                <a:lnTo>
                  <a:pt x="913347" y="240304"/>
                </a:lnTo>
                <a:lnTo>
                  <a:pt x="902970" y="239036"/>
                </a:lnTo>
                <a:lnTo>
                  <a:pt x="900113" y="238052"/>
                </a:lnTo>
                <a:lnTo>
                  <a:pt x="899052" y="237184"/>
                </a:lnTo>
                <a:lnTo>
                  <a:pt x="899677" y="225741"/>
                </a:lnTo>
                <a:lnTo>
                  <a:pt x="900437" y="225165"/>
                </a:lnTo>
                <a:lnTo>
                  <a:pt x="902029" y="225227"/>
                </a:lnTo>
                <a:lnTo>
                  <a:pt x="906091" y="227059"/>
                </a:lnTo>
                <a:close/>
                <a:moveTo>
                  <a:pt x="855032" y="226722"/>
                </a:moveTo>
                <a:lnTo>
                  <a:pt x="856099" y="228849"/>
                </a:lnTo>
                <a:lnTo>
                  <a:pt x="856244" y="231589"/>
                </a:lnTo>
                <a:lnTo>
                  <a:pt x="855643" y="235330"/>
                </a:lnTo>
                <a:lnTo>
                  <a:pt x="854544" y="236322"/>
                </a:lnTo>
                <a:lnTo>
                  <a:pt x="850561" y="236980"/>
                </a:lnTo>
                <a:lnTo>
                  <a:pt x="842619" y="237270"/>
                </a:lnTo>
                <a:lnTo>
                  <a:pt x="837000" y="237199"/>
                </a:lnTo>
                <a:lnTo>
                  <a:pt x="835647" y="236709"/>
                </a:lnTo>
                <a:lnTo>
                  <a:pt x="836298" y="234967"/>
                </a:lnTo>
                <a:lnTo>
                  <a:pt x="839315" y="232169"/>
                </a:lnTo>
                <a:lnTo>
                  <a:pt x="844780" y="230129"/>
                </a:lnTo>
                <a:lnTo>
                  <a:pt x="853629" y="226041"/>
                </a:lnTo>
                <a:lnTo>
                  <a:pt x="855032" y="226722"/>
                </a:lnTo>
                <a:close/>
                <a:moveTo>
                  <a:pt x="880393" y="234243"/>
                </a:moveTo>
                <a:lnTo>
                  <a:pt x="882425" y="236201"/>
                </a:lnTo>
                <a:lnTo>
                  <a:pt x="882593" y="237251"/>
                </a:lnTo>
                <a:lnTo>
                  <a:pt x="881840" y="238016"/>
                </a:lnTo>
                <a:lnTo>
                  <a:pt x="878002" y="238436"/>
                </a:lnTo>
                <a:lnTo>
                  <a:pt x="876372" y="238053"/>
                </a:lnTo>
                <a:lnTo>
                  <a:pt x="875373" y="237323"/>
                </a:lnTo>
                <a:lnTo>
                  <a:pt x="875132" y="235666"/>
                </a:lnTo>
                <a:lnTo>
                  <a:pt x="876489" y="233595"/>
                </a:lnTo>
                <a:lnTo>
                  <a:pt x="878187" y="233271"/>
                </a:lnTo>
                <a:lnTo>
                  <a:pt x="880393" y="234243"/>
                </a:lnTo>
                <a:close/>
                <a:moveTo>
                  <a:pt x="878946" y="247116"/>
                </a:moveTo>
                <a:lnTo>
                  <a:pt x="877831" y="247916"/>
                </a:lnTo>
                <a:lnTo>
                  <a:pt x="877025" y="247297"/>
                </a:lnTo>
                <a:lnTo>
                  <a:pt x="877725" y="246698"/>
                </a:lnTo>
                <a:lnTo>
                  <a:pt x="878946" y="247116"/>
                </a:lnTo>
                <a:close/>
                <a:moveTo>
                  <a:pt x="893893" y="247647"/>
                </a:moveTo>
                <a:lnTo>
                  <a:pt x="894740" y="249288"/>
                </a:lnTo>
                <a:lnTo>
                  <a:pt x="894795" y="250947"/>
                </a:lnTo>
                <a:lnTo>
                  <a:pt x="894005" y="253634"/>
                </a:lnTo>
                <a:lnTo>
                  <a:pt x="893086" y="254713"/>
                </a:lnTo>
                <a:lnTo>
                  <a:pt x="891064" y="255363"/>
                </a:lnTo>
                <a:lnTo>
                  <a:pt x="889320" y="255144"/>
                </a:lnTo>
                <a:lnTo>
                  <a:pt x="886462" y="253979"/>
                </a:lnTo>
                <a:lnTo>
                  <a:pt x="885414" y="253121"/>
                </a:lnTo>
                <a:lnTo>
                  <a:pt x="885178" y="252173"/>
                </a:lnTo>
                <a:lnTo>
                  <a:pt x="885764" y="251057"/>
                </a:lnTo>
                <a:lnTo>
                  <a:pt x="889939" y="247691"/>
                </a:lnTo>
                <a:lnTo>
                  <a:pt x="892244" y="246776"/>
                </a:lnTo>
                <a:lnTo>
                  <a:pt x="893893" y="247647"/>
                </a:lnTo>
                <a:close/>
                <a:moveTo>
                  <a:pt x="868484" y="249141"/>
                </a:moveTo>
                <a:lnTo>
                  <a:pt x="870244" y="250655"/>
                </a:lnTo>
                <a:lnTo>
                  <a:pt x="871013" y="252001"/>
                </a:lnTo>
                <a:lnTo>
                  <a:pt x="870796" y="253165"/>
                </a:lnTo>
                <a:lnTo>
                  <a:pt x="869598" y="254129"/>
                </a:lnTo>
                <a:lnTo>
                  <a:pt x="867423" y="254879"/>
                </a:lnTo>
                <a:lnTo>
                  <a:pt x="864644" y="255065"/>
                </a:lnTo>
                <a:lnTo>
                  <a:pt x="862532" y="254178"/>
                </a:lnTo>
                <a:lnTo>
                  <a:pt x="861540" y="253014"/>
                </a:lnTo>
                <a:lnTo>
                  <a:pt x="860759" y="250227"/>
                </a:lnTo>
                <a:lnTo>
                  <a:pt x="860882" y="249237"/>
                </a:lnTo>
                <a:lnTo>
                  <a:pt x="861850" y="247860"/>
                </a:lnTo>
                <a:lnTo>
                  <a:pt x="864680" y="247426"/>
                </a:lnTo>
                <a:lnTo>
                  <a:pt x="868484" y="249141"/>
                </a:lnTo>
                <a:close/>
                <a:moveTo>
                  <a:pt x="885021" y="261870"/>
                </a:moveTo>
                <a:lnTo>
                  <a:pt x="886001" y="262311"/>
                </a:lnTo>
                <a:lnTo>
                  <a:pt x="886460" y="263028"/>
                </a:lnTo>
                <a:lnTo>
                  <a:pt x="885862" y="264769"/>
                </a:lnTo>
                <a:lnTo>
                  <a:pt x="880651" y="267948"/>
                </a:lnTo>
                <a:lnTo>
                  <a:pt x="878174" y="268844"/>
                </a:lnTo>
                <a:lnTo>
                  <a:pt x="872998" y="266896"/>
                </a:lnTo>
                <a:lnTo>
                  <a:pt x="869894" y="265035"/>
                </a:lnTo>
                <a:lnTo>
                  <a:pt x="868886" y="263829"/>
                </a:lnTo>
                <a:lnTo>
                  <a:pt x="869438" y="262366"/>
                </a:lnTo>
                <a:lnTo>
                  <a:pt x="871443" y="261545"/>
                </a:lnTo>
                <a:lnTo>
                  <a:pt x="885021" y="261870"/>
                </a:lnTo>
                <a:close/>
                <a:moveTo>
                  <a:pt x="855080" y="262882"/>
                </a:moveTo>
                <a:lnTo>
                  <a:pt x="855989" y="263718"/>
                </a:lnTo>
                <a:lnTo>
                  <a:pt x="856322" y="264781"/>
                </a:lnTo>
                <a:lnTo>
                  <a:pt x="856416" y="268591"/>
                </a:lnTo>
                <a:lnTo>
                  <a:pt x="855616" y="274344"/>
                </a:lnTo>
                <a:lnTo>
                  <a:pt x="854289" y="276323"/>
                </a:lnTo>
                <a:lnTo>
                  <a:pt x="853035" y="276350"/>
                </a:lnTo>
                <a:lnTo>
                  <a:pt x="844866" y="272168"/>
                </a:lnTo>
                <a:lnTo>
                  <a:pt x="842037" y="270244"/>
                </a:lnTo>
                <a:lnTo>
                  <a:pt x="840695" y="268484"/>
                </a:lnTo>
                <a:lnTo>
                  <a:pt x="840901" y="267490"/>
                </a:lnTo>
                <a:lnTo>
                  <a:pt x="842258" y="266621"/>
                </a:lnTo>
                <a:lnTo>
                  <a:pt x="847788" y="264877"/>
                </a:lnTo>
                <a:lnTo>
                  <a:pt x="852584" y="262782"/>
                </a:lnTo>
                <a:lnTo>
                  <a:pt x="855080" y="262882"/>
                </a:lnTo>
                <a:close/>
                <a:moveTo>
                  <a:pt x="906670" y="264907"/>
                </a:moveTo>
                <a:lnTo>
                  <a:pt x="914478" y="267876"/>
                </a:lnTo>
                <a:lnTo>
                  <a:pt x="914962" y="269123"/>
                </a:lnTo>
                <a:lnTo>
                  <a:pt x="914288" y="270886"/>
                </a:lnTo>
                <a:lnTo>
                  <a:pt x="912607" y="272559"/>
                </a:lnTo>
                <a:lnTo>
                  <a:pt x="904802" y="276494"/>
                </a:lnTo>
                <a:lnTo>
                  <a:pt x="901890" y="277088"/>
                </a:lnTo>
                <a:lnTo>
                  <a:pt x="900156" y="276754"/>
                </a:lnTo>
                <a:lnTo>
                  <a:pt x="899520" y="275930"/>
                </a:lnTo>
                <a:lnTo>
                  <a:pt x="899152" y="272060"/>
                </a:lnTo>
                <a:lnTo>
                  <a:pt x="899335" y="267180"/>
                </a:lnTo>
                <a:lnTo>
                  <a:pt x="900016" y="264281"/>
                </a:lnTo>
                <a:lnTo>
                  <a:pt x="902439" y="263690"/>
                </a:lnTo>
                <a:lnTo>
                  <a:pt x="906670" y="264907"/>
                </a:lnTo>
                <a:close/>
                <a:moveTo>
                  <a:pt x="893555" y="268765"/>
                </a:moveTo>
                <a:lnTo>
                  <a:pt x="894574" y="271582"/>
                </a:lnTo>
                <a:lnTo>
                  <a:pt x="894431" y="275796"/>
                </a:lnTo>
                <a:lnTo>
                  <a:pt x="893693" y="276888"/>
                </a:lnTo>
                <a:lnTo>
                  <a:pt x="892369" y="277432"/>
                </a:lnTo>
                <a:lnTo>
                  <a:pt x="889885" y="276938"/>
                </a:lnTo>
                <a:lnTo>
                  <a:pt x="888179" y="275814"/>
                </a:lnTo>
                <a:lnTo>
                  <a:pt x="886661" y="274116"/>
                </a:lnTo>
                <a:lnTo>
                  <a:pt x="885921" y="272534"/>
                </a:lnTo>
                <a:lnTo>
                  <a:pt x="886082" y="271627"/>
                </a:lnTo>
                <a:lnTo>
                  <a:pt x="887374" y="270323"/>
                </a:lnTo>
                <a:lnTo>
                  <a:pt x="891240" y="268302"/>
                </a:lnTo>
                <a:lnTo>
                  <a:pt x="892464" y="268020"/>
                </a:lnTo>
                <a:lnTo>
                  <a:pt x="893555" y="268765"/>
                </a:lnTo>
                <a:close/>
                <a:moveTo>
                  <a:pt x="867857" y="270741"/>
                </a:moveTo>
                <a:lnTo>
                  <a:pt x="868897" y="271826"/>
                </a:lnTo>
                <a:lnTo>
                  <a:pt x="869149" y="273064"/>
                </a:lnTo>
                <a:lnTo>
                  <a:pt x="868603" y="274557"/>
                </a:lnTo>
                <a:lnTo>
                  <a:pt x="867287" y="276223"/>
                </a:lnTo>
                <a:lnTo>
                  <a:pt x="866223" y="276948"/>
                </a:lnTo>
                <a:lnTo>
                  <a:pt x="864013" y="277384"/>
                </a:lnTo>
                <a:lnTo>
                  <a:pt x="862095" y="276625"/>
                </a:lnTo>
                <a:lnTo>
                  <a:pt x="861396" y="275857"/>
                </a:lnTo>
                <a:lnTo>
                  <a:pt x="860817" y="273663"/>
                </a:lnTo>
                <a:lnTo>
                  <a:pt x="861381" y="271483"/>
                </a:lnTo>
                <a:lnTo>
                  <a:pt x="862354" y="270293"/>
                </a:lnTo>
                <a:lnTo>
                  <a:pt x="863681" y="269669"/>
                </a:lnTo>
                <a:lnTo>
                  <a:pt x="865256" y="269635"/>
                </a:lnTo>
                <a:lnTo>
                  <a:pt x="867857" y="270741"/>
                </a:lnTo>
                <a:close/>
                <a:moveTo>
                  <a:pt x="828032" y="273490"/>
                </a:moveTo>
                <a:lnTo>
                  <a:pt x="828640" y="274505"/>
                </a:lnTo>
                <a:lnTo>
                  <a:pt x="828726" y="275725"/>
                </a:lnTo>
                <a:lnTo>
                  <a:pt x="828032" y="277443"/>
                </a:lnTo>
                <a:lnTo>
                  <a:pt x="827153" y="278212"/>
                </a:lnTo>
                <a:lnTo>
                  <a:pt x="820589" y="278344"/>
                </a:lnTo>
                <a:lnTo>
                  <a:pt x="818628" y="277848"/>
                </a:lnTo>
                <a:lnTo>
                  <a:pt x="817770" y="276993"/>
                </a:lnTo>
                <a:lnTo>
                  <a:pt x="818307" y="275287"/>
                </a:lnTo>
                <a:lnTo>
                  <a:pt x="820417" y="274190"/>
                </a:lnTo>
                <a:lnTo>
                  <a:pt x="825613" y="272847"/>
                </a:lnTo>
                <a:lnTo>
                  <a:pt x="827079" y="272895"/>
                </a:lnTo>
                <a:lnTo>
                  <a:pt x="828032" y="273490"/>
                </a:lnTo>
                <a:close/>
                <a:moveTo>
                  <a:pt x="937768" y="275707"/>
                </a:moveTo>
                <a:lnTo>
                  <a:pt x="944450" y="278475"/>
                </a:lnTo>
                <a:lnTo>
                  <a:pt x="945640" y="279754"/>
                </a:lnTo>
                <a:lnTo>
                  <a:pt x="944904" y="280481"/>
                </a:lnTo>
                <a:lnTo>
                  <a:pt x="942956" y="280933"/>
                </a:lnTo>
                <a:lnTo>
                  <a:pt x="935784" y="281345"/>
                </a:lnTo>
                <a:lnTo>
                  <a:pt x="930584" y="280915"/>
                </a:lnTo>
                <a:lnTo>
                  <a:pt x="928752" y="278624"/>
                </a:lnTo>
                <a:lnTo>
                  <a:pt x="927643" y="275756"/>
                </a:lnTo>
                <a:lnTo>
                  <a:pt x="928145" y="274501"/>
                </a:lnTo>
                <a:lnTo>
                  <a:pt x="930608" y="273779"/>
                </a:lnTo>
                <a:lnTo>
                  <a:pt x="934581" y="274463"/>
                </a:lnTo>
                <a:lnTo>
                  <a:pt x="937768" y="275707"/>
                </a:lnTo>
                <a:close/>
                <a:moveTo>
                  <a:pt x="839314" y="274743"/>
                </a:moveTo>
                <a:lnTo>
                  <a:pt x="839855" y="276750"/>
                </a:lnTo>
                <a:lnTo>
                  <a:pt x="838665" y="278228"/>
                </a:lnTo>
                <a:lnTo>
                  <a:pt x="836978" y="277892"/>
                </a:lnTo>
                <a:lnTo>
                  <a:pt x="835114" y="276224"/>
                </a:lnTo>
                <a:lnTo>
                  <a:pt x="835402" y="275225"/>
                </a:lnTo>
                <a:lnTo>
                  <a:pt x="836759" y="274400"/>
                </a:lnTo>
                <a:lnTo>
                  <a:pt x="838429" y="274291"/>
                </a:lnTo>
                <a:lnTo>
                  <a:pt x="839314" y="274743"/>
                </a:lnTo>
                <a:close/>
                <a:moveTo>
                  <a:pt x="920411" y="275129"/>
                </a:moveTo>
                <a:lnTo>
                  <a:pt x="921364" y="276134"/>
                </a:lnTo>
                <a:lnTo>
                  <a:pt x="922028" y="278177"/>
                </a:lnTo>
                <a:lnTo>
                  <a:pt x="921857" y="279516"/>
                </a:lnTo>
                <a:lnTo>
                  <a:pt x="920998" y="280471"/>
                </a:lnTo>
                <a:lnTo>
                  <a:pt x="919741" y="281110"/>
                </a:lnTo>
                <a:lnTo>
                  <a:pt x="917453" y="281398"/>
                </a:lnTo>
                <a:lnTo>
                  <a:pt x="915890" y="281089"/>
                </a:lnTo>
                <a:lnTo>
                  <a:pt x="914040" y="279978"/>
                </a:lnTo>
                <a:lnTo>
                  <a:pt x="914469" y="278598"/>
                </a:lnTo>
                <a:lnTo>
                  <a:pt x="918347" y="275278"/>
                </a:lnTo>
                <a:lnTo>
                  <a:pt x="919339" y="274740"/>
                </a:lnTo>
                <a:lnTo>
                  <a:pt x="920411" y="275129"/>
                </a:lnTo>
                <a:close/>
                <a:moveTo>
                  <a:pt x="879188" y="278166"/>
                </a:moveTo>
                <a:lnTo>
                  <a:pt x="879760" y="279211"/>
                </a:lnTo>
                <a:lnTo>
                  <a:pt x="878629" y="279857"/>
                </a:lnTo>
                <a:lnTo>
                  <a:pt x="876005" y="279786"/>
                </a:lnTo>
                <a:lnTo>
                  <a:pt x="875213" y="279095"/>
                </a:lnTo>
                <a:lnTo>
                  <a:pt x="875828" y="278015"/>
                </a:lnTo>
                <a:lnTo>
                  <a:pt x="876830" y="277597"/>
                </a:lnTo>
                <a:lnTo>
                  <a:pt x="879188" y="278166"/>
                </a:lnTo>
                <a:close/>
                <a:moveTo>
                  <a:pt x="882514" y="286797"/>
                </a:moveTo>
                <a:lnTo>
                  <a:pt x="882702" y="287372"/>
                </a:lnTo>
                <a:lnTo>
                  <a:pt x="882175" y="288448"/>
                </a:lnTo>
                <a:lnTo>
                  <a:pt x="878861" y="289772"/>
                </a:lnTo>
                <a:lnTo>
                  <a:pt x="875909" y="289449"/>
                </a:lnTo>
                <a:lnTo>
                  <a:pt x="873922" y="288254"/>
                </a:lnTo>
                <a:lnTo>
                  <a:pt x="873475" y="287377"/>
                </a:lnTo>
                <a:lnTo>
                  <a:pt x="874421" y="286202"/>
                </a:lnTo>
                <a:lnTo>
                  <a:pt x="877210" y="285762"/>
                </a:lnTo>
                <a:lnTo>
                  <a:pt x="880530" y="285984"/>
                </a:lnTo>
                <a:lnTo>
                  <a:pt x="882514" y="286797"/>
                </a:lnTo>
                <a:close/>
                <a:moveTo>
                  <a:pt x="893700" y="288677"/>
                </a:moveTo>
                <a:lnTo>
                  <a:pt x="894572" y="291614"/>
                </a:lnTo>
                <a:lnTo>
                  <a:pt x="894560" y="297405"/>
                </a:lnTo>
                <a:lnTo>
                  <a:pt x="893700" y="300007"/>
                </a:lnTo>
                <a:lnTo>
                  <a:pt x="892266" y="300621"/>
                </a:lnTo>
                <a:lnTo>
                  <a:pt x="885052" y="295962"/>
                </a:lnTo>
                <a:lnTo>
                  <a:pt x="884586" y="295412"/>
                </a:lnTo>
                <a:lnTo>
                  <a:pt x="884437" y="294030"/>
                </a:lnTo>
                <a:lnTo>
                  <a:pt x="886005" y="291561"/>
                </a:lnTo>
                <a:lnTo>
                  <a:pt x="889457" y="289111"/>
                </a:lnTo>
                <a:lnTo>
                  <a:pt x="892410" y="287791"/>
                </a:lnTo>
                <a:lnTo>
                  <a:pt x="893700" y="288677"/>
                </a:lnTo>
                <a:close/>
                <a:moveTo>
                  <a:pt x="867713" y="289641"/>
                </a:moveTo>
                <a:lnTo>
                  <a:pt x="870535" y="292589"/>
                </a:lnTo>
                <a:lnTo>
                  <a:pt x="871184" y="294218"/>
                </a:lnTo>
                <a:lnTo>
                  <a:pt x="870947" y="295433"/>
                </a:lnTo>
                <a:lnTo>
                  <a:pt x="868912" y="297068"/>
                </a:lnTo>
                <a:lnTo>
                  <a:pt x="864496" y="299536"/>
                </a:lnTo>
                <a:lnTo>
                  <a:pt x="862442" y="300156"/>
                </a:lnTo>
                <a:lnTo>
                  <a:pt x="861064" y="299895"/>
                </a:lnTo>
                <a:lnTo>
                  <a:pt x="860351" y="298414"/>
                </a:lnTo>
                <a:lnTo>
                  <a:pt x="860166" y="293443"/>
                </a:lnTo>
                <a:lnTo>
                  <a:pt x="860513" y="289982"/>
                </a:lnTo>
                <a:lnTo>
                  <a:pt x="861300" y="288050"/>
                </a:lnTo>
                <a:lnTo>
                  <a:pt x="864929" y="288559"/>
                </a:lnTo>
                <a:lnTo>
                  <a:pt x="867713" y="289641"/>
                </a:lnTo>
                <a:close/>
                <a:moveTo>
                  <a:pt x="882755" y="299815"/>
                </a:moveTo>
                <a:lnTo>
                  <a:pt x="885516" y="302718"/>
                </a:lnTo>
                <a:lnTo>
                  <a:pt x="885504" y="303117"/>
                </a:lnTo>
                <a:lnTo>
                  <a:pt x="884586" y="303636"/>
                </a:lnTo>
                <a:lnTo>
                  <a:pt x="876556" y="303948"/>
                </a:lnTo>
                <a:lnTo>
                  <a:pt x="873818" y="303570"/>
                </a:lnTo>
                <a:lnTo>
                  <a:pt x="872540" y="302750"/>
                </a:lnTo>
                <a:lnTo>
                  <a:pt x="872411" y="302150"/>
                </a:lnTo>
                <a:lnTo>
                  <a:pt x="873098" y="300523"/>
                </a:lnTo>
                <a:lnTo>
                  <a:pt x="875620" y="297307"/>
                </a:lnTo>
                <a:lnTo>
                  <a:pt x="879541" y="297565"/>
                </a:lnTo>
                <a:lnTo>
                  <a:pt x="882755" y="299815"/>
                </a:lnTo>
                <a:close/>
                <a:moveTo>
                  <a:pt x="882225" y="309457"/>
                </a:moveTo>
                <a:lnTo>
                  <a:pt x="882878" y="310545"/>
                </a:lnTo>
                <a:lnTo>
                  <a:pt x="882187" y="311596"/>
                </a:lnTo>
                <a:lnTo>
                  <a:pt x="877018" y="313411"/>
                </a:lnTo>
                <a:lnTo>
                  <a:pt x="873757" y="311735"/>
                </a:lnTo>
                <a:lnTo>
                  <a:pt x="872706" y="310538"/>
                </a:lnTo>
                <a:lnTo>
                  <a:pt x="873257" y="309554"/>
                </a:lnTo>
                <a:lnTo>
                  <a:pt x="875717" y="308844"/>
                </a:lnTo>
                <a:lnTo>
                  <a:pt x="880008" y="308801"/>
                </a:lnTo>
                <a:lnTo>
                  <a:pt x="882225" y="309457"/>
                </a:lnTo>
                <a:close/>
                <a:moveTo>
                  <a:pt x="866604" y="312640"/>
                </a:moveTo>
                <a:lnTo>
                  <a:pt x="868169" y="313584"/>
                </a:lnTo>
                <a:lnTo>
                  <a:pt x="870021" y="315466"/>
                </a:lnTo>
                <a:lnTo>
                  <a:pt x="870922" y="317413"/>
                </a:lnTo>
                <a:lnTo>
                  <a:pt x="870798" y="318474"/>
                </a:lnTo>
                <a:lnTo>
                  <a:pt x="869569" y="319554"/>
                </a:lnTo>
                <a:lnTo>
                  <a:pt x="866405" y="320384"/>
                </a:lnTo>
                <a:lnTo>
                  <a:pt x="862967" y="320134"/>
                </a:lnTo>
                <a:lnTo>
                  <a:pt x="861252" y="319293"/>
                </a:lnTo>
                <a:lnTo>
                  <a:pt x="860294" y="318192"/>
                </a:lnTo>
                <a:lnTo>
                  <a:pt x="859974" y="316666"/>
                </a:lnTo>
                <a:lnTo>
                  <a:pt x="860188" y="313229"/>
                </a:lnTo>
                <a:lnTo>
                  <a:pt x="860862" y="311897"/>
                </a:lnTo>
                <a:lnTo>
                  <a:pt x="862931" y="311427"/>
                </a:lnTo>
                <a:lnTo>
                  <a:pt x="866604" y="312640"/>
                </a:lnTo>
                <a:close/>
                <a:moveTo>
                  <a:pt x="894375" y="313507"/>
                </a:moveTo>
                <a:lnTo>
                  <a:pt x="894824" y="316454"/>
                </a:lnTo>
                <a:lnTo>
                  <a:pt x="894588" y="319771"/>
                </a:lnTo>
                <a:lnTo>
                  <a:pt x="893983" y="321334"/>
                </a:lnTo>
                <a:lnTo>
                  <a:pt x="892964" y="322137"/>
                </a:lnTo>
                <a:lnTo>
                  <a:pt x="890965" y="322014"/>
                </a:lnTo>
                <a:lnTo>
                  <a:pt x="886254" y="319492"/>
                </a:lnTo>
                <a:lnTo>
                  <a:pt x="885130" y="318335"/>
                </a:lnTo>
                <a:lnTo>
                  <a:pt x="885065" y="317411"/>
                </a:lnTo>
                <a:lnTo>
                  <a:pt x="885938" y="315629"/>
                </a:lnTo>
                <a:lnTo>
                  <a:pt x="889572" y="312567"/>
                </a:lnTo>
                <a:lnTo>
                  <a:pt x="892531" y="311687"/>
                </a:lnTo>
                <a:lnTo>
                  <a:pt x="893484" y="312184"/>
                </a:lnTo>
                <a:lnTo>
                  <a:pt x="894375" y="313507"/>
                </a:lnTo>
                <a:close/>
                <a:moveTo>
                  <a:pt x="854839" y="313218"/>
                </a:moveTo>
                <a:lnTo>
                  <a:pt x="855698" y="314853"/>
                </a:lnTo>
                <a:lnTo>
                  <a:pt x="855773" y="316870"/>
                </a:lnTo>
                <a:lnTo>
                  <a:pt x="855088" y="318716"/>
                </a:lnTo>
                <a:lnTo>
                  <a:pt x="853586" y="320306"/>
                </a:lnTo>
                <a:lnTo>
                  <a:pt x="839133" y="320842"/>
                </a:lnTo>
                <a:lnTo>
                  <a:pt x="837605" y="320614"/>
                </a:lnTo>
                <a:lnTo>
                  <a:pt x="836373" y="319534"/>
                </a:lnTo>
                <a:lnTo>
                  <a:pt x="837334" y="318126"/>
                </a:lnTo>
                <a:lnTo>
                  <a:pt x="838513" y="317274"/>
                </a:lnTo>
                <a:lnTo>
                  <a:pt x="845272" y="315161"/>
                </a:lnTo>
                <a:lnTo>
                  <a:pt x="850672" y="312807"/>
                </a:lnTo>
                <a:lnTo>
                  <a:pt x="852882" y="312349"/>
                </a:lnTo>
                <a:lnTo>
                  <a:pt x="854839" y="313218"/>
                </a:lnTo>
                <a:close/>
                <a:moveTo>
                  <a:pt x="906911" y="313749"/>
                </a:moveTo>
                <a:lnTo>
                  <a:pt x="920859" y="321034"/>
                </a:lnTo>
                <a:lnTo>
                  <a:pt x="921990" y="321975"/>
                </a:lnTo>
                <a:lnTo>
                  <a:pt x="922083" y="323254"/>
                </a:lnTo>
                <a:lnTo>
                  <a:pt x="920481" y="324056"/>
                </a:lnTo>
                <a:lnTo>
                  <a:pt x="912504" y="324018"/>
                </a:lnTo>
                <a:lnTo>
                  <a:pt x="904047" y="323420"/>
                </a:lnTo>
                <a:lnTo>
                  <a:pt x="901210" y="322481"/>
                </a:lnTo>
                <a:lnTo>
                  <a:pt x="900259" y="321430"/>
                </a:lnTo>
                <a:lnTo>
                  <a:pt x="899457" y="319141"/>
                </a:lnTo>
                <a:lnTo>
                  <a:pt x="899236" y="315491"/>
                </a:lnTo>
                <a:lnTo>
                  <a:pt x="899694" y="313413"/>
                </a:lnTo>
                <a:lnTo>
                  <a:pt x="900415" y="312672"/>
                </a:lnTo>
                <a:lnTo>
                  <a:pt x="902294" y="312211"/>
                </a:lnTo>
                <a:lnTo>
                  <a:pt x="904615" y="312593"/>
                </a:lnTo>
                <a:lnTo>
                  <a:pt x="906911" y="313749"/>
                </a:lnTo>
                <a:close/>
                <a:moveTo>
                  <a:pt x="880441" y="329611"/>
                </a:moveTo>
                <a:lnTo>
                  <a:pt x="881303" y="330871"/>
                </a:lnTo>
                <a:lnTo>
                  <a:pt x="880104" y="332456"/>
                </a:lnTo>
                <a:lnTo>
                  <a:pt x="878104" y="333387"/>
                </a:lnTo>
                <a:lnTo>
                  <a:pt x="876970" y="333257"/>
                </a:lnTo>
                <a:lnTo>
                  <a:pt x="876113" y="332578"/>
                </a:lnTo>
                <a:lnTo>
                  <a:pt x="875571" y="330624"/>
                </a:lnTo>
                <a:lnTo>
                  <a:pt x="876268" y="329627"/>
                </a:lnTo>
                <a:lnTo>
                  <a:pt x="878560" y="329149"/>
                </a:lnTo>
                <a:lnTo>
                  <a:pt x="880441" y="329611"/>
                </a:lnTo>
                <a:close/>
                <a:moveTo>
                  <a:pt x="864482" y="332022"/>
                </a:moveTo>
                <a:lnTo>
                  <a:pt x="869839" y="335534"/>
                </a:lnTo>
                <a:lnTo>
                  <a:pt x="870638" y="337659"/>
                </a:lnTo>
                <a:lnTo>
                  <a:pt x="869685" y="338907"/>
                </a:lnTo>
                <a:lnTo>
                  <a:pt x="863624" y="342465"/>
                </a:lnTo>
                <a:lnTo>
                  <a:pt x="860947" y="342906"/>
                </a:lnTo>
                <a:lnTo>
                  <a:pt x="859890" y="341893"/>
                </a:lnTo>
                <a:lnTo>
                  <a:pt x="859389" y="339800"/>
                </a:lnTo>
                <a:lnTo>
                  <a:pt x="860000" y="332843"/>
                </a:lnTo>
                <a:lnTo>
                  <a:pt x="861249" y="331260"/>
                </a:lnTo>
                <a:lnTo>
                  <a:pt x="862604" y="331267"/>
                </a:lnTo>
                <a:lnTo>
                  <a:pt x="864482" y="332022"/>
                </a:lnTo>
                <a:close/>
                <a:moveTo>
                  <a:pt x="895580" y="332697"/>
                </a:moveTo>
                <a:lnTo>
                  <a:pt x="896963" y="334809"/>
                </a:lnTo>
                <a:lnTo>
                  <a:pt x="897640" y="337294"/>
                </a:lnTo>
                <a:lnTo>
                  <a:pt x="897332" y="340661"/>
                </a:lnTo>
                <a:lnTo>
                  <a:pt x="896244" y="341962"/>
                </a:lnTo>
                <a:lnTo>
                  <a:pt x="894900" y="342066"/>
                </a:lnTo>
                <a:lnTo>
                  <a:pt x="892169" y="341065"/>
                </a:lnTo>
                <a:lnTo>
                  <a:pt x="888005" y="338956"/>
                </a:lnTo>
                <a:lnTo>
                  <a:pt x="886436" y="337707"/>
                </a:lnTo>
                <a:lnTo>
                  <a:pt x="886316" y="336435"/>
                </a:lnTo>
                <a:lnTo>
                  <a:pt x="887175" y="334897"/>
                </a:lnTo>
                <a:lnTo>
                  <a:pt x="890489" y="332209"/>
                </a:lnTo>
                <a:lnTo>
                  <a:pt x="893266" y="331537"/>
                </a:lnTo>
                <a:lnTo>
                  <a:pt x="895580" y="332697"/>
                </a:lnTo>
                <a:close/>
                <a:moveTo>
                  <a:pt x="882032" y="342436"/>
                </a:moveTo>
                <a:lnTo>
                  <a:pt x="889737" y="347159"/>
                </a:lnTo>
                <a:lnTo>
                  <a:pt x="891193" y="348511"/>
                </a:lnTo>
                <a:lnTo>
                  <a:pt x="891420" y="349365"/>
                </a:lnTo>
                <a:lnTo>
                  <a:pt x="890777" y="350904"/>
                </a:lnTo>
                <a:lnTo>
                  <a:pt x="888976" y="352715"/>
                </a:lnTo>
                <a:lnTo>
                  <a:pt x="882645" y="357411"/>
                </a:lnTo>
                <a:lnTo>
                  <a:pt x="880148" y="358689"/>
                </a:lnTo>
                <a:lnTo>
                  <a:pt x="877476" y="359285"/>
                </a:lnTo>
                <a:lnTo>
                  <a:pt x="874598" y="358463"/>
                </a:lnTo>
                <a:lnTo>
                  <a:pt x="867339" y="353383"/>
                </a:lnTo>
                <a:lnTo>
                  <a:pt x="863825" y="349475"/>
                </a:lnTo>
                <a:lnTo>
                  <a:pt x="863819" y="348513"/>
                </a:lnTo>
                <a:lnTo>
                  <a:pt x="865019" y="347245"/>
                </a:lnTo>
                <a:lnTo>
                  <a:pt x="876373" y="341042"/>
                </a:lnTo>
                <a:lnTo>
                  <a:pt x="878007" y="340813"/>
                </a:lnTo>
                <a:lnTo>
                  <a:pt x="882032" y="342436"/>
                </a:lnTo>
                <a:close/>
                <a:moveTo>
                  <a:pt x="861734" y="355213"/>
                </a:moveTo>
                <a:lnTo>
                  <a:pt x="869326" y="360640"/>
                </a:lnTo>
                <a:lnTo>
                  <a:pt x="870946" y="362996"/>
                </a:lnTo>
                <a:lnTo>
                  <a:pt x="871088" y="364470"/>
                </a:lnTo>
                <a:lnTo>
                  <a:pt x="859299" y="373100"/>
                </a:lnTo>
                <a:lnTo>
                  <a:pt x="854598" y="374932"/>
                </a:lnTo>
                <a:lnTo>
                  <a:pt x="853230" y="373150"/>
                </a:lnTo>
                <a:lnTo>
                  <a:pt x="852971" y="371877"/>
                </a:lnTo>
                <a:lnTo>
                  <a:pt x="855098" y="364548"/>
                </a:lnTo>
                <a:lnTo>
                  <a:pt x="856538" y="356338"/>
                </a:lnTo>
                <a:lnTo>
                  <a:pt x="857877" y="354809"/>
                </a:lnTo>
                <a:lnTo>
                  <a:pt x="859568" y="354710"/>
                </a:lnTo>
                <a:lnTo>
                  <a:pt x="861734" y="355213"/>
                </a:lnTo>
                <a:close/>
                <a:moveTo>
                  <a:pt x="897895" y="355550"/>
                </a:moveTo>
                <a:lnTo>
                  <a:pt x="899894" y="359983"/>
                </a:lnTo>
                <a:lnTo>
                  <a:pt x="901647" y="368084"/>
                </a:lnTo>
                <a:lnTo>
                  <a:pt x="901958" y="373519"/>
                </a:lnTo>
                <a:lnTo>
                  <a:pt x="901679" y="374517"/>
                </a:lnTo>
                <a:lnTo>
                  <a:pt x="900529" y="375335"/>
                </a:lnTo>
                <a:lnTo>
                  <a:pt x="898564" y="374631"/>
                </a:lnTo>
                <a:lnTo>
                  <a:pt x="887474" y="366915"/>
                </a:lnTo>
                <a:lnTo>
                  <a:pt x="884732" y="364325"/>
                </a:lnTo>
                <a:lnTo>
                  <a:pt x="887502" y="360968"/>
                </a:lnTo>
                <a:lnTo>
                  <a:pt x="894806" y="355087"/>
                </a:lnTo>
                <a:lnTo>
                  <a:pt x="896415" y="354740"/>
                </a:lnTo>
                <a:lnTo>
                  <a:pt x="897895" y="355550"/>
                </a:lnTo>
                <a:close/>
                <a:moveTo>
                  <a:pt x="882707" y="369581"/>
                </a:moveTo>
                <a:lnTo>
                  <a:pt x="892949" y="376659"/>
                </a:lnTo>
                <a:lnTo>
                  <a:pt x="896977" y="378623"/>
                </a:lnTo>
                <a:lnTo>
                  <a:pt x="897540" y="379488"/>
                </a:lnTo>
                <a:lnTo>
                  <a:pt x="897663" y="381330"/>
                </a:lnTo>
                <a:lnTo>
                  <a:pt x="897099" y="382791"/>
                </a:lnTo>
                <a:lnTo>
                  <a:pt x="895702" y="384045"/>
                </a:lnTo>
                <a:lnTo>
                  <a:pt x="891228" y="386653"/>
                </a:lnTo>
                <a:lnTo>
                  <a:pt x="882617" y="392755"/>
                </a:lnTo>
                <a:lnTo>
                  <a:pt x="879634" y="393371"/>
                </a:lnTo>
                <a:lnTo>
                  <a:pt x="876955" y="392281"/>
                </a:lnTo>
                <a:lnTo>
                  <a:pt x="865763" y="384521"/>
                </a:lnTo>
                <a:lnTo>
                  <a:pt x="863209" y="381827"/>
                </a:lnTo>
                <a:lnTo>
                  <a:pt x="862912" y="380225"/>
                </a:lnTo>
                <a:lnTo>
                  <a:pt x="864546" y="377899"/>
                </a:lnTo>
                <a:lnTo>
                  <a:pt x="876668" y="369014"/>
                </a:lnTo>
                <a:lnTo>
                  <a:pt x="879091" y="368182"/>
                </a:lnTo>
                <a:lnTo>
                  <a:pt x="882707" y="369581"/>
                </a:lnTo>
                <a:close/>
                <a:moveTo>
                  <a:pt x="856382" y="386890"/>
                </a:moveTo>
                <a:lnTo>
                  <a:pt x="868399" y="395429"/>
                </a:lnTo>
                <a:lnTo>
                  <a:pt x="870750" y="397617"/>
                </a:lnTo>
                <a:lnTo>
                  <a:pt x="871272" y="399204"/>
                </a:lnTo>
                <a:lnTo>
                  <a:pt x="869255" y="401306"/>
                </a:lnTo>
                <a:lnTo>
                  <a:pt x="852610" y="412349"/>
                </a:lnTo>
                <a:lnTo>
                  <a:pt x="849395" y="413473"/>
                </a:lnTo>
                <a:lnTo>
                  <a:pt x="848249" y="412414"/>
                </a:lnTo>
                <a:lnTo>
                  <a:pt x="847854" y="407940"/>
                </a:lnTo>
                <a:lnTo>
                  <a:pt x="849189" y="396461"/>
                </a:lnTo>
                <a:lnTo>
                  <a:pt x="850454" y="390392"/>
                </a:lnTo>
                <a:lnTo>
                  <a:pt x="851953" y="386983"/>
                </a:lnTo>
                <a:lnTo>
                  <a:pt x="853269" y="385817"/>
                </a:lnTo>
                <a:lnTo>
                  <a:pt x="854622" y="385682"/>
                </a:lnTo>
                <a:lnTo>
                  <a:pt x="856382" y="386890"/>
                </a:lnTo>
                <a:close/>
                <a:moveTo>
                  <a:pt x="904404" y="387179"/>
                </a:moveTo>
                <a:lnTo>
                  <a:pt x="905138" y="389069"/>
                </a:lnTo>
                <a:lnTo>
                  <a:pt x="906493" y="401775"/>
                </a:lnTo>
                <a:lnTo>
                  <a:pt x="908116" y="409599"/>
                </a:lnTo>
                <a:lnTo>
                  <a:pt x="907590" y="411456"/>
                </a:lnTo>
                <a:lnTo>
                  <a:pt x="906210" y="412076"/>
                </a:lnTo>
                <a:lnTo>
                  <a:pt x="903086" y="411133"/>
                </a:lnTo>
                <a:lnTo>
                  <a:pt x="888724" y="400864"/>
                </a:lnTo>
                <a:lnTo>
                  <a:pt x="887103" y="399344"/>
                </a:lnTo>
                <a:lnTo>
                  <a:pt x="886796" y="398456"/>
                </a:lnTo>
                <a:lnTo>
                  <a:pt x="887252" y="396706"/>
                </a:lnTo>
                <a:lnTo>
                  <a:pt x="888786" y="394848"/>
                </a:lnTo>
                <a:lnTo>
                  <a:pt x="896587" y="389686"/>
                </a:lnTo>
                <a:lnTo>
                  <a:pt x="900398" y="386406"/>
                </a:lnTo>
                <a:lnTo>
                  <a:pt x="902234" y="386215"/>
                </a:lnTo>
                <a:lnTo>
                  <a:pt x="904404" y="387179"/>
                </a:lnTo>
                <a:close/>
                <a:moveTo>
                  <a:pt x="881598" y="404247"/>
                </a:moveTo>
                <a:lnTo>
                  <a:pt x="901597" y="417831"/>
                </a:lnTo>
                <a:lnTo>
                  <a:pt x="901818" y="418582"/>
                </a:lnTo>
                <a:lnTo>
                  <a:pt x="901190" y="419754"/>
                </a:lnTo>
                <a:lnTo>
                  <a:pt x="897199" y="423009"/>
                </a:lnTo>
                <a:lnTo>
                  <a:pt x="880529" y="430849"/>
                </a:lnTo>
                <a:lnTo>
                  <a:pt x="876666" y="431393"/>
                </a:lnTo>
                <a:lnTo>
                  <a:pt x="873736" y="430525"/>
                </a:lnTo>
                <a:lnTo>
                  <a:pt x="860594" y="423560"/>
                </a:lnTo>
                <a:lnTo>
                  <a:pt x="857977" y="421862"/>
                </a:lnTo>
                <a:lnTo>
                  <a:pt x="855663" y="419670"/>
                </a:lnTo>
                <a:lnTo>
                  <a:pt x="855368" y="418597"/>
                </a:lnTo>
                <a:lnTo>
                  <a:pt x="856659" y="417144"/>
                </a:lnTo>
                <a:lnTo>
                  <a:pt x="874486" y="404597"/>
                </a:lnTo>
                <a:lnTo>
                  <a:pt x="878042" y="403269"/>
                </a:lnTo>
                <a:lnTo>
                  <a:pt x="881598" y="404247"/>
                </a:lnTo>
                <a:close/>
                <a:moveTo>
                  <a:pt x="908887" y="424400"/>
                </a:moveTo>
                <a:lnTo>
                  <a:pt x="909660" y="426833"/>
                </a:lnTo>
                <a:lnTo>
                  <a:pt x="911093" y="437617"/>
                </a:lnTo>
                <a:lnTo>
                  <a:pt x="912644" y="444604"/>
                </a:lnTo>
                <a:lnTo>
                  <a:pt x="912369" y="447465"/>
                </a:lnTo>
                <a:lnTo>
                  <a:pt x="911225" y="449061"/>
                </a:lnTo>
                <a:lnTo>
                  <a:pt x="909573" y="448929"/>
                </a:lnTo>
                <a:lnTo>
                  <a:pt x="906525" y="447609"/>
                </a:lnTo>
                <a:lnTo>
                  <a:pt x="889092" y="438726"/>
                </a:lnTo>
                <a:lnTo>
                  <a:pt x="887173" y="437291"/>
                </a:lnTo>
                <a:lnTo>
                  <a:pt x="886692" y="434872"/>
                </a:lnTo>
                <a:lnTo>
                  <a:pt x="887218" y="433599"/>
                </a:lnTo>
                <a:lnTo>
                  <a:pt x="887994" y="432939"/>
                </a:lnTo>
                <a:lnTo>
                  <a:pt x="892939" y="431040"/>
                </a:lnTo>
                <a:lnTo>
                  <a:pt x="901179" y="426797"/>
                </a:lnTo>
                <a:lnTo>
                  <a:pt x="905423" y="424095"/>
                </a:lnTo>
                <a:lnTo>
                  <a:pt x="907465" y="423731"/>
                </a:lnTo>
                <a:lnTo>
                  <a:pt x="908887" y="424400"/>
                </a:lnTo>
                <a:close/>
                <a:moveTo>
                  <a:pt x="852429" y="425847"/>
                </a:moveTo>
                <a:lnTo>
                  <a:pt x="865477" y="433105"/>
                </a:lnTo>
                <a:lnTo>
                  <a:pt x="866693" y="434388"/>
                </a:lnTo>
                <a:lnTo>
                  <a:pt x="866708" y="435895"/>
                </a:lnTo>
                <a:lnTo>
                  <a:pt x="865748" y="437430"/>
                </a:lnTo>
                <a:lnTo>
                  <a:pt x="863876" y="438679"/>
                </a:lnTo>
                <a:lnTo>
                  <a:pt x="858081" y="440828"/>
                </a:lnTo>
                <a:lnTo>
                  <a:pt x="847223" y="446347"/>
                </a:lnTo>
                <a:lnTo>
                  <a:pt x="844762" y="446609"/>
                </a:lnTo>
                <a:lnTo>
                  <a:pt x="843745" y="445477"/>
                </a:lnTo>
                <a:lnTo>
                  <a:pt x="843557" y="444120"/>
                </a:lnTo>
                <a:lnTo>
                  <a:pt x="844473" y="432669"/>
                </a:lnTo>
                <a:lnTo>
                  <a:pt x="845679" y="424834"/>
                </a:lnTo>
                <a:lnTo>
                  <a:pt x="846543" y="424259"/>
                </a:lnTo>
                <a:lnTo>
                  <a:pt x="848439" y="424147"/>
                </a:lnTo>
                <a:lnTo>
                  <a:pt x="852429" y="425847"/>
                </a:lnTo>
                <a:close/>
                <a:moveTo>
                  <a:pt x="880634" y="441420"/>
                </a:moveTo>
                <a:lnTo>
                  <a:pt x="900753" y="452479"/>
                </a:lnTo>
                <a:lnTo>
                  <a:pt x="902095" y="453666"/>
                </a:lnTo>
                <a:lnTo>
                  <a:pt x="902556" y="455779"/>
                </a:lnTo>
                <a:lnTo>
                  <a:pt x="902274" y="457103"/>
                </a:lnTo>
                <a:lnTo>
                  <a:pt x="901185" y="458277"/>
                </a:lnTo>
                <a:lnTo>
                  <a:pt x="880850" y="473370"/>
                </a:lnTo>
                <a:lnTo>
                  <a:pt x="878969" y="474428"/>
                </a:lnTo>
                <a:lnTo>
                  <a:pt x="877163" y="474561"/>
                </a:lnTo>
                <a:lnTo>
                  <a:pt x="873771" y="472861"/>
                </a:lnTo>
                <a:lnTo>
                  <a:pt x="857048" y="459942"/>
                </a:lnTo>
                <a:lnTo>
                  <a:pt x="852091" y="455709"/>
                </a:lnTo>
                <a:lnTo>
                  <a:pt x="850571" y="453391"/>
                </a:lnTo>
                <a:lnTo>
                  <a:pt x="850934" y="452365"/>
                </a:lnTo>
                <a:lnTo>
                  <a:pt x="852297" y="451432"/>
                </a:lnTo>
                <a:lnTo>
                  <a:pt x="869595" y="442738"/>
                </a:lnTo>
                <a:lnTo>
                  <a:pt x="873668" y="440241"/>
                </a:lnTo>
                <a:lnTo>
                  <a:pt x="877035" y="439849"/>
                </a:lnTo>
                <a:lnTo>
                  <a:pt x="880634" y="441420"/>
                </a:lnTo>
                <a:close/>
                <a:moveTo>
                  <a:pt x="848571" y="462297"/>
                </a:moveTo>
                <a:lnTo>
                  <a:pt x="867306" y="476144"/>
                </a:lnTo>
                <a:lnTo>
                  <a:pt x="869527" y="478216"/>
                </a:lnTo>
                <a:lnTo>
                  <a:pt x="870268" y="479799"/>
                </a:lnTo>
                <a:lnTo>
                  <a:pt x="869329" y="481295"/>
                </a:lnTo>
                <a:lnTo>
                  <a:pt x="866188" y="484086"/>
                </a:lnTo>
                <a:lnTo>
                  <a:pt x="860824" y="487604"/>
                </a:lnTo>
                <a:lnTo>
                  <a:pt x="839208" y="503677"/>
                </a:lnTo>
                <a:lnTo>
                  <a:pt x="837698" y="503954"/>
                </a:lnTo>
                <a:lnTo>
                  <a:pt x="836376" y="503082"/>
                </a:lnTo>
                <a:lnTo>
                  <a:pt x="836211" y="500021"/>
                </a:lnTo>
                <a:lnTo>
                  <a:pt x="840846" y="462286"/>
                </a:lnTo>
                <a:lnTo>
                  <a:pt x="841695" y="459915"/>
                </a:lnTo>
                <a:lnTo>
                  <a:pt x="843107" y="459209"/>
                </a:lnTo>
                <a:lnTo>
                  <a:pt x="845321" y="460043"/>
                </a:lnTo>
                <a:lnTo>
                  <a:pt x="848571" y="462297"/>
                </a:lnTo>
                <a:close/>
                <a:moveTo>
                  <a:pt x="913516" y="462827"/>
                </a:moveTo>
                <a:lnTo>
                  <a:pt x="914399" y="466918"/>
                </a:lnTo>
                <a:lnTo>
                  <a:pt x="916715" y="487166"/>
                </a:lnTo>
                <a:lnTo>
                  <a:pt x="917734" y="501086"/>
                </a:lnTo>
                <a:lnTo>
                  <a:pt x="917610" y="503344"/>
                </a:lnTo>
                <a:lnTo>
                  <a:pt x="916885" y="504545"/>
                </a:lnTo>
                <a:lnTo>
                  <a:pt x="916302" y="504742"/>
                </a:lnTo>
                <a:lnTo>
                  <a:pt x="913698" y="503698"/>
                </a:lnTo>
                <a:lnTo>
                  <a:pt x="890312" y="485390"/>
                </a:lnTo>
                <a:lnTo>
                  <a:pt x="886569" y="482029"/>
                </a:lnTo>
                <a:lnTo>
                  <a:pt x="885214" y="479991"/>
                </a:lnTo>
                <a:lnTo>
                  <a:pt x="886944" y="478026"/>
                </a:lnTo>
                <a:lnTo>
                  <a:pt x="892405" y="473840"/>
                </a:lnTo>
                <a:lnTo>
                  <a:pt x="908758" y="462383"/>
                </a:lnTo>
                <a:lnTo>
                  <a:pt x="912070" y="461091"/>
                </a:lnTo>
                <a:lnTo>
                  <a:pt x="913516" y="462827"/>
                </a:lnTo>
                <a:close/>
                <a:moveTo>
                  <a:pt x="297482" y="149097"/>
                </a:moveTo>
                <a:lnTo>
                  <a:pt x="294233" y="150770"/>
                </a:lnTo>
                <a:lnTo>
                  <a:pt x="290859" y="153798"/>
                </a:lnTo>
                <a:lnTo>
                  <a:pt x="286218" y="155319"/>
                </a:lnTo>
                <a:lnTo>
                  <a:pt x="283246" y="157133"/>
                </a:lnTo>
                <a:lnTo>
                  <a:pt x="274091" y="169045"/>
                </a:lnTo>
                <a:lnTo>
                  <a:pt x="273075" y="170919"/>
                </a:lnTo>
                <a:lnTo>
                  <a:pt x="272918" y="172740"/>
                </a:lnTo>
                <a:lnTo>
                  <a:pt x="276534" y="185216"/>
                </a:lnTo>
                <a:lnTo>
                  <a:pt x="276474" y="187264"/>
                </a:lnTo>
                <a:lnTo>
                  <a:pt x="268837" y="196509"/>
                </a:lnTo>
                <a:lnTo>
                  <a:pt x="264537" y="204918"/>
                </a:lnTo>
                <a:lnTo>
                  <a:pt x="263194" y="205862"/>
                </a:lnTo>
                <a:lnTo>
                  <a:pt x="259503" y="206072"/>
                </a:lnTo>
                <a:lnTo>
                  <a:pt x="256288" y="207945"/>
                </a:lnTo>
                <a:lnTo>
                  <a:pt x="251058" y="213830"/>
                </a:lnTo>
                <a:lnTo>
                  <a:pt x="249426" y="217722"/>
                </a:lnTo>
                <a:lnTo>
                  <a:pt x="249362" y="219620"/>
                </a:lnTo>
                <a:lnTo>
                  <a:pt x="250601" y="222949"/>
                </a:lnTo>
                <a:lnTo>
                  <a:pt x="256396" y="232885"/>
                </a:lnTo>
                <a:lnTo>
                  <a:pt x="255955" y="233928"/>
                </a:lnTo>
                <a:lnTo>
                  <a:pt x="252871" y="236449"/>
                </a:lnTo>
                <a:lnTo>
                  <a:pt x="251600" y="238444"/>
                </a:lnTo>
                <a:lnTo>
                  <a:pt x="251410" y="240660"/>
                </a:lnTo>
                <a:lnTo>
                  <a:pt x="252552" y="245435"/>
                </a:lnTo>
                <a:lnTo>
                  <a:pt x="250699" y="251181"/>
                </a:lnTo>
                <a:lnTo>
                  <a:pt x="250626" y="254532"/>
                </a:lnTo>
                <a:lnTo>
                  <a:pt x="254330" y="261399"/>
                </a:lnTo>
                <a:lnTo>
                  <a:pt x="258424" y="267281"/>
                </a:lnTo>
                <a:lnTo>
                  <a:pt x="259181" y="269741"/>
                </a:lnTo>
                <a:lnTo>
                  <a:pt x="259712" y="275635"/>
                </a:lnTo>
                <a:lnTo>
                  <a:pt x="262111" y="281505"/>
                </a:lnTo>
                <a:lnTo>
                  <a:pt x="262940" y="285845"/>
                </a:lnTo>
                <a:lnTo>
                  <a:pt x="263883" y="287381"/>
                </a:lnTo>
                <a:lnTo>
                  <a:pt x="265044" y="287903"/>
                </a:lnTo>
                <a:lnTo>
                  <a:pt x="268951" y="288115"/>
                </a:lnTo>
                <a:lnTo>
                  <a:pt x="272001" y="287237"/>
                </a:lnTo>
                <a:lnTo>
                  <a:pt x="273280" y="285586"/>
                </a:lnTo>
                <a:lnTo>
                  <a:pt x="274027" y="282072"/>
                </a:lnTo>
                <a:lnTo>
                  <a:pt x="273145" y="277542"/>
                </a:lnTo>
                <a:lnTo>
                  <a:pt x="270115" y="272007"/>
                </a:lnTo>
                <a:lnTo>
                  <a:pt x="268892" y="265547"/>
                </a:lnTo>
                <a:lnTo>
                  <a:pt x="267119" y="260586"/>
                </a:lnTo>
                <a:lnTo>
                  <a:pt x="264799" y="256185"/>
                </a:lnTo>
                <a:lnTo>
                  <a:pt x="261804" y="252324"/>
                </a:lnTo>
                <a:lnTo>
                  <a:pt x="262720" y="243163"/>
                </a:lnTo>
                <a:lnTo>
                  <a:pt x="268010" y="234745"/>
                </a:lnTo>
                <a:lnTo>
                  <a:pt x="269934" y="229657"/>
                </a:lnTo>
                <a:lnTo>
                  <a:pt x="269944" y="225597"/>
                </a:lnTo>
                <a:lnTo>
                  <a:pt x="267541" y="221659"/>
                </a:lnTo>
                <a:lnTo>
                  <a:pt x="273730" y="218575"/>
                </a:lnTo>
                <a:lnTo>
                  <a:pt x="276796" y="215728"/>
                </a:lnTo>
                <a:lnTo>
                  <a:pt x="277122" y="213075"/>
                </a:lnTo>
                <a:lnTo>
                  <a:pt x="275159" y="207677"/>
                </a:lnTo>
                <a:lnTo>
                  <a:pt x="277550" y="202122"/>
                </a:lnTo>
                <a:lnTo>
                  <a:pt x="284202" y="194493"/>
                </a:lnTo>
                <a:lnTo>
                  <a:pt x="286574" y="190038"/>
                </a:lnTo>
                <a:lnTo>
                  <a:pt x="287015" y="187809"/>
                </a:lnTo>
                <a:lnTo>
                  <a:pt x="286932" y="184604"/>
                </a:lnTo>
                <a:lnTo>
                  <a:pt x="285377" y="179810"/>
                </a:lnTo>
                <a:lnTo>
                  <a:pt x="284851" y="175831"/>
                </a:lnTo>
                <a:lnTo>
                  <a:pt x="285043" y="173252"/>
                </a:lnTo>
                <a:lnTo>
                  <a:pt x="285682" y="171535"/>
                </a:lnTo>
                <a:lnTo>
                  <a:pt x="287435" y="168762"/>
                </a:lnTo>
                <a:lnTo>
                  <a:pt x="289567" y="166497"/>
                </a:lnTo>
                <a:lnTo>
                  <a:pt x="295150" y="163730"/>
                </a:lnTo>
                <a:lnTo>
                  <a:pt x="298302" y="161343"/>
                </a:lnTo>
                <a:lnTo>
                  <a:pt x="302008" y="157351"/>
                </a:lnTo>
                <a:lnTo>
                  <a:pt x="303839" y="154352"/>
                </a:lnTo>
                <a:lnTo>
                  <a:pt x="304211" y="152544"/>
                </a:lnTo>
                <a:lnTo>
                  <a:pt x="304039" y="150640"/>
                </a:lnTo>
                <a:lnTo>
                  <a:pt x="302863" y="148215"/>
                </a:lnTo>
                <a:lnTo>
                  <a:pt x="300928" y="148030"/>
                </a:lnTo>
                <a:lnTo>
                  <a:pt x="297482" y="149097"/>
                </a:lnTo>
                <a:close/>
                <a:moveTo>
                  <a:pt x="717525" y="285254"/>
                </a:moveTo>
                <a:lnTo>
                  <a:pt x="716127" y="286507"/>
                </a:lnTo>
                <a:lnTo>
                  <a:pt x="716741" y="289170"/>
                </a:lnTo>
                <a:lnTo>
                  <a:pt x="719183" y="292692"/>
                </a:lnTo>
                <a:lnTo>
                  <a:pt x="721172" y="293269"/>
                </a:lnTo>
                <a:lnTo>
                  <a:pt x="727424" y="293363"/>
                </a:lnTo>
                <a:lnTo>
                  <a:pt x="730969" y="292722"/>
                </a:lnTo>
                <a:lnTo>
                  <a:pt x="734384" y="289806"/>
                </a:lnTo>
                <a:lnTo>
                  <a:pt x="735750" y="287327"/>
                </a:lnTo>
                <a:lnTo>
                  <a:pt x="735293" y="286011"/>
                </a:lnTo>
                <a:lnTo>
                  <a:pt x="733225" y="284934"/>
                </a:lnTo>
                <a:lnTo>
                  <a:pt x="730336" y="285095"/>
                </a:lnTo>
                <a:lnTo>
                  <a:pt x="725908" y="287098"/>
                </a:lnTo>
                <a:lnTo>
                  <a:pt x="720136" y="284966"/>
                </a:lnTo>
                <a:lnTo>
                  <a:pt x="717525" y="285254"/>
                </a:lnTo>
                <a:close/>
                <a:moveTo>
                  <a:pt x="10221" y="295331"/>
                </a:moveTo>
                <a:lnTo>
                  <a:pt x="6935" y="295755"/>
                </a:lnTo>
                <a:lnTo>
                  <a:pt x="4968" y="297012"/>
                </a:lnTo>
                <a:lnTo>
                  <a:pt x="4381" y="298272"/>
                </a:lnTo>
                <a:lnTo>
                  <a:pt x="3807" y="302688"/>
                </a:lnTo>
                <a:lnTo>
                  <a:pt x="4098" y="329563"/>
                </a:lnTo>
                <a:lnTo>
                  <a:pt x="6279" y="331292"/>
                </a:lnTo>
                <a:lnTo>
                  <a:pt x="8721" y="331745"/>
                </a:lnTo>
                <a:lnTo>
                  <a:pt x="11306" y="331494"/>
                </a:lnTo>
                <a:lnTo>
                  <a:pt x="13982" y="330093"/>
                </a:lnTo>
                <a:lnTo>
                  <a:pt x="13982" y="306082"/>
                </a:lnTo>
                <a:lnTo>
                  <a:pt x="15814" y="303816"/>
                </a:lnTo>
                <a:lnTo>
                  <a:pt x="24407" y="303360"/>
                </a:lnTo>
                <a:lnTo>
                  <a:pt x="26646" y="302897"/>
                </a:lnTo>
                <a:lnTo>
                  <a:pt x="28268" y="301541"/>
                </a:lnTo>
                <a:lnTo>
                  <a:pt x="29216" y="299488"/>
                </a:lnTo>
                <a:lnTo>
                  <a:pt x="28732" y="297580"/>
                </a:lnTo>
                <a:lnTo>
                  <a:pt x="26153" y="295749"/>
                </a:lnTo>
                <a:lnTo>
                  <a:pt x="18534" y="295055"/>
                </a:lnTo>
                <a:lnTo>
                  <a:pt x="10221" y="295331"/>
                </a:lnTo>
                <a:close/>
                <a:moveTo>
                  <a:pt x="51734" y="295427"/>
                </a:moveTo>
                <a:lnTo>
                  <a:pt x="50342" y="296468"/>
                </a:lnTo>
                <a:lnTo>
                  <a:pt x="48986" y="298416"/>
                </a:lnTo>
                <a:lnTo>
                  <a:pt x="49179" y="329852"/>
                </a:lnTo>
                <a:lnTo>
                  <a:pt x="51427" y="331572"/>
                </a:lnTo>
                <a:lnTo>
                  <a:pt x="54025" y="331979"/>
                </a:lnTo>
                <a:lnTo>
                  <a:pt x="58580" y="330334"/>
                </a:lnTo>
                <a:lnTo>
                  <a:pt x="59062" y="321270"/>
                </a:lnTo>
                <a:lnTo>
                  <a:pt x="61666" y="319784"/>
                </a:lnTo>
                <a:lnTo>
                  <a:pt x="67462" y="318640"/>
                </a:lnTo>
                <a:lnTo>
                  <a:pt x="71032" y="317443"/>
                </a:lnTo>
                <a:lnTo>
                  <a:pt x="75311" y="314809"/>
                </a:lnTo>
                <a:lnTo>
                  <a:pt x="77053" y="311626"/>
                </a:lnTo>
                <a:lnTo>
                  <a:pt x="77489" y="309715"/>
                </a:lnTo>
                <a:lnTo>
                  <a:pt x="77535" y="305643"/>
                </a:lnTo>
                <a:lnTo>
                  <a:pt x="76545" y="301749"/>
                </a:lnTo>
                <a:lnTo>
                  <a:pt x="75686" y="300063"/>
                </a:lnTo>
                <a:lnTo>
                  <a:pt x="74596" y="298653"/>
                </a:lnTo>
                <a:lnTo>
                  <a:pt x="71956" y="297020"/>
                </a:lnTo>
                <a:lnTo>
                  <a:pt x="67798" y="296010"/>
                </a:lnTo>
                <a:lnTo>
                  <a:pt x="59848" y="295059"/>
                </a:lnTo>
                <a:lnTo>
                  <a:pt x="54984" y="294963"/>
                </a:lnTo>
                <a:lnTo>
                  <a:pt x="51734" y="295427"/>
                </a:lnTo>
                <a:close/>
                <a:moveTo>
                  <a:pt x="66054" y="304057"/>
                </a:moveTo>
                <a:lnTo>
                  <a:pt x="67889" y="305448"/>
                </a:lnTo>
                <a:lnTo>
                  <a:pt x="68299" y="306656"/>
                </a:lnTo>
                <a:lnTo>
                  <a:pt x="67934" y="308107"/>
                </a:lnTo>
                <a:lnTo>
                  <a:pt x="66209" y="310185"/>
                </a:lnTo>
                <a:lnTo>
                  <a:pt x="65073" y="310794"/>
                </a:lnTo>
                <a:lnTo>
                  <a:pt x="62618" y="311175"/>
                </a:lnTo>
                <a:lnTo>
                  <a:pt x="60407" y="310474"/>
                </a:lnTo>
                <a:lnTo>
                  <a:pt x="59575" y="309731"/>
                </a:lnTo>
                <a:lnTo>
                  <a:pt x="59022" y="308731"/>
                </a:lnTo>
                <a:lnTo>
                  <a:pt x="58918" y="306394"/>
                </a:lnTo>
                <a:lnTo>
                  <a:pt x="60242" y="304040"/>
                </a:lnTo>
                <a:lnTo>
                  <a:pt x="62769" y="303196"/>
                </a:lnTo>
                <a:lnTo>
                  <a:pt x="66054" y="304057"/>
                </a:lnTo>
                <a:close/>
                <a:moveTo>
                  <a:pt x="98357" y="295186"/>
                </a:moveTo>
                <a:lnTo>
                  <a:pt x="96841" y="296529"/>
                </a:lnTo>
                <a:lnTo>
                  <a:pt x="96471" y="297874"/>
                </a:lnTo>
                <a:lnTo>
                  <a:pt x="96627" y="299439"/>
                </a:lnTo>
                <a:lnTo>
                  <a:pt x="104394" y="314969"/>
                </a:lnTo>
                <a:lnTo>
                  <a:pt x="107036" y="321463"/>
                </a:lnTo>
                <a:lnTo>
                  <a:pt x="106644" y="322800"/>
                </a:lnTo>
                <a:lnTo>
                  <a:pt x="105567" y="323778"/>
                </a:lnTo>
                <a:lnTo>
                  <a:pt x="102068" y="324479"/>
                </a:lnTo>
                <a:lnTo>
                  <a:pt x="100696" y="325362"/>
                </a:lnTo>
                <a:lnTo>
                  <a:pt x="99947" y="326961"/>
                </a:lnTo>
                <a:lnTo>
                  <a:pt x="99894" y="329539"/>
                </a:lnTo>
                <a:lnTo>
                  <a:pt x="100603" y="331311"/>
                </a:lnTo>
                <a:lnTo>
                  <a:pt x="101985" y="332407"/>
                </a:lnTo>
                <a:lnTo>
                  <a:pt x="104004" y="332809"/>
                </a:lnTo>
                <a:lnTo>
                  <a:pt x="106622" y="332498"/>
                </a:lnTo>
                <a:lnTo>
                  <a:pt x="111120" y="330662"/>
                </a:lnTo>
                <a:lnTo>
                  <a:pt x="113459" y="328668"/>
                </a:lnTo>
                <a:lnTo>
                  <a:pt x="114674" y="326994"/>
                </a:lnTo>
                <a:lnTo>
                  <a:pt x="125972" y="301716"/>
                </a:lnTo>
                <a:lnTo>
                  <a:pt x="126691" y="299286"/>
                </a:lnTo>
                <a:lnTo>
                  <a:pt x="126629" y="297271"/>
                </a:lnTo>
                <a:lnTo>
                  <a:pt x="125820" y="295800"/>
                </a:lnTo>
                <a:lnTo>
                  <a:pt x="124300" y="295003"/>
                </a:lnTo>
                <a:lnTo>
                  <a:pt x="122420" y="294979"/>
                </a:lnTo>
                <a:lnTo>
                  <a:pt x="120791" y="295647"/>
                </a:lnTo>
                <a:lnTo>
                  <a:pt x="119270" y="297018"/>
                </a:lnTo>
                <a:lnTo>
                  <a:pt x="117831" y="299130"/>
                </a:lnTo>
                <a:lnTo>
                  <a:pt x="114558" y="306519"/>
                </a:lnTo>
                <a:lnTo>
                  <a:pt x="113424" y="307736"/>
                </a:lnTo>
                <a:lnTo>
                  <a:pt x="112827" y="307752"/>
                </a:lnTo>
                <a:lnTo>
                  <a:pt x="110642" y="305353"/>
                </a:lnTo>
                <a:lnTo>
                  <a:pt x="105751" y="297009"/>
                </a:lnTo>
                <a:lnTo>
                  <a:pt x="102651" y="295541"/>
                </a:lnTo>
                <a:lnTo>
                  <a:pt x="98357" y="295186"/>
                </a:lnTo>
                <a:close/>
                <a:moveTo>
                  <a:pt x="153466" y="295379"/>
                </a:moveTo>
                <a:lnTo>
                  <a:pt x="149606" y="295969"/>
                </a:lnTo>
                <a:lnTo>
                  <a:pt x="147054" y="297934"/>
                </a:lnTo>
                <a:lnTo>
                  <a:pt x="147103" y="321280"/>
                </a:lnTo>
                <a:lnTo>
                  <a:pt x="147536" y="330093"/>
                </a:lnTo>
                <a:lnTo>
                  <a:pt x="149604" y="331520"/>
                </a:lnTo>
                <a:lnTo>
                  <a:pt x="152833" y="331982"/>
                </a:lnTo>
                <a:lnTo>
                  <a:pt x="155755" y="331344"/>
                </a:lnTo>
                <a:lnTo>
                  <a:pt x="157564" y="329756"/>
                </a:lnTo>
                <a:lnTo>
                  <a:pt x="157468" y="305407"/>
                </a:lnTo>
                <a:lnTo>
                  <a:pt x="159281" y="304061"/>
                </a:lnTo>
                <a:lnTo>
                  <a:pt x="162037" y="303613"/>
                </a:lnTo>
                <a:lnTo>
                  <a:pt x="164844" y="304274"/>
                </a:lnTo>
                <a:lnTo>
                  <a:pt x="166166" y="305231"/>
                </a:lnTo>
                <a:lnTo>
                  <a:pt x="166587" y="306134"/>
                </a:lnTo>
                <a:lnTo>
                  <a:pt x="166629" y="329756"/>
                </a:lnTo>
                <a:lnTo>
                  <a:pt x="168483" y="331104"/>
                </a:lnTo>
                <a:lnTo>
                  <a:pt x="171469" y="331891"/>
                </a:lnTo>
                <a:lnTo>
                  <a:pt x="174564" y="331710"/>
                </a:lnTo>
                <a:lnTo>
                  <a:pt x="176044" y="331058"/>
                </a:lnTo>
                <a:lnTo>
                  <a:pt x="176548" y="330233"/>
                </a:lnTo>
                <a:lnTo>
                  <a:pt x="176814" y="325519"/>
                </a:lnTo>
                <a:lnTo>
                  <a:pt x="176946" y="297452"/>
                </a:lnTo>
                <a:lnTo>
                  <a:pt x="174777" y="295475"/>
                </a:lnTo>
                <a:lnTo>
                  <a:pt x="153466" y="295379"/>
                </a:lnTo>
                <a:close/>
                <a:moveTo>
                  <a:pt x="204284" y="295331"/>
                </a:moveTo>
                <a:lnTo>
                  <a:pt x="202096" y="296239"/>
                </a:lnTo>
                <a:lnTo>
                  <a:pt x="200427" y="297741"/>
                </a:lnTo>
                <a:lnTo>
                  <a:pt x="200475" y="329659"/>
                </a:lnTo>
                <a:lnTo>
                  <a:pt x="201978" y="331110"/>
                </a:lnTo>
                <a:lnTo>
                  <a:pt x="205119" y="331868"/>
                </a:lnTo>
                <a:lnTo>
                  <a:pt x="208542" y="331445"/>
                </a:lnTo>
                <a:lnTo>
                  <a:pt x="210504" y="329949"/>
                </a:lnTo>
                <a:lnTo>
                  <a:pt x="210938" y="305407"/>
                </a:lnTo>
                <a:lnTo>
                  <a:pt x="212968" y="303935"/>
                </a:lnTo>
                <a:lnTo>
                  <a:pt x="215993" y="303473"/>
                </a:lnTo>
                <a:lnTo>
                  <a:pt x="218691" y="304547"/>
                </a:lnTo>
                <a:lnTo>
                  <a:pt x="219857" y="306806"/>
                </a:lnTo>
                <a:lnTo>
                  <a:pt x="219809" y="329563"/>
                </a:lnTo>
                <a:lnTo>
                  <a:pt x="221344" y="330952"/>
                </a:lnTo>
                <a:lnTo>
                  <a:pt x="224059" y="331783"/>
                </a:lnTo>
                <a:lnTo>
                  <a:pt x="227196" y="331702"/>
                </a:lnTo>
                <a:lnTo>
                  <a:pt x="229645" y="330672"/>
                </a:lnTo>
                <a:lnTo>
                  <a:pt x="230464" y="329949"/>
                </a:lnTo>
                <a:lnTo>
                  <a:pt x="230435" y="305331"/>
                </a:lnTo>
                <a:lnTo>
                  <a:pt x="230067" y="298356"/>
                </a:lnTo>
                <a:lnTo>
                  <a:pt x="229401" y="296473"/>
                </a:lnTo>
                <a:lnTo>
                  <a:pt x="228238" y="295809"/>
                </a:lnTo>
                <a:lnTo>
                  <a:pt x="224103" y="295429"/>
                </a:lnTo>
                <a:lnTo>
                  <a:pt x="204284" y="295331"/>
                </a:lnTo>
                <a:close/>
                <a:moveTo>
                  <a:pt x="263154" y="295668"/>
                </a:moveTo>
                <a:lnTo>
                  <a:pt x="261013" y="297898"/>
                </a:lnTo>
                <a:lnTo>
                  <a:pt x="259104" y="302147"/>
                </a:lnTo>
                <a:lnTo>
                  <a:pt x="253339" y="321166"/>
                </a:lnTo>
                <a:lnTo>
                  <a:pt x="250961" y="327372"/>
                </a:lnTo>
                <a:lnTo>
                  <a:pt x="251040" y="330316"/>
                </a:lnTo>
                <a:lnTo>
                  <a:pt x="252915" y="331815"/>
                </a:lnTo>
                <a:lnTo>
                  <a:pt x="256870" y="331454"/>
                </a:lnTo>
                <a:lnTo>
                  <a:pt x="258473" y="330119"/>
                </a:lnTo>
                <a:lnTo>
                  <a:pt x="260602" y="326485"/>
                </a:lnTo>
                <a:lnTo>
                  <a:pt x="262171" y="324814"/>
                </a:lnTo>
                <a:lnTo>
                  <a:pt x="264014" y="323975"/>
                </a:lnTo>
                <a:lnTo>
                  <a:pt x="266328" y="323850"/>
                </a:lnTo>
                <a:lnTo>
                  <a:pt x="268386" y="324276"/>
                </a:lnTo>
                <a:lnTo>
                  <a:pt x="269446" y="324929"/>
                </a:lnTo>
                <a:lnTo>
                  <a:pt x="273857" y="331174"/>
                </a:lnTo>
                <a:lnTo>
                  <a:pt x="276442" y="331952"/>
                </a:lnTo>
                <a:lnTo>
                  <a:pt x="280189" y="331352"/>
                </a:lnTo>
                <a:lnTo>
                  <a:pt x="282102" y="329225"/>
                </a:lnTo>
                <a:lnTo>
                  <a:pt x="281330" y="325947"/>
                </a:lnTo>
                <a:lnTo>
                  <a:pt x="272369" y="298444"/>
                </a:lnTo>
                <a:lnTo>
                  <a:pt x="270643" y="296506"/>
                </a:lnTo>
                <a:lnTo>
                  <a:pt x="267972" y="295298"/>
                </a:lnTo>
                <a:lnTo>
                  <a:pt x="265419" y="294997"/>
                </a:lnTo>
                <a:lnTo>
                  <a:pt x="263154" y="295668"/>
                </a:lnTo>
                <a:close/>
                <a:moveTo>
                  <a:pt x="267011" y="312688"/>
                </a:moveTo>
                <a:lnTo>
                  <a:pt x="267630" y="313528"/>
                </a:lnTo>
                <a:lnTo>
                  <a:pt x="266985" y="314582"/>
                </a:lnTo>
                <a:lnTo>
                  <a:pt x="264998" y="314875"/>
                </a:lnTo>
                <a:lnTo>
                  <a:pt x="263936" y="314344"/>
                </a:lnTo>
                <a:lnTo>
                  <a:pt x="263911" y="313189"/>
                </a:lnTo>
                <a:lnTo>
                  <a:pt x="264697" y="312447"/>
                </a:lnTo>
                <a:lnTo>
                  <a:pt x="265783" y="312260"/>
                </a:lnTo>
                <a:lnTo>
                  <a:pt x="267011" y="312688"/>
                </a:lnTo>
                <a:close/>
                <a:moveTo>
                  <a:pt x="336102" y="295524"/>
                </a:moveTo>
                <a:lnTo>
                  <a:pt x="334538" y="296998"/>
                </a:lnTo>
                <a:lnTo>
                  <a:pt x="333849" y="300706"/>
                </a:lnTo>
                <a:lnTo>
                  <a:pt x="333643" y="329081"/>
                </a:lnTo>
                <a:lnTo>
                  <a:pt x="335299" y="330949"/>
                </a:lnTo>
                <a:lnTo>
                  <a:pt x="336488" y="331577"/>
                </a:lnTo>
                <a:lnTo>
                  <a:pt x="339347" y="331709"/>
                </a:lnTo>
                <a:lnTo>
                  <a:pt x="341398" y="331128"/>
                </a:lnTo>
                <a:lnTo>
                  <a:pt x="342485" y="329615"/>
                </a:lnTo>
                <a:lnTo>
                  <a:pt x="343016" y="324272"/>
                </a:lnTo>
                <a:lnTo>
                  <a:pt x="343668" y="322280"/>
                </a:lnTo>
                <a:lnTo>
                  <a:pt x="344784" y="320975"/>
                </a:lnTo>
                <a:lnTo>
                  <a:pt x="347383" y="320034"/>
                </a:lnTo>
                <a:lnTo>
                  <a:pt x="348505" y="320294"/>
                </a:lnTo>
                <a:lnTo>
                  <a:pt x="349454" y="321143"/>
                </a:lnTo>
                <a:lnTo>
                  <a:pt x="352693" y="327463"/>
                </a:lnTo>
                <a:lnTo>
                  <a:pt x="355809" y="331287"/>
                </a:lnTo>
                <a:lnTo>
                  <a:pt x="358914" y="332035"/>
                </a:lnTo>
                <a:lnTo>
                  <a:pt x="364125" y="331181"/>
                </a:lnTo>
                <a:lnTo>
                  <a:pt x="364795" y="330244"/>
                </a:lnTo>
                <a:lnTo>
                  <a:pt x="364002" y="327465"/>
                </a:lnTo>
                <a:lnTo>
                  <a:pt x="355460" y="311778"/>
                </a:lnTo>
                <a:lnTo>
                  <a:pt x="354995" y="310024"/>
                </a:lnTo>
                <a:lnTo>
                  <a:pt x="355321" y="308077"/>
                </a:lnTo>
                <a:lnTo>
                  <a:pt x="356509" y="305754"/>
                </a:lnTo>
                <a:lnTo>
                  <a:pt x="361199" y="299365"/>
                </a:lnTo>
                <a:lnTo>
                  <a:pt x="361563" y="297667"/>
                </a:lnTo>
                <a:lnTo>
                  <a:pt x="361196" y="296242"/>
                </a:lnTo>
                <a:lnTo>
                  <a:pt x="360137" y="295262"/>
                </a:lnTo>
                <a:lnTo>
                  <a:pt x="358425" y="294897"/>
                </a:lnTo>
                <a:lnTo>
                  <a:pt x="356275" y="295475"/>
                </a:lnTo>
                <a:lnTo>
                  <a:pt x="353721" y="296865"/>
                </a:lnTo>
                <a:lnTo>
                  <a:pt x="351662" y="298552"/>
                </a:lnTo>
                <a:lnTo>
                  <a:pt x="347233" y="304600"/>
                </a:lnTo>
                <a:lnTo>
                  <a:pt x="344491" y="307432"/>
                </a:lnTo>
                <a:lnTo>
                  <a:pt x="343616" y="306949"/>
                </a:lnTo>
                <a:lnTo>
                  <a:pt x="343064" y="305443"/>
                </a:lnTo>
                <a:lnTo>
                  <a:pt x="342694" y="298764"/>
                </a:lnTo>
                <a:lnTo>
                  <a:pt x="341995" y="296895"/>
                </a:lnTo>
                <a:lnTo>
                  <a:pt x="340795" y="295812"/>
                </a:lnTo>
                <a:lnTo>
                  <a:pt x="339031" y="295150"/>
                </a:lnTo>
                <a:lnTo>
                  <a:pt x="336102" y="295524"/>
                </a:lnTo>
                <a:close/>
                <a:moveTo>
                  <a:pt x="395936" y="295620"/>
                </a:moveTo>
                <a:lnTo>
                  <a:pt x="392641" y="296850"/>
                </a:lnTo>
                <a:lnTo>
                  <a:pt x="389900" y="298549"/>
                </a:lnTo>
                <a:lnTo>
                  <a:pt x="386719" y="302096"/>
                </a:lnTo>
                <a:lnTo>
                  <a:pt x="385148" y="305202"/>
                </a:lnTo>
                <a:lnTo>
                  <a:pt x="383808" y="309510"/>
                </a:lnTo>
                <a:lnTo>
                  <a:pt x="383494" y="314876"/>
                </a:lnTo>
                <a:lnTo>
                  <a:pt x="385685" y="323768"/>
                </a:lnTo>
                <a:lnTo>
                  <a:pt x="386969" y="326140"/>
                </a:lnTo>
                <a:lnTo>
                  <a:pt x="388945" y="328406"/>
                </a:lnTo>
                <a:lnTo>
                  <a:pt x="391084" y="330286"/>
                </a:lnTo>
                <a:lnTo>
                  <a:pt x="393538" y="331417"/>
                </a:lnTo>
                <a:lnTo>
                  <a:pt x="398518" y="332741"/>
                </a:lnTo>
                <a:lnTo>
                  <a:pt x="401276" y="332751"/>
                </a:lnTo>
                <a:lnTo>
                  <a:pt x="406688" y="331491"/>
                </a:lnTo>
                <a:lnTo>
                  <a:pt x="408327" y="330720"/>
                </a:lnTo>
                <a:lnTo>
                  <a:pt x="411940" y="327475"/>
                </a:lnTo>
                <a:lnTo>
                  <a:pt x="414312" y="324197"/>
                </a:lnTo>
                <a:lnTo>
                  <a:pt x="416330" y="320209"/>
                </a:lnTo>
                <a:lnTo>
                  <a:pt x="416134" y="308371"/>
                </a:lnTo>
                <a:lnTo>
                  <a:pt x="414684" y="303750"/>
                </a:lnTo>
                <a:lnTo>
                  <a:pt x="411554" y="299508"/>
                </a:lnTo>
                <a:lnTo>
                  <a:pt x="409265" y="297424"/>
                </a:lnTo>
                <a:lnTo>
                  <a:pt x="405628" y="296007"/>
                </a:lnTo>
                <a:lnTo>
                  <a:pt x="402150" y="295266"/>
                </a:lnTo>
                <a:lnTo>
                  <a:pt x="398906" y="295140"/>
                </a:lnTo>
                <a:lnTo>
                  <a:pt x="395936" y="295620"/>
                </a:lnTo>
                <a:close/>
                <a:moveTo>
                  <a:pt x="403216" y="304540"/>
                </a:moveTo>
                <a:lnTo>
                  <a:pt x="404771" y="306473"/>
                </a:lnTo>
                <a:lnTo>
                  <a:pt x="405816" y="309232"/>
                </a:lnTo>
                <a:lnTo>
                  <a:pt x="406328" y="314247"/>
                </a:lnTo>
                <a:lnTo>
                  <a:pt x="405898" y="317725"/>
                </a:lnTo>
                <a:lnTo>
                  <a:pt x="404670" y="321253"/>
                </a:lnTo>
                <a:lnTo>
                  <a:pt x="403312" y="323168"/>
                </a:lnTo>
                <a:lnTo>
                  <a:pt x="401591" y="324134"/>
                </a:lnTo>
                <a:lnTo>
                  <a:pt x="398815" y="324144"/>
                </a:lnTo>
                <a:lnTo>
                  <a:pt x="397099" y="323211"/>
                </a:lnTo>
                <a:lnTo>
                  <a:pt x="396090" y="322063"/>
                </a:lnTo>
                <a:lnTo>
                  <a:pt x="394056" y="318079"/>
                </a:lnTo>
                <a:lnTo>
                  <a:pt x="393461" y="315328"/>
                </a:lnTo>
                <a:lnTo>
                  <a:pt x="393861" y="311108"/>
                </a:lnTo>
                <a:lnTo>
                  <a:pt x="395316" y="307014"/>
                </a:lnTo>
                <a:lnTo>
                  <a:pt x="397382" y="304347"/>
                </a:lnTo>
                <a:lnTo>
                  <a:pt x="400299" y="303611"/>
                </a:lnTo>
                <a:lnTo>
                  <a:pt x="403216" y="304540"/>
                </a:lnTo>
                <a:close/>
                <a:moveTo>
                  <a:pt x="441257" y="295379"/>
                </a:moveTo>
                <a:lnTo>
                  <a:pt x="439822" y="296784"/>
                </a:lnTo>
                <a:lnTo>
                  <a:pt x="439147" y="300892"/>
                </a:lnTo>
                <a:lnTo>
                  <a:pt x="438991" y="330190"/>
                </a:lnTo>
                <a:lnTo>
                  <a:pt x="441126" y="331661"/>
                </a:lnTo>
                <a:lnTo>
                  <a:pt x="442848" y="331974"/>
                </a:lnTo>
                <a:lnTo>
                  <a:pt x="444570" y="331661"/>
                </a:lnTo>
                <a:lnTo>
                  <a:pt x="446705" y="330190"/>
                </a:lnTo>
                <a:lnTo>
                  <a:pt x="447428" y="318483"/>
                </a:lnTo>
                <a:lnTo>
                  <a:pt x="447621" y="317413"/>
                </a:lnTo>
                <a:lnTo>
                  <a:pt x="448495" y="316576"/>
                </a:lnTo>
                <a:lnTo>
                  <a:pt x="449796" y="318336"/>
                </a:lnTo>
                <a:lnTo>
                  <a:pt x="452802" y="327701"/>
                </a:lnTo>
                <a:lnTo>
                  <a:pt x="454281" y="330129"/>
                </a:lnTo>
                <a:lnTo>
                  <a:pt x="455997" y="331435"/>
                </a:lnTo>
                <a:lnTo>
                  <a:pt x="459193" y="331491"/>
                </a:lnTo>
                <a:lnTo>
                  <a:pt x="461127" y="330283"/>
                </a:lnTo>
                <a:lnTo>
                  <a:pt x="462013" y="328427"/>
                </a:lnTo>
                <a:lnTo>
                  <a:pt x="463610" y="322065"/>
                </a:lnTo>
                <a:lnTo>
                  <a:pt x="464843" y="320335"/>
                </a:lnTo>
                <a:lnTo>
                  <a:pt x="466329" y="319582"/>
                </a:lnTo>
                <a:lnTo>
                  <a:pt x="467435" y="319837"/>
                </a:lnTo>
                <a:lnTo>
                  <a:pt x="467835" y="320601"/>
                </a:lnTo>
                <a:lnTo>
                  <a:pt x="467534" y="329177"/>
                </a:lnTo>
                <a:lnTo>
                  <a:pt x="468643" y="330334"/>
                </a:lnTo>
                <a:lnTo>
                  <a:pt x="470337" y="331462"/>
                </a:lnTo>
                <a:lnTo>
                  <a:pt x="472403" y="331913"/>
                </a:lnTo>
                <a:lnTo>
                  <a:pt x="475421" y="331390"/>
                </a:lnTo>
                <a:lnTo>
                  <a:pt x="476860" y="330283"/>
                </a:lnTo>
                <a:lnTo>
                  <a:pt x="477370" y="329078"/>
                </a:lnTo>
                <a:lnTo>
                  <a:pt x="477606" y="326079"/>
                </a:lnTo>
                <a:lnTo>
                  <a:pt x="477803" y="308452"/>
                </a:lnTo>
                <a:lnTo>
                  <a:pt x="477492" y="299273"/>
                </a:lnTo>
                <a:lnTo>
                  <a:pt x="476648" y="296578"/>
                </a:lnTo>
                <a:lnTo>
                  <a:pt x="474940" y="295504"/>
                </a:lnTo>
                <a:lnTo>
                  <a:pt x="469767" y="294993"/>
                </a:lnTo>
                <a:lnTo>
                  <a:pt x="467490" y="295610"/>
                </a:lnTo>
                <a:lnTo>
                  <a:pt x="464932" y="297118"/>
                </a:lnTo>
                <a:lnTo>
                  <a:pt x="463354" y="299726"/>
                </a:lnTo>
                <a:lnTo>
                  <a:pt x="460856" y="308963"/>
                </a:lnTo>
                <a:lnTo>
                  <a:pt x="459782" y="310509"/>
                </a:lnTo>
                <a:lnTo>
                  <a:pt x="457409" y="311868"/>
                </a:lnTo>
                <a:lnTo>
                  <a:pt x="455814" y="309583"/>
                </a:lnTo>
                <a:lnTo>
                  <a:pt x="452829" y="299718"/>
                </a:lnTo>
                <a:lnTo>
                  <a:pt x="450884" y="296662"/>
                </a:lnTo>
                <a:lnTo>
                  <a:pt x="449828" y="295802"/>
                </a:lnTo>
                <a:lnTo>
                  <a:pt x="447179" y="295153"/>
                </a:lnTo>
                <a:lnTo>
                  <a:pt x="443859" y="294973"/>
                </a:lnTo>
                <a:lnTo>
                  <a:pt x="441257" y="295379"/>
                </a:lnTo>
                <a:close/>
                <a:moveTo>
                  <a:pt x="505045" y="295282"/>
                </a:moveTo>
                <a:lnTo>
                  <a:pt x="503188" y="295991"/>
                </a:lnTo>
                <a:lnTo>
                  <a:pt x="501429" y="297452"/>
                </a:lnTo>
                <a:lnTo>
                  <a:pt x="501429" y="329949"/>
                </a:lnTo>
                <a:lnTo>
                  <a:pt x="503615" y="331458"/>
                </a:lnTo>
                <a:lnTo>
                  <a:pt x="505831" y="331817"/>
                </a:lnTo>
                <a:lnTo>
                  <a:pt x="509306" y="330978"/>
                </a:lnTo>
                <a:lnTo>
                  <a:pt x="510301" y="329920"/>
                </a:lnTo>
                <a:lnTo>
                  <a:pt x="511035" y="323810"/>
                </a:lnTo>
                <a:lnTo>
                  <a:pt x="511071" y="306082"/>
                </a:lnTo>
                <a:lnTo>
                  <a:pt x="514187" y="303859"/>
                </a:lnTo>
                <a:lnTo>
                  <a:pt x="517472" y="303604"/>
                </a:lnTo>
                <a:lnTo>
                  <a:pt x="519403" y="304071"/>
                </a:lnTo>
                <a:lnTo>
                  <a:pt x="520048" y="304666"/>
                </a:lnTo>
                <a:lnTo>
                  <a:pt x="520831" y="306970"/>
                </a:lnTo>
                <a:lnTo>
                  <a:pt x="520955" y="329515"/>
                </a:lnTo>
                <a:lnTo>
                  <a:pt x="522496" y="331037"/>
                </a:lnTo>
                <a:lnTo>
                  <a:pt x="524270" y="331694"/>
                </a:lnTo>
                <a:lnTo>
                  <a:pt x="527336" y="331611"/>
                </a:lnTo>
                <a:lnTo>
                  <a:pt x="529130" y="330899"/>
                </a:lnTo>
                <a:lnTo>
                  <a:pt x="530309" y="329707"/>
                </a:lnTo>
                <a:lnTo>
                  <a:pt x="530641" y="326571"/>
                </a:lnTo>
                <a:lnTo>
                  <a:pt x="530839" y="298175"/>
                </a:lnTo>
                <a:lnTo>
                  <a:pt x="528667" y="296134"/>
                </a:lnTo>
                <a:lnTo>
                  <a:pt x="526886" y="295331"/>
                </a:lnTo>
                <a:lnTo>
                  <a:pt x="505045" y="295282"/>
                </a:lnTo>
                <a:close/>
                <a:moveTo>
                  <a:pt x="563625" y="295957"/>
                </a:moveTo>
                <a:lnTo>
                  <a:pt x="561185" y="298346"/>
                </a:lnTo>
                <a:lnTo>
                  <a:pt x="559915" y="301027"/>
                </a:lnTo>
                <a:lnTo>
                  <a:pt x="557564" y="309850"/>
                </a:lnTo>
                <a:lnTo>
                  <a:pt x="551710" y="326686"/>
                </a:lnTo>
                <a:lnTo>
                  <a:pt x="551501" y="329805"/>
                </a:lnTo>
                <a:lnTo>
                  <a:pt x="553319" y="331769"/>
                </a:lnTo>
                <a:lnTo>
                  <a:pt x="557118" y="331760"/>
                </a:lnTo>
                <a:lnTo>
                  <a:pt x="558939" y="330304"/>
                </a:lnTo>
                <a:lnTo>
                  <a:pt x="560962" y="326512"/>
                </a:lnTo>
                <a:lnTo>
                  <a:pt x="562323" y="324964"/>
                </a:lnTo>
                <a:lnTo>
                  <a:pt x="564153" y="324159"/>
                </a:lnTo>
                <a:lnTo>
                  <a:pt x="567560" y="323894"/>
                </a:lnTo>
                <a:lnTo>
                  <a:pt x="569561" y="324458"/>
                </a:lnTo>
                <a:lnTo>
                  <a:pt x="570570" y="325296"/>
                </a:lnTo>
                <a:lnTo>
                  <a:pt x="573057" y="329597"/>
                </a:lnTo>
                <a:lnTo>
                  <a:pt x="574648" y="331039"/>
                </a:lnTo>
                <a:lnTo>
                  <a:pt x="577463" y="331877"/>
                </a:lnTo>
                <a:lnTo>
                  <a:pt x="580964" y="331407"/>
                </a:lnTo>
                <a:lnTo>
                  <a:pt x="582043" y="330327"/>
                </a:lnTo>
                <a:lnTo>
                  <a:pt x="582332" y="329274"/>
                </a:lnTo>
                <a:lnTo>
                  <a:pt x="581699" y="324856"/>
                </a:lnTo>
                <a:lnTo>
                  <a:pt x="575411" y="306229"/>
                </a:lnTo>
                <a:lnTo>
                  <a:pt x="573271" y="298604"/>
                </a:lnTo>
                <a:lnTo>
                  <a:pt x="572207" y="296952"/>
                </a:lnTo>
                <a:lnTo>
                  <a:pt x="569881" y="295528"/>
                </a:lnTo>
                <a:lnTo>
                  <a:pt x="565798" y="295013"/>
                </a:lnTo>
                <a:lnTo>
                  <a:pt x="563625" y="295957"/>
                </a:lnTo>
                <a:close/>
                <a:moveTo>
                  <a:pt x="567675" y="312688"/>
                </a:moveTo>
                <a:lnTo>
                  <a:pt x="568200" y="313989"/>
                </a:lnTo>
                <a:lnTo>
                  <a:pt x="567521" y="315022"/>
                </a:lnTo>
                <a:lnTo>
                  <a:pt x="565421" y="315459"/>
                </a:lnTo>
                <a:lnTo>
                  <a:pt x="564352" y="314796"/>
                </a:lnTo>
                <a:lnTo>
                  <a:pt x="564168" y="313137"/>
                </a:lnTo>
                <a:lnTo>
                  <a:pt x="564946" y="312011"/>
                </a:lnTo>
                <a:lnTo>
                  <a:pt x="566266" y="311822"/>
                </a:lnTo>
                <a:lnTo>
                  <a:pt x="567675" y="312688"/>
                </a:lnTo>
                <a:close/>
                <a:moveTo>
                  <a:pt x="606632" y="295379"/>
                </a:moveTo>
                <a:lnTo>
                  <a:pt x="605091" y="296781"/>
                </a:lnTo>
                <a:lnTo>
                  <a:pt x="604355" y="300767"/>
                </a:lnTo>
                <a:lnTo>
                  <a:pt x="604185" y="322627"/>
                </a:lnTo>
                <a:lnTo>
                  <a:pt x="604371" y="329140"/>
                </a:lnTo>
                <a:lnTo>
                  <a:pt x="604729" y="330180"/>
                </a:lnTo>
                <a:lnTo>
                  <a:pt x="606718" y="331592"/>
                </a:lnTo>
                <a:lnTo>
                  <a:pt x="609477" y="331957"/>
                </a:lnTo>
                <a:lnTo>
                  <a:pt x="611240" y="331512"/>
                </a:lnTo>
                <a:lnTo>
                  <a:pt x="613189" y="330093"/>
                </a:lnTo>
                <a:lnTo>
                  <a:pt x="613507" y="321391"/>
                </a:lnTo>
                <a:lnTo>
                  <a:pt x="614021" y="318678"/>
                </a:lnTo>
                <a:lnTo>
                  <a:pt x="615892" y="317237"/>
                </a:lnTo>
                <a:lnTo>
                  <a:pt x="619138" y="316828"/>
                </a:lnTo>
                <a:lnTo>
                  <a:pt x="622214" y="317500"/>
                </a:lnTo>
                <a:lnTo>
                  <a:pt x="623411" y="318522"/>
                </a:lnTo>
                <a:lnTo>
                  <a:pt x="623893" y="329659"/>
                </a:lnTo>
                <a:lnTo>
                  <a:pt x="625691" y="331338"/>
                </a:lnTo>
                <a:lnTo>
                  <a:pt x="627095" y="331879"/>
                </a:lnTo>
                <a:lnTo>
                  <a:pt x="629541" y="331923"/>
                </a:lnTo>
                <a:lnTo>
                  <a:pt x="631680" y="331061"/>
                </a:lnTo>
                <a:lnTo>
                  <a:pt x="633054" y="329515"/>
                </a:lnTo>
                <a:lnTo>
                  <a:pt x="633054" y="298513"/>
                </a:lnTo>
                <a:lnTo>
                  <a:pt x="631897" y="296666"/>
                </a:lnTo>
                <a:lnTo>
                  <a:pt x="630763" y="295561"/>
                </a:lnTo>
                <a:lnTo>
                  <a:pt x="629582" y="295138"/>
                </a:lnTo>
                <a:lnTo>
                  <a:pt x="627460" y="295112"/>
                </a:lnTo>
                <a:lnTo>
                  <a:pt x="625804" y="295871"/>
                </a:lnTo>
                <a:lnTo>
                  <a:pt x="624284" y="298375"/>
                </a:lnTo>
                <a:lnTo>
                  <a:pt x="624053" y="305166"/>
                </a:lnTo>
                <a:lnTo>
                  <a:pt x="623470" y="307124"/>
                </a:lnTo>
                <a:lnTo>
                  <a:pt x="622208" y="308320"/>
                </a:lnTo>
                <a:lnTo>
                  <a:pt x="618872" y="308854"/>
                </a:lnTo>
                <a:lnTo>
                  <a:pt x="615544" y="308423"/>
                </a:lnTo>
                <a:lnTo>
                  <a:pt x="613973" y="307348"/>
                </a:lnTo>
                <a:lnTo>
                  <a:pt x="613364" y="304945"/>
                </a:lnTo>
                <a:lnTo>
                  <a:pt x="613286" y="297693"/>
                </a:lnTo>
                <a:lnTo>
                  <a:pt x="610003" y="295112"/>
                </a:lnTo>
                <a:lnTo>
                  <a:pt x="608420" y="294942"/>
                </a:lnTo>
                <a:lnTo>
                  <a:pt x="606632" y="295379"/>
                </a:lnTo>
                <a:close/>
                <a:moveTo>
                  <a:pt x="659716" y="295861"/>
                </a:moveTo>
                <a:lnTo>
                  <a:pt x="657959" y="297321"/>
                </a:lnTo>
                <a:lnTo>
                  <a:pt x="657578" y="298673"/>
                </a:lnTo>
                <a:lnTo>
                  <a:pt x="657257" y="329177"/>
                </a:lnTo>
                <a:lnTo>
                  <a:pt x="658755" y="330837"/>
                </a:lnTo>
                <a:lnTo>
                  <a:pt x="660623" y="331690"/>
                </a:lnTo>
                <a:lnTo>
                  <a:pt x="662850" y="331923"/>
                </a:lnTo>
                <a:lnTo>
                  <a:pt x="664827" y="331443"/>
                </a:lnTo>
                <a:lnTo>
                  <a:pt x="667430" y="328400"/>
                </a:lnTo>
                <a:lnTo>
                  <a:pt x="671528" y="321632"/>
                </a:lnTo>
                <a:lnTo>
                  <a:pt x="676157" y="316449"/>
                </a:lnTo>
                <a:lnTo>
                  <a:pt x="677500" y="318224"/>
                </a:lnTo>
                <a:lnTo>
                  <a:pt x="677827" y="319402"/>
                </a:lnTo>
                <a:lnTo>
                  <a:pt x="677653" y="327030"/>
                </a:lnTo>
                <a:lnTo>
                  <a:pt x="677989" y="329852"/>
                </a:lnTo>
                <a:lnTo>
                  <a:pt x="679051" y="331056"/>
                </a:lnTo>
                <a:lnTo>
                  <a:pt x="680687" y="331756"/>
                </a:lnTo>
                <a:lnTo>
                  <a:pt x="683498" y="331794"/>
                </a:lnTo>
                <a:lnTo>
                  <a:pt x="685131" y="331101"/>
                </a:lnTo>
                <a:lnTo>
                  <a:pt x="686571" y="329515"/>
                </a:lnTo>
                <a:lnTo>
                  <a:pt x="686571" y="297693"/>
                </a:lnTo>
                <a:lnTo>
                  <a:pt x="683298" y="295048"/>
                </a:lnTo>
                <a:lnTo>
                  <a:pt x="681337" y="294940"/>
                </a:lnTo>
                <a:lnTo>
                  <a:pt x="679320" y="295951"/>
                </a:lnTo>
                <a:lnTo>
                  <a:pt x="676257" y="299529"/>
                </a:lnTo>
                <a:lnTo>
                  <a:pt x="670295" y="308915"/>
                </a:lnTo>
                <a:lnTo>
                  <a:pt x="668510" y="310614"/>
                </a:lnTo>
                <a:lnTo>
                  <a:pt x="667800" y="310304"/>
                </a:lnTo>
                <a:lnTo>
                  <a:pt x="667061" y="308415"/>
                </a:lnTo>
                <a:lnTo>
                  <a:pt x="666636" y="299454"/>
                </a:lnTo>
                <a:lnTo>
                  <a:pt x="665829" y="296488"/>
                </a:lnTo>
                <a:lnTo>
                  <a:pt x="664586" y="295427"/>
                </a:lnTo>
                <a:lnTo>
                  <a:pt x="663096" y="294971"/>
                </a:lnTo>
                <a:lnTo>
                  <a:pt x="661680" y="295007"/>
                </a:lnTo>
                <a:lnTo>
                  <a:pt x="659716" y="295861"/>
                </a:lnTo>
                <a:close/>
                <a:moveTo>
                  <a:pt x="712077" y="296777"/>
                </a:moveTo>
                <a:lnTo>
                  <a:pt x="710679" y="298224"/>
                </a:lnTo>
                <a:lnTo>
                  <a:pt x="710920" y="324693"/>
                </a:lnTo>
                <a:lnTo>
                  <a:pt x="711185" y="329417"/>
                </a:lnTo>
                <a:lnTo>
                  <a:pt x="711743" y="330406"/>
                </a:lnTo>
                <a:lnTo>
                  <a:pt x="713309" y="331344"/>
                </a:lnTo>
                <a:lnTo>
                  <a:pt x="715325" y="331775"/>
                </a:lnTo>
                <a:lnTo>
                  <a:pt x="717382" y="331667"/>
                </a:lnTo>
                <a:lnTo>
                  <a:pt x="719069" y="330991"/>
                </a:lnTo>
                <a:lnTo>
                  <a:pt x="725565" y="320121"/>
                </a:lnTo>
                <a:lnTo>
                  <a:pt x="727391" y="318600"/>
                </a:lnTo>
                <a:lnTo>
                  <a:pt x="729517" y="317658"/>
                </a:lnTo>
                <a:lnTo>
                  <a:pt x="730237" y="317861"/>
                </a:lnTo>
                <a:lnTo>
                  <a:pt x="730597" y="318877"/>
                </a:lnTo>
                <a:lnTo>
                  <a:pt x="731555" y="330431"/>
                </a:lnTo>
                <a:lnTo>
                  <a:pt x="733363" y="331543"/>
                </a:lnTo>
                <a:lnTo>
                  <a:pt x="736120" y="331882"/>
                </a:lnTo>
                <a:lnTo>
                  <a:pt x="738696" y="331377"/>
                </a:lnTo>
                <a:lnTo>
                  <a:pt x="740571" y="330045"/>
                </a:lnTo>
                <a:lnTo>
                  <a:pt x="740432" y="301937"/>
                </a:lnTo>
                <a:lnTo>
                  <a:pt x="739509" y="296622"/>
                </a:lnTo>
                <a:lnTo>
                  <a:pt x="738084" y="295540"/>
                </a:lnTo>
                <a:lnTo>
                  <a:pt x="735750" y="295379"/>
                </a:lnTo>
                <a:lnTo>
                  <a:pt x="734304" y="295622"/>
                </a:lnTo>
                <a:lnTo>
                  <a:pt x="732194" y="296837"/>
                </a:lnTo>
                <a:lnTo>
                  <a:pt x="730267" y="298964"/>
                </a:lnTo>
                <a:lnTo>
                  <a:pt x="723938" y="309216"/>
                </a:lnTo>
                <a:lnTo>
                  <a:pt x="722262" y="310289"/>
                </a:lnTo>
                <a:lnTo>
                  <a:pt x="721296" y="310000"/>
                </a:lnTo>
                <a:lnTo>
                  <a:pt x="720661" y="308831"/>
                </a:lnTo>
                <a:lnTo>
                  <a:pt x="720321" y="297741"/>
                </a:lnTo>
                <a:lnTo>
                  <a:pt x="718538" y="296105"/>
                </a:lnTo>
                <a:lnTo>
                  <a:pt x="716423" y="295340"/>
                </a:lnTo>
                <a:lnTo>
                  <a:pt x="714111" y="295569"/>
                </a:lnTo>
                <a:lnTo>
                  <a:pt x="712077" y="296777"/>
                </a:lnTo>
                <a:close/>
                <a:moveTo>
                  <a:pt x="952039" y="298320"/>
                </a:moveTo>
                <a:lnTo>
                  <a:pt x="951702" y="300249"/>
                </a:lnTo>
                <a:lnTo>
                  <a:pt x="954512" y="306484"/>
                </a:lnTo>
                <a:lnTo>
                  <a:pt x="953908" y="307749"/>
                </a:lnTo>
                <a:lnTo>
                  <a:pt x="950526" y="308599"/>
                </a:lnTo>
                <a:lnTo>
                  <a:pt x="941771" y="307873"/>
                </a:lnTo>
                <a:lnTo>
                  <a:pt x="936673" y="308532"/>
                </a:lnTo>
                <a:lnTo>
                  <a:pt x="933621" y="310201"/>
                </a:lnTo>
                <a:lnTo>
                  <a:pt x="933176" y="312428"/>
                </a:lnTo>
                <a:lnTo>
                  <a:pt x="934217" y="314684"/>
                </a:lnTo>
                <a:lnTo>
                  <a:pt x="936527" y="316120"/>
                </a:lnTo>
                <a:lnTo>
                  <a:pt x="941879" y="317702"/>
                </a:lnTo>
                <a:lnTo>
                  <a:pt x="948194" y="318410"/>
                </a:lnTo>
                <a:lnTo>
                  <a:pt x="949882" y="319046"/>
                </a:lnTo>
                <a:lnTo>
                  <a:pt x="951710" y="320649"/>
                </a:lnTo>
                <a:lnTo>
                  <a:pt x="955237" y="328258"/>
                </a:lnTo>
                <a:lnTo>
                  <a:pt x="960063" y="341840"/>
                </a:lnTo>
                <a:lnTo>
                  <a:pt x="966865" y="351696"/>
                </a:lnTo>
                <a:lnTo>
                  <a:pt x="971351" y="362236"/>
                </a:lnTo>
                <a:lnTo>
                  <a:pt x="972331" y="368231"/>
                </a:lnTo>
                <a:lnTo>
                  <a:pt x="972673" y="388370"/>
                </a:lnTo>
                <a:lnTo>
                  <a:pt x="974073" y="395327"/>
                </a:lnTo>
                <a:lnTo>
                  <a:pt x="972452" y="405573"/>
                </a:lnTo>
                <a:lnTo>
                  <a:pt x="970429" y="428035"/>
                </a:lnTo>
                <a:lnTo>
                  <a:pt x="969435" y="432623"/>
                </a:lnTo>
                <a:lnTo>
                  <a:pt x="967187" y="438068"/>
                </a:lnTo>
                <a:lnTo>
                  <a:pt x="965715" y="440326"/>
                </a:lnTo>
                <a:lnTo>
                  <a:pt x="963695" y="442047"/>
                </a:lnTo>
                <a:lnTo>
                  <a:pt x="961154" y="443212"/>
                </a:lnTo>
                <a:lnTo>
                  <a:pt x="958120" y="443804"/>
                </a:lnTo>
                <a:lnTo>
                  <a:pt x="953775" y="443879"/>
                </a:lnTo>
                <a:lnTo>
                  <a:pt x="948983" y="437837"/>
                </a:lnTo>
                <a:lnTo>
                  <a:pt x="949025" y="436694"/>
                </a:lnTo>
                <a:lnTo>
                  <a:pt x="949858" y="435809"/>
                </a:lnTo>
                <a:lnTo>
                  <a:pt x="955627" y="434734"/>
                </a:lnTo>
                <a:lnTo>
                  <a:pt x="957373" y="433873"/>
                </a:lnTo>
                <a:lnTo>
                  <a:pt x="958307" y="432693"/>
                </a:lnTo>
                <a:lnTo>
                  <a:pt x="958452" y="410370"/>
                </a:lnTo>
                <a:lnTo>
                  <a:pt x="955903" y="403724"/>
                </a:lnTo>
                <a:lnTo>
                  <a:pt x="954493" y="394445"/>
                </a:lnTo>
                <a:lnTo>
                  <a:pt x="953276" y="390689"/>
                </a:lnTo>
                <a:lnTo>
                  <a:pt x="950109" y="385758"/>
                </a:lnTo>
                <a:lnTo>
                  <a:pt x="943794" y="380241"/>
                </a:lnTo>
                <a:lnTo>
                  <a:pt x="940859" y="378942"/>
                </a:lnTo>
                <a:lnTo>
                  <a:pt x="938632" y="379626"/>
                </a:lnTo>
                <a:lnTo>
                  <a:pt x="928242" y="395003"/>
                </a:lnTo>
                <a:lnTo>
                  <a:pt x="925921" y="397095"/>
                </a:lnTo>
                <a:lnTo>
                  <a:pt x="923591" y="397292"/>
                </a:lnTo>
                <a:lnTo>
                  <a:pt x="919775" y="394537"/>
                </a:lnTo>
                <a:lnTo>
                  <a:pt x="917861" y="393670"/>
                </a:lnTo>
                <a:lnTo>
                  <a:pt x="916169" y="393753"/>
                </a:lnTo>
                <a:lnTo>
                  <a:pt x="914480" y="395086"/>
                </a:lnTo>
                <a:lnTo>
                  <a:pt x="918386" y="407604"/>
                </a:lnTo>
                <a:lnTo>
                  <a:pt x="919844" y="408686"/>
                </a:lnTo>
                <a:lnTo>
                  <a:pt x="923549" y="409385"/>
                </a:lnTo>
                <a:lnTo>
                  <a:pt x="926904" y="408908"/>
                </a:lnTo>
                <a:lnTo>
                  <a:pt x="929600" y="407322"/>
                </a:lnTo>
                <a:lnTo>
                  <a:pt x="934356" y="402835"/>
                </a:lnTo>
                <a:lnTo>
                  <a:pt x="941963" y="394598"/>
                </a:lnTo>
                <a:lnTo>
                  <a:pt x="943011" y="394569"/>
                </a:lnTo>
                <a:lnTo>
                  <a:pt x="943999" y="395729"/>
                </a:lnTo>
                <a:lnTo>
                  <a:pt x="944458" y="397995"/>
                </a:lnTo>
                <a:lnTo>
                  <a:pt x="944518" y="404488"/>
                </a:lnTo>
                <a:lnTo>
                  <a:pt x="948134" y="410852"/>
                </a:lnTo>
                <a:lnTo>
                  <a:pt x="948471" y="422134"/>
                </a:lnTo>
                <a:lnTo>
                  <a:pt x="946129" y="424197"/>
                </a:lnTo>
                <a:lnTo>
                  <a:pt x="941421" y="425018"/>
                </a:lnTo>
                <a:lnTo>
                  <a:pt x="939388" y="426478"/>
                </a:lnTo>
                <a:lnTo>
                  <a:pt x="936056" y="432313"/>
                </a:lnTo>
                <a:lnTo>
                  <a:pt x="934967" y="435013"/>
                </a:lnTo>
                <a:lnTo>
                  <a:pt x="934718" y="436954"/>
                </a:lnTo>
                <a:lnTo>
                  <a:pt x="936031" y="439534"/>
                </a:lnTo>
                <a:lnTo>
                  <a:pt x="942905" y="447489"/>
                </a:lnTo>
                <a:lnTo>
                  <a:pt x="944845" y="452017"/>
                </a:lnTo>
                <a:lnTo>
                  <a:pt x="944393" y="454696"/>
                </a:lnTo>
                <a:lnTo>
                  <a:pt x="939622" y="460715"/>
                </a:lnTo>
                <a:lnTo>
                  <a:pt x="939576" y="462815"/>
                </a:lnTo>
                <a:lnTo>
                  <a:pt x="942042" y="465387"/>
                </a:lnTo>
                <a:lnTo>
                  <a:pt x="944263" y="466301"/>
                </a:lnTo>
                <a:lnTo>
                  <a:pt x="948117" y="466942"/>
                </a:lnTo>
                <a:lnTo>
                  <a:pt x="951345" y="466547"/>
                </a:lnTo>
                <a:lnTo>
                  <a:pt x="952596" y="465652"/>
                </a:lnTo>
                <a:lnTo>
                  <a:pt x="955254" y="462037"/>
                </a:lnTo>
                <a:lnTo>
                  <a:pt x="957376" y="456899"/>
                </a:lnTo>
                <a:lnTo>
                  <a:pt x="959766" y="454595"/>
                </a:lnTo>
                <a:lnTo>
                  <a:pt x="963587" y="452993"/>
                </a:lnTo>
                <a:lnTo>
                  <a:pt x="970373" y="451344"/>
                </a:lnTo>
                <a:lnTo>
                  <a:pt x="974342" y="445898"/>
                </a:lnTo>
                <a:lnTo>
                  <a:pt x="978798" y="438624"/>
                </a:lnTo>
                <a:lnTo>
                  <a:pt x="981818" y="417633"/>
                </a:lnTo>
                <a:lnTo>
                  <a:pt x="983030" y="402124"/>
                </a:lnTo>
                <a:lnTo>
                  <a:pt x="982848" y="361674"/>
                </a:lnTo>
                <a:lnTo>
                  <a:pt x="977767" y="350301"/>
                </a:lnTo>
                <a:lnTo>
                  <a:pt x="974933" y="345720"/>
                </a:lnTo>
                <a:lnTo>
                  <a:pt x="972127" y="342237"/>
                </a:lnTo>
                <a:lnTo>
                  <a:pt x="968186" y="335286"/>
                </a:lnTo>
                <a:lnTo>
                  <a:pt x="967720" y="333377"/>
                </a:lnTo>
                <a:lnTo>
                  <a:pt x="968195" y="330669"/>
                </a:lnTo>
                <a:lnTo>
                  <a:pt x="969177" y="330235"/>
                </a:lnTo>
                <a:lnTo>
                  <a:pt x="971719" y="332137"/>
                </a:lnTo>
                <a:lnTo>
                  <a:pt x="980672" y="343931"/>
                </a:lnTo>
                <a:lnTo>
                  <a:pt x="985130" y="350555"/>
                </a:lnTo>
                <a:lnTo>
                  <a:pt x="988240" y="354028"/>
                </a:lnTo>
                <a:lnTo>
                  <a:pt x="990951" y="356331"/>
                </a:lnTo>
                <a:lnTo>
                  <a:pt x="993265" y="360060"/>
                </a:lnTo>
                <a:lnTo>
                  <a:pt x="995450" y="365096"/>
                </a:lnTo>
                <a:lnTo>
                  <a:pt x="997891" y="369372"/>
                </a:lnTo>
                <a:lnTo>
                  <a:pt x="1000941" y="373245"/>
                </a:lnTo>
                <a:lnTo>
                  <a:pt x="1004257" y="376331"/>
                </a:lnTo>
                <a:lnTo>
                  <a:pt x="1007496" y="378247"/>
                </a:lnTo>
                <a:lnTo>
                  <a:pt x="1008980" y="378645"/>
                </a:lnTo>
                <a:lnTo>
                  <a:pt x="1011563" y="378289"/>
                </a:lnTo>
                <a:lnTo>
                  <a:pt x="1012979" y="376240"/>
                </a:lnTo>
                <a:lnTo>
                  <a:pt x="1013609" y="371943"/>
                </a:lnTo>
                <a:lnTo>
                  <a:pt x="1016405" y="370864"/>
                </a:lnTo>
                <a:lnTo>
                  <a:pt x="1019815" y="370272"/>
                </a:lnTo>
                <a:lnTo>
                  <a:pt x="1020751" y="368779"/>
                </a:lnTo>
                <a:lnTo>
                  <a:pt x="1019877" y="366440"/>
                </a:lnTo>
                <a:lnTo>
                  <a:pt x="1016771" y="363313"/>
                </a:lnTo>
                <a:lnTo>
                  <a:pt x="1004080" y="357046"/>
                </a:lnTo>
                <a:lnTo>
                  <a:pt x="1001547" y="355065"/>
                </a:lnTo>
                <a:lnTo>
                  <a:pt x="999645" y="352447"/>
                </a:lnTo>
                <a:lnTo>
                  <a:pt x="998036" y="347016"/>
                </a:lnTo>
                <a:lnTo>
                  <a:pt x="997420" y="342500"/>
                </a:lnTo>
                <a:lnTo>
                  <a:pt x="998207" y="340682"/>
                </a:lnTo>
                <a:lnTo>
                  <a:pt x="1002592" y="337428"/>
                </a:lnTo>
                <a:lnTo>
                  <a:pt x="1002664" y="334625"/>
                </a:lnTo>
                <a:lnTo>
                  <a:pt x="1001705" y="332775"/>
                </a:lnTo>
                <a:lnTo>
                  <a:pt x="975254" y="314213"/>
                </a:lnTo>
                <a:lnTo>
                  <a:pt x="972896" y="311775"/>
                </a:lnTo>
                <a:lnTo>
                  <a:pt x="968273" y="305690"/>
                </a:lnTo>
                <a:lnTo>
                  <a:pt x="960959" y="298706"/>
                </a:lnTo>
                <a:lnTo>
                  <a:pt x="959050" y="297805"/>
                </a:lnTo>
                <a:lnTo>
                  <a:pt x="955866" y="297211"/>
                </a:lnTo>
                <a:lnTo>
                  <a:pt x="953138" y="297555"/>
                </a:lnTo>
                <a:lnTo>
                  <a:pt x="952039" y="298320"/>
                </a:lnTo>
                <a:close/>
                <a:moveTo>
                  <a:pt x="648241" y="347932"/>
                </a:moveTo>
                <a:lnTo>
                  <a:pt x="642794" y="348762"/>
                </a:lnTo>
                <a:lnTo>
                  <a:pt x="637670" y="350133"/>
                </a:lnTo>
                <a:lnTo>
                  <a:pt x="632905" y="352017"/>
                </a:lnTo>
                <a:lnTo>
                  <a:pt x="628532" y="354385"/>
                </a:lnTo>
                <a:lnTo>
                  <a:pt x="624586" y="357208"/>
                </a:lnTo>
                <a:lnTo>
                  <a:pt x="621101" y="360457"/>
                </a:lnTo>
                <a:lnTo>
                  <a:pt x="618113" y="364105"/>
                </a:lnTo>
                <a:lnTo>
                  <a:pt x="615654" y="368122"/>
                </a:lnTo>
                <a:lnTo>
                  <a:pt x="613761" y="372480"/>
                </a:lnTo>
                <a:lnTo>
                  <a:pt x="612466" y="377150"/>
                </a:lnTo>
                <a:lnTo>
                  <a:pt x="611598" y="381441"/>
                </a:lnTo>
                <a:lnTo>
                  <a:pt x="611598" y="451352"/>
                </a:lnTo>
                <a:lnTo>
                  <a:pt x="613317" y="459657"/>
                </a:lnTo>
                <a:lnTo>
                  <a:pt x="616071" y="466314"/>
                </a:lnTo>
                <a:lnTo>
                  <a:pt x="617931" y="469386"/>
                </a:lnTo>
                <a:lnTo>
                  <a:pt x="622509" y="474888"/>
                </a:lnTo>
                <a:lnTo>
                  <a:pt x="628089" y="479361"/>
                </a:lnTo>
                <a:lnTo>
                  <a:pt x="634500" y="482595"/>
                </a:lnTo>
                <a:lnTo>
                  <a:pt x="642274" y="485017"/>
                </a:lnTo>
                <a:lnTo>
                  <a:pt x="657769" y="485634"/>
                </a:lnTo>
                <a:lnTo>
                  <a:pt x="704356" y="485548"/>
                </a:lnTo>
                <a:lnTo>
                  <a:pt x="710843" y="484724"/>
                </a:lnTo>
                <a:lnTo>
                  <a:pt x="720089" y="481248"/>
                </a:lnTo>
                <a:lnTo>
                  <a:pt x="726366" y="477026"/>
                </a:lnTo>
                <a:lnTo>
                  <a:pt x="731603" y="472064"/>
                </a:lnTo>
                <a:lnTo>
                  <a:pt x="736078" y="465049"/>
                </a:lnTo>
                <a:lnTo>
                  <a:pt x="739418" y="454961"/>
                </a:lnTo>
                <a:lnTo>
                  <a:pt x="740071" y="445910"/>
                </a:lnTo>
                <a:lnTo>
                  <a:pt x="740217" y="435217"/>
                </a:lnTo>
                <a:lnTo>
                  <a:pt x="739848" y="378066"/>
                </a:lnTo>
                <a:lnTo>
                  <a:pt x="735483" y="367532"/>
                </a:lnTo>
                <a:lnTo>
                  <a:pt x="732875" y="363548"/>
                </a:lnTo>
                <a:lnTo>
                  <a:pt x="729578" y="359551"/>
                </a:lnTo>
                <a:lnTo>
                  <a:pt x="723745" y="354700"/>
                </a:lnTo>
                <a:lnTo>
                  <a:pt x="717348" y="351338"/>
                </a:lnTo>
                <a:lnTo>
                  <a:pt x="705616" y="347740"/>
                </a:lnTo>
                <a:lnTo>
                  <a:pt x="648241" y="347932"/>
                </a:lnTo>
                <a:close/>
                <a:moveTo>
                  <a:pt x="701566" y="378066"/>
                </a:moveTo>
                <a:lnTo>
                  <a:pt x="704329" y="379657"/>
                </a:lnTo>
                <a:lnTo>
                  <a:pt x="707757" y="383127"/>
                </a:lnTo>
                <a:lnTo>
                  <a:pt x="709184" y="385781"/>
                </a:lnTo>
                <a:lnTo>
                  <a:pt x="709391" y="388140"/>
                </a:lnTo>
                <a:lnTo>
                  <a:pt x="709722" y="408119"/>
                </a:lnTo>
                <a:lnTo>
                  <a:pt x="709511" y="440696"/>
                </a:lnTo>
                <a:lnTo>
                  <a:pt x="709136" y="447881"/>
                </a:lnTo>
                <a:lnTo>
                  <a:pt x="707395" y="450942"/>
                </a:lnTo>
                <a:lnTo>
                  <a:pt x="703977" y="454775"/>
                </a:lnTo>
                <a:lnTo>
                  <a:pt x="695395" y="457427"/>
                </a:lnTo>
                <a:lnTo>
                  <a:pt x="654027" y="457138"/>
                </a:lnTo>
                <a:lnTo>
                  <a:pt x="646795" y="454155"/>
                </a:lnTo>
                <a:lnTo>
                  <a:pt x="644080" y="451198"/>
                </a:lnTo>
                <a:lnTo>
                  <a:pt x="641105" y="445566"/>
                </a:lnTo>
                <a:lnTo>
                  <a:pt x="641202" y="388529"/>
                </a:lnTo>
                <a:lnTo>
                  <a:pt x="644507" y="382038"/>
                </a:lnTo>
                <a:lnTo>
                  <a:pt x="648056" y="378824"/>
                </a:lnTo>
                <a:lnTo>
                  <a:pt x="649880" y="378018"/>
                </a:lnTo>
                <a:lnTo>
                  <a:pt x="651928" y="377747"/>
                </a:lnTo>
                <a:lnTo>
                  <a:pt x="682908" y="377341"/>
                </a:lnTo>
                <a:lnTo>
                  <a:pt x="701566" y="378066"/>
                </a:lnTo>
                <a:close/>
                <a:moveTo>
                  <a:pt x="29266" y="350825"/>
                </a:moveTo>
                <a:lnTo>
                  <a:pt x="1832" y="351066"/>
                </a:lnTo>
                <a:lnTo>
                  <a:pt x="0" y="353332"/>
                </a:lnTo>
                <a:lnTo>
                  <a:pt x="0" y="376765"/>
                </a:lnTo>
                <a:lnTo>
                  <a:pt x="1832" y="379031"/>
                </a:lnTo>
                <a:lnTo>
                  <a:pt x="69959" y="379272"/>
                </a:lnTo>
                <a:lnTo>
                  <a:pt x="74599" y="381245"/>
                </a:lnTo>
                <a:lnTo>
                  <a:pt x="76550" y="382535"/>
                </a:lnTo>
                <a:lnTo>
                  <a:pt x="80036" y="387131"/>
                </a:lnTo>
                <a:lnTo>
                  <a:pt x="79915" y="397647"/>
                </a:lnTo>
                <a:lnTo>
                  <a:pt x="79312" y="400232"/>
                </a:lnTo>
                <a:lnTo>
                  <a:pt x="76999" y="401055"/>
                </a:lnTo>
                <a:lnTo>
                  <a:pt x="73266" y="401318"/>
                </a:lnTo>
                <a:lnTo>
                  <a:pt x="35341" y="401836"/>
                </a:lnTo>
                <a:lnTo>
                  <a:pt x="34423" y="403197"/>
                </a:lnTo>
                <a:lnTo>
                  <a:pt x="33935" y="406477"/>
                </a:lnTo>
                <a:lnTo>
                  <a:pt x="33875" y="423531"/>
                </a:lnTo>
                <a:lnTo>
                  <a:pt x="34582" y="428925"/>
                </a:lnTo>
                <a:lnTo>
                  <a:pt x="35250" y="430066"/>
                </a:lnTo>
                <a:lnTo>
                  <a:pt x="36072" y="430463"/>
                </a:lnTo>
                <a:lnTo>
                  <a:pt x="78011" y="430861"/>
                </a:lnTo>
                <a:lnTo>
                  <a:pt x="80277" y="432693"/>
                </a:lnTo>
                <a:lnTo>
                  <a:pt x="79550" y="447009"/>
                </a:lnTo>
                <a:lnTo>
                  <a:pt x="78522" y="448922"/>
                </a:lnTo>
                <a:lnTo>
                  <a:pt x="76084" y="451270"/>
                </a:lnTo>
                <a:lnTo>
                  <a:pt x="70634" y="454245"/>
                </a:lnTo>
                <a:lnTo>
                  <a:pt x="2025" y="454727"/>
                </a:lnTo>
                <a:lnTo>
                  <a:pt x="0" y="456559"/>
                </a:lnTo>
                <a:lnTo>
                  <a:pt x="0" y="480907"/>
                </a:lnTo>
                <a:lnTo>
                  <a:pt x="1832" y="483174"/>
                </a:lnTo>
                <a:lnTo>
                  <a:pt x="68296" y="483210"/>
                </a:lnTo>
                <a:lnTo>
                  <a:pt x="77628" y="482610"/>
                </a:lnTo>
                <a:lnTo>
                  <a:pt x="84714" y="481646"/>
                </a:lnTo>
                <a:lnTo>
                  <a:pt x="89438" y="480275"/>
                </a:lnTo>
                <a:lnTo>
                  <a:pt x="95899" y="477539"/>
                </a:lnTo>
                <a:lnTo>
                  <a:pt x="101748" y="472575"/>
                </a:lnTo>
                <a:lnTo>
                  <a:pt x="105541" y="467039"/>
                </a:lnTo>
                <a:lnTo>
                  <a:pt x="107538" y="462347"/>
                </a:lnTo>
                <a:lnTo>
                  <a:pt x="109850" y="454768"/>
                </a:lnTo>
                <a:lnTo>
                  <a:pt x="110438" y="450441"/>
                </a:lnTo>
                <a:lnTo>
                  <a:pt x="111158" y="427596"/>
                </a:lnTo>
                <a:lnTo>
                  <a:pt x="110640" y="387299"/>
                </a:lnTo>
                <a:lnTo>
                  <a:pt x="109783" y="378229"/>
                </a:lnTo>
                <a:lnTo>
                  <a:pt x="106276" y="367275"/>
                </a:lnTo>
                <a:lnTo>
                  <a:pt x="103724" y="363007"/>
                </a:lnTo>
                <a:lnTo>
                  <a:pt x="102112" y="361107"/>
                </a:lnTo>
                <a:lnTo>
                  <a:pt x="98204" y="357766"/>
                </a:lnTo>
                <a:lnTo>
                  <a:pt x="93368" y="355019"/>
                </a:lnTo>
                <a:lnTo>
                  <a:pt x="85591" y="352246"/>
                </a:lnTo>
                <a:lnTo>
                  <a:pt x="79310" y="351252"/>
                </a:lnTo>
                <a:lnTo>
                  <a:pt x="69398" y="350763"/>
                </a:lnTo>
                <a:lnTo>
                  <a:pt x="29266" y="350825"/>
                </a:lnTo>
                <a:close/>
                <a:moveTo>
                  <a:pt x="220002" y="350729"/>
                </a:moveTo>
                <a:lnTo>
                  <a:pt x="216985" y="351231"/>
                </a:lnTo>
                <a:lnTo>
                  <a:pt x="216386" y="351645"/>
                </a:lnTo>
                <a:lnTo>
                  <a:pt x="216129" y="352606"/>
                </a:lnTo>
                <a:lnTo>
                  <a:pt x="215277" y="397979"/>
                </a:lnTo>
                <a:lnTo>
                  <a:pt x="213445" y="400004"/>
                </a:lnTo>
                <a:lnTo>
                  <a:pt x="170408" y="399954"/>
                </a:lnTo>
                <a:lnTo>
                  <a:pt x="155250" y="399522"/>
                </a:lnTo>
                <a:lnTo>
                  <a:pt x="154068" y="397769"/>
                </a:lnTo>
                <a:lnTo>
                  <a:pt x="153500" y="392218"/>
                </a:lnTo>
                <a:lnTo>
                  <a:pt x="153321" y="352320"/>
                </a:lnTo>
                <a:lnTo>
                  <a:pt x="151494" y="351257"/>
                </a:lnTo>
                <a:lnTo>
                  <a:pt x="148964" y="350958"/>
                </a:lnTo>
                <a:lnTo>
                  <a:pt x="124875" y="350825"/>
                </a:lnTo>
                <a:lnTo>
                  <a:pt x="122946" y="352754"/>
                </a:lnTo>
                <a:lnTo>
                  <a:pt x="122946" y="481004"/>
                </a:lnTo>
                <a:lnTo>
                  <a:pt x="124310" y="482292"/>
                </a:lnTo>
                <a:lnTo>
                  <a:pt x="126586" y="483051"/>
                </a:lnTo>
                <a:lnTo>
                  <a:pt x="129417" y="483298"/>
                </a:lnTo>
                <a:lnTo>
                  <a:pt x="151345" y="483174"/>
                </a:lnTo>
                <a:lnTo>
                  <a:pt x="153418" y="481100"/>
                </a:lnTo>
                <a:lnTo>
                  <a:pt x="153396" y="440774"/>
                </a:lnTo>
                <a:lnTo>
                  <a:pt x="154039" y="431263"/>
                </a:lnTo>
                <a:lnTo>
                  <a:pt x="154761" y="429772"/>
                </a:lnTo>
                <a:lnTo>
                  <a:pt x="155718" y="429331"/>
                </a:lnTo>
                <a:lnTo>
                  <a:pt x="166581" y="429019"/>
                </a:lnTo>
                <a:lnTo>
                  <a:pt x="213541" y="428932"/>
                </a:lnTo>
                <a:lnTo>
                  <a:pt x="215518" y="431488"/>
                </a:lnTo>
                <a:lnTo>
                  <a:pt x="215518" y="481052"/>
                </a:lnTo>
                <a:lnTo>
                  <a:pt x="217929" y="483463"/>
                </a:lnTo>
                <a:lnTo>
                  <a:pt x="243434" y="483174"/>
                </a:lnTo>
                <a:lnTo>
                  <a:pt x="245604" y="481004"/>
                </a:lnTo>
                <a:lnTo>
                  <a:pt x="245411" y="353236"/>
                </a:lnTo>
                <a:lnTo>
                  <a:pt x="244117" y="351601"/>
                </a:lnTo>
                <a:lnTo>
                  <a:pt x="241619" y="351170"/>
                </a:lnTo>
                <a:lnTo>
                  <a:pt x="220002" y="350729"/>
                </a:lnTo>
                <a:close/>
                <a:moveTo>
                  <a:pt x="288080" y="351356"/>
                </a:moveTo>
                <a:lnTo>
                  <a:pt x="282940" y="352596"/>
                </a:lnTo>
                <a:lnTo>
                  <a:pt x="275966" y="355208"/>
                </a:lnTo>
                <a:lnTo>
                  <a:pt x="272314" y="357238"/>
                </a:lnTo>
                <a:lnTo>
                  <a:pt x="269012" y="360147"/>
                </a:lnTo>
                <a:lnTo>
                  <a:pt x="266194" y="363561"/>
                </a:lnTo>
                <a:lnTo>
                  <a:pt x="262969" y="369466"/>
                </a:lnTo>
                <a:lnTo>
                  <a:pt x="261552" y="373817"/>
                </a:lnTo>
                <a:lnTo>
                  <a:pt x="259875" y="382116"/>
                </a:lnTo>
                <a:lnTo>
                  <a:pt x="259466" y="400248"/>
                </a:lnTo>
                <a:lnTo>
                  <a:pt x="259634" y="451352"/>
                </a:lnTo>
                <a:lnTo>
                  <a:pt x="261816" y="460716"/>
                </a:lnTo>
                <a:lnTo>
                  <a:pt x="265146" y="468552"/>
                </a:lnTo>
                <a:lnTo>
                  <a:pt x="268274" y="472693"/>
                </a:lnTo>
                <a:lnTo>
                  <a:pt x="274511" y="477535"/>
                </a:lnTo>
                <a:lnTo>
                  <a:pt x="281993" y="480878"/>
                </a:lnTo>
                <a:lnTo>
                  <a:pt x="287663" y="482153"/>
                </a:lnTo>
                <a:lnTo>
                  <a:pt x="296313" y="482840"/>
                </a:lnTo>
                <a:lnTo>
                  <a:pt x="310209" y="483120"/>
                </a:lnTo>
                <a:lnTo>
                  <a:pt x="367489" y="483174"/>
                </a:lnTo>
                <a:lnTo>
                  <a:pt x="369321" y="480907"/>
                </a:lnTo>
                <a:lnTo>
                  <a:pt x="369243" y="459994"/>
                </a:lnTo>
                <a:lnTo>
                  <a:pt x="368984" y="456999"/>
                </a:lnTo>
                <a:lnTo>
                  <a:pt x="367995" y="455140"/>
                </a:lnTo>
                <a:lnTo>
                  <a:pt x="366162" y="454684"/>
                </a:lnTo>
                <a:lnTo>
                  <a:pt x="359752" y="454560"/>
                </a:lnTo>
                <a:lnTo>
                  <a:pt x="299652" y="454245"/>
                </a:lnTo>
                <a:lnTo>
                  <a:pt x="294909" y="451901"/>
                </a:lnTo>
                <a:lnTo>
                  <a:pt x="291577" y="448897"/>
                </a:lnTo>
                <a:lnTo>
                  <a:pt x="289806" y="444491"/>
                </a:lnTo>
                <a:lnTo>
                  <a:pt x="289286" y="438045"/>
                </a:lnTo>
                <a:lnTo>
                  <a:pt x="289546" y="433175"/>
                </a:lnTo>
                <a:lnTo>
                  <a:pt x="291311" y="431102"/>
                </a:lnTo>
                <a:lnTo>
                  <a:pt x="367441" y="430234"/>
                </a:lnTo>
                <a:lnTo>
                  <a:pt x="368570" y="428989"/>
                </a:lnTo>
                <a:lnTo>
                  <a:pt x="368996" y="427136"/>
                </a:lnTo>
                <a:lnTo>
                  <a:pt x="369321" y="415722"/>
                </a:lnTo>
                <a:lnTo>
                  <a:pt x="369321" y="403957"/>
                </a:lnTo>
                <a:lnTo>
                  <a:pt x="367489" y="401691"/>
                </a:lnTo>
                <a:lnTo>
                  <a:pt x="291229" y="400849"/>
                </a:lnTo>
                <a:lnTo>
                  <a:pt x="290254" y="400571"/>
                </a:lnTo>
                <a:lnTo>
                  <a:pt x="289750" y="399928"/>
                </a:lnTo>
                <a:lnTo>
                  <a:pt x="289299" y="396122"/>
                </a:lnTo>
                <a:lnTo>
                  <a:pt x="289792" y="388945"/>
                </a:lnTo>
                <a:lnTo>
                  <a:pt x="292207" y="383837"/>
                </a:lnTo>
                <a:lnTo>
                  <a:pt x="293649" y="382159"/>
                </a:lnTo>
                <a:lnTo>
                  <a:pt x="294911" y="381390"/>
                </a:lnTo>
                <a:lnTo>
                  <a:pt x="300809" y="379272"/>
                </a:lnTo>
                <a:lnTo>
                  <a:pt x="366766" y="379272"/>
                </a:lnTo>
                <a:lnTo>
                  <a:pt x="369321" y="377295"/>
                </a:lnTo>
                <a:lnTo>
                  <a:pt x="369321" y="352320"/>
                </a:lnTo>
                <a:lnTo>
                  <a:pt x="367052" y="351258"/>
                </a:lnTo>
                <a:lnTo>
                  <a:pt x="357110" y="350913"/>
                </a:lnTo>
                <a:lnTo>
                  <a:pt x="288080" y="351356"/>
                </a:lnTo>
                <a:close/>
                <a:moveTo>
                  <a:pt x="385570" y="351693"/>
                </a:moveTo>
                <a:lnTo>
                  <a:pt x="384750" y="352609"/>
                </a:lnTo>
                <a:lnTo>
                  <a:pt x="384750" y="481052"/>
                </a:lnTo>
                <a:lnTo>
                  <a:pt x="387113" y="483415"/>
                </a:lnTo>
                <a:lnTo>
                  <a:pt x="405133" y="483375"/>
                </a:lnTo>
                <a:lnTo>
                  <a:pt x="411932" y="482863"/>
                </a:lnTo>
                <a:lnTo>
                  <a:pt x="413524" y="482261"/>
                </a:lnTo>
                <a:lnTo>
                  <a:pt x="414546" y="481341"/>
                </a:lnTo>
                <a:lnTo>
                  <a:pt x="414914" y="479524"/>
                </a:lnTo>
                <a:lnTo>
                  <a:pt x="415274" y="440977"/>
                </a:lnTo>
                <a:lnTo>
                  <a:pt x="415684" y="437163"/>
                </a:lnTo>
                <a:lnTo>
                  <a:pt x="416478" y="435448"/>
                </a:lnTo>
                <a:lnTo>
                  <a:pt x="417777" y="434718"/>
                </a:lnTo>
                <a:lnTo>
                  <a:pt x="420759" y="434518"/>
                </a:lnTo>
                <a:lnTo>
                  <a:pt x="458465" y="434238"/>
                </a:lnTo>
                <a:lnTo>
                  <a:pt x="470297" y="433622"/>
                </a:lnTo>
                <a:lnTo>
                  <a:pt x="480890" y="431101"/>
                </a:lnTo>
                <a:lnTo>
                  <a:pt x="484985" y="429315"/>
                </a:lnTo>
                <a:lnTo>
                  <a:pt x="488622" y="427110"/>
                </a:lnTo>
                <a:lnTo>
                  <a:pt x="493172" y="423052"/>
                </a:lnTo>
                <a:lnTo>
                  <a:pt x="496061" y="419100"/>
                </a:lnTo>
                <a:lnTo>
                  <a:pt x="497645" y="415473"/>
                </a:lnTo>
                <a:lnTo>
                  <a:pt x="500079" y="406995"/>
                </a:lnTo>
                <a:lnTo>
                  <a:pt x="500356" y="383525"/>
                </a:lnTo>
                <a:lnTo>
                  <a:pt x="499903" y="377809"/>
                </a:lnTo>
                <a:lnTo>
                  <a:pt x="497071" y="367867"/>
                </a:lnTo>
                <a:lnTo>
                  <a:pt x="495068" y="364149"/>
                </a:lnTo>
                <a:lnTo>
                  <a:pt x="492400" y="360727"/>
                </a:lnTo>
                <a:lnTo>
                  <a:pt x="489259" y="357809"/>
                </a:lnTo>
                <a:lnTo>
                  <a:pt x="485832" y="355601"/>
                </a:lnTo>
                <a:lnTo>
                  <a:pt x="476739" y="352010"/>
                </a:lnTo>
                <a:lnTo>
                  <a:pt x="469366" y="351115"/>
                </a:lnTo>
                <a:lnTo>
                  <a:pt x="451214" y="350844"/>
                </a:lnTo>
                <a:lnTo>
                  <a:pt x="386341" y="350825"/>
                </a:lnTo>
                <a:lnTo>
                  <a:pt x="385570" y="351693"/>
                </a:lnTo>
                <a:close/>
                <a:moveTo>
                  <a:pt x="460205" y="379802"/>
                </a:moveTo>
                <a:lnTo>
                  <a:pt x="464999" y="381664"/>
                </a:lnTo>
                <a:lnTo>
                  <a:pt x="467202" y="383280"/>
                </a:lnTo>
                <a:lnTo>
                  <a:pt x="468717" y="385294"/>
                </a:lnTo>
                <a:lnTo>
                  <a:pt x="469896" y="389252"/>
                </a:lnTo>
                <a:lnTo>
                  <a:pt x="469987" y="393604"/>
                </a:lnTo>
                <a:lnTo>
                  <a:pt x="469192" y="398375"/>
                </a:lnTo>
                <a:lnTo>
                  <a:pt x="467471" y="400921"/>
                </a:lnTo>
                <a:lnTo>
                  <a:pt x="463881" y="403716"/>
                </a:lnTo>
                <a:lnTo>
                  <a:pt x="461952" y="404392"/>
                </a:lnTo>
                <a:lnTo>
                  <a:pt x="455480" y="404687"/>
                </a:lnTo>
                <a:lnTo>
                  <a:pt x="417102" y="404825"/>
                </a:lnTo>
                <a:lnTo>
                  <a:pt x="415125" y="402270"/>
                </a:lnTo>
                <a:lnTo>
                  <a:pt x="415423" y="384060"/>
                </a:lnTo>
                <a:lnTo>
                  <a:pt x="416242" y="380953"/>
                </a:lnTo>
                <a:lnTo>
                  <a:pt x="417825" y="379513"/>
                </a:lnTo>
                <a:lnTo>
                  <a:pt x="438581" y="379133"/>
                </a:lnTo>
                <a:lnTo>
                  <a:pt x="460205" y="379802"/>
                </a:lnTo>
                <a:close/>
                <a:moveTo>
                  <a:pt x="539759" y="351549"/>
                </a:moveTo>
                <a:lnTo>
                  <a:pt x="535238" y="352710"/>
                </a:lnTo>
                <a:lnTo>
                  <a:pt x="528752" y="355089"/>
                </a:lnTo>
                <a:lnTo>
                  <a:pt x="525446" y="357075"/>
                </a:lnTo>
                <a:lnTo>
                  <a:pt x="522155" y="359847"/>
                </a:lnTo>
                <a:lnTo>
                  <a:pt x="519205" y="363088"/>
                </a:lnTo>
                <a:lnTo>
                  <a:pt x="516923" y="366480"/>
                </a:lnTo>
                <a:lnTo>
                  <a:pt x="513245" y="375866"/>
                </a:lnTo>
                <a:lnTo>
                  <a:pt x="512385" y="385775"/>
                </a:lnTo>
                <a:lnTo>
                  <a:pt x="512132" y="398793"/>
                </a:lnTo>
                <a:lnTo>
                  <a:pt x="512036" y="481052"/>
                </a:lnTo>
                <a:lnTo>
                  <a:pt x="514398" y="483415"/>
                </a:lnTo>
                <a:lnTo>
                  <a:pt x="536458" y="483183"/>
                </a:lnTo>
                <a:lnTo>
                  <a:pt x="539941" y="482493"/>
                </a:lnTo>
                <a:lnTo>
                  <a:pt x="541398" y="481100"/>
                </a:lnTo>
                <a:lnTo>
                  <a:pt x="541808" y="469758"/>
                </a:lnTo>
                <a:lnTo>
                  <a:pt x="542206" y="394254"/>
                </a:lnTo>
                <a:lnTo>
                  <a:pt x="542689" y="388623"/>
                </a:lnTo>
                <a:lnTo>
                  <a:pt x="544469" y="383984"/>
                </a:lnTo>
                <a:lnTo>
                  <a:pt x="547719" y="381549"/>
                </a:lnTo>
                <a:lnTo>
                  <a:pt x="553523" y="379583"/>
                </a:lnTo>
                <a:lnTo>
                  <a:pt x="563369" y="379151"/>
                </a:lnTo>
                <a:lnTo>
                  <a:pt x="599400" y="379031"/>
                </a:lnTo>
                <a:lnTo>
                  <a:pt x="601232" y="376765"/>
                </a:lnTo>
                <a:lnTo>
                  <a:pt x="601100" y="354972"/>
                </a:lnTo>
                <a:lnTo>
                  <a:pt x="600800" y="352629"/>
                </a:lnTo>
                <a:lnTo>
                  <a:pt x="599738" y="350825"/>
                </a:lnTo>
                <a:lnTo>
                  <a:pt x="551864" y="350993"/>
                </a:lnTo>
                <a:lnTo>
                  <a:pt x="539759" y="351549"/>
                </a:lnTo>
                <a:close/>
                <a:moveTo>
                  <a:pt x="839170" y="362927"/>
                </a:moveTo>
                <a:lnTo>
                  <a:pt x="835115" y="365348"/>
                </a:lnTo>
                <a:lnTo>
                  <a:pt x="831061" y="366908"/>
                </a:lnTo>
                <a:lnTo>
                  <a:pt x="828117" y="368773"/>
                </a:lnTo>
                <a:lnTo>
                  <a:pt x="819589" y="376421"/>
                </a:lnTo>
                <a:lnTo>
                  <a:pt x="815303" y="379343"/>
                </a:lnTo>
                <a:lnTo>
                  <a:pt x="813750" y="381414"/>
                </a:lnTo>
                <a:lnTo>
                  <a:pt x="813375" y="383129"/>
                </a:lnTo>
                <a:lnTo>
                  <a:pt x="813753" y="383978"/>
                </a:lnTo>
                <a:lnTo>
                  <a:pt x="820208" y="390960"/>
                </a:lnTo>
                <a:lnTo>
                  <a:pt x="821405" y="393464"/>
                </a:lnTo>
                <a:lnTo>
                  <a:pt x="820330" y="400956"/>
                </a:lnTo>
                <a:lnTo>
                  <a:pt x="819785" y="411825"/>
                </a:lnTo>
                <a:lnTo>
                  <a:pt x="819268" y="413748"/>
                </a:lnTo>
                <a:lnTo>
                  <a:pt x="817804" y="416027"/>
                </a:lnTo>
                <a:lnTo>
                  <a:pt x="814966" y="418904"/>
                </a:lnTo>
                <a:lnTo>
                  <a:pt x="807782" y="417313"/>
                </a:lnTo>
                <a:lnTo>
                  <a:pt x="802004" y="419345"/>
                </a:lnTo>
                <a:lnTo>
                  <a:pt x="799652" y="419633"/>
                </a:lnTo>
                <a:lnTo>
                  <a:pt x="791978" y="417535"/>
                </a:lnTo>
                <a:lnTo>
                  <a:pt x="789040" y="417361"/>
                </a:lnTo>
                <a:lnTo>
                  <a:pt x="787779" y="417699"/>
                </a:lnTo>
                <a:lnTo>
                  <a:pt x="785332" y="419354"/>
                </a:lnTo>
                <a:lnTo>
                  <a:pt x="779499" y="426316"/>
                </a:lnTo>
                <a:lnTo>
                  <a:pt x="775133" y="430466"/>
                </a:lnTo>
                <a:lnTo>
                  <a:pt x="770638" y="433231"/>
                </a:lnTo>
                <a:lnTo>
                  <a:pt x="767839" y="434120"/>
                </a:lnTo>
                <a:lnTo>
                  <a:pt x="765343" y="434382"/>
                </a:lnTo>
                <a:lnTo>
                  <a:pt x="762521" y="436268"/>
                </a:lnTo>
                <a:lnTo>
                  <a:pt x="761515" y="438360"/>
                </a:lnTo>
                <a:lnTo>
                  <a:pt x="761381" y="440772"/>
                </a:lnTo>
                <a:lnTo>
                  <a:pt x="762268" y="443204"/>
                </a:lnTo>
                <a:lnTo>
                  <a:pt x="763763" y="444852"/>
                </a:lnTo>
                <a:lnTo>
                  <a:pt x="765680" y="445983"/>
                </a:lnTo>
                <a:lnTo>
                  <a:pt x="767721" y="446523"/>
                </a:lnTo>
                <a:lnTo>
                  <a:pt x="770370" y="446053"/>
                </a:lnTo>
                <a:lnTo>
                  <a:pt x="772289" y="444498"/>
                </a:lnTo>
                <a:lnTo>
                  <a:pt x="783475" y="437792"/>
                </a:lnTo>
                <a:lnTo>
                  <a:pt x="790022" y="430165"/>
                </a:lnTo>
                <a:lnTo>
                  <a:pt x="792106" y="428559"/>
                </a:lnTo>
                <a:lnTo>
                  <a:pt x="793594" y="428507"/>
                </a:lnTo>
                <a:lnTo>
                  <a:pt x="798994" y="430561"/>
                </a:lnTo>
                <a:lnTo>
                  <a:pt x="801888" y="431048"/>
                </a:lnTo>
                <a:lnTo>
                  <a:pt x="804288" y="430585"/>
                </a:lnTo>
                <a:lnTo>
                  <a:pt x="807204" y="428450"/>
                </a:lnTo>
                <a:lnTo>
                  <a:pt x="815663" y="428866"/>
                </a:lnTo>
                <a:lnTo>
                  <a:pt x="818298" y="428629"/>
                </a:lnTo>
                <a:lnTo>
                  <a:pt x="821476" y="427279"/>
                </a:lnTo>
                <a:lnTo>
                  <a:pt x="831356" y="419073"/>
                </a:lnTo>
                <a:lnTo>
                  <a:pt x="832088" y="417543"/>
                </a:lnTo>
                <a:lnTo>
                  <a:pt x="832102" y="416340"/>
                </a:lnTo>
                <a:lnTo>
                  <a:pt x="830086" y="410888"/>
                </a:lnTo>
                <a:lnTo>
                  <a:pt x="829734" y="404914"/>
                </a:lnTo>
                <a:lnTo>
                  <a:pt x="830676" y="400422"/>
                </a:lnTo>
                <a:lnTo>
                  <a:pt x="833006" y="394452"/>
                </a:lnTo>
                <a:lnTo>
                  <a:pt x="833288" y="392043"/>
                </a:lnTo>
                <a:lnTo>
                  <a:pt x="832319" y="388865"/>
                </a:lnTo>
                <a:lnTo>
                  <a:pt x="829533" y="385128"/>
                </a:lnTo>
                <a:lnTo>
                  <a:pt x="828804" y="383225"/>
                </a:lnTo>
                <a:lnTo>
                  <a:pt x="829866" y="381039"/>
                </a:lnTo>
                <a:lnTo>
                  <a:pt x="832667" y="378386"/>
                </a:lnTo>
                <a:lnTo>
                  <a:pt x="841796" y="372915"/>
                </a:lnTo>
                <a:lnTo>
                  <a:pt x="843331" y="371310"/>
                </a:lnTo>
                <a:lnTo>
                  <a:pt x="844290" y="366830"/>
                </a:lnTo>
                <a:lnTo>
                  <a:pt x="844088" y="363843"/>
                </a:lnTo>
                <a:lnTo>
                  <a:pt x="842008" y="362535"/>
                </a:lnTo>
                <a:lnTo>
                  <a:pt x="839170" y="362927"/>
                </a:lnTo>
                <a:close/>
                <a:moveTo>
                  <a:pt x="639948" y="508438"/>
                </a:moveTo>
                <a:lnTo>
                  <a:pt x="620566" y="508727"/>
                </a:lnTo>
                <a:lnTo>
                  <a:pt x="618348" y="510945"/>
                </a:lnTo>
                <a:lnTo>
                  <a:pt x="618244" y="630942"/>
                </a:lnTo>
                <a:lnTo>
                  <a:pt x="618348" y="638520"/>
                </a:lnTo>
                <a:lnTo>
                  <a:pt x="618916" y="639726"/>
                </a:lnTo>
                <a:lnTo>
                  <a:pt x="621362" y="640762"/>
                </a:lnTo>
                <a:lnTo>
                  <a:pt x="624770" y="641059"/>
                </a:lnTo>
                <a:lnTo>
                  <a:pt x="645830" y="641027"/>
                </a:lnTo>
                <a:lnTo>
                  <a:pt x="648000" y="639002"/>
                </a:lnTo>
                <a:lnTo>
                  <a:pt x="648121" y="552433"/>
                </a:lnTo>
                <a:lnTo>
                  <a:pt x="648327" y="542340"/>
                </a:lnTo>
                <a:lnTo>
                  <a:pt x="648905" y="539545"/>
                </a:lnTo>
                <a:lnTo>
                  <a:pt x="650266" y="538427"/>
                </a:lnTo>
                <a:lnTo>
                  <a:pt x="656561" y="538124"/>
                </a:lnTo>
                <a:lnTo>
                  <a:pt x="701134" y="537933"/>
                </a:lnTo>
                <a:lnTo>
                  <a:pt x="708144" y="538447"/>
                </a:lnTo>
                <a:lnTo>
                  <a:pt x="708991" y="539960"/>
                </a:lnTo>
                <a:lnTo>
                  <a:pt x="709266" y="541867"/>
                </a:lnTo>
                <a:lnTo>
                  <a:pt x="709665" y="556123"/>
                </a:lnTo>
                <a:lnTo>
                  <a:pt x="710100" y="639436"/>
                </a:lnTo>
                <a:lnTo>
                  <a:pt x="711443" y="640428"/>
                </a:lnTo>
                <a:lnTo>
                  <a:pt x="714856" y="640915"/>
                </a:lnTo>
                <a:lnTo>
                  <a:pt x="738498" y="641075"/>
                </a:lnTo>
                <a:lnTo>
                  <a:pt x="740137" y="639243"/>
                </a:lnTo>
                <a:lnTo>
                  <a:pt x="740208" y="537616"/>
                </a:lnTo>
                <a:lnTo>
                  <a:pt x="740053" y="514161"/>
                </a:lnTo>
                <a:lnTo>
                  <a:pt x="739698" y="510089"/>
                </a:lnTo>
                <a:lnTo>
                  <a:pt x="737196" y="508854"/>
                </a:lnTo>
                <a:lnTo>
                  <a:pt x="733145" y="508503"/>
                </a:lnTo>
                <a:lnTo>
                  <a:pt x="639948" y="508438"/>
                </a:lnTo>
                <a:close/>
                <a:moveTo>
                  <a:pt x="155732" y="509691"/>
                </a:moveTo>
                <a:lnTo>
                  <a:pt x="146635" y="511681"/>
                </a:lnTo>
                <a:lnTo>
                  <a:pt x="142742" y="513060"/>
                </a:lnTo>
                <a:lnTo>
                  <a:pt x="136175" y="516646"/>
                </a:lnTo>
                <a:lnTo>
                  <a:pt x="133463" y="518880"/>
                </a:lnTo>
                <a:lnTo>
                  <a:pt x="131106" y="521425"/>
                </a:lnTo>
                <a:lnTo>
                  <a:pt x="127386" y="527497"/>
                </a:lnTo>
                <a:lnTo>
                  <a:pt x="124169" y="537449"/>
                </a:lnTo>
                <a:lnTo>
                  <a:pt x="123576" y="543611"/>
                </a:lnTo>
                <a:lnTo>
                  <a:pt x="123278" y="563284"/>
                </a:lnTo>
                <a:lnTo>
                  <a:pt x="123183" y="629608"/>
                </a:lnTo>
                <a:lnTo>
                  <a:pt x="123477" y="640207"/>
                </a:lnTo>
                <a:lnTo>
                  <a:pt x="124111" y="641162"/>
                </a:lnTo>
                <a:lnTo>
                  <a:pt x="125411" y="641755"/>
                </a:lnTo>
                <a:lnTo>
                  <a:pt x="132307" y="642127"/>
                </a:lnTo>
                <a:lnTo>
                  <a:pt x="151538" y="641799"/>
                </a:lnTo>
                <a:lnTo>
                  <a:pt x="153321" y="639388"/>
                </a:lnTo>
                <a:lnTo>
                  <a:pt x="153843" y="550730"/>
                </a:lnTo>
                <a:lnTo>
                  <a:pt x="154141" y="546238"/>
                </a:lnTo>
                <a:lnTo>
                  <a:pt x="156371" y="542652"/>
                </a:lnTo>
                <a:lnTo>
                  <a:pt x="158963" y="540115"/>
                </a:lnTo>
                <a:lnTo>
                  <a:pt x="163467" y="539187"/>
                </a:lnTo>
                <a:lnTo>
                  <a:pt x="175426" y="538517"/>
                </a:lnTo>
                <a:lnTo>
                  <a:pt x="210066" y="538133"/>
                </a:lnTo>
                <a:lnTo>
                  <a:pt x="211422" y="537434"/>
                </a:lnTo>
                <a:lnTo>
                  <a:pt x="212052" y="536087"/>
                </a:lnTo>
                <a:lnTo>
                  <a:pt x="212584" y="529474"/>
                </a:lnTo>
                <a:lnTo>
                  <a:pt x="212625" y="511475"/>
                </a:lnTo>
                <a:lnTo>
                  <a:pt x="210793" y="509209"/>
                </a:lnTo>
                <a:lnTo>
                  <a:pt x="167705" y="509202"/>
                </a:lnTo>
                <a:lnTo>
                  <a:pt x="155732" y="509691"/>
                </a:lnTo>
                <a:close/>
                <a:moveTo>
                  <a:pt x="228680" y="509547"/>
                </a:moveTo>
                <a:lnTo>
                  <a:pt x="227330" y="510849"/>
                </a:lnTo>
                <a:lnTo>
                  <a:pt x="227120" y="519604"/>
                </a:lnTo>
                <a:lnTo>
                  <a:pt x="227798" y="637460"/>
                </a:lnTo>
                <a:lnTo>
                  <a:pt x="228968" y="640558"/>
                </a:lnTo>
                <a:lnTo>
                  <a:pt x="229645" y="641268"/>
                </a:lnTo>
                <a:lnTo>
                  <a:pt x="231035" y="641681"/>
                </a:lnTo>
                <a:lnTo>
                  <a:pt x="255783" y="642059"/>
                </a:lnTo>
                <a:lnTo>
                  <a:pt x="257469" y="640450"/>
                </a:lnTo>
                <a:lnTo>
                  <a:pt x="257852" y="637922"/>
                </a:lnTo>
                <a:lnTo>
                  <a:pt x="258070" y="600426"/>
                </a:lnTo>
                <a:lnTo>
                  <a:pt x="258363" y="596539"/>
                </a:lnTo>
                <a:lnTo>
                  <a:pt x="258923" y="594721"/>
                </a:lnTo>
                <a:lnTo>
                  <a:pt x="259827" y="594018"/>
                </a:lnTo>
                <a:lnTo>
                  <a:pt x="261308" y="593903"/>
                </a:lnTo>
                <a:lnTo>
                  <a:pt x="302407" y="593305"/>
                </a:lnTo>
                <a:lnTo>
                  <a:pt x="312282" y="592731"/>
                </a:lnTo>
                <a:lnTo>
                  <a:pt x="316825" y="591987"/>
                </a:lnTo>
                <a:lnTo>
                  <a:pt x="324011" y="590005"/>
                </a:lnTo>
                <a:lnTo>
                  <a:pt x="328758" y="587937"/>
                </a:lnTo>
                <a:lnTo>
                  <a:pt x="332781" y="585291"/>
                </a:lnTo>
                <a:lnTo>
                  <a:pt x="336139" y="582021"/>
                </a:lnTo>
                <a:lnTo>
                  <a:pt x="338890" y="578079"/>
                </a:lnTo>
                <a:lnTo>
                  <a:pt x="341349" y="572744"/>
                </a:lnTo>
                <a:lnTo>
                  <a:pt x="342169" y="569511"/>
                </a:lnTo>
                <a:lnTo>
                  <a:pt x="342755" y="558710"/>
                </a:lnTo>
                <a:lnTo>
                  <a:pt x="342562" y="532352"/>
                </a:lnTo>
                <a:lnTo>
                  <a:pt x="339042" y="524680"/>
                </a:lnTo>
                <a:lnTo>
                  <a:pt x="337306" y="522060"/>
                </a:lnTo>
                <a:lnTo>
                  <a:pt x="332979" y="517523"/>
                </a:lnTo>
                <a:lnTo>
                  <a:pt x="327534" y="513937"/>
                </a:lnTo>
                <a:lnTo>
                  <a:pt x="324400" y="512506"/>
                </a:lnTo>
                <a:lnTo>
                  <a:pt x="317327" y="510381"/>
                </a:lnTo>
                <a:lnTo>
                  <a:pt x="309625" y="509466"/>
                </a:lnTo>
                <a:lnTo>
                  <a:pt x="292799" y="509144"/>
                </a:lnTo>
                <a:lnTo>
                  <a:pt x="246602" y="509062"/>
                </a:lnTo>
                <a:lnTo>
                  <a:pt x="228680" y="509547"/>
                </a:lnTo>
                <a:close/>
                <a:moveTo>
                  <a:pt x="302593" y="538620"/>
                </a:moveTo>
                <a:lnTo>
                  <a:pt x="306383" y="539715"/>
                </a:lnTo>
                <a:lnTo>
                  <a:pt x="309012" y="541026"/>
                </a:lnTo>
                <a:lnTo>
                  <a:pt x="310776" y="542717"/>
                </a:lnTo>
                <a:lnTo>
                  <a:pt x="312429" y="545466"/>
                </a:lnTo>
                <a:lnTo>
                  <a:pt x="312429" y="557038"/>
                </a:lnTo>
                <a:lnTo>
                  <a:pt x="309879" y="560238"/>
                </a:lnTo>
                <a:lnTo>
                  <a:pt x="305534" y="563209"/>
                </a:lnTo>
                <a:lnTo>
                  <a:pt x="259971" y="563499"/>
                </a:lnTo>
                <a:lnTo>
                  <a:pt x="257946" y="560895"/>
                </a:lnTo>
                <a:lnTo>
                  <a:pt x="258149" y="542498"/>
                </a:lnTo>
                <a:lnTo>
                  <a:pt x="258764" y="539671"/>
                </a:lnTo>
                <a:lnTo>
                  <a:pt x="260020" y="538524"/>
                </a:lnTo>
                <a:lnTo>
                  <a:pt x="288388" y="537918"/>
                </a:lnTo>
                <a:lnTo>
                  <a:pt x="298124" y="538084"/>
                </a:lnTo>
                <a:lnTo>
                  <a:pt x="302593" y="538620"/>
                </a:lnTo>
                <a:close/>
                <a:moveTo>
                  <a:pt x="482095" y="509884"/>
                </a:moveTo>
                <a:lnTo>
                  <a:pt x="480938" y="510800"/>
                </a:lnTo>
                <a:lnTo>
                  <a:pt x="480821" y="619139"/>
                </a:lnTo>
                <a:lnTo>
                  <a:pt x="481004" y="633572"/>
                </a:lnTo>
                <a:lnTo>
                  <a:pt x="481869" y="641074"/>
                </a:lnTo>
                <a:lnTo>
                  <a:pt x="483011" y="641750"/>
                </a:lnTo>
                <a:lnTo>
                  <a:pt x="484990" y="641892"/>
                </a:lnTo>
                <a:lnTo>
                  <a:pt x="504984" y="642104"/>
                </a:lnTo>
                <a:lnTo>
                  <a:pt x="507993" y="641560"/>
                </a:lnTo>
                <a:lnTo>
                  <a:pt x="510348" y="639725"/>
                </a:lnTo>
                <a:lnTo>
                  <a:pt x="510598" y="550531"/>
                </a:lnTo>
                <a:lnTo>
                  <a:pt x="510782" y="540404"/>
                </a:lnTo>
                <a:lnTo>
                  <a:pt x="511439" y="539180"/>
                </a:lnTo>
                <a:lnTo>
                  <a:pt x="515296" y="538210"/>
                </a:lnTo>
                <a:lnTo>
                  <a:pt x="521885" y="537964"/>
                </a:lnTo>
                <a:lnTo>
                  <a:pt x="568929" y="537897"/>
                </a:lnTo>
                <a:lnTo>
                  <a:pt x="571918" y="540597"/>
                </a:lnTo>
                <a:lnTo>
                  <a:pt x="571967" y="613497"/>
                </a:lnTo>
                <a:lnTo>
                  <a:pt x="572400" y="639291"/>
                </a:lnTo>
                <a:lnTo>
                  <a:pt x="575920" y="642040"/>
                </a:lnTo>
                <a:lnTo>
                  <a:pt x="593214" y="641993"/>
                </a:lnTo>
                <a:lnTo>
                  <a:pt x="600158" y="641582"/>
                </a:lnTo>
                <a:lnTo>
                  <a:pt x="602196" y="638954"/>
                </a:lnTo>
                <a:lnTo>
                  <a:pt x="602196" y="511331"/>
                </a:lnTo>
                <a:lnTo>
                  <a:pt x="599834" y="508968"/>
                </a:lnTo>
                <a:lnTo>
                  <a:pt x="483204" y="508968"/>
                </a:lnTo>
                <a:lnTo>
                  <a:pt x="482095" y="509884"/>
                </a:lnTo>
                <a:close/>
                <a:moveTo>
                  <a:pt x="355146" y="511041"/>
                </a:moveTo>
                <a:lnTo>
                  <a:pt x="353816" y="513279"/>
                </a:lnTo>
                <a:lnTo>
                  <a:pt x="353572" y="515731"/>
                </a:lnTo>
                <a:lnTo>
                  <a:pt x="353666" y="556733"/>
                </a:lnTo>
                <a:lnTo>
                  <a:pt x="354098" y="568663"/>
                </a:lnTo>
                <a:lnTo>
                  <a:pt x="355388" y="574098"/>
                </a:lnTo>
                <a:lnTo>
                  <a:pt x="358254" y="578951"/>
                </a:lnTo>
                <a:lnTo>
                  <a:pt x="361049" y="582386"/>
                </a:lnTo>
                <a:lnTo>
                  <a:pt x="364319" y="585340"/>
                </a:lnTo>
                <a:lnTo>
                  <a:pt x="370164" y="588908"/>
                </a:lnTo>
                <a:lnTo>
                  <a:pt x="380461" y="592435"/>
                </a:lnTo>
                <a:lnTo>
                  <a:pt x="391393" y="593346"/>
                </a:lnTo>
                <a:lnTo>
                  <a:pt x="434700" y="594066"/>
                </a:lnTo>
                <a:lnTo>
                  <a:pt x="436641" y="594776"/>
                </a:lnTo>
                <a:lnTo>
                  <a:pt x="437388" y="595778"/>
                </a:lnTo>
                <a:lnTo>
                  <a:pt x="437962" y="600008"/>
                </a:lnTo>
                <a:lnTo>
                  <a:pt x="438027" y="607084"/>
                </a:lnTo>
                <a:lnTo>
                  <a:pt x="433988" y="611699"/>
                </a:lnTo>
                <a:lnTo>
                  <a:pt x="430777" y="613086"/>
                </a:lnTo>
                <a:lnTo>
                  <a:pt x="419506" y="613958"/>
                </a:lnTo>
                <a:lnTo>
                  <a:pt x="370714" y="614208"/>
                </a:lnTo>
                <a:lnTo>
                  <a:pt x="361952" y="614474"/>
                </a:lnTo>
                <a:lnTo>
                  <a:pt x="360729" y="614857"/>
                </a:lnTo>
                <a:lnTo>
                  <a:pt x="359773" y="615848"/>
                </a:lnTo>
                <a:lnTo>
                  <a:pt x="359172" y="617709"/>
                </a:lnTo>
                <a:lnTo>
                  <a:pt x="358768" y="623052"/>
                </a:lnTo>
                <a:lnTo>
                  <a:pt x="358944" y="638745"/>
                </a:lnTo>
                <a:lnTo>
                  <a:pt x="359360" y="641086"/>
                </a:lnTo>
                <a:lnTo>
                  <a:pt x="360091" y="642334"/>
                </a:lnTo>
                <a:lnTo>
                  <a:pt x="361871" y="643064"/>
                </a:lnTo>
                <a:lnTo>
                  <a:pt x="371527" y="643365"/>
                </a:lnTo>
                <a:lnTo>
                  <a:pt x="437545" y="643486"/>
                </a:lnTo>
                <a:lnTo>
                  <a:pt x="450984" y="639346"/>
                </a:lnTo>
                <a:lnTo>
                  <a:pt x="456503" y="636181"/>
                </a:lnTo>
                <a:lnTo>
                  <a:pt x="459773" y="633307"/>
                </a:lnTo>
                <a:lnTo>
                  <a:pt x="463586" y="628534"/>
                </a:lnTo>
                <a:lnTo>
                  <a:pt x="465998" y="623344"/>
                </a:lnTo>
                <a:lnTo>
                  <a:pt x="467293" y="617740"/>
                </a:lnTo>
                <a:lnTo>
                  <a:pt x="467373" y="529513"/>
                </a:lnTo>
                <a:lnTo>
                  <a:pt x="467160" y="517677"/>
                </a:lnTo>
                <a:lnTo>
                  <a:pt x="466215" y="511313"/>
                </a:lnTo>
                <a:lnTo>
                  <a:pt x="463933" y="510268"/>
                </a:lnTo>
                <a:lnTo>
                  <a:pt x="452467" y="509920"/>
                </a:lnTo>
                <a:lnTo>
                  <a:pt x="441093" y="510268"/>
                </a:lnTo>
                <a:lnTo>
                  <a:pt x="440100" y="510463"/>
                </a:lnTo>
                <a:lnTo>
                  <a:pt x="439008" y="511355"/>
                </a:lnTo>
                <a:lnTo>
                  <a:pt x="438123" y="515182"/>
                </a:lnTo>
                <a:lnTo>
                  <a:pt x="437900" y="521123"/>
                </a:lnTo>
                <a:lnTo>
                  <a:pt x="437930" y="562004"/>
                </a:lnTo>
                <a:lnTo>
                  <a:pt x="436590" y="563417"/>
                </a:lnTo>
                <a:lnTo>
                  <a:pt x="433972" y="564310"/>
                </a:lnTo>
                <a:lnTo>
                  <a:pt x="430304" y="564617"/>
                </a:lnTo>
                <a:lnTo>
                  <a:pt x="397334" y="564945"/>
                </a:lnTo>
                <a:lnTo>
                  <a:pt x="390167" y="563186"/>
                </a:lnTo>
                <a:lnTo>
                  <a:pt x="387317" y="561986"/>
                </a:lnTo>
                <a:lnTo>
                  <a:pt x="385176" y="559408"/>
                </a:lnTo>
                <a:lnTo>
                  <a:pt x="383423" y="555038"/>
                </a:lnTo>
                <a:lnTo>
                  <a:pt x="382988" y="550994"/>
                </a:lnTo>
                <a:lnTo>
                  <a:pt x="384310" y="543164"/>
                </a:lnTo>
                <a:lnTo>
                  <a:pt x="384594" y="522332"/>
                </a:lnTo>
                <a:lnTo>
                  <a:pt x="384316" y="515357"/>
                </a:lnTo>
                <a:lnTo>
                  <a:pt x="383361" y="512338"/>
                </a:lnTo>
                <a:lnTo>
                  <a:pt x="380652" y="510174"/>
                </a:lnTo>
                <a:lnTo>
                  <a:pt x="356304" y="509884"/>
                </a:lnTo>
                <a:lnTo>
                  <a:pt x="355146" y="511041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hero: 317"/>
          <p:cNvSpPr txBox="1"/>
          <p:nvPr/>
        </p:nvSpPr>
        <p:spPr>
          <a:xfrm>
            <a:off x="594000" y="2055389"/>
            <a:ext cx="3801600" cy="15849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600"/>
              </a:lnSpc>
              <a:spcBef>
                <a:spcPts val="0"/>
              </a:spcBef>
              <a:spcAft>
                <a:spcPts val="0"/>
              </a:spcAft>
            </a:pPr>
            <a:r>
              <a:rPr sz="9600" b="0" i="0" spc="-336">
                <a:solidFill>
                  <a:srgbClr val="2A2440"/>
                </a:solidFill>
                <a:latin typeface="PT Serif"/>
                <a:ea typeface="PT Serif"/>
                <a:cs typeface="PT Serif"/>
              </a:rPr>
              <a:t>317</a:t>
            </a:r>
          </a:p>
        </p:txBody>
      </p:sp>
      <p:sp>
        <p:nvSpPr>
          <p:cNvPr id="7" name="body: сотрудников"/>
          <p:cNvSpPr txBox="1"/>
          <p:nvPr/>
        </p:nvSpPr>
        <p:spPr>
          <a:xfrm>
            <a:off x="648000" y="3383690"/>
            <a:ext cx="2160000" cy="218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A2440"/>
                </a:solidFill>
                <a:latin typeface="Onest"/>
                <a:ea typeface="Onest"/>
                <a:cs typeface="Onest"/>
              </a:rPr>
              <a:t>сотрудников</a:t>
            </a:r>
          </a:p>
        </p:txBody>
      </p:sp>
      <p:sp>
        <p:nvSpPr>
          <p:cNvPr id="8" name="stat: 141"/>
          <p:cNvSpPr txBox="1"/>
          <p:nvPr/>
        </p:nvSpPr>
        <p:spPr>
          <a:xfrm>
            <a:off x="3942720" y="2083200"/>
            <a:ext cx="3041280" cy="5613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 spc="-68">
                <a:solidFill>
                  <a:srgbClr val="2A2440"/>
                </a:solidFill>
                <a:latin typeface="PT Serif"/>
                <a:ea typeface="PT Serif"/>
                <a:cs typeface="PT Serif"/>
              </a:rPr>
              <a:t>141</a:t>
            </a:r>
          </a:p>
        </p:txBody>
      </p:sp>
      <p:sp>
        <p:nvSpPr>
          <p:cNvPr id="9" name="body: единица техники"/>
          <p:cNvSpPr txBox="1"/>
          <p:nvPr/>
        </p:nvSpPr>
        <p:spPr>
          <a:xfrm>
            <a:off x="3942720" y="2559560"/>
            <a:ext cx="3041280" cy="19659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78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A6672"/>
                </a:solidFill>
                <a:latin typeface="Onest"/>
                <a:ea typeface="Onest"/>
                <a:cs typeface="Onest"/>
              </a:rPr>
              <a:t>единица техники</a:t>
            </a:r>
          </a:p>
        </p:txBody>
      </p:sp>
      <p:sp>
        <p:nvSpPr>
          <p:cNvPr id="10" name="stat: 71 560 м²"/>
          <p:cNvSpPr txBox="1"/>
          <p:nvPr/>
        </p:nvSpPr>
        <p:spPr>
          <a:xfrm>
            <a:off x="3942720" y="3161068"/>
            <a:ext cx="3041280" cy="5613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 spc="-68">
                <a:solidFill>
                  <a:srgbClr val="2A2440"/>
                </a:solidFill>
                <a:latin typeface="PT Serif"/>
                <a:ea typeface="PT Serif"/>
                <a:cs typeface="PT Serif"/>
              </a:rPr>
              <a:t>71 560 м²</a:t>
            </a:r>
          </a:p>
        </p:txBody>
      </p:sp>
      <p:sp>
        <p:nvSpPr>
          <p:cNvPr id="11" name="body: производственные площади"/>
          <p:cNvSpPr txBox="1"/>
          <p:nvPr/>
        </p:nvSpPr>
        <p:spPr>
          <a:xfrm>
            <a:off x="3942720" y="3637428"/>
            <a:ext cx="3041280" cy="19659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78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A6672"/>
                </a:solidFill>
                <a:latin typeface="Onest"/>
                <a:ea typeface="Onest"/>
                <a:cs typeface="Onest"/>
              </a:rPr>
              <a:t>производственные площади</a:t>
            </a:r>
          </a:p>
        </p:txBody>
      </p:sp>
      <p:cxnSp>
        <p:nvCxnSpPr>
          <p:cNvPr id="12" name="motif"/>
          <p:cNvCxnSpPr/>
          <p:nvPr/>
        </p:nvCxnSpPr>
        <p:spPr>
          <a:xfrm>
            <a:off x="648000" y="4711735"/>
            <a:ext cx="3024000" cy="0"/>
          </a:xfrm>
          <a:prstGeom prst="line">
            <a:avLst/>
          </a:prstGeom>
          <a:ln w="5080">
            <a:solidFill>
              <a:srgbClr val="C7C4C6"/>
            </a:solidFill>
          </a:ln>
          <a:effectLst/>
        </p:spPr>
      </p:cxnSp>
      <p:sp>
        <p:nvSpPr>
          <p:cNvPr id="13" name="num: 24"/>
          <p:cNvSpPr txBox="1"/>
          <p:nvPr/>
        </p:nvSpPr>
        <p:spPr>
          <a:xfrm>
            <a:off x="648000" y="4885735"/>
            <a:ext cx="720000" cy="2806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spc="-17">
                <a:solidFill>
                  <a:srgbClr val="2A2440"/>
                </a:solidFill>
                <a:latin typeface="PT Serif"/>
                <a:ea typeface="PT Serif"/>
                <a:cs typeface="PT Serif"/>
              </a:rPr>
              <a:t>24</a:t>
            </a:r>
          </a:p>
        </p:txBody>
      </p:sp>
      <p:sp>
        <p:nvSpPr>
          <p:cNvPr id="14" name="body: руководителя"/>
          <p:cNvSpPr txBox="1"/>
          <p:nvPr/>
        </p:nvSpPr>
        <p:spPr>
          <a:xfrm>
            <a:off x="1296000" y="4869676"/>
            <a:ext cx="2376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A6672"/>
                </a:solidFill>
                <a:latin typeface="Onest"/>
                <a:ea typeface="Onest"/>
                <a:cs typeface="Onest"/>
              </a:rPr>
              <a:t>руководителя</a:t>
            </a:r>
          </a:p>
        </p:txBody>
      </p:sp>
      <p:cxnSp>
        <p:nvCxnSpPr>
          <p:cNvPr id="15" name="motif"/>
          <p:cNvCxnSpPr/>
          <p:nvPr/>
        </p:nvCxnSpPr>
        <p:spPr>
          <a:xfrm>
            <a:off x="648000" y="5174268"/>
            <a:ext cx="3024000" cy="0"/>
          </a:xfrm>
          <a:prstGeom prst="line">
            <a:avLst/>
          </a:prstGeom>
          <a:ln w="5080">
            <a:solidFill>
              <a:srgbClr val="C7C4C6"/>
            </a:solidFill>
          </a:ln>
          <a:effectLst/>
        </p:spPr>
      </p:cxnSp>
      <p:sp>
        <p:nvSpPr>
          <p:cNvPr id="16" name="num: 32"/>
          <p:cNvSpPr txBox="1"/>
          <p:nvPr/>
        </p:nvSpPr>
        <p:spPr>
          <a:xfrm>
            <a:off x="648000" y="5348268"/>
            <a:ext cx="720000" cy="2806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spc="-17">
                <a:solidFill>
                  <a:srgbClr val="2A2440"/>
                </a:solidFill>
                <a:latin typeface="PT Serif"/>
                <a:ea typeface="PT Serif"/>
                <a:cs typeface="PT Serif"/>
              </a:rPr>
              <a:t>32</a:t>
            </a:r>
          </a:p>
        </p:txBody>
      </p:sp>
      <p:sp>
        <p:nvSpPr>
          <p:cNvPr id="17" name="body: инженера"/>
          <p:cNvSpPr txBox="1"/>
          <p:nvPr/>
        </p:nvSpPr>
        <p:spPr>
          <a:xfrm>
            <a:off x="1296000" y="5332208"/>
            <a:ext cx="2376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A6672"/>
                </a:solidFill>
                <a:latin typeface="Onest"/>
                <a:ea typeface="Onest"/>
                <a:cs typeface="Onest"/>
              </a:rPr>
              <a:t>инженера</a:t>
            </a:r>
          </a:p>
        </p:txBody>
      </p:sp>
      <p:cxnSp>
        <p:nvCxnSpPr>
          <p:cNvPr id="18" name="motif"/>
          <p:cNvCxnSpPr/>
          <p:nvPr/>
        </p:nvCxnSpPr>
        <p:spPr>
          <a:xfrm>
            <a:off x="648000" y="5636800"/>
            <a:ext cx="3024000" cy="0"/>
          </a:xfrm>
          <a:prstGeom prst="line">
            <a:avLst/>
          </a:prstGeom>
          <a:ln w="5080">
            <a:solidFill>
              <a:srgbClr val="C7C4C6"/>
            </a:solidFill>
          </a:ln>
          <a:effectLst/>
        </p:spPr>
      </p:cxnSp>
      <p:sp>
        <p:nvSpPr>
          <p:cNvPr id="19" name="num: 21"/>
          <p:cNvSpPr txBox="1"/>
          <p:nvPr/>
        </p:nvSpPr>
        <p:spPr>
          <a:xfrm>
            <a:off x="648000" y="5810800"/>
            <a:ext cx="720000" cy="2806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spc="-17">
                <a:solidFill>
                  <a:srgbClr val="2A2440"/>
                </a:solidFill>
                <a:latin typeface="PT Serif"/>
                <a:ea typeface="PT Serif"/>
                <a:cs typeface="PT Serif"/>
              </a:rPr>
              <a:t>21</a:t>
            </a:r>
          </a:p>
        </p:txBody>
      </p:sp>
      <p:sp>
        <p:nvSpPr>
          <p:cNvPr id="20" name="body: проектировщик"/>
          <p:cNvSpPr txBox="1"/>
          <p:nvPr/>
        </p:nvSpPr>
        <p:spPr>
          <a:xfrm>
            <a:off x="1296000" y="5794741"/>
            <a:ext cx="2376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A6672"/>
                </a:solidFill>
                <a:latin typeface="Onest"/>
                <a:ea typeface="Onest"/>
                <a:cs typeface="Onest"/>
              </a:rPr>
              <a:t>проектировщик</a:t>
            </a:r>
          </a:p>
        </p:txBody>
      </p:sp>
      <p:cxnSp>
        <p:nvCxnSpPr>
          <p:cNvPr id="21" name="motif"/>
          <p:cNvCxnSpPr/>
          <p:nvPr/>
        </p:nvCxnSpPr>
        <p:spPr>
          <a:xfrm>
            <a:off x="648000" y="6099333"/>
            <a:ext cx="3024000" cy="0"/>
          </a:xfrm>
          <a:prstGeom prst="line">
            <a:avLst/>
          </a:prstGeom>
          <a:ln w="5080">
            <a:solidFill>
              <a:srgbClr val="C7C4C6"/>
            </a:solidFill>
          </a:ln>
          <a:effectLst/>
        </p:spPr>
      </p:cxnSp>
      <p:sp>
        <p:nvSpPr>
          <p:cNvPr id="22" name="num: 144"/>
          <p:cNvSpPr txBox="1"/>
          <p:nvPr/>
        </p:nvSpPr>
        <p:spPr>
          <a:xfrm>
            <a:off x="648000" y="6273333"/>
            <a:ext cx="720000" cy="2806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spc="-17">
                <a:solidFill>
                  <a:srgbClr val="2A2440"/>
                </a:solidFill>
                <a:latin typeface="PT Serif"/>
                <a:ea typeface="PT Serif"/>
                <a:cs typeface="PT Serif"/>
              </a:rPr>
              <a:t>144</a:t>
            </a:r>
          </a:p>
        </p:txBody>
      </p:sp>
      <p:sp>
        <p:nvSpPr>
          <p:cNvPr id="23" name="body: монтажника"/>
          <p:cNvSpPr txBox="1"/>
          <p:nvPr/>
        </p:nvSpPr>
        <p:spPr>
          <a:xfrm>
            <a:off x="1296000" y="6257274"/>
            <a:ext cx="2376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A6672"/>
                </a:solidFill>
                <a:latin typeface="Onest"/>
                <a:ea typeface="Onest"/>
                <a:cs typeface="Onest"/>
              </a:rPr>
              <a:t>монтажника</a:t>
            </a:r>
          </a:p>
        </p:txBody>
      </p:sp>
      <p:cxnSp>
        <p:nvCxnSpPr>
          <p:cNvPr id="24" name="motif"/>
          <p:cNvCxnSpPr/>
          <p:nvPr/>
        </p:nvCxnSpPr>
        <p:spPr>
          <a:xfrm>
            <a:off x="648000" y="6561865"/>
            <a:ext cx="3024000" cy="0"/>
          </a:xfrm>
          <a:prstGeom prst="line">
            <a:avLst/>
          </a:prstGeom>
          <a:ln w="5080">
            <a:solidFill>
              <a:srgbClr val="C7C4C6"/>
            </a:solidFill>
          </a:ln>
          <a:effectLst/>
        </p:spPr>
      </p:cxnSp>
      <p:sp>
        <p:nvSpPr>
          <p:cNvPr id="25" name="num: 32"/>
          <p:cNvSpPr txBox="1"/>
          <p:nvPr/>
        </p:nvSpPr>
        <p:spPr>
          <a:xfrm>
            <a:off x="648000" y="6735865"/>
            <a:ext cx="720000" cy="2806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spc="-17">
                <a:solidFill>
                  <a:srgbClr val="2A2440"/>
                </a:solidFill>
                <a:latin typeface="PT Serif"/>
                <a:ea typeface="PT Serif"/>
                <a:cs typeface="PT Serif"/>
              </a:rPr>
              <a:t>32</a:t>
            </a:r>
          </a:p>
        </p:txBody>
      </p:sp>
      <p:sp>
        <p:nvSpPr>
          <p:cNvPr id="26" name="body: строителя"/>
          <p:cNvSpPr txBox="1"/>
          <p:nvPr/>
        </p:nvSpPr>
        <p:spPr>
          <a:xfrm>
            <a:off x="1296000" y="6719806"/>
            <a:ext cx="2376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A6672"/>
                </a:solidFill>
                <a:latin typeface="Onest"/>
                <a:ea typeface="Onest"/>
                <a:cs typeface="Onest"/>
              </a:rPr>
              <a:t>строителя</a:t>
            </a:r>
          </a:p>
        </p:txBody>
      </p:sp>
      <p:cxnSp>
        <p:nvCxnSpPr>
          <p:cNvPr id="27" name="motif"/>
          <p:cNvCxnSpPr/>
          <p:nvPr/>
        </p:nvCxnSpPr>
        <p:spPr>
          <a:xfrm>
            <a:off x="648000" y="7024398"/>
            <a:ext cx="3024000" cy="0"/>
          </a:xfrm>
          <a:prstGeom prst="line">
            <a:avLst/>
          </a:prstGeom>
          <a:ln w="5080">
            <a:solidFill>
              <a:srgbClr val="C7C4C6"/>
            </a:solidFill>
          </a:ln>
          <a:effectLst/>
        </p:spPr>
      </p:cxnSp>
      <p:sp>
        <p:nvSpPr>
          <p:cNvPr id="28" name="num: 64"/>
          <p:cNvSpPr txBox="1"/>
          <p:nvPr/>
        </p:nvSpPr>
        <p:spPr>
          <a:xfrm>
            <a:off x="648000" y="7198398"/>
            <a:ext cx="720000" cy="2806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spc="-17">
                <a:solidFill>
                  <a:srgbClr val="2A2440"/>
                </a:solidFill>
                <a:latin typeface="PT Serif"/>
                <a:ea typeface="PT Serif"/>
                <a:cs typeface="PT Serif"/>
              </a:rPr>
              <a:t>64</a:t>
            </a:r>
          </a:p>
        </p:txBody>
      </p:sp>
      <p:sp>
        <p:nvSpPr>
          <p:cNvPr id="29" name="body: сотрудника других профессий"/>
          <p:cNvSpPr txBox="1"/>
          <p:nvPr/>
        </p:nvSpPr>
        <p:spPr>
          <a:xfrm>
            <a:off x="1296000" y="7182339"/>
            <a:ext cx="2376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A6672"/>
                </a:solidFill>
                <a:latin typeface="Onest"/>
                <a:ea typeface="Onest"/>
                <a:cs typeface="Onest"/>
              </a:rPr>
              <a:t>сотрудника других профессий</a:t>
            </a:r>
          </a:p>
        </p:txBody>
      </p:sp>
      <p:cxnSp>
        <p:nvCxnSpPr>
          <p:cNvPr id="30" name="motif"/>
          <p:cNvCxnSpPr/>
          <p:nvPr/>
        </p:nvCxnSpPr>
        <p:spPr>
          <a:xfrm>
            <a:off x="648000" y="7486930"/>
            <a:ext cx="3024000" cy="0"/>
          </a:xfrm>
          <a:prstGeom prst="line">
            <a:avLst/>
          </a:prstGeom>
          <a:ln w="5080">
            <a:solidFill>
              <a:srgbClr val="C7C4C6"/>
            </a:solidFill>
          </a:ln>
          <a:effectLst/>
        </p:spPr>
      </p:cxnSp>
      <p:cxnSp>
        <p:nvCxnSpPr>
          <p:cNvPr id="31" name="motif"/>
          <p:cNvCxnSpPr/>
          <p:nvPr/>
        </p:nvCxnSpPr>
        <p:spPr>
          <a:xfrm>
            <a:off x="3960000" y="4711735"/>
            <a:ext cx="3024000" cy="0"/>
          </a:xfrm>
          <a:prstGeom prst="line">
            <a:avLst/>
          </a:prstGeom>
          <a:ln w="5080">
            <a:solidFill>
              <a:srgbClr val="C7C4C6"/>
            </a:solidFill>
          </a:ln>
          <a:effectLst/>
        </p:spPr>
      </p:cxnSp>
      <p:sp>
        <p:nvSpPr>
          <p:cNvPr id="32" name="body: мастерские, складские и гаражн"/>
          <p:cNvSpPr txBox="1"/>
          <p:nvPr/>
        </p:nvSpPr>
        <p:spPr>
          <a:xfrm>
            <a:off x="3960000" y="4869676"/>
            <a:ext cx="3024000" cy="3314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A6672"/>
                </a:solidFill>
                <a:latin typeface="Onest"/>
                <a:ea typeface="Onest"/>
                <a:cs typeface="Onest"/>
              </a:rPr>
              <a:t>мастерские, складские и гаражные помещения,</a:t>
            </a:r>
          </a:p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A6672"/>
                </a:solidFill>
                <a:latin typeface="Onest"/>
                <a:ea typeface="Onest"/>
                <a:cs typeface="Onest"/>
              </a:rPr>
              <a:t>офисные комплексы</a:t>
            </a:r>
          </a:p>
        </p:txBody>
      </p:sp>
      <p:cxnSp>
        <p:nvCxnSpPr>
          <p:cNvPr id="33" name="motif"/>
          <p:cNvCxnSpPr/>
          <p:nvPr/>
        </p:nvCxnSpPr>
        <p:spPr>
          <a:xfrm>
            <a:off x="3960000" y="5322858"/>
            <a:ext cx="3024000" cy="0"/>
          </a:xfrm>
          <a:prstGeom prst="line">
            <a:avLst/>
          </a:prstGeom>
          <a:ln w="5080">
            <a:solidFill>
              <a:srgbClr val="C7C4C6"/>
            </a:solidFill>
          </a:ln>
          <a:effectLst/>
        </p:spPr>
      </p:cxnSp>
      <p:sp>
        <p:nvSpPr>
          <p:cNvPr id="34" name="num: 35"/>
          <p:cNvSpPr txBox="1"/>
          <p:nvPr/>
        </p:nvSpPr>
        <p:spPr>
          <a:xfrm>
            <a:off x="3960000" y="5496858"/>
            <a:ext cx="720000" cy="2806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spc="-17">
                <a:solidFill>
                  <a:srgbClr val="2A2440"/>
                </a:solidFill>
                <a:latin typeface="PT Serif"/>
                <a:ea typeface="PT Serif"/>
                <a:cs typeface="PT Serif"/>
              </a:rPr>
              <a:t>35</a:t>
            </a:r>
          </a:p>
        </p:txBody>
      </p:sp>
      <p:sp>
        <p:nvSpPr>
          <p:cNvPr id="35" name="body: ед. транспорта ОВБ"/>
          <p:cNvSpPr txBox="1"/>
          <p:nvPr/>
        </p:nvSpPr>
        <p:spPr>
          <a:xfrm>
            <a:off x="4608000" y="5480798"/>
            <a:ext cx="2376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A6672"/>
                </a:solidFill>
                <a:latin typeface="Onest"/>
                <a:ea typeface="Onest"/>
                <a:cs typeface="Onest"/>
              </a:rPr>
              <a:t>ед. транспорта ОВБ</a:t>
            </a:r>
          </a:p>
        </p:txBody>
      </p:sp>
      <p:cxnSp>
        <p:nvCxnSpPr>
          <p:cNvPr id="36" name="motif"/>
          <p:cNvCxnSpPr/>
          <p:nvPr/>
        </p:nvCxnSpPr>
        <p:spPr>
          <a:xfrm>
            <a:off x="3960000" y="5785390"/>
            <a:ext cx="3024000" cy="0"/>
          </a:xfrm>
          <a:prstGeom prst="line">
            <a:avLst/>
          </a:prstGeom>
          <a:ln w="5080">
            <a:solidFill>
              <a:srgbClr val="C7C4C6"/>
            </a:solidFill>
          </a:ln>
          <a:effectLst/>
        </p:spPr>
      </p:cxnSp>
      <p:sp>
        <p:nvSpPr>
          <p:cNvPr id="37" name="num: 68"/>
          <p:cNvSpPr txBox="1"/>
          <p:nvPr/>
        </p:nvSpPr>
        <p:spPr>
          <a:xfrm>
            <a:off x="3960000" y="5959390"/>
            <a:ext cx="720000" cy="2806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spc="-17">
                <a:solidFill>
                  <a:srgbClr val="2A2440"/>
                </a:solidFill>
                <a:latin typeface="PT Serif"/>
                <a:ea typeface="PT Serif"/>
                <a:cs typeface="PT Serif"/>
              </a:rPr>
              <a:t>68</a:t>
            </a:r>
          </a:p>
        </p:txBody>
      </p:sp>
      <p:sp>
        <p:nvSpPr>
          <p:cNvPr id="38" name="body: ед. спецтехники"/>
          <p:cNvSpPr txBox="1"/>
          <p:nvPr/>
        </p:nvSpPr>
        <p:spPr>
          <a:xfrm>
            <a:off x="4608000" y="5943331"/>
            <a:ext cx="2376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A6672"/>
                </a:solidFill>
                <a:latin typeface="Onest"/>
                <a:ea typeface="Onest"/>
                <a:cs typeface="Onest"/>
              </a:rPr>
              <a:t>ед. спецтехники</a:t>
            </a:r>
          </a:p>
        </p:txBody>
      </p:sp>
      <p:cxnSp>
        <p:nvCxnSpPr>
          <p:cNvPr id="39" name="motif"/>
          <p:cNvCxnSpPr/>
          <p:nvPr/>
        </p:nvCxnSpPr>
        <p:spPr>
          <a:xfrm>
            <a:off x="3960000" y="6247923"/>
            <a:ext cx="3024000" cy="0"/>
          </a:xfrm>
          <a:prstGeom prst="line">
            <a:avLst/>
          </a:prstGeom>
          <a:ln w="5080">
            <a:solidFill>
              <a:srgbClr val="C7C4C6"/>
            </a:solidFill>
          </a:ln>
          <a:effectLst/>
        </p:spPr>
      </p:cxnSp>
      <p:sp>
        <p:nvSpPr>
          <p:cNvPr id="40" name="num: 33"/>
          <p:cNvSpPr txBox="1"/>
          <p:nvPr/>
        </p:nvSpPr>
        <p:spPr>
          <a:xfrm>
            <a:off x="3960000" y="6421923"/>
            <a:ext cx="720000" cy="2806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spc="-17">
                <a:solidFill>
                  <a:srgbClr val="2A2440"/>
                </a:solidFill>
                <a:latin typeface="PT Serif"/>
                <a:ea typeface="PT Serif"/>
                <a:cs typeface="PT Serif"/>
              </a:rPr>
              <a:t>33</a:t>
            </a:r>
          </a:p>
        </p:txBody>
      </p:sp>
      <p:sp>
        <p:nvSpPr>
          <p:cNvPr id="41" name="body: ед. бурильно крановых машин"/>
          <p:cNvSpPr txBox="1"/>
          <p:nvPr/>
        </p:nvSpPr>
        <p:spPr>
          <a:xfrm>
            <a:off x="4608000" y="6405864"/>
            <a:ext cx="2376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A6672"/>
                </a:solidFill>
                <a:latin typeface="Onest"/>
                <a:ea typeface="Onest"/>
                <a:cs typeface="Onest"/>
              </a:rPr>
              <a:t>ед. бурильно крановых машин</a:t>
            </a:r>
          </a:p>
        </p:txBody>
      </p:sp>
      <p:cxnSp>
        <p:nvCxnSpPr>
          <p:cNvPr id="42" name="motif"/>
          <p:cNvCxnSpPr/>
          <p:nvPr/>
        </p:nvCxnSpPr>
        <p:spPr>
          <a:xfrm>
            <a:off x="3960000" y="6710455"/>
            <a:ext cx="3024000" cy="0"/>
          </a:xfrm>
          <a:prstGeom prst="line">
            <a:avLst/>
          </a:prstGeom>
          <a:ln w="5080">
            <a:solidFill>
              <a:srgbClr val="C7C4C6"/>
            </a:solidFill>
          </a:ln>
          <a:effectLst/>
        </p:spPr>
      </p:cxnSp>
      <p:sp>
        <p:nvSpPr>
          <p:cNvPr id="43" name="num: 5"/>
          <p:cNvSpPr txBox="1"/>
          <p:nvPr/>
        </p:nvSpPr>
        <p:spPr>
          <a:xfrm>
            <a:off x="3960000" y="6884455"/>
            <a:ext cx="720000" cy="2806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spc="-17">
                <a:solidFill>
                  <a:srgbClr val="2A2440"/>
                </a:solidFill>
                <a:latin typeface="PT Serif"/>
                <a:ea typeface="PT Serif"/>
                <a:cs typeface="PT Serif"/>
              </a:rPr>
              <a:t>5</a:t>
            </a:r>
          </a:p>
        </p:txBody>
      </p:sp>
      <p:sp>
        <p:nvSpPr>
          <p:cNvPr id="44" name="body: машины ГНБ"/>
          <p:cNvSpPr txBox="1"/>
          <p:nvPr/>
        </p:nvSpPr>
        <p:spPr>
          <a:xfrm>
            <a:off x="4608000" y="6868396"/>
            <a:ext cx="2376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A6672"/>
                </a:solidFill>
                <a:latin typeface="Onest"/>
                <a:ea typeface="Onest"/>
                <a:cs typeface="Onest"/>
              </a:rPr>
              <a:t>машины ГНБ</a:t>
            </a:r>
          </a:p>
        </p:txBody>
      </p:sp>
      <p:cxnSp>
        <p:nvCxnSpPr>
          <p:cNvPr id="45" name="motif"/>
          <p:cNvCxnSpPr/>
          <p:nvPr/>
        </p:nvCxnSpPr>
        <p:spPr>
          <a:xfrm>
            <a:off x="3960000" y="7172988"/>
            <a:ext cx="3024000" cy="0"/>
          </a:xfrm>
          <a:prstGeom prst="line">
            <a:avLst/>
          </a:prstGeom>
          <a:ln w="5080">
            <a:solidFill>
              <a:srgbClr val="C7C4C6"/>
            </a:solidFill>
          </a:ln>
          <a:effectLst/>
        </p:spPr>
      </p:cxnSp>
      <p:sp>
        <p:nvSpPr>
          <p:cNvPr id="46" name="folio: 05"/>
          <p:cNvSpPr txBox="1"/>
          <p:nvPr/>
        </p:nvSpPr>
        <p:spPr>
          <a:xfrm>
            <a:off x="648000" y="10332088"/>
            <a:ext cx="6336000" cy="1377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75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A6672"/>
                </a:solidFill>
                <a:latin typeface="Onest SemiBold"/>
                <a:ea typeface="Onest SemiBold"/>
                <a:cs typeface="Onest SemiBol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5246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hero: 25 800 км"/>
          <p:cNvSpPr txBox="1"/>
          <p:nvPr/>
        </p:nvSpPr>
        <p:spPr>
          <a:xfrm>
            <a:off x="540000" y="1838542"/>
            <a:ext cx="6336000" cy="11887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200"/>
              </a:lnSpc>
              <a:spcBef>
                <a:spcPts val="0"/>
              </a:spcBef>
              <a:spcAft>
                <a:spcPts val="0"/>
              </a:spcAft>
            </a:pPr>
            <a:r>
              <a:rPr sz="7200" b="0" i="0" spc="-216">
                <a:solidFill>
                  <a:srgbClr val="F3F1EC"/>
                </a:solidFill>
                <a:latin typeface="PT Serif"/>
                <a:ea typeface="PT Serif"/>
                <a:cs typeface="PT Serif"/>
              </a:rPr>
              <a:t>25 800 км</a:t>
            </a:r>
          </a:p>
        </p:txBody>
      </p:sp>
      <p:sp>
        <p:nvSpPr>
          <p:cNvPr id="4" name="body: протянуто проводов на воздушны"/>
          <p:cNvSpPr txBox="1"/>
          <p:nvPr/>
        </p:nvSpPr>
        <p:spPr>
          <a:xfrm>
            <a:off x="576000" y="2870242"/>
            <a:ext cx="4435200" cy="2293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протянуто проводов на воздушных ЛЭП</a:t>
            </a:r>
          </a:p>
        </p:txBody>
      </p:sp>
      <p:cxnSp>
        <p:nvCxnSpPr>
          <p:cNvPr id="5" name="motif"/>
          <p:cNvCxnSpPr/>
          <p:nvPr/>
        </p:nvCxnSpPr>
        <p:spPr>
          <a:xfrm>
            <a:off x="576000" y="3865601"/>
            <a:ext cx="3024000" cy="0"/>
          </a:xfrm>
          <a:prstGeom prst="line">
            <a:avLst/>
          </a:prstGeom>
          <a:ln w="5080">
            <a:solidFill>
              <a:srgbClr val="6D6788"/>
            </a:solidFill>
          </a:ln>
          <a:effectLst/>
        </p:spPr>
      </p:cxnSp>
      <p:sp>
        <p:nvSpPr>
          <p:cNvPr id="6" name="stat: 413 278"/>
          <p:cNvSpPr txBox="1"/>
          <p:nvPr/>
        </p:nvSpPr>
        <p:spPr>
          <a:xfrm>
            <a:off x="576000" y="4178731"/>
            <a:ext cx="3024000" cy="528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 spc="-64">
                <a:solidFill>
                  <a:srgbClr val="F3F1EC"/>
                </a:solidFill>
                <a:latin typeface="PT Serif"/>
                <a:ea typeface="PT Serif"/>
                <a:cs typeface="PT Serif"/>
              </a:rPr>
              <a:t>413 278</a:t>
            </a:r>
          </a:p>
        </p:txBody>
      </p:sp>
      <p:sp>
        <p:nvSpPr>
          <p:cNvPr id="7" name="body: опор ЛЭП использовано при стро"/>
          <p:cNvSpPr txBox="1"/>
          <p:nvPr/>
        </p:nvSpPr>
        <p:spPr>
          <a:xfrm>
            <a:off x="576000" y="4681506"/>
            <a:ext cx="2782080" cy="19659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78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CAC7D1"/>
                </a:solidFill>
                <a:latin typeface="Onest"/>
                <a:ea typeface="Onest"/>
                <a:cs typeface="Onest"/>
              </a:rPr>
              <a:t>опор ЛЭП использовано при строительстве</a:t>
            </a:r>
          </a:p>
        </p:txBody>
      </p:sp>
      <p:cxnSp>
        <p:nvCxnSpPr>
          <p:cNvPr id="8" name="motif"/>
          <p:cNvCxnSpPr/>
          <p:nvPr/>
        </p:nvCxnSpPr>
        <p:spPr>
          <a:xfrm>
            <a:off x="3888000" y="3865601"/>
            <a:ext cx="3024000" cy="0"/>
          </a:xfrm>
          <a:prstGeom prst="line">
            <a:avLst/>
          </a:prstGeom>
          <a:ln w="5080">
            <a:solidFill>
              <a:srgbClr val="6D6788"/>
            </a:solidFill>
          </a:ln>
          <a:effectLst/>
        </p:spPr>
      </p:cxnSp>
      <p:sp>
        <p:nvSpPr>
          <p:cNvPr id="9" name="stat: 1 224"/>
          <p:cNvSpPr txBox="1"/>
          <p:nvPr/>
        </p:nvSpPr>
        <p:spPr>
          <a:xfrm>
            <a:off x="3888000" y="4178731"/>
            <a:ext cx="3024000" cy="528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 spc="-64">
                <a:solidFill>
                  <a:srgbClr val="F3F1EC"/>
                </a:solidFill>
                <a:latin typeface="PT Serif"/>
                <a:ea typeface="PT Serif"/>
                <a:cs typeface="PT Serif"/>
              </a:rPr>
              <a:t>1 224</a:t>
            </a:r>
          </a:p>
        </p:txBody>
      </p:sp>
      <p:sp>
        <p:nvSpPr>
          <p:cNvPr id="10" name="body: ПС, ТП, РП построено объектов"/>
          <p:cNvSpPr txBox="1"/>
          <p:nvPr/>
        </p:nvSpPr>
        <p:spPr>
          <a:xfrm>
            <a:off x="3888000" y="4681506"/>
            <a:ext cx="2782080" cy="19659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78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CAC7D1"/>
                </a:solidFill>
                <a:latin typeface="Onest"/>
                <a:ea typeface="Onest"/>
                <a:cs typeface="Onest"/>
              </a:rPr>
              <a:t>ПС, ТП, РП построено объектов</a:t>
            </a:r>
          </a:p>
        </p:txBody>
      </p:sp>
      <p:cxnSp>
        <p:nvCxnSpPr>
          <p:cNvPr id="11" name="motif"/>
          <p:cNvCxnSpPr/>
          <p:nvPr/>
        </p:nvCxnSpPr>
        <p:spPr>
          <a:xfrm>
            <a:off x="576000" y="5913068"/>
            <a:ext cx="3024000" cy="0"/>
          </a:xfrm>
          <a:prstGeom prst="line">
            <a:avLst/>
          </a:prstGeom>
          <a:ln w="5080">
            <a:solidFill>
              <a:srgbClr val="6D6788"/>
            </a:solidFill>
          </a:ln>
          <a:effectLst/>
        </p:spPr>
      </p:cxnSp>
      <p:sp>
        <p:nvSpPr>
          <p:cNvPr id="12" name="stat: 502 000"/>
          <p:cNvSpPr txBox="1"/>
          <p:nvPr/>
        </p:nvSpPr>
        <p:spPr>
          <a:xfrm>
            <a:off x="576000" y="6226197"/>
            <a:ext cx="3024000" cy="528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 spc="-64">
                <a:solidFill>
                  <a:srgbClr val="F3F1EC"/>
                </a:solidFill>
                <a:latin typeface="PT Serif"/>
                <a:ea typeface="PT Serif"/>
                <a:cs typeface="PT Serif"/>
              </a:rPr>
              <a:t>502 000</a:t>
            </a:r>
          </a:p>
        </p:txBody>
      </p:sp>
      <p:sp>
        <p:nvSpPr>
          <p:cNvPr id="13" name="body: объектов подключено к электрич"/>
          <p:cNvSpPr txBox="1"/>
          <p:nvPr/>
        </p:nvSpPr>
        <p:spPr>
          <a:xfrm>
            <a:off x="576000" y="6728972"/>
            <a:ext cx="2782080" cy="19659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78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CAC7D1"/>
                </a:solidFill>
                <a:latin typeface="Onest"/>
                <a:ea typeface="Onest"/>
                <a:cs typeface="Onest"/>
              </a:rPr>
              <a:t>объектов подключено к электрическим сетям</a:t>
            </a:r>
          </a:p>
        </p:txBody>
      </p:sp>
      <p:cxnSp>
        <p:nvCxnSpPr>
          <p:cNvPr id="14" name="motif"/>
          <p:cNvCxnSpPr/>
          <p:nvPr/>
        </p:nvCxnSpPr>
        <p:spPr>
          <a:xfrm>
            <a:off x="3888000" y="5913068"/>
            <a:ext cx="3024000" cy="0"/>
          </a:xfrm>
          <a:prstGeom prst="line">
            <a:avLst/>
          </a:prstGeom>
          <a:ln w="5080">
            <a:solidFill>
              <a:srgbClr val="6D6788"/>
            </a:solidFill>
          </a:ln>
          <a:effectLst/>
        </p:spPr>
      </p:cxnSp>
      <p:sp>
        <p:nvSpPr>
          <p:cNvPr id="15" name="stat: 339 км"/>
          <p:cNvSpPr txBox="1"/>
          <p:nvPr/>
        </p:nvSpPr>
        <p:spPr>
          <a:xfrm>
            <a:off x="3888000" y="6226197"/>
            <a:ext cx="3024000" cy="528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 spc="-64">
                <a:solidFill>
                  <a:srgbClr val="F3F1EC"/>
                </a:solidFill>
                <a:latin typeface="PT Serif"/>
                <a:ea typeface="PT Serif"/>
                <a:cs typeface="PT Serif"/>
              </a:rPr>
              <a:t>339 км</a:t>
            </a:r>
          </a:p>
        </p:txBody>
      </p:sp>
      <p:sp>
        <p:nvSpPr>
          <p:cNvPr id="16" name="body: ГНБ прокол"/>
          <p:cNvSpPr txBox="1"/>
          <p:nvPr/>
        </p:nvSpPr>
        <p:spPr>
          <a:xfrm>
            <a:off x="3888000" y="6728972"/>
            <a:ext cx="2782080" cy="19659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78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CAC7D1"/>
                </a:solidFill>
                <a:latin typeface="Onest"/>
                <a:ea typeface="Onest"/>
                <a:cs typeface="Onest"/>
              </a:rPr>
              <a:t>ГНБ прокол</a:t>
            </a:r>
          </a:p>
        </p:txBody>
      </p:sp>
      <p:cxnSp>
        <p:nvCxnSpPr>
          <p:cNvPr id="17" name="motif"/>
          <p:cNvCxnSpPr/>
          <p:nvPr/>
        </p:nvCxnSpPr>
        <p:spPr>
          <a:xfrm>
            <a:off x="576000" y="7960534"/>
            <a:ext cx="3024000" cy="0"/>
          </a:xfrm>
          <a:prstGeom prst="line">
            <a:avLst/>
          </a:prstGeom>
          <a:ln w="5080">
            <a:solidFill>
              <a:srgbClr val="6D6788"/>
            </a:solidFill>
          </a:ln>
          <a:effectLst/>
        </p:spPr>
      </p:cxnSp>
      <p:sp>
        <p:nvSpPr>
          <p:cNvPr id="18" name="stat: 16 298 м²"/>
          <p:cNvSpPr txBox="1"/>
          <p:nvPr/>
        </p:nvSpPr>
        <p:spPr>
          <a:xfrm>
            <a:off x="576000" y="8273663"/>
            <a:ext cx="3024000" cy="528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 spc="-64">
                <a:solidFill>
                  <a:srgbClr val="F3F1EC"/>
                </a:solidFill>
                <a:latin typeface="PT Serif"/>
                <a:ea typeface="PT Serif"/>
                <a:cs typeface="PT Serif"/>
              </a:rPr>
              <a:t>16 298 м²</a:t>
            </a:r>
          </a:p>
        </p:txBody>
      </p:sp>
      <p:sp>
        <p:nvSpPr>
          <p:cNvPr id="19" name="body: построено и введено в эксплуат"/>
          <p:cNvSpPr txBox="1"/>
          <p:nvPr/>
        </p:nvSpPr>
        <p:spPr>
          <a:xfrm>
            <a:off x="576000" y="8776439"/>
            <a:ext cx="2782080" cy="358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78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CAC7D1"/>
                </a:solidFill>
                <a:latin typeface="Onest"/>
                <a:ea typeface="Onest"/>
                <a:cs typeface="Onest"/>
              </a:rPr>
              <a:t>построено и введено в эксплуатацию</a:t>
            </a:r>
          </a:p>
          <a:p>
            <a:pPr algn="l">
              <a:lnSpc>
                <a:spcPts val="1278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CAC7D1"/>
                </a:solidFill>
                <a:latin typeface="Onest"/>
                <a:ea typeface="Onest"/>
                <a:cs typeface="Onest"/>
              </a:rPr>
              <a:t>промышленных и гражданских площадей</a:t>
            </a:r>
          </a:p>
        </p:txBody>
      </p:sp>
      <p:sp>
        <p:nvSpPr>
          <p:cNvPr id="20" name="folio: 06"/>
          <p:cNvSpPr txBox="1"/>
          <p:nvPr/>
        </p:nvSpPr>
        <p:spPr>
          <a:xfrm>
            <a:off x="576000" y="10332088"/>
            <a:ext cx="6336000" cy="1377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CAC7D1"/>
                </a:solidFill>
                <a:latin typeface="Onest SemiBold"/>
                <a:ea typeface="Onest SemiBold"/>
                <a:cs typeface="Onest SemiBol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5246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5246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arc"/>
          <p:cNvSpPr/>
          <p:nvPr/>
        </p:nvSpPr>
        <p:spPr>
          <a:xfrm>
            <a:off x="5472002" y="8359224"/>
            <a:ext cx="2055054" cy="2322816"/>
          </a:xfrm>
          <a:custGeom>
            <a:avLst/>
            <a:gdLst/>
            <a:ahLst/>
            <a:cxnLst/>
            <a:rect l="0" t="0" r="r" b="b"/>
            <a:pathLst>
              <a:path w="2055054" h="2322816">
                <a:moveTo>
                  <a:pt x="0" y="2322816"/>
                </a:moveTo>
                <a:lnTo>
                  <a:pt x="13378" y="2287504"/>
                </a:lnTo>
                <a:lnTo>
                  <a:pt x="27065" y="2252310"/>
                </a:lnTo>
                <a:lnTo>
                  <a:pt x="41057" y="2217237"/>
                </a:lnTo>
                <a:lnTo>
                  <a:pt x="55355" y="2182288"/>
                </a:lnTo>
                <a:lnTo>
                  <a:pt x="69958" y="2147464"/>
                </a:lnTo>
                <a:lnTo>
                  <a:pt x="84864" y="2112770"/>
                </a:lnTo>
                <a:lnTo>
                  <a:pt x="100072" y="2078206"/>
                </a:lnTo>
                <a:lnTo>
                  <a:pt x="115581" y="2043777"/>
                </a:lnTo>
                <a:lnTo>
                  <a:pt x="131391" y="2009485"/>
                </a:lnTo>
                <a:lnTo>
                  <a:pt x="147498" y="1975331"/>
                </a:lnTo>
                <a:lnTo>
                  <a:pt x="163903" y="1941320"/>
                </a:lnTo>
                <a:lnTo>
                  <a:pt x="180605" y="1907453"/>
                </a:lnTo>
                <a:lnTo>
                  <a:pt x="197601" y="1873733"/>
                </a:lnTo>
                <a:lnTo>
                  <a:pt x="214891" y="1840163"/>
                </a:lnTo>
                <a:lnTo>
                  <a:pt x="232473" y="1806745"/>
                </a:lnTo>
                <a:lnTo>
                  <a:pt x="250346" y="1773481"/>
                </a:lnTo>
                <a:lnTo>
                  <a:pt x="268509" y="1740375"/>
                </a:lnTo>
                <a:lnTo>
                  <a:pt x="286960" y="1707428"/>
                </a:lnTo>
                <a:lnTo>
                  <a:pt x="305697" y="1674644"/>
                </a:lnTo>
                <a:lnTo>
                  <a:pt x="324721" y="1642025"/>
                </a:lnTo>
                <a:lnTo>
                  <a:pt x="344028" y="1609573"/>
                </a:lnTo>
                <a:lnTo>
                  <a:pt x="363617" y="1577290"/>
                </a:lnTo>
                <a:lnTo>
                  <a:pt x="383488" y="1545180"/>
                </a:lnTo>
                <a:lnTo>
                  <a:pt x="403637" y="1513244"/>
                </a:lnTo>
                <a:lnTo>
                  <a:pt x="424065" y="1481486"/>
                </a:lnTo>
                <a:lnTo>
                  <a:pt x="444769" y="1449906"/>
                </a:lnTo>
                <a:lnTo>
                  <a:pt x="465748" y="1418509"/>
                </a:lnTo>
                <a:lnTo>
                  <a:pt x="487001" y="1387296"/>
                </a:lnTo>
                <a:lnTo>
                  <a:pt x="508524" y="1356270"/>
                </a:lnTo>
                <a:lnTo>
                  <a:pt x="530318" y="1325433"/>
                </a:lnTo>
                <a:lnTo>
                  <a:pt x="552380" y="1294787"/>
                </a:lnTo>
                <a:lnTo>
                  <a:pt x="574709" y="1264334"/>
                </a:lnTo>
                <a:lnTo>
                  <a:pt x="597302" y="1234078"/>
                </a:lnTo>
                <a:lnTo>
                  <a:pt x="620159" y="1204020"/>
                </a:lnTo>
                <a:lnTo>
                  <a:pt x="643277" y="1174163"/>
                </a:lnTo>
                <a:lnTo>
                  <a:pt x="666654" y="1144508"/>
                </a:lnTo>
                <a:lnTo>
                  <a:pt x="690290" y="1115059"/>
                </a:lnTo>
                <a:lnTo>
                  <a:pt x="714182" y="1085817"/>
                </a:lnTo>
                <a:lnTo>
                  <a:pt x="738328" y="1056784"/>
                </a:lnTo>
                <a:lnTo>
                  <a:pt x="762726" y="1027964"/>
                </a:lnTo>
                <a:lnTo>
                  <a:pt x="787375" y="999357"/>
                </a:lnTo>
                <a:lnTo>
                  <a:pt x="812273" y="970967"/>
                </a:lnTo>
                <a:lnTo>
                  <a:pt x="837417" y="942795"/>
                </a:lnTo>
                <a:lnTo>
                  <a:pt x="862806" y="914843"/>
                </a:lnTo>
                <a:lnTo>
                  <a:pt x="888439" y="887115"/>
                </a:lnTo>
                <a:lnTo>
                  <a:pt x="914312" y="859610"/>
                </a:lnTo>
                <a:lnTo>
                  <a:pt x="940424" y="832333"/>
                </a:lnTo>
                <a:lnTo>
                  <a:pt x="966774" y="805285"/>
                </a:lnTo>
                <a:lnTo>
                  <a:pt x="993358" y="778467"/>
                </a:lnTo>
                <a:lnTo>
                  <a:pt x="1020176" y="751883"/>
                </a:lnTo>
                <a:lnTo>
                  <a:pt x="1047224" y="725534"/>
                </a:lnTo>
                <a:lnTo>
                  <a:pt x="1074501" y="699421"/>
                </a:lnTo>
                <a:lnTo>
                  <a:pt x="1102006" y="673548"/>
                </a:lnTo>
                <a:lnTo>
                  <a:pt x="1129734" y="647916"/>
                </a:lnTo>
                <a:lnTo>
                  <a:pt x="1157686" y="622526"/>
                </a:lnTo>
                <a:lnTo>
                  <a:pt x="1185858" y="597382"/>
                </a:lnTo>
                <a:lnTo>
                  <a:pt x="1214248" y="572484"/>
                </a:lnTo>
                <a:lnTo>
                  <a:pt x="1242855" y="547835"/>
                </a:lnTo>
                <a:lnTo>
                  <a:pt x="1271675" y="523437"/>
                </a:lnTo>
                <a:lnTo>
                  <a:pt x="1300708" y="499291"/>
                </a:lnTo>
                <a:lnTo>
                  <a:pt x="1329950" y="475399"/>
                </a:lnTo>
                <a:lnTo>
                  <a:pt x="1359399" y="451763"/>
                </a:lnTo>
                <a:lnTo>
                  <a:pt x="1389054" y="428386"/>
                </a:lnTo>
                <a:lnTo>
                  <a:pt x="1418911" y="405268"/>
                </a:lnTo>
                <a:lnTo>
                  <a:pt x="1448969" y="382411"/>
                </a:lnTo>
                <a:lnTo>
                  <a:pt x="1479225" y="359818"/>
                </a:lnTo>
                <a:lnTo>
                  <a:pt x="1509677" y="337489"/>
                </a:lnTo>
                <a:lnTo>
                  <a:pt x="1540323" y="315427"/>
                </a:lnTo>
                <a:lnTo>
                  <a:pt x="1571161" y="293633"/>
                </a:lnTo>
                <a:lnTo>
                  <a:pt x="1602187" y="272110"/>
                </a:lnTo>
                <a:lnTo>
                  <a:pt x="1633400" y="250858"/>
                </a:lnTo>
                <a:lnTo>
                  <a:pt x="1664797" y="229879"/>
                </a:lnTo>
                <a:lnTo>
                  <a:pt x="1696376" y="209174"/>
                </a:lnTo>
                <a:lnTo>
                  <a:pt x="1728135" y="188747"/>
                </a:lnTo>
                <a:lnTo>
                  <a:pt x="1760071" y="168597"/>
                </a:lnTo>
                <a:lnTo>
                  <a:pt x="1792181" y="148726"/>
                </a:lnTo>
                <a:lnTo>
                  <a:pt x="1824464" y="129137"/>
                </a:lnTo>
                <a:lnTo>
                  <a:pt x="1856916" y="109830"/>
                </a:lnTo>
                <a:lnTo>
                  <a:pt x="1889535" y="90807"/>
                </a:lnTo>
                <a:lnTo>
                  <a:pt x="1922319" y="72069"/>
                </a:lnTo>
                <a:lnTo>
                  <a:pt x="1955266" y="53618"/>
                </a:lnTo>
                <a:lnTo>
                  <a:pt x="1988372" y="35455"/>
                </a:lnTo>
                <a:lnTo>
                  <a:pt x="2021636" y="17582"/>
                </a:lnTo>
                <a:lnTo>
                  <a:pt x="2055054" y="0"/>
                </a:lnTo>
              </a:path>
            </a:pathLst>
          </a:custGeom>
          <a:noFill/>
          <a:ln w="11430">
            <a:solidFill>
              <a:srgbClr val="756CA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logo"/>
          <p:cNvSpPr/>
          <p:nvPr/>
        </p:nvSpPr>
        <p:spPr>
          <a:xfrm>
            <a:off x="5919911" y="582603"/>
            <a:ext cx="1056269" cy="643486"/>
          </a:xfrm>
          <a:custGeom>
            <a:avLst/>
            <a:gdLst/>
            <a:ahLst/>
            <a:cxnLst/>
            <a:rect l="0" t="0" r="r" b="b"/>
            <a:pathLst>
              <a:path w="1056269" h="643486">
                <a:moveTo>
                  <a:pt x="990129" y="307"/>
                </a:moveTo>
                <a:lnTo>
                  <a:pt x="984765" y="2441"/>
                </a:lnTo>
                <a:lnTo>
                  <a:pt x="980334" y="4783"/>
                </a:lnTo>
                <a:lnTo>
                  <a:pt x="973784" y="15399"/>
                </a:lnTo>
                <a:lnTo>
                  <a:pt x="945108" y="29884"/>
                </a:lnTo>
                <a:lnTo>
                  <a:pt x="936215" y="35779"/>
                </a:lnTo>
                <a:lnTo>
                  <a:pt x="925637" y="44186"/>
                </a:lnTo>
                <a:lnTo>
                  <a:pt x="922678" y="47590"/>
                </a:lnTo>
                <a:lnTo>
                  <a:pt x="919642" y="52792"/>
                </a:lnTo>
                <a:lnTo>
                  <a:pt x="914571" y="59051"/>
                </a:lnTo>
                <a:lnTo>
                  <a:pt x="913179" y="62022"/>
                </a:lnTo>
                <a:lnTo>
                  <a:pt x="913123" y="64251"/>
                </a:lnTo>
                <a:lnTo>
                  <a:pt x="914088" y="66524"/>
                </a:lnTo>
                <a:lnTo>
                  <a:pt x="918250" y="70371"/>
                </a:lnTo>
                <a:lnTo>
                  <a:pt x="918820" y="71628"/>
                </a:lnTo>
                <a:lnTo>
                  <a:pt x="917254" y="72548"/>
                </a:lnTo>
                <a:lnTo>
                  <a:pt x="912540" y="73833"/>
                </a:lnTo>
                <a:lnTo>
                  <a:pt x="910998" y="74930"/>
                </a:lnTo>
                <a:lnTo>
                  <a:pt x="907953" y="81097"/>
                </a:lnTo>
                <a:lnTo>
                  <a:pt x="901179" y="88226"/>
                </a:lnTo>
                <a:lnTo>
                  <a:pt x="898935" y="91512"/>
                </a:lnTo>
                <a:lnTo>
                  <a:pt x="896496" y="96302"/>
                </a:lnTo>
                <a:lnTo>
                  <a:pt x="894904" y="96871"/>
                </a:lnTo>
                <a:lnTo>
                  <a:pt x="892716" y="96691"/>
                </a:lnTo>
                <a:lnTo>
                  <a:pt x="886793" y="93872"/>
                </a:lnTo>
                <a:lnTo>
                  <a:pt x="885232" y="93566"/>
                </a:lnTo>
                <a:lnTo>
                  <a:pt x="879043" y="95049"/>
                </a:lnTo>
                <a:lnTo>
                  <a:pt x="874648" y="96727"/>
                </a:lnTo>
                <a:lnTo>
                  <a:pt x="871795" y="98579"/>
                </a:lnTo>
                <a:lnTo>
                  <a:pt x="870301" y="100254"/>
                </a:lnTo>
                <a:lnTo>
                  <a:pt x="863433" y="110615"/>
                </a:lnTo>
                <a:lnTo>
                  <a:pt x="859275" y="113693"/>
                </a:lnTo>
                <a:lnTo>
                  <a:pt x="856327" y="114619"/>
                </a:lnTo>
                <a:lnTo>
                  <a:pt x="854159" y="114634"/>
                </a:lnTo>
                <a:lnTo>
                  <a:pt x="848178" y="110817"/>
                </a:lnTo>
                <a:lnTo>
                  <a:pt x="844691" y="109921"/>
                </a:lnTo>
                <a:lnTo>
                  <a:pt x="840996" y="110094"/>
                </a:lnTo>
                <a:lnTo>
                  <a:pt x="837278" y="111327"/>
                </a:lnTo>
                <a:lnTo>
                  <a:pt x="830309" y="115701"/>
                </a:lnTo>
                <a:lnTo>
                  <a:pt x="812274" y="124472"/>
                </a:lnTo>
                <a:lnTo>
                  <a:pt x="810392" y="125926"/>
                </a:lnTo>
                <a:lnTo>
                  <a:pt x="808602" y="128847"/>
                </a:lnTo>
                <a:lnTo>
                  <a:pt x="809498" y="136259"/>
                </a:lnTo>
                <a:lnTo>
                  <a:pt x="811743" y="141043"/>
                </a:lnTo>
                <a:lnTo>
                  <a:pt x="811639" y="143299"/>
                </a:lnTo>
                <a:lnTo>
                  <a:pt x="809504" y="144904"/>
                </a:lnTo>
                <a:lnTo>
                  <a:pt x="803387" y="146819"/>
                </a:lnTo>
                <a:lnTo>
                  <a:pt x="799989" y="149218"/>
                </a:lnTo>
                <a:lnTo>
                  <a:pt x="798039" y="148765"/>
                </a:lnTo>
                <a:lnTo>
                  <a:pt x="794559" y="146688"/>
                </a:lnTo>
                <a:lnTo>
                  <a:pt x="786966" y="141660"/>
                </a:lnTo>
                <a:lnTo>
                  <a:pt x="777514" y="134651"/>
                </a:lnTo>
                <a:lnTo>
                  <a:pt x="758690" y="122136"/>
                </a:lnTo>
                <a:lnTo>
                  <a:pt x="747605" y="114310"/>
                </a:lnTo>
                <a:lnTo>
                  <a:pt x="734049" y="103713"/>
                </a:lnTo>
                <a:lnTo>
                  <a:pt x="711398" y="87282"/>
                </a:lnTo>
                <a:lnTo>
                  <a:pt x="707893" y="85299"/>
                </a:lnTo>
                <a:lnTo>
                  <a:pt x="706225" y="85513"/>
                </a:lnTo>
                <a:lnTo>
                  <a:pt x="705447" y="86702"/>
                </a:lnTo>
                <a:lnTo>
                  <a:pt x="706106" y="89234"/>
                </a:lnTo>
                <a:lnTo>
                  <a:pt x="707056" y="90691"/>
                </a:lnTo>
                <a:lnTo>
                  <a:pt x="709522" y="92736"/>
                </a:lnTo>
                <a:lnTo>
                  <a:pt x="728697" y="106781"/>
                </a:lnTo>
                <a:lnTo>
                  <a:pt x="751732" y="122897"/>
                </a:lnTo>
                <a:lnTo>
                  <a:pt x="765770" y="133493"/>
                </a:lnTo>
                <a:lnTo>
                  <a:pt x="771437" y="137312"/>
                </a:lnTo>
                <a:lnTo>
                  <a:pt x="776142" y="139562"/>
                </a:lnTo>
                <a:lnTo>
                  <a:pt x="781474" y="142851"/>
                </a:lnTo>
                <a:lnTo>
                  <a:pt x="785655" y="146180"/>
                </a:lnTo>
                <a:lnTo>
                  <a:pt x="787681" y="148503"/>
                </a:lnTo>
                <a:lnTo>
                  <a:pt x="788375" y="150255"/>
                </a:lnTo>
                <a:lnTo>
                  <a:pt x="789027" y="160620"/>
                </a:lnTo>
                <a:lnTo>
                  <a:pt x="786500" y="160654"/>
                </a:lnTo>
                <a:lnTo>
                  <a:pt x="784862" y="159571"/>
                </a:lnTo>
                <a:lnTo>
                  <a:pt x="783393" y="157474"/>
                </a:lnTo>
                <a:lnTo>
                  <a:pt x="781622" y="153577"/>
                </a:lnTo>
                <a:lnTo>
                  <a:pt x="779910" y="151326"/>
                </a:lnTo>
                <a:lnTo>
                  <a:pt x="771756" y="142974"/>
                </a:lnTo>
                <a:lnTo>
                  <a:pt x="769312" y="140932"/>
                </a:lnTo>
                <a:lnTo>
                  <a:pt x="767499" y="140113"/>
                </a:lnTo>
                <a:lnTo>
                  <a:pt x="765865" y="140315"/>
                </a:lnTo>
                <a:lnTo>
                  <a:pt x="761593" y="142299"/>
                </a:lnTo>
                <a:lnTo>
                  <a:pt x="753204" y="142540"/>
                </a:lnTo>
                <a:lnTo>
                  <a:pt x="749509" y="147584"/>
                </a:lnTo>
                <a:lnTo>
                  <a:pt x="748063" y="153309"/>
                </a:lnTo>
                <a:lnTo>
                  <a:pt x="746768" y="154275"/>
                </a:lnTo>
                <a:lnTo>
                  <a:pt x="743981" y="155306"/>
                </a:lnTo>
                <a:lnTo>
                  <a:pt x="741838" y="155282"/>
                </a:lnTo>
                <a:lnTo>
                  <a:pt x="736928" y="152601"/>
                </a:lnTo>
                <a:lnTo>
                  <a:pt x="734080" y="151761"/>
                </a:lnTo>
                <a:lnTo>
                  <a:pt x="726005" y="153635"/>
                </a:lnTo>
                <a:lnTo>
                  <a:pt x="722608" y="153980"/>
                </a:lnTo>
                <a:lnTo>
                  <a:pt x="720441" y="153701"/>
                </a:lnTo>
                <a:lnTo>
                  <a:pt x="716327" y="150447"/>
                </a:lnTo>
                <a:lnTo>
                  <a:pt x="714536" y="147843"/>
                </a:lnTo>
                <a:lnTo>
                  <a:pt x="716034" y="142306"/>
                </a:lnTo>
                <a:lnTo>
                  <a:pt x="716782" y="133751"/>
                </a:lnTo>
                <a:lnTo>
                  <a:pt x="716512" y="130100"/>
                </a:lnTo>
                <a:lnTo>
                  <a:pt x="714936" y="127653"/>
                </a:lnTo>
                <a:lnTo>
                  <a:pt x="709232" y="122338"/>
                </a:lnTo>
                <a:lnTo>
                  <a:pt x="705776" y="120054"/>
                </a:lnTo>
                <a:lnTo>
                  <a:pt x="702875" y="119395"/>
                </a:lnTo>
                <a:lnTo>
                  <a:pt x="694655" y="119133"/>
                </a:lnTo>
                <a:lnTo>
                  <a:pt x="691652" y="118631"/>
                </a:lnTo>
                <a:lnTo>
                  <a:pt x="690721" y="117815"/>
                </a:lnTo>
                <a:lnTo>
                  <a:pt x="689830" y="114026"/>
                </a:lnTo>
                <a:lnTo>
                  <a:pt x="688886" y="112448"/>
                </a:lnTo>
                <a:lnTo>
                  <a:pt x="687004" y="111273"/>
                </a:lnTo>
                <a:lnTo>
                  <a:pt x="682377" y="109609"/>
                </a:lnTo>
                <a:lnTo>
                  <a:pt x="677103" y="111550"/>
                </a:lnTo>
                <a:lnTo>
                  <a:pt x="673891" y="114190"/>
                </a:lnTo>
                <a:lnTo>
                  <a:pt x="674455" y="125887"/>
                </a:lnTo>
                <a:lnTo>
                  <a:pt x="675211" y="129461"/>
                </a:lnTo>
                <a:lnTo>
                  <a:pt x="675614" y="129920"/>
                </a:lnTo>
                <a:lnTo>
                  <a:pt x="676735" y="129886"/>
                </a:lnTo>
                <a:lnTo>
                  <a:pt x="680641" y="127610"/>
                </a:lnTo>
                <a:lnTo>
                  <a:pt x="682286" y="127672"/>
                </a:lnTo>
                <a:lnTo>
                  <a:pt x="684122" y="128410"/>
                </a:lnTo>
                <a:lnTo>
                  <a:pt x="693709" y="135525"/>
                </a:lnTo>
                <a:lnTo>
                  <a:pt x="700980" y="142389"/>
                </a:lnTo>
                <a:lnTo>
                  <a:pt x="701464" y="144697"/>
                </a:lnTo>
                <a:lnTo>
                  <a:pt x="701117" y="146026"/>
                </a:lnTo>
                <a:lnTo>
                  <a:pt x="699209" y="149325"/>
                </a:lnTo>
                <a:lnTo>
                  <a:pt x="694313" y="155679"/>
                </a:lnTo>
                <a:lnTo>
                  <a:pt x="693043" y="158983"/>
                </a:lnTo>
                <a:lnTo>
                  <a:pt x="693053" y="160668"/>
                </a:lnTo>
                <a:lnTo>
                  <a:pt x="693789" y="163376"/>
                </a:lnTo>
                <a:lnTo>
                  <a:pt x="695126" y="165711"/>
                </a:lnTo>
                <a:lnTo>
                  <a:pt x="696911" y="167504"/>
                </a:lnTo>
                <a:lnTo>
                  <a:pt x="699998" y="168866"/>
                </a:lnTo>
                <a:lnTo>
                  <a:pt x="703861" y="169063"/>
                </a:lnTo>
                <a:lnTo>
                  <a:pt x="709414" y="168253"/>
                </a:lnTo>
                <a:lnTo>
                  <a:pt x="714843" y="166243"/>
                </a:lnTo>
                <a:lnTo>
                  <a:pt x="719020" y="166852"/>
                </a:lnTo>
                <a:lnTo>
                  <a:pt x="724160" y="165624"/>
                </a:lnTo>
                <a:lnTo>
                  <a:pt x="726519" y="166565"/>
                </a:lnTo>
                <a:lnTo>
                  <a:pt x="758636" y="193750"/>
                </a:lnTo>
                <a:lnTo>
                  <a:pt x="760031" y="195403"/>
                </a:lnTo>
                <a:lnTo>
                  <a:pt x="763630" y="197962"/>
                </a:lnTo>
                <a:lnTo>
                  <a:pt x="773369" y="206281"/>
                </a:lnTo>
                <a:lnTo>
                  <a:pt x="782988" y="215012"/>
                </a:lnTo>
                <a:lnTo>
                  <a:pt x="789551" y="219837"/>
                </a:lnTo>
                <a:lnTo>
                  <a:pt x="792119" y="222990"/>
                </a:lnTo>
                <a:lnTo>
                  <a:pt x="799661" y="229348"/>
                </a:lnTo>
                <a:lnTo>
                  <a:pt x="804582" y="232935"/>
                </a:lnTo>
                <a:lnTo>
                  <a:pt x="805727" y="234276"/>
                </a:lnTo>
                <a:lnTo>
                  <a:pt x="808260" y="234750"/>
                </a:lnTo>
                <a:lnTo>
                  <a:pt x="809348" y="233928"/>
                </a:lnTo>
                <a:lnTo>
                  <a:pt x="809290" y="232777"/>
                </a:lnTo>
                <a:lnTo>
                  <a:pt x="805379" y="229009"/>
                </a:lnTo>
                <a:lnTo>
                  <a:pt x="801566" y="226225"/>
                </a:lnTo>
                <a:lnTo>
                  <a:pt x="795704" y="220743"/>
                </a:lnTo>
                <a:lnTo>
                  <a:pt x="790840" y="217943"/>
                </a:lnTo>
                <a:lnTo>
                  <a:pt x="787394" y="215349"/>
                </a:lnTo>
                <a:lnTo>
                  <a:pt x="785465" y="213054"/>
                </a:lnTo>
                <a:lnTo>
                  <a:pt x="777561" y="207340"/>
                </a:lnTo>
                <a:lnTo>
                  <a:pt x="740372" y="172697"/>
                </a:lnTo>
                <a:lnTo>
                  <a:pt x="738770" y="170436"/>
                </a:lnTo>
                <a:lnTo>
                  <a:pt x="738772" y="167988"/>
                </a:lnTo>
                <a:lnTo>
                  <a:pt x="740850" y="166539"/>
                </a:lnTo>
                <a:lnTo>
                  <a:pt x="749328" y="164908"/>
                </a:lnTo>
                <a:lnTo>
                  <a:pt x="753778" y="163198"/>
                </a:lnTo>
                <a:lnTo>
                  <a:pt x="756160" y="161451"/>
                </a:lnTo>
                <a:lnTo>
                  <a:pt x="757962" y="159299"/>
                </a:lnTo>
                <a:lnTo>
                  <a:pt x="760514" y="153798"/>
                </a:lnTo>
                <a:lnTo>
                  <a:pt x="762438" y="152921"/>
                </a:lnTo>
                <a:lnTo>
                  <a:pt x="764667" y="152882"/>
                </a:lnTo>
                <a:lnTo>
                  <a:pt x="768169" y="154153"/>
                </a:lnTo>
                <a:lnTo>
                  <a:pt x="770561" y="156136"/>
                </a:lnTo>
                <a:lnTo>
                  <a:pt x="771670" y="163947"/>
                </a:lnTo>
                <a:lnTo>
                  <a:pt x="782991" y="172282"/>
                </a:lnTo>
                <a:lnTo>
                  <a:pt x="786576" y="173075"/>
                </a:lnTo>
                <a:lnTo>
                  <a:pt x="802334" y="173975"/>
                </a:lnTo>
                <a:lnTo>
                  <a:pt x="803870" y="172444"/>
                </a:lnTo>
                <a:lnTo>
                  <a:pt x="804148" y="171311"/>
                </a:lnTo>
                <a:lnTo>
                  <a:pt x="802065" y="166040"/>
                </a:lnTo>
                <a:lnTo>
                  <a:pt x="801984" y="163519"/>
                </a:lnTo>
                <a:lnTo>
                  <a:pt x="803492" y="162104"/>
                </a:lnTo>
                <a:lnTo>
                  <a:pt x="806984" y="162014"/>
                </a:lnTo>
                <a:lnTo>
                  <a:pt x="814619" y="166384"/>
                </a:lnTo>
                <a:lnTo>
                  <a:pt x="820794" y="170878"/>
                </a:lnTo>
                <a:lnTo>
                  <a:pt x="826670" y="174331"/>
                </a:lnTo>
                <a:lnTo>
                  <a:pt x="852261" y="191465"/>
                </a:lnTo>
                <a:lnTo>
                  <a:pt x="853906" y="192101"/>
                </a:lnTo>
                <a:lnTo>
                  <a:pt x="855421" y="191895"/>
                </a:lnTo>
                <a:lnTo>
                  <a:pt x="855962" y="191491"/>
                </a:lnTo>
                <a:lnTo>
                  <a:pt x="856124" y="190224"/>
                </a:lnTo>
                <a:lnTo>
                  <a:pt x="855175" y="188549"/>
                </a:lnTo>
                <a:lnTo>
                  <a:pt x="853254" y="186715"/>
                </a:lnTo>
                <a:lnTo>
                  <a:pt x="826435" y="168774"/>
                </a:lnTo>
                <a:lnTo>
                  <a:pt x="821312" y="164797"/>
                </a:lnTo>
                <a:lnTo>
                  <a:pt x="815173" y="160983"/>
                </a:lnTo>
                <a:lnTo>
                  <a:pt x="812000" y="157727"/>
                </a:lnTo>
                <a:lnTo>
                  <a:pt x="811394" y="156210"/>
                </a:lnTo>
                <a:lnTo>
                  <a:pt x="811678" y="155542"/>
                </a:lnTo>
                <a:lnTo>
                  <a:pt x="816563" y="153629"/>
                </a:lnTo>
                <a:lnTo>
                  <a:pt x="825911" y="144757"/>
                </a:lnTo>
                <a:lnTo>
                  <a:pt x="825658" y="140881"/>
                </a:lnTo>
                <a:lnTo>
                  <a:pt x="820944" y="134534"/>
                </a:lnTo>
                <a:lnTo>
                  <a:pt x="820596" y="133289"/>
                </a:lnTo>
                <a:lnTo>
                  <a:pt x="821062" y="131777"/>
                </a:lnTo>
                <a:lnTo>
                  <a:pt x="825835" y="128789"/>
                </a:lnTo>
                <a:lnTo>
                  <a:pt x="835070" y="125069"/>
                </a:lnTo>
                <a:lnTo>
                  <a:pt x="845183" y="126055"/>
                </a:lnTo>
                <a:lnTo>
                  <a:pt x="866170" y="122531"/>
                </a:lnTo>
                <a:lnTo>
                  <a:pt x="868213" y="121153"/>
                </a:lnTo>
                <a:lnTo>
                  <a:pt x="869774" y="119457"/>
                </a:lnTo>
                <a:lnTo>
                  <a:pt x="877829" y="107659"/>
                </a:lnTo>
                <a:lnTo>
                  <a:pt x="880442" y="105164"/>
                </a:lnTo>
                <a:lnTo>
                  <a:pt x="881725" y="104474"/>
                </a:lnTo>
                <a:lnTo>
                  <a:pt x="883015" y="104149"/>
                </a:lnTo>
                <a:lnTo>
                  <a:pt x="885685" y="104570"/>
                </a:lnTo>
                <a:lnTo>
                  <a:pt x="889705" y="107005"/>
                </a:lnTo>
                <a:lnTo>
                  <a:pt x="893262" y="107948"/>
                </a:lnTo>
                <a:lnTo>
                  <a:pt x="898907" y="108257"/>
                </a:lnTo>
                <a:lnTo>
                  <a:pt x="901549" y="107410"/>
                </a:lnTo>
                <a:lnTo>
                  <a:pt x="903627" y="105302"/>
                </a:lnTo>
                <a:lnTo>
                  <a:pt x="907161" y="98050"/>
                </a:lnTo>
                <a:lnTo>
                  <a:pt x="909248" y="94850"/>
                </a:lnTo>
                <a:lnTo>
                  <a:pt x="918343" y="84725"/>
                </a:lnTo>
                <a:lnTo>
                  <a:pt x="927375" y="78916"/>
                </a:lnTo>
                <a:lnTo>
                  <a:pt x="931627" y="74867"/>
                </a:lnTo>
                <a:lnTo>
                  <a:pt x="931982" y="73449"/>
                </a:lnTo>
                <a:lnTo>
                  <a:pt x="931494" y="71467"/>
                </a:lnTo>
                <a:lnTo>
                  <a:pt x="927337" y="63639"/>
                </a:lnTo>
                <a:lnTo>
                  <a:pt x="926932" y="61961"/>
                </a:lnTo>
                <a:lnTo>
                  <a:pt x="927731" y="59277"/>
                </a:lnTo>
                <a:lnTo>
                  <a:pt x="931084" y="53724"/>
                </a:lnTo>
                <a:lnTo>
                  <a:pt x="934696" y="49748"/>
                </a:lnTo>
                <a:lnTo>
                  <a:pt x="941721" y="44424"/>
                </a:lnTo>
                <a:lnTo>
                  <a:pt x="952852" y="37291"/>
                </a:lnTo>
                <a:lnTo>
                  <a:pt x="955328" y="36098"/>
                </a:lnTo>
                <a:lnTo>
                  <a:pt x="957475" y="35835"/>
                </a:lnTo>
                <a:lnTo>
                  <a:pt x="959754" y="37122"/>
                </a:lnTo>
                <a:lnTo>
                  <a:pt x="976557" y="51548"/>
                </a:lnTo>
                <a:lnTo>
                  <a:pt x="983320" y="55808"/>
                </a:lnTo>
                <a:lnTo>
                  <a:pt x="984492" y="57662"/>
                </a:lnTo>
                <a:lnTo>
                  <a:pt x="986444" y="63697"/>
                </a:lnTo>
                <a:lnTo>
                  <a:pt x="988321" y="66656"/>
                </a:lnTo>
                <a:lnTo>
                  <a:pt x="991290" y="68432"/>
                </a:lnTo>
                <a:lnTo>
                  <a:pt x="1000573" y="71187"/>
                </a:lnTo>
                <a:lnTo>
                  <a:pt x="1002247" y="72330"/>
                </a:lnTo>
                <a:lnTo>
                  <a:pt x="1003966" y="74316"/>
                </a:lnTo>
                <a:lnTo>
                  <a:pt x="1003816" y="87126"/>
                </a:lnTo>
                <a:lnTo>
                  <a:pt x="1007202" y="108097"/>
                </a:lnTo>
                <a:lnTo>
                  <a:pt x="1009164" y="115745"/>
                </a:lnTo>
                <a:lnTo>
                  <a:pt x="1009300" y="118643"/>
                </a:lnTo>
                <a:lnTo>
                  <a:pt x="1008251" y="120852"/>
                </a:lnTo>
                <a:lnTo>
                  <a:pt x="1004645" y="124036"/>
                </a:lnTo>
                <a:lnTo>
                  <a:pt x="1002363" y="127226"/>
                </a:lnTo>
                <a:lnTo>
                  <a:pt x="1000732" y="132069"/>
                </a:lnTo>
                <a:lnTo>
                  <a:pt x="998428" y="142271"/>
                </a:lnTo>
                <a:lnTo>
                  <a:pt x="997339" y="144283"/>
                </a:lnTo>
                <a:lnTo>
                  <a:pt x="996142" y="144253"/>
                </a:lnTo>
                <a:lnTo>
                  <a:pt x="991792" y="140334"/>
                </a:lnTo>
                <a:lnTo>
                  <a:pt x="988222" y="136254"/>
                </a:lnTo>
                <a:lnTo>
                  <a:pt x="984548" y="130673"/>
                </a:lnTo>
                <a:lnTo>
                  <a:pt x="981872" y="128487"/>
                </a:lnTo>
                <a:lnTo>
                  <a:pt x="980299" y="128780"/>
                </a:lnTo>
                <a:lnTo>
                  <a:pt x="978573" y="129872"/>
                </a:lnTo>
                <a:lnTo>
                  <a:pt x="965721" y="140529"/>
                </a:lnTo>
                <a:lnTo>
                  <a:pt x="965257" y="141779"/>
                </a:lnTo>
                <a:lnTo>
                  <a:pt x="965642" y="143263"/>
                </a:lnTo>
                <a:lnTo>
                  <a:pt x="971040" y="150062"/>
                </a:lnTo>
                <a:lnTo>
                  <a:pt x="971885" y="151887"/>
                </a:lnTo>
                <a:lnTo>
                  <a:pt x="971683" y="153263"/>
                </a:lnTo>
                <a:lnTo>
                  <a:pt x="970422" y="154231"/>
                </a:lnTo>
                <a:lnTo>
                  <a:pt x="965637" y="155621"/>
                </a:lnTo>
                <a:lnTo>
                  <a:pt x="961646" y="158342"/>
                </a:lnTo>
                <a:lnTo>
                  <a:pt x="957525" y="162703"/>
                </a:lnTo>
                <a:lnTo>
                  <a:pt x="952955" y="169299"/>
                </a:lnTo>
                <a:lnTo>
                  <a:pt x="953289" y="180202"/>
                </a:lnTo>
                <a:lnTo>
                  <a:pt x="956837" y="196757"/>
                </a:lnTo>
                <a:lnTo>
                  <a:pt x="959834" y="203914"/>
                </a:lnTo>
                <a:lnTo>
                  <a:pt x="960172" y="206501"/>
                </a:lnTo>
                <a:lnTo>
                  <a:pt x="959922" y="207520"/>
                </a:lnTo>
                <a:lnTo>
                  <a:pt x="959389" y="208369"/>
                </a:lnTo>
                <a:lnTo>
                  <a:pt x="957459" y="209590"/>
                </a:lnTo>
                <a:lnTo>
                  <a:pt x="949273" y="211141"/>
                </a:lnTo>
                <a:lnTo>
                  <a:pt x="945163" y="212781"/>
                </a:lnTo>
                <a:lnTo>
                  <a:pt x="943427" y="213909"/>
                </a:lnTo>
                <a:lnTo>
                  <a:pt x="941881" y="215259"/>
                </a:lnTo>
                <a:lnTo>
                  <a:pt x="939286" y="218681"/>
                </a:lnTo>
                <a:lnTo>
                  <a:pt x="936171" y="225402"/>
                </a:lnTo>
                <a:lnTo>
                  <a:pt x="934175" y="228000"/>
                </a:lnTo>
                <a:lnTo>
                  <a:pt x="933977" y="229446"/>
                </a:lnTo>
                <a:lnTo>
                  <a:pt x="935224" y="230996"/>
                </a:lnTo>
                <a:lnTo>
                  <a:pt x="938038" y="232933"/>
                </a:lnTo>
                <a:lnTo>
                  <a:pt x="940742" y="234095"/>
                </a:lnTo>
                <a:lnTo>
                  <a:pt x="942211" y="234044"/>
                </a:lnTo>
                <a:lnTo>
                  <a:pt x="944437" y="232712"/>
                </a:lnTo>
                <a:lnTo>
                  <a:pt x="947038" y="229991"/>
                </a:lnTo>
                <a:lnTo>
                  <a:pt x="948827" y="223253"/>
                </a:lnTo>
                <a:lnTo>
                  <a:pt x="950779" y="220930"/>
                </a:lnTo>
                <a:lnTo>
                  <a:pt x="953438" y="220309"/>
                </a:lnTo>
                <a:lnTo>
                  <a:pt x="957707" y="223501"/>
                </a:lnTo>
                <a:lnTo>
                  <a:pt x="960380" y="224022"/>
                </a:lnTo>
                <a:lnTo>
                  <a:pt x="962372" y="223783"/>
                </a:lnTo>
                <a:lnTo>
                  <a:pt x="964003" y="223011"/>
                </a:lnTo>
                <a:lnTo>
                  <a:pt x="965944" y="220679"/>
                </a:lnTo>
                <a:lnTo>
                  <a:pt x="968669" y="213961"/>
                </a:lnTo>
                <a:lnTo>
                  <a:pt x="971355" y="209616"/>
                </a:lnTo>
                <a:lnTo>
                  <a:pt x="974525" y="205565"/>
                </a:lnTo>
                <a:lnTo>
                  <a:pt x="975429" y="202803"/>
                </a:lnTo>
                <a:lnTo>
                  <a:pt x="974428" y="200490"/>
                </a:lnTo>
                <a:lnTo>
                  <a:pt x="969425" y="197987"/>
                </a:lnTo>
                <a:lnTo>
                  <a:pt x="967451" y="194844"/>
                </a:lnTo>
                <a:lnTo>
                  <a:pt x="965420" y="187781"/>
                </a:lnTo>
                <a:lnTo>
                  <a:pt x="964068" y="181121"/>
                </a:lnTo>
                <a:lnTo>
                  <a:pt x="963466" y="175631"/>
                </a:lnTo>
                <a:lnTo>
                  <a:pt x="963707" y="172095"/>
                </a:lnTo>
                <a:lnTo>
                  <a:pt x="966359" y="168190"/>
                </a:lnTo>
                <a:lnTo>
                  <a:pt x="968542" y="166430"/>
                </a:lnTo>
                <a:lnTo>
                  <a:pt x="969734" y="166020"/>
                </a:lnTo>
                <a:lnTo>
                  <a:pt x="976397" y="169345"/>
                </a:lnTo>
                <a:lnTo>
                  <a:pt x="980401" y="169485"/>
                </a:lnTo>
                <a:lnTo>
                  <a:pt x="981566" y="168963"/>
                </a:lnTo>
                <a:lnTo>
                  <a:pt x="982340" y="166128"/>
                </a:lnTo>
                <a:lnTo>
                  <a:pt x="983052" y="150993"/>
                </a:lnTo>
                <a:lnTo>
                  <a:pt x="983489" y="149158"/>
                </a:lnTo>
                <a:lnTo>
                  <a:pt x="984594" y="148422"/>
                </a:lnTo>
                <a:lnTo>
                  <a:pt x="986003" y="149217"/>
                </a:lnTo>
                <a:lnTo>
                  <a:pt x="986904" y="151242"/>
                </a:lnTo>
                <a:lnTo>
                  <a:pt x="988168" y="167857"/>
                </a:lnTo>
                <a:lnTo>
                  <a:pt x="991521" y="182744"/>
                </a:lnTo>
                <a:lnTo>
                  <a:pt x="994245" y="192555"/>
                </a:lnTo>
                <a:lnTo>
                  <a:pt x="994503" y="195416"/>
                </a:lnTo>
                <a:lnTo>
                  <a:pt x="993523" y="202005"/>
                </a:lnTo>
                <a:lnTo>
                  <a:pt x="993648" y="204812"/>
                </a:lnTo>
                <a:lnTo>
                  <a:pt x="996505" y="211233"/>
                </a:lnTo>
                <a:lnTo>
                  <a:pt x="999675" y="221274"/>
                </a:lnTo>
                <a:lnTo>
                  <a:pt x="1002880" y="225871"/>
                </a:lnTo>
                <a:lnTo>
                  <a:pt x="1007287" y="230736"/>
                </a:lnTo>
                <a:lnTo>
                  <a:pt x="1010799" y="233904"/>
                </a:lnTo>
                <a:lnTo>
                  <a:pt x="1016344" y="237934"/>
                </a:lnTo>
                <a:lnTo>
                  <a:pt x="1035697" y="249973"/>
                </a:lnTo>
                <a:lnTo>
                  <a:pt x="1048805" y="257434"/>
                </a:lnTo>
                <a:lnTo>
                  <a:pt x="1052359" y="258550"/>
                </a:lnTo>
                <a:lnTo>
                  <a:pt x="1055011" y="258396"/>
                </a:lnTo>
                <a:lnTo>
                  <a:pt x="1055863" y="257476"/>
                </a:lnTo>
                <a:lnTo>
                  <a:pt x="1056269" y="255718"/>
                </a:lnTo>
                <a:lnTo>
                  <a:pt x="1055893" y="245959"/>
                </a:lnTo>
                <a:lnTo>
                  <a:pt x="1049328" y="233369"/>
                </a:lnTo>
                <a:lnTo>
                  <a:pt x="1048700" y="221961"/>
                </a:lnTo>
                <a:lnTo>
                  <a:pt x="1046877" y="219298"/>
                </a:lnTo>
                <a:lnTo>
                  <a:pt x="1041911" y="213704"/>
                </a:lnTo>
                <a:lnTo>
                  <a:pt x="1044916" y="206545"/>
                </a:lnTo>
                <a:lnTo>
                  <a:pt x="1045093" y="202349"/>
                </a:lnTo>
                <a:lnTo>
                  <a:pt x="1043083" y="199144"/>
                </a:lnTo>
                <a:lnTo>
                  <a:pt x="1037812" y="195905"/>
                </a:lnTo>
                <a:lnTo>
                  <a:pt x="1036890" y="194792"/>
                </a:lnTo>
                <a:lnTo>
                  <a:pt x="1036299" y="191974"/>
                </a:lnTo>
                <a:lnTo>
                  <a:pt x="1035884" y="182895"/>
                </a:lnTo>
                <a:lnTo>
                  <a:pt x="1032949" y="181207"/>
                </a:lnTo>
                <a:lnTo>
                  <a:pt x="1027591" y="180050"/>
                </a:lnTo>
                <a:lnTo>
                  <a:pt x="1022239" y="174828"/>
                </a:lnTo>
                <a:lnTo>
                  <a:pt x="1020003" y="173361"/>
                </a:lnTo>
                <a:lnTo>
                  <a:pt x="1018587" y="173199"/>
                </a:lnTo>
                <a:lnTo>
                  <a:pt x="1013665" y="174523"/>
                </a:lnTo>
                <a:lnTo>
                  <a:pt x="1011825" y="174457"/>
                </a:lnTo>
                <a:lnTo>
                  <a:pt x="1008947" y="170186"/>
                </a:lnTo>
                <a:lnTo>
                  <a:pt x="1003146" y="158981"/>
                </a:lnTo>
                <a:lnTo>
                  <a:pt x="1006813" y="152123"/>
                </a:lnTo>
                <a:lnTo>
                  <a:pt x="1009832" y="148630"/>
                </a:lnTo>
                <a:lnTo>
                  <a:pt x="1010740" y="146843"/>
                </a:lnTo>
                <a:lnTo>
                  <a:pt x="1010203" y="136623"/>
                </a:lnTo>
                <a:lnTo>
                  <a:pt x="1011091" y="132293"/>
                </a:lnTo>
                <a:lnTo>
                  <a:pt x="1013223" y="130805"/>
                </a:lnTo>
                <a:lnTo>
                  <a:pt x="1020745" y="127643"/>
                </a:lnTo>
                <a:lnTo>
                  <a:pt x="1022052" y="126303"/>
                </a:lnTo>
                <a:lnTo>
                  <a:pt x="1022273" y="125478"/>
                </a:lnTo>
                <a:lnTo>
                  <a:pt x="1021950" y="123296"/>
                </a:lnTo>
                <a:lnTo>
                  <a:pt x="1019576" y="117126"/>
                </a:lnTo>
                <a:lnTo>
                  <a:pt x="1018282" y="111977"/>
                </a:lnTo>
                <a:lnTo>
                  <a:pt x="1014686" y="90747"/>
                </a:lnTo>
                <a:lnTo>
                  <a:pt x="1013946" y="81597"/>
                </a:lnTo>
                <a:lnTo>
                  <a:pt x="1013946" y="78366"/>
                </a:lnTo>
                <a:lnTo>
                  <a:pt x="1021661" y="70266"/>
                </a:lnTo>
                <a:lnTo>
                  <a:pt x="1021661" y="65975"/>
                </a:lnTo>
                <a:lnTo>
                  <a:pt x="1017652" y="62612"/>
                </a:lnTo>
                <a:lnTo>
                  <a:pt x="1015061" y="61431"/>
                </a:lnTo>
                <a:lnTo>
                  <a:pt x="1011911" y="61161"/>
                </a:lnTo>
                <a:lnTo>
                  <a:pt x="1006376" y="61624"/>
                </a:lnTo>
                <a:lnTo>
                  <a:pt x="1000814" y="61437"/>
                </a:lnTo>
                <a:lnTo>
                  <a:pt x="996975" y="60527"/>
                </a:lnTo>
                <a:lnTo>
                  <a:pt x="995681" y="59156"/>
                </a:lnTo>
                <a:lnTo>
                  <a:pt x="994100" y="50288"/>
                </a:lnTo>
                <a:lnTo>
                  <a:pt x="991424" y="45169"/>
                </a:lnTo>
                <a:lnTo>
                  <a:pt x="992021" y="42520"/>
                </a:lnTo>
                <a:lnTo>
                  <a:pt x="994387" y="38534"/>
                </a:lnTo>
                <a:lnTo>
                  <a:pt x="996361" y="36126"/>
                </a:lnTo>
                <a:lnTo>
                  <a:pt x="1001781" y="34400"/>
                </a:lnTo>
                <a:lnTo>
                  <a:pt x="1007184" y="30062"/>
                </a:lnTo>
                <a:lnTo>
                  <a:pt x="1012292" y="26825"/>
                </a:lnTo>
                <a:lnTo>
                  <a:pt x="1014356" y="24047"/>
                </a:lnTo>
                <a:lnTo>
                  <a:pt x="1014702" y="20788"/>
                </a:lnTo>
                <a:lnTo>
                  <a:pt x="1013946" y="18436"/>
                </a:lnTo>
                <a:lnTo>
                  <a:pt x="1012627" y="16447"/>
                </a:lnTo>
                <a:lnTo>
                  <a:pt x="1004671" y="13209"/>
                </a:lnTo>
                <a:lnTo>
                  <a:pt x="1002453" y="11523"/>
                </a:lnTo>
                <a:lnTo>
                  <a:pt x="1001484" y="9680"/>
                </a:lnTo>
                <a:lnTo>
                  <a:pt x="1000291" y="5309"/>
                </a:lnTo>
                <a:lnTo>
                  <a:pt x="997517" y="1320"/>
                </a:lnTo>
                <a:lnTo>
                  <a:pt x="994565" y="0"/>
                </a:lnTo>
                <a:lnTo>
                  <a:pt x="990129" y="307"/>
                </a:lnTo>
                <a:close/>
                <a:moveTo>
                  <a:pt x="990514" y="16266"/>
                </a:moveTo>
                <a:lnTo>
                  <a:pt x="995471" y="21221"/>
                </a:lnTo>
                <a:lnTo>
                  <a:pt x="996402" y="23975"/>
                </a:lnTo>
                <a:lnTo>
                  <a:pt x="994956" y="25096"/>
                </a:lnTo>
                <a:lnTo>
                  <a:pt x="990189" y="26114"/>
                </a:lnTo>
                <a:lnTo>
                  <a:pt x="988248" y="26934"/>
                </a:lnTo>
                <a:lnTo>
                  <a:pt x="984242" y="33525"/>
                </a:lnTo>
                <a:lnTo>
                  <a:pt x="981860" y="34507"/>
                </a:lnTo>
                <a:lnTo>
                  <a:pt x="975221" y="34579"/>
                </a:lnTo>
                <a:lnTo>
                  <a:pt x="969234" y="33900"/>
                </a:lnTo>
                <a:lnTo>
                  <a:pt x="966459" y="32746"/>
                </a:lnTo>
                <a:lnTo>
                  <a:pt x="966533" y="31760"/>
                </a:lnTo>
                <a:lnTo>
                  <a:pt x="972675" y="26681"/>
                </a:lnTo>
                <a:lnTo>
                  <a:pt x="979603" y="27125"/>
                </a:lnTo>
                <a:lnTo>
                  <a:pt x="982264" y="26566"/>
                </a:lnTo>
                <a:lnTo>
                  <a:pt x="983401" y="24875"/>
                </a:lnTo>
                <a:lnTo>
                  <a:pt x="983999" y="20588"/>
                </a:lnTo>
                <a:lnTo>
                  <a:pt x="987171" y="15733"/>
                </a:lnTo>
                <a:lnTo>
                  <a:pt x="989000" y="14528"/>
                </a:lnTo>
                <a:lnTo>
                  <a:pt x="990514" y="16266"/>
                </a:lnTo>
                <a:close/>
                <a:moveTo>
                  <a:pt x="702771" y="130486"/>
                </a:moveTo>
                <a:lnTo>
                  <a:pt x="704846" y="132106"/>
                </a:lnTo>
                <a:lnTo>
                  <a:pt x="705874" y="134420"/>
                </a:lnTo>
                <a:lnTo>
                  <a:pt x="705702" y="137368"/>
                </a:lnTo>
                <a:lnTo>
                  <a:pt x="704417" y="138586"/>
                </a:lnTo>
                <a:lnTo>
                  <a:pt x="703268" y="138600"/>
                </a:lnTo>
                <a:lnTo>
                  <a:pt x="702100" y="137910"/>
                </a:lnTo>
                <a:lnTo>
                  <a:pt x="697689" y="133916"/>
                </a:lnTo>
                <a:lnTo>
                  <a:pt x="697224" y="132895"/>
                </a:lnTo>
                <a:lnTo>
                  <a:pt x="697413" y="130782"/>
                </a:lnTo>
                <a:lnTo>
                  <a:pt x="698619" y="129636"/>
                </a:lnTo>
                <a:lnTo>
                  <a:pt x="700801" y="129727"/>
                </a:lnTo>
                <a:lnTo>
                  <a:pt x="702771" y="130486"/>
                </a:lnTo>
                <a:close/>
                <a:moveTo>
                  <a:pt x="1007486" y="185450"/>
                </a:moveTo>
                <a:lnTo>
                  <a:pt x="1010097" y="187206"/>
                </a:lnTo>
                <a:lnTo>
                  <a:pt x="1011919" y="187776"/>
                </a:lnTo>
                <a:lnTo>
                  <a:pt x="1015723" y="186116"/>
                </a:lnTo>
                <a:lnTo>
                  <a:pt x="1017256" y="186168"/>
                </a:lnTo>
                <a:lnTo>
                  <a:pt x="1022883" y="188928"/>
                </a:lnTo>
                <a:lnTo>
                  <a:pt x="1025131" y="190865"/>
                </a:lnTo>
                <a:lnTo>
                  <a:pt x="1025757" y="196886"/>
                </a:lnTo>
                <a:lnTo>
                  <a:pt x="1026289" y="198589"/>
                </a:lnTo>
                <a:lnTo>
                  <a:pt x="1027900" y="201000"/>
                </a:lnTo>
                <a:lnTo>
                  <a:pt x="1032798" y="205941"/>
                </a:lnTo>
                <a:lnTo>
                  <a:pt x="1032050" y="212405"/>
                </a:lnTo>
                <a:lnTo>
                  <a:pt x="1032274" y="217001"/>
                </a:lnTo>
                <a:lnTo>
                  <a:pt x="1033865" y="220542"/>
                </a:lnTo>
                <a:lnTo>
                  <a:pt x="1038246" y="225565"/>
                </a:lnTo>
                <a:lnTo>
                  <a:pt x="1038765" y="232156"/>
                </a:lnTo>
                <a:lnTo>
                  <a:pt x="1039792" y="236539"/>
                </a:lnTo>
                <a:lnTo>
                  <a:pt x="1039819" y="237234"/>
                </a:lnTo>
                <a:lnTo>
                  <a:pt x="1039179" y="238140"/>
                </a:lnTo>
                <a:lnTo>
                  <a:pt x="1036884" y="238220"/>
                </a:lnTo>
                <a:lnTo>
                  <a:pt x="1034771" y="237366"/>
                </a:lnTo>
                <a:lnTo>
                  <a:pt x="1019043" y="227401"/>
                </a:lnTo>
                <a:lnTo>
                  <a:pt x="1014466" y="223396"/>
                </a:lnTo>
                <a:lnTo>
                  <a:pt x="1009297" y="216686"/>
                </a:lnTo>
                <a:lnTo>
                  <a:pt x="1007250" y="212068"/>
                </a:lnTo>
                <a:lnTo>
                  <a:pt x="1004559" y="202285"/>
                </a:lnTo>
                <a:lnTo>
                  <a:pt x="1004623" y="194533"/>
                </a:lnTo>
                <a:lnTo>
                  <a:pt x="1002899" y="186981"/>
                </a:lnTo>
                <a:lnTo>
                  <a:pt x="1002992" y="184969"/>
                </a:lnTo>
                <a:lnTo>
                  <a:pt x="1003831" y="183218"/>
                </a:lnTo>
                <a:lnTo>
                  <a:pt x="1004617" y="183369"/>
                </a:lnTo>
                <a:lnTo>
                  <a:pt x="1007486" y="185450"/>
                </a:lnTo>
                <a:close/>
                <a:moveTo>
                  <a:pt x="654316" y="8938"/>
                </a:moveTo>
                <a:lnTo>
                  <a:pt x="653078" y="11174"/>
                </a:lnTo>
                <a:lnTo>
                  <a:pt x="652316" y="14321"/>
                </a:lnTo>
                <a:lnTo>
                  <a:pt x="650451" y="26202"/>
                </a:lnTo>
                <a:lnTo>
                  <a:pt x="648285" y="35328"/>
                </a:lnTo>
                <a:lnTo>
                  <a:pt x="647598" y="44380"/>
                </a:lnTo>
                <a:lnTo>
                  <a:pt x="646633" y="47384"/>
                </a:lnTo>
                <a:lnTo>
                  <a:pt x="644929" y="49680"/>
                </a:lnTo>
                <a:lnTo>
                  <a:pt x="641361" y="52837"/>
                </a:lnTo>
                <a:lnTo>
                  <a:pt x="627014" y="58415"/>
                </a:lnTo>
                <a:lnTo>
                  <a:pt x="625366" y="59589"/>
                </a:lnTo>
                <a:lnTo>
                  <a:pt x="624382" y="61507"/>
                </a:lnTo>
                <a:lnTo>
                  <a:pt x="624864" y="62679"/>
                </a:lnTo>
                <a:lnTo>
                  <a:pt x="626097" y="63427"/>
                </a:lnTo>
                <a:lnTo>
                  <a:pt x="641893" y="65070"/>
                </a:lnTo>
                <a:lnTo>
                  <a:pt x="645011" y="66024"/>
                </a:lnTo>
                <a:lnTo>
                  <a:pt x="646134" y="66807"/>
                </a:lnTo>
                <a:lnTo>
                  <a:pt x="646210" y="67289"/>
                </a:lnTo>
                <a:lnTo>
                  <a:pt x="639562" y="71579"/>
                </a:lnTo>
                <a:lnTo>
                  <a:pt x="631179" y="74136"/>
                </a:lnTo>
                <a:lnTo>
                  <a:pt x="616835" y="79662"/>
                </a:lnTo>
                <a:lnTo>
                  <a:pt x="612988" y="81510"/>
                </a:lnTo>
                <a:lnTo>
                  <a:pt x="611598" y="82802"/>
                </a:lnTo>
                <a:lnTo>
                  <a:pt x="613816" y="84634"/>
                </a:lnTo>
                <a:lnTo>
                  <a:pt x="638801" y="84798"/>
                </a:lnTo>
                <a:lnTo>
                  <a:pt x="641607" y="85082"/>
                </a:lnTo>
                <a:lnTo>
                  <a:pt x="643700" y="85911"/>
                </a:lnTo>
                <a:lnTo>
                  <a:pt x="644317" y="87085"/>
                </a:lnTo>
                <a:lnTo>
                  <a:pt x="644699" y="93646"/>
                </a:lnTo>
                <a:lnTo>
                  <a:pt x="644507" y="106525"/>
                </a:lnTo>
                <a:lnTo>
                  <a:pt x="643508" y="117950"/>
                </a:lnTo>
                <a:lnTo>
                  <a:pt x="644052" y="122228"/>
                </a:lnTo>
                <a:lnTo>
                  <a:pt x="645335" y="122337"/>
                </a:lnTo>
                <a:lnTo>
                  <a:pt x="650508" y="119316"/>
                </a:lnTo>
                <a:lnTo>
                  <a:pt x="652498" y="114781"/>
                </a:lnTo>
                <a:lnTo>
                  <a:pt x="654485" y="113521"/>
                </a:lnTo>
                <a:lnTo>
                  <a:pt x="658173" y="112984"/>
                </a:lnTo>
                <a:lnTo>
                  <a:pt x="660745" y="115621"/>
                </a:lnTo>
                <a:lnTo>
                  <a:pt x="661512" y="117406"/>
                </a:lnTo>
                <a:lnTo>
                  <a:pt x="661012" y="118836"/>
                </a:lnTo>
                <a:lnTo>
                  <a:pt x="659326" y="119821"/>
                </a:lnTo>
                <a:lnTo>
                  <a:pt x="656535" y="120269"/>
                </a:lnTo>
                <a:lnTo>
                  <a:pt x="651616" y="120120"/>
                </a:lnTo>
                <a:lnTo>
                  <a:pt x="650906" y="124905"/>
                </a:lnTo>
                <a:lnTo>
                  <a:pt x="650459" y="125857"/>
                </a:lnTo>
                <a:lnTo>
                  <a:pt x="649616" y="126432"/>
                </a:lnTo>
                <a:lnTo>
                  <a:pt x="646471" y="126376"/>
                </a:lnTo>
                <a:lnTo>
                  <a:pt x="643094" y="124400"/>
                </a:lnTo>
                <a:lnTo>
                  <a:pt x="642455" y="124749"/>
                </a:lnTo>
                <a:lnTo>
                  <a:pt x="641717" y="126175"/>
                </a:lnTo>
                <a:lnTo>
                  <a:pt x="640494" y="133710"/>
                </a:lnTo>
                <a:lnTo>
                  <a:pt x="640623" y="144950"/>
                </a:lnTo>
                <a:lnTo>
                  <a:pt x="638432" y="150216"/>
                </a:lnTo>
                <a:lnTo>
                  <a:pt x="636983" y="156003"/>
                </a:lnTo>
                <a:lnTo>
                  <a:pt x="634722" y="171964"/>
                </a:lnTo>
                <a:lnTo>
                  <a:pt x="632819" y="179677"/>
                </a:lnTo>
                <a:lnTo>
                  <a:pt x="631275" y="193823"/>
                </a:lnTo>
                <a:lnTo>
                  <a:pt x="629920" y="198565"/>
                </a:lnTo>
                <a:lnTo>
                  <a:pt x="632438" y="200226"/>
                </a:lnTo>
                <a:lnTo>
                  <a:pt x="634806" y="199942"/>
                </a:lnTo>
                <a:lnTo>
                  <a:pt x="653255" y="186656"/>
                </a:lnTo>
                <a:lnTo>
                  <a:pt x="655283" y="185639"/>
                </a:lnTo>
                <a:lnTo>
                  <a:pt x="656624" y="185474"/>
                </a:lnTo>
                <a:lnTo>
                  <a:pt x="659292" y="186401"/>
                </a:lnTo>
                <a:lnTo>
                  <a:pt x="664990" y="190778"/>
                </a:lnTo>
                <a:lnTo>
                  <a:pt x="669998" y="193906"/>
                </a:lnTo>
                <a:lnTo>
                  <a:pt x="671358" y="195351"/>
                </a:lnTo>
                <a:lnTo>
                  <a:pt x="676762" y="199323"/>
                </a:lnTo>
                <a:lnTo>
                  <a:pt x="678214" y="200112"/>
                </a:lnTo>
                <a:lnTo>
                  <a:pt x="680140" y="200427"/>
                </a:lnTo>
                <a:lnTo>
                  <a:pt x="681540" y="199680"/>
                </a:lnTo>
                <a:lnTo>
                  <a:pt x="682004" y="198556"/>
                </a:lnTo>
                <a:lnTo>
                  <a:pt x="681840" y="193279"/>
                </a:lnTo>
                <a:lnTo>
                  <a:pt x="679074" y="178875"/>
                </a:lnTo>
                <a:lnTo>
                  <a:pt x="677092" y="163052"/>
                </a:lnTo>
                <a:lnTo>
                  <a:pt x="676268" y="160252"/>
                </a:lnTo>
                <a:lnTo>
                  <a:pt x="675254" y="159026"/>
                </a:lnTo>
                <a:lnTo>
                  <a:pt x="674355" y="158764"/>
                </a:lnTo>
                <a:lnTo>
                  <a:pt x="673782" y="159855"/>
                </a:lnTo>
                <a:lnTo>
                  <a:pt x="673312" y="163995"/>
                </a:lnTo>
                <a:lnTo>
                  <a:pt x="669660" y="164543"/>
                </a:lnTo>
                <a:lnTo>
                  <a:pt x="664152" y="161536"/>
                </a:lnTo>
                <a:lnTo>
                  <a:pt x="663137" y="160498"/>
                </a:lnTo>
                <a:lnTo>
                  <a:pt x="663323" y="158696"/>
                </a:lnTo>
                <a:lnTo>
                  <a:pt x="666129" y="155739"/>
                </a:lnTo>
                <a:lnTo>
                  <a:pt x="666321" y="155268"/>
                </a:lnTo>
                <a:lnTo>
                  <a:pt x="665920" y="154798"/>
                </a:lnTo>
                <a:lnTo>
                  <a:pt x="662572" y="154793"/>
                </a:lnTo>
                <a:lnTo>
                  <a:pt x="657988" y="156335"/>
                </a:lnTo>
                <a:lnTo>
                  <a:pt x="656398" y="156441"/>
                </a:lnTo>
                <a:lnTo>
                  <a:pt x="648859" y="153603"/>
                </a:lnTo>
                <a:lnTo>
                  <a:pt x="647855" y="152954"/>
                </a:lnTo>
                <a:lnTo>
                  <a:pt x="647576" y="151731"/>
                </a:lnTo>
                <a:lnTo>
                  <a:pt x="648536" y="149470"/>
                </a:lnTo>
                <a:lnTo>
                  <a:pt x="650811" y="147184"/>
                </a:lnTo>
                <a:lnTo>
                  <a:pt x="654683" y="145058"/>
                </a:lnTo>
                <a:lnTo>
                  <a:pt x="657393" y="144630"/>
                </a:lnTo>
                <a:lnTo>
                  <a:pt x="660825" y="145915"/>
                </a:lnTo>
                <a:lnTo>
                  <a:pt x="664160" y="148069"/>
                </a:lnTo>
                <a:lnTo>
                  <a:pt x="665777" y="149986"/>
                </a:lnTo>
                <a:lnTo>
                  <a:pt x="667588" y="153903"/>
                </a:lnTo>
                <a:lnTo>
                  <a:pt x="673405" y="156125"/>
                </a:lnTo>
                <a:lnTo>
                  <a:pt x="674169" y="155834"/>
                </a:lnTo>
                <a:lnTo>
                  <a:pt x="674567" y="154944"/>
                </a:lnTo>
                <a:lnTo>
                  <a:pt x="674725" y="151759"/>
                </a:lnTo>
                <a:lnTo>
                  <a:pt x="673837" y="144715"/>
                </a:lnTo>
                <a:lnTo>
                  <a:pt x="673767" y="140236"/>
                </a:lnTo>
                <a:lnTo>
                  <a:pt x="672117" y="132209"/>
                </a:lnTo>
                <a:lnTo>
                  <a:pt x="670724" y="127874"/>
                </a:lnTo>
                <a:lnTo>
                  <a:pt x="669377" y="113026"/>
                </a:lnTo>
                <a:lnTo>
                  <a:pt x="667538" y="105256"/>
                </a:lnTo>
                <a:lnTo>
                  <a:pt x="667241" y="99212"/>
                </a:lnTo>
                <a:lnTo>
                  <a:pt x="667533" y="94542"/>
                </a:lnTo>
                <a:lnTo>
                  <a:pt x="667049" y="90351"/>
                </a:lnTo>
                <a:lnTo>
                  <a:pt x="667706" y="87831"/>
                </a:lnTo>
                <a:lnTo>
                  <a:pt x="669341" y="86454"/>
                </a:lnTo>
                <a:lnTo>
                  <a:pt x="672348" y="84924"/>
                </a:lnTo>
                <a:lnTo>
                  <a:pt x="698468" y="84715"/>
                </a:lnTo>
                <a:lnTo>
                  <a:pt x="700698" y="84249"/>
                </a:lnTo>
                <a:lnTo>
                  <a:pt x="701538" y="82945"/>
                </a:lnTo>
                <a:lnTo>
                  <a:pt x="701090" y="82109"/>
                </a:lnTo>
                <a:lnTo>
                  <a:pt x="698762" y="80762"/>
                </a:lnTo>
                <a:lnTo>
                  <a:pt x="691613" y="78278"/>
                </a:lnTo>
                <a:lnTo>
                  <a:pt x="685955" y="76950"/>
                </a:lnTo>
                <a:lnTo>
                  <a:pt x="682112" y="74491"/>
                </a:lnTo>
                <a:lnTo>
                  <a:pt x="674754" y="71760"/>
                </a:lnTo>
                <a:lnTo>
                  <a:pt x="671076" y="69652"/>
                </a:lnTo>
                <a:lnTo>
                  <a:pt x="668902" y="67767"/>
                </a:lnTo>
                <a:lnTo>
                  <a:pt x="668753" y="67243"/>
                </a:lnTo>
                <a:lnTo>
                  <a:pt x="669196" y="66771"/>
                </a:lnTo>
                <a:lnTo>
                  <a:pt x="671610" y="65593"/>
                </a:lnTo>
                <a:lnTo>
                  <a:pt x="687240" y="65511"/>
                </a:lnTo>
                <a:lnTo>
                  <a:pt x="689131" y="64876"/>
                </a:lnTo>
                <a:lnTo>
                  <a:pt x="689711" y="63789"/>
                </a:lnTo>
                <a:lnTo>
                  <a:pt x="687710" y="61408"/>
                </a:lnTo>
                <a:lnTo>
                  <a:pt x="677212" y="55134"/>
                </a:lnTo>
                <a:lnTo>
                  <a:pt x="673234" y="53186"/>
                </a:lnTo>
                <a:lnTo>
                  <a:pt x="670661" y="51270"/>
                </a:lnTo>
                <a:lnTo>
                  <a:pt x="668235" y="48730"/>
                </a:lnTo>
                <a:lnTo>
                  <a:pt x="666621" y="44871"/>
                </a:lnTo>
                <a:lnTo>
                  <a:pt x="666008" y="37758"/>
                </a:lnTo>
                <a:lnTo>
                  <a:pt x="663967" y="29913"/>
                </a:lnTo>
                <a:lnTo>
                  <a:pt x="662253" y="18776"/>
                </a:lnTo>
                <a:lnTo>
                  <a:pt x="660579" y="11580"/>
                </a:lnTo>
                <a:lnTo>
                  <a:pt x="659716" y="9551"/>
                </a:lnTo>
                <a:lnTo>
                  <a:pt x="658456" y="8359"/>
                </a:lnTo>
                <a:lnTo>
                  <a:pt x="656265" y="8070"/>
                </a:lnTo>
                <a:lnTo>
                  <a:pt x="654316" y="8938"/>
                </a:lnTo>
                <a:close/>
                <a:moveTo>
                  <a:pt x="658366" y="37674"/>
                </a:moveTo>
                <a:lnTo>
                  <a:pt x="657983" y="39530"/>
                </a:lnTo>
                <a:lnTo>
                  <a:pt x="657130" y="39782"/>
                </a:lnTo>
                <a:lnTo>
                  <a:pt x="656159" y="39481"/>
                </a:lnTo>
                <a:lnTo>
                  <a:pt x="655262" y="37879"/>
                </a:lnTo>
                <a:lnTo>
                  <a:pt x="655467" y="36024"/>
                </a:lnTo>
                <a:lnTo>
                  <a:pt x="656368" y="35559"/>
                </a:lnTo>
                <a:lnTo>
                  <a:pt x="657889" y="35793"/>
                </a:lnTo>
                <a:lnTo>
                  <a:pt x="658366" y="37674"/>
                </a:lnTo>
                <a:close/>
                <a:moveTo>
                  <a:pt x="650121" y="54597"/>
                </a:moveTo>
                <a:lnTo>
                  <a:pt x="650881" y="55556"/>
                </a:lnTo>
                <a:lnTo>
                  <a:pt x="650095" y="56871"/>
                </a:lnTo>
                <a:lnTo>
                  <a:pt x="647474" y="57116"/>
                </a:lnTo>
                <a:lnTo>
                  <a:pt x="646375" y="56414"/>
                </a:lnTo>
                <a:lnTo>
                  <a:pt x="646517" y="55701"/>
                </a:lnTo>
                <a:lnTo>
                  <a:pt x="647903" y="54739"/>
                </a:lnTo>
                <a:lnTo>
                  <a:pt x="648964" y="54350"/>
                </a:lnTo>
                <a:lnTo>
                  <a:pt x="650121" y="54597"/>
                </a:lnTo>
                <a:close/>
                <a:moveTo>
                  <a:pt x="673505" y="57441"/>
                </a:moveTo>
                <a:lnTo>
                  <a:pt x="674766" y="58513"/>
                </a:lnTo>
                <a:lnTo>
                  <a:pt x="674711" y="60196"/>
                </a:lnTo>
                <a:lnTo>
                  <a:pt x="672833" y="61266"/>
                </a:lnTo>
                <a:lnTo>
                  <a:pt x="670854" y="61250"/>
                </a:lnTo>
                <a:lnTo>
                  <a:pt x="669232" y="60585"/>
                </a:lnTo>
                <a:lnTo>
                  <a:pt x="667986" y="59362"/>
                </a:lnTo>
                <a:lnTo>
                  <a:pt x="667334" y="57832"/>
                </a:lnTo>
                <a:lnTo>
                  <a:pt x="667286" y="56091"/>
                </a:lnTo>
                <a:lnTo>
                  <a:pt x="670931" y="56592"/>
                </a:lnTo>
                <a:lnTo>
                  <a:pt x="673505" y="57441"/>
                </a:lnTo>
                <a:close/>
                <a:moveTo>
                  <a:pt x="644143" y="57200"/>
                </a:moveTo>
                <a:lnTo>
                  <a:pt x="644551" y="57819"/>
                </a:lnTo>
                <a:lnTo>
                  <a:pt x="644411" y="58632"/>
                </a:lnTo>
                <a:lnTo>
                  <a:pt x="642975" y="60138"/>
                </a:lnTo>
                <a:lnTo>
                  <a:pt x="641259" y="60509"/>
                </a:lnTo>
                <a:lnTo>
                  <a:pt x="639773" y="59894"/>
                </a:lnTo>
                <a:lnTo>
                  <a:pt x="640302" y="58423"/>
                </a:lnTo>
                <a:lnTo>
                  <a:pt x="642010" y="57073"/>
                </a:lnTo>
                <a:lnTo>
                  <a:pt x="642948" y="56771"/>
                </a:lnTo>
                <a:lnTo>
                  <a:pt x="644143" y="57200"/>
                </a:lnTo>
                <a:close/>
                <a:moveTo>
                  <a:pt x="644046" y="74365"/>
                </a:moveTo>
                <a:lnTo>
                  <a:pt x="645087" y="75861"/>
                </a:lnTo>
                <a:lnTo>
                  <a:pt x="644295" y="77080"/>
                </a:lnTo>
                <a:lnTo>
                  <a:pt x="641736" y="77266"/>
                </a:lnTo>
                <a:lnTo>
                  <a:pt x="640549" y="76325"/>
                </a:lnTo>
                <a:lnTo>
                  <a:pt x="640292" y="74659"/>
                </a:lnTo>
                <a:lnTo>
                  <a:pt x="640661" y="73738"/>
                </a:lnTo>
                <a:lnTo>
                  <a:pt x="642366" y="73678"/>
                </a:lnTo>
                <a:lnTo>
                  <a:pt x="644046" y="74365"/>
                </a:lnTo>
                <a:close/>
                <a:moveTo>
                  <a:pt x="671480" y="75329"/>
                </a:moveTo>
                <a:lnTo>
                  <a:pt x="671531" y="76349"/>
                </a:lnTo>
                <a:lnTo>
                  <a:pt x="670721" y="77400"/>
                </a:lnTo>
                <a:lnTo>
                  <a:pt x="669283" y="77653"/>
                </a:lnTo>
                <a:lnTo>
                  <a:pt x="668513" y="77148"/>
                </a:lnTo>
                <a:lnTo>
                  <a:pt x="668369" y="75939"/>
                </a:lnTo>
                <a:lnTo>
                  <a:pt x="669296" y="74823"/>
                </a:lnTo>
                <a:lnTo>
                  <a:pt x="670582" y="74618"/>
                </a:lnTo>
                <a:lnTo>
                  <a:pt x="671480" y="75329"/>
                </a:lnTo>
                <a:close/>
                <a:moveTo>
                  <a:pt x="649929" y="88540"/>
                </a:moveTo>
                <a:lnTo>
                  <a:pt x="649495" y="89504"/>
                </a:lnTo>
                <a:lnTo>
                  <a:pt x="648834" y="89161"/>
                </a:lnTo>
                <a:lnTo>
                  <a:pt x="648609" y="88430"/>
                </a:lnTo>
                <a:lnTo>
                  <a:pt x="649356" y="87581"/>
                </a:lnTo>
                <a:lnTo>
                  <a:pt x="649929" y="88540"/>
                </a:lnTo>
                <a:close/>
                <a:moveTo>
                  <a:pt x="659957" y="92204"/>
                </a:moveTo>
                <a:lnTo>
                  <a:pt x="660839" y="93363"/>
                </a:lnTo>
                <a:lnTo>
                  <a:pt x="660974" y="94866"/>
                </a:lnTo>
                <a:lnTo>
                  <a:pt x="660370" y="96354"/>
                </a:lnTo>
                <a:lnTo>
                  <a:pt x="659254" y="97293"/>
                </a:lnTo>
                <a:lnTo>
                  <a:pt x="657086" y="97538"/>
                </a:lnTo>
                <a:lnTo>
                  <a:pt x="654904" y="97035"/>
                </a:lnTo>
                <a:lnTo>
                  <a:pt x="653319" y="96270"/>
                </a:lnTo>
                <a:lnTo>
                  <a:pt x="652562" y="95103"/>
                </a:lnTo>
                <a:lnTo>
                  <a:pt x="652677" y="92927"/>
                </a:lnTo>
                <a:lnTo>
                  <a:pt x="654337" y="91875"/>
                </a:lnTo>
                <a:lnTo>
                  <a:pt x="657780" y="91525"/>
                </a:lnTo>
                <a:lnTo>
                  <a:pt x="659957" y="92204"/>
                </a:lnTo>
                <a:close/>
                <a:moveTo>
                  <a:pt x="650411" y="109561"/>
                </a:moveTo>
                <a:lnTo>
                  <a:pt x="650772" y="110415"/>
                </a:lnTo>
                <a:lnTo>
                  <a:pt x="650039" y="111228"/>
                </a:lnTo>
                <a:lnTo>
                  <a:pt x="649125" y="111447"/>
                </a:lnTo>
                <a:lnTo>
                  <a:pt x="648157" y="110869"/>
                </a:lnTo>
                <a:lnTo>
                  <a:pt x="648039" y="109842"/>
                </a:lnTo>
                <a:lnTo>
                  <a:pt x="648543" y="108967"/>
                </a:lnTo>
                <a:lnTo>
                  <a:pt x="649422" y="108842"/>
                </a:lnTo>
                <a:lnTo>
                  <a:pt x="650411" y="109561"/>
                </a:lnTo>
                <a:close/>
                <a:moveTo>
                  <a:pt x="666707" y="109609"/>
                </a:moveTo>
                <a:lnTo>
                  <a:pt x="665237" y="110628"/>
                </a:lnTo>
                <a:lnTo>
                  <a:pt x="664183" y="110532"/>
                </a:lnTo>
                <a:lnTo>
                  <a:pt x="663911" y="110091"/>
                </a:lnTo>
                <a:lnTo>
                  <a:pt x="664164" y="109217"/>
                </a:lnTo>
                <a:lnTo>
                  <a:pt x="665009" y="108832"/>
                </a:lnTo>
                <a:lnTo>
                  <a:pt x="666468" y="108911"/>
                </a:lnTo>
                <a:lnTo>
                  <a:pt x="666707" y="109609"/>
                </a:lnTo>
                <a:close/>
                <a:moveTo>
                  <a:pt x="666466" y="121229"/>
                </a:moveTo>
                <a:lnTo>
                  <a:pt x="667446" y="123145"/>
                </a:lnTo>
                <a:lnTo>
                  <a:pt x="667595" y="124776"/>
                </a:lnTo>
                <a:lnTo>
                  <a:pt x="666530" y="126694"/>
                </a:lnTo>
                <a:lnTo>
                  <a:pt x="663037" y="128588"/>
                </a:lnTo>
                <a:lnTo>
                  <a:pt x="664379" y="132535"/>
                </a:lnTo>
                <a:lnTo>
                  <a:pt x="663560" y="134554"/>
                </a:lnTo>
                <a:lnTo>
                  <a:pt x="660445" y="136446"/>
                </a:lnTo>
                <a:lnTo>
                  <a:pt x="657565" y="137453"/>
                </a:lnTo>
                <a:lnTo>
                  <a:pt x="655124" y="136516"/>
                </a:lnTo>
                <a:lnTo>
                  <a:pt x="651570" y="133917"/>
                </a:lnTo>
                <a:lnTo>
                  <a:pt x="651178" y="131999"/>
                </a:lnTo>
                <a:lnTo>
                  <a:pt x="653289" y="128873"/>
                </a:lnTo>
                <a:lnTo>
                  <a:pt x="656105" y="127421"/>
                </a:lnTo>
                <a:lnTo>
                  <a:pt x="661941" y="126947"/>
                </a:lnTo>
                <a:lnTo>
                  <a:pt x="663477" y="120988"/>
                </a:lnTo>
                <a:lnTo>
                  <a:pt x="664917" y="120403"/>
                </a:lnTo>
                <a:lnTo>
                  <a:pt x="666466" y="121229"/>
                </a:lnTo>
                <a:close/>
                <a:moveTo>
                  <a:pt x="648964" y="137911"/>
                </a:moveTo>
                <a:lnTo>
                  <a:pt x="651113" y="140123"/>
                </a:lnTo>
                <a:lnTo>
                  <a:pt x="651106" y="141171"/>
                </a:lnTo>
                <a:lnTo>
                  <a:pt x="650374" y="142390"/>
                </a:lnTo>
                <a:lnTo>
                  <a:pt x="646096" y="146204"/>
                </a:lnTo>
                <a:lnTo>
                  <a:pt x="644903" y="146249"/>
                </a:lnTo>
                <a:lnTo>
                  <a:pt x="643181" y="145362"/>
                </a:lnTo>
                <a:lnTo>
                  <a:pt x="642510" y="144492"/>
                </a:lnTo>
                <a:lnTo>
                  <a:pt x="642419" y="142539"/>
                </a:lnTo>
                <a:lnTo>
                  <a:pt x="643064" y="138888"/>
                </a:lnTo>
                <a:lnTo>
                  <a:pt x="643924" y="137074"/>
                </a:lnTo>
                <a:lnTo>
                  <a:pt x="644486" y="136573"/>
                </a:lnTo>
                <a:lnTo>
                  <a:pt x="645919" y="136355"/>
                </a:lnTo>
                <a:lnTo>
                  <a:pt x="648964" y="137911"/>
                </a:lnTo>
                <a:close/>
                <a:moveTo>
                  <a:pt x="670564" y="137332"/>
                </a:moveTo>
                <a:lnTo>
                  <a:pt x="671149" y="140193"/>
                </a:lnTo>
                <a:lnTo>
                  <a:pt x="670845" y="144062"/>
                </a:lnTo>
                <a:lnTo>
                  <a:pt x="670057" y="145415"/>
                </a:lnTo>
                <a:lnTo>
                  <a:pt x="668278" y="145820"/>
                </a:lnTo>
                <a:lnTo>
                  <a:pt x="663706" y="142454"/>
                </a:lnTo>
                <a:lnTo>
                  <a:pt x="662874" y="141141"/>
                </a:lnTo>
                <a:lnTo>
                  <a:pt x="662772" y="139777"/>
                </a:lnTo>
                <a:lnTo>
                  <a:pt x="663595" y="138423"/>
                </a:lnTo>
                <a:lnTo>
                  <a:pt x="665892" y="137253"/>
                </a:lnTo>
                <a:lnTo>
                  <a:pt x="668626" y="136795"/>
                </a:lnTo>
                <a:lnTo>
                  <a:pt x="670564" y="137332"/>
                </a:lnTo>
                <a:close/>
                <a:moveTo>
                  <a:pt x="645589" y="156136"/>
                </a:moveTo>
                <a:lnTo>
                  <a:pt x="649157" y="159897"/>
                </a:lnTo>
                <a:lnTo>
                  <a:pt x="646873" y="161675"/>
                </a:lnTo>
                <a:lnTo>
                  <a:pt x="641588" y="163465"/>
                </a:lnTo>
                <a:lnTo>
                  <a:pt x="640428" y="161876"/>
                </a:lnTo>
                <a:lnTo>
                  <a:pt x="640006" y="160507"/>
                </a:lnTo>
                <a:lnTo>
                  <a:pt x="639800" y="158034"/>
                </a:lnTo>
                <a:lnTo>
                  <a:pt x="640140" y="156029"/>
                </a:lnTo>
                <a:lnTo>
                  <a:pt x="640704" y="155414"/>
                </a:lnTo>
                <a:lnTo>
                  <a:pt x="642111" y="155095"/>
                </a:lnTo>
                <a:lnTo>
                  <a:pt x="645589" y="156136"/>
                </a:lnTo>
                <a:close/>
                <a:moveTo>
                  <a:pt x="660005" y="163995"/>
                </a:moveTo>
                <a:lnTo>
                  <a:pt x="665581" y="166732"/>
                </a:lnTo>
                <a:lnTo>
                  <a:pt x="666568" y="168098"/>
                </a:lnTo>
                <a:lnTo>
                  <a:pt x="666668" y="170566"/>
                </a:lnTo>
                <a:lnTo>
                  <a:pt x="664971" y="172674"/>
                </a:lnTo>
                <a:lnTo>
                  <a:pt x="660151" y="176232"/>
                </a:lnTo>
                <a:lnTo>
                  <a:pt x="657122" y="177614"/>
                </a:lnTo>
                <a:lnTo>
                  <a:pt x="654380" y="177414"/>
                </a:lnTo>
                <a:lnTo>
                  <a:pt x="652749" y="176393"/>
                </a:lnTo>
                <a:lnTo>
                  <a:pt x="647458" y="171916"/>
                </a:lnTo>
                <a:lnTo>
                  <a:pt x="645171" y="168294"/>
                </a:lnTo>
                <a:lnTo>
                  <a:pt x="645175" y="167372"/>
                </a:lnTo>
                <a:lnTo>
                  <a:pt x="645784" y="166634"/>
                </a:lnTo>
                <a:lnTo>
                  <a:pt x="653891" y="162486"/>
                </a:lnTo>
                <a:lnTo>
                  <a:pt x="656374" y="162387"/>
                </a:lnTo>
                <a:lnTo>
                  <a:pt x="660005" y="163995"/>
                </a:lnTo>
                <a:close/>
                <a:moveTo>
                  <a:pt x="644288" y="175036"/>
                </a:moveTo>
                <a:lnTo>
                  <a:pt x="649309" y="179122"/>
                </a:lnTo>
                <a:lnTo>
                  <a:pt x="650603" y="181441"/>
                </a:lnTo>
                <a:lnTo>
                  <a:pt x="650652" y="183040"/>
                </a:lnTo>
                <a:lnTo>
                  <a:pt x="649798" y="184001"/>
                </a:lnTo>
                <a:lnTo>
                  <a:pt x="646886" y="185662"/>
                </a:lnTo>
                <a:lnTo>
                  <a:pt x="640552" y="190384"/>
                </a:lnTo>
                <a:lnTo>
                  <a:pt x="638502" y="191618"/>
                </a:lnTo>
                <a:lnTo>
                  <a:pt x="637679" y="191566"/>
                </a:lnTo>
                <a:lnTo>
                  <a:pt x="636892" y="190450"/>
                </a:lnTo>
                <a:lnTo>
                  <a:pt x="636449" y="187250"/>
                </a:lnTo>
                <a:lnTo>
                  <a:pt x="637935" y="179032"/>
                </a:lnTo>
                <a:lnTo>
                  <a:pt x="638086" y="175892"/>
                </a:lnTo>
                <a:lnTo>
                  <a:pt x="639503" y="174186"/>
                </a:lnTo>
                <a:lnTo>
                  <a:pt x="641059" y="173467"/>
                </a:lnTo>
                <a:lnTo>
                  <a:pt x="642641" y="173753"/>
                </a:lnTo>
                <a:lnTo>
                  <a:pt x="644288" y="175036"/>
                </a:lnTo>
                <a:close/>
                <a:moveTo>
                  <a:pt x="673698" y="174554"/>
                </a:moveTo>
                <a:lnTo>
                  <a:pt x="674484" y="178158"/>
                </a:lnTo>
                <a:lnTo>
                  <a:pt x="675172" y="189141"/>
                </a:lnTo>
                <a:lnTo>
                  <a:pt x="674894" y="190935"/>
                </a:lnTo>
                <a:lnTo>
                  <a:pt x="673215" y="191608"/>
                </a:lnTo>
                <a:lnTo>
                  <a:pt x="671332" y="190683"/>
                </a:lnTo>
                <a:lnTo>
                  <a:pt x="666150" y="186140"/>
                </a:lnTo>
                <a:lnTo>
                  <a:pt x="663285" y="184336"/>
                </a:lnTo>
                <a:lnTo>
                  <a:pt x="662633" y="182370"/>
                </a:lnTo>
                <a:lnTo>
                  <a:pt x="663454" y="180346"/>
                </a:lnTo>
                <a:lnTo>
                  <a:pt x="668680" y="175912"/>
                </a:lnTo>
                <a:lnTo>
                  <a:pt x="672204" y="173879"/>
                </a:lnTo>
                <a:lnTo>
                  <a:pt x="673698" y="174554"/>
                </a:lnTo>
                <a:close/>
                <a:moveTo>
                  <a:pt x="322120" y="11300"/>
                </a:moveTo>
                <a:lnTo>
                  <a:pt x="320780" y="12225"/>
                </a:lnTo>
                <a:lnTo>
                  <a:pt x="319992" y="13963"/>
                </a:lnTo>
                <a:lnTo>
                  <a:pt x="318620" y="23022"/>
                </a:lnTo>
                <a:lnTo>
                  <a:pt x="316436" y="32985"/>
                </a:lnTo>
                <a:lnTo>
                  <a:pt x="315068" y="43607"/>
                </a:lnTo>
                <a:lnTo>
                  <a:pt x="313347" y="50860"/>
                </a:lnTo>
                <a:lnTo>
                  <a:pt x="311483" y="62283"/>
                </a:lnTo>
                <a:lnTo>
                  <a:pt x="310598" y="64264"/>
                </a:lnTo>
                <a:lnTo>
                  <a:pt x="308317" y="66874"/>
                </a:lnTo>
                <a:lnTo>
                  <a:pt x="306271" y="68255"/>
                </a:lnTo>
                <a:lnTo>
                  <a:pt x="301261" y="70284"/>
                </a:lnTo>
                <a:lnTo>
                  <a:pt x="296974" y="72754"/>
                </a:lnTo>
                <a:lnTo>
                  <a:pt x="284517" y="77829"/>
                </a:lnTo>
                <a:lnTo>
                  <a:pt x="282525" y="79286"/>
                </a:lnTo>
                <a:lnTo>
                  <a:pt x="281113" y="81568"/>
                </a:lnTo>
                <a:lnTo>
                  <a:pt x="281517" y="82775"/>
                </a:lnTo>
                <a:lnTo>
                  <a:pt x="284348" y="83547"/>
                </a:lnTo>
                <a:lnTo>
                  <a:pt x="308021" y="84971"/>
                </a:lnTo>
                <a:lnTo>
                  <a:pt x="310546" y="85972"/>
                </a:lnTo>
                <a:lnTo>
                  <a:pt x="311416" y="86804"/>
                </a:lnTo>
                <a:lnTo>
                  <a:pt x="311408" y="87737"/>
                </a:lnTo>
                <a:lnTo>
                  <a:pt x="308941" y="90414"/>
                </a:lnTo>
                <a:lnTo>
                  <a:pt x="306122" y="92083"/>
                </a:lnTo>
                <a:lnTo>
                  <a:pt x="297940" y="95488"/>
                </a:lnTo>
                <a:lnTo>
                  <a:pt x="291956" y="97345"/>
                </a:lnTo>
                <a:lnTo>
                  <a:pt x="286921" y="99549"/>
                </a:lnTo>
                <a:lnTo>
                  <a:pt x="270719" y="105274"/>
                </a:lnTo>
                <a:lnTo>
                  <a:pt x="267086" y="107243"/>
                </a:lnTo>
                <a:lnTo>
                  <a:pt x="266058" y="108122"/>
                </a:lnTo>
                <a:lnTo>
                  <a:pt x="265544" y="109687"/>
                </a:lnTo>
                <a:lnTo>
                  <a:pt x="266835" y="110697"/>
                </a:lnTo>
                <a:lnTo>
                  <a:pt x="270235" y="110983"/>
                </a:lnTo>
                <a:lnTo>
                  <a:pt x="304576" y="111441"/>
                </a:lnTo>
                <a:lnTo>
                  <a:pt x="307975" y="112157"/>
                </a:lnTo>
                <a:lnTo>
                  <a:pt x="309198" y="113032"/>
                </a:lnTo>
                <a:lnTo>
                  <a:pt x="309700" y="114260"/>
                </a:lnTo>
                <a:lnTo>
                  <a:pt x="309983" y="121248"/>
                </a:lnTo>
                <a:lnTo>
                  <a:pt x="309108" y="128918"/>
                </a:lnTo>
                <a:lnTo>
                  <a:pt x="307525" y="155496"/>
                </a:lnTo>
                <a:lnTo>
                  <a:pt x="305583" y="160665"/>
                </a:lnTo>
                <a:lnTo>
                  <a:pt x="303681" y="178137"/>
                </a:lnTo>
                <a:lnTo>
                  <a:pt x="301282" y="187090"/>
                </a:lnTo>
                <a:lnTo>
                  <a:pt x="299766" y="201512"/>
                </a:lnTo>
                <a:lnTo>
                  <a:pt x="297548" y="210642"/>
                </a:lnTo>
                <a:lnTo>
                  <a:pt x="295855" y="224986"/>
                </a:lnTo>
                <a:lnTo>
                  <a:pt x="293643" y="235146"/>
                </a:lnTo>
                <a:lnTo>
                  <a:pt x="291240" y="254038"/>
                </a:lnTo>
                <a:lnTo>
                  <a:pt x="289911" y="259107"/>
                </a:lnTo>
                <a:lnTo>
                  <a:pt x="289881" y="261497"/>
                </a:lnTo>
                <a:lnTo>
                  <a:pt x="290395" y="262834"/>
                </a:lnTo>
                <a:lnTo>
                  <a:pt x="292120" y="263446"/>
                </a:lnTo>
                <a:lnTo>
                  <a:pt x="295397" y="262325"/>
                </a:lnTo>
                <a:lnTo>
                  <a:pt x="314938" y="248753"/>
                </a:lnTo>
                <a:lnTo>
                  <a:pt x="321329" y="243812"/>
                </a:lnTo>
                <a:lnTo>
                  <a:pt x="323144" y="243042"/>
                </a:lnTo>
                <a:lnTo>
                  <a:pt x="324901" y="242883"/>
                </a:lnTo>
                <a:lnTo>
                  <a:pt x="327402" y="243800"/>
                </a:lnTo>
                <a:lnTo>
                  <a:pt x="341652" y="254710"/>
                </a:lnTo>
                <a:lnTo>
                  <a:pt x="351859" y="261941"/>
                </a:lnTo>
                <a:lnTo>
                  <a:pt x="354393" y="263244"/>
                </a:lnTo>
                <a:lnTo>
                  <a:pt x="356289" y="263454"/>
                </a:lnTo>
                <a:lnTo>
                  <a:pt x="357171" y="262979"/>
                </a:lnTo>
                <a:lnTo>
                  <a:pt x="357583" y="261991"/>
                </a:lnTo>
                <a:lnTo>
                  <a:pt x="357591" y="257737"/>
                </a:lnTo>
                <a:lnTo>
                  <a:pt x="355267" y="243564"/>
                </a:lnTo>
                <a:lnTo>
                  <a:pt x="353733" y="230515"/>
                </a:lnTo>
                <a:lnTo>
                  <a:pt x="351641" y="220470"/>
                </a:lnTo>
                <a:lnTo>
                  <a:pt x="349730" y="204646"/>
                </a:lnTo>
                <a:lnTo>
                  <a:pt x="347255" y="193136"/>
                </a:lnTo>
                <a:lnTo>
                  <a:pt x="345853" y="181117"/>
                </a:lnTo>
                <a:lnTo>
                  <a:pt x="343316" y="166576"/>
                </a:lnTo>
                <a:lnTo>
                  <a:pt x="341755" y="152785"/>
                </a:lnTo>
                <a:lnTo>
                  <a:pt x="341049" y="149933"/>
                </a:lnTo>
                <a:lnTo>
                  <a:pt x="339452" y="146836"/>
                </a:lnTo>
                <a:lnTo>
                  <a:pt x="339079" y="144534"/>
                </a:lnTo>
                <a:lnTo>
                  <a:pt x="338609" y="113900"/>
                </a:lnTo>
                <a:lnTo>
                  <a:pt x="340872" y="112088"/>
                </a:lnTo>
                <a:lnTo>
                  <a:pt x="344672" y="111459"/>
                </a:lnTo>
                <a:lnTo>
                  <a:pt x="381147" y="111733"/>
                </a:lnTo>
                <a:lnTo>
                  <a:pt x="382550" y="111210"/>
                </a:lnTo>
                <a:lnTo>
                  <a:pt x="383575" y="109350"/>
                </a:lnTo>
                <a:lnTo>
                  <a:pt x="381646" y="107861"/>
                </a:lnTo>
                <a:lnTo>
                  <a:pt x="376374" y="105301"/>
                </a:lnTo>
                <a:lnTo>
                  <a:pt x="365203" y="100693"/>
                </a:lnTo>
                <a:lnTo>
                  <a:pt x="350012" y="95259"/>
                </a:lnTo>
                <a:lnTo>
                  <a:pt x="341612" y="91704"/>
                </a:lnTo>
                <a:lnTo>
                  <a:pt x="339809" y="90147"/>
                </a:lnTo>
                <a:lnTo>
                  <a:pt x="339563" y="87207"/>
                </a:lnTo>
                <a:lnTo>
                  <a:pt x="340109" y="86261"/>
                </a:lnTo>
                <a:lnTo>
                  <a:pt x="341282" y="85692"/>
                </a:lnTo>
                <a:lnTo>
                  <a:pt x="350276" y="85272"/>
                </a:lnTo>
                <a:lnTo>
                  <a:pt x="365415" y="86542"/>
                </a:lnTo>
                <a:lnTo>
                  <a:pt x="367345" y="85695"/>
                </a:lnTo>
                <a:lnTo>
                  <a:pt x="368195" y="84573"/>
                </a:lnTo>
                <a:lnTo>
                  <a:pt x="368348" y="83534"/>
                </a:lnTo>
                <a:lnTo>
                  <a:pt x="366417" y="81438"/>
                </a:lnTo>
                <a:lnTo>
                  <a:pt x="358329" y="77083"/>
                </a:lnTo>
                <a:lnTo>
                  <a:pt x="346833" y="69830"/>
                </a:lnTo>
                <a:lnTo>
                  <a:pt x="342749" y="67801"/>
                </a:lnTo>
                <a:lnTo>
                  <a:pt x="339047" y="64456"/>
                </a:lnTo>
                <a:lnTo>
                  <a:pt x="338570" y="63384"/>
                </a:lnTo>
                <a:lnTo>
                  <a:pt x="338187" y="58978"/>
                </a:lnTo>
                <a:lnTo>
                  <a:pt x="336380" y="51508"/>
                </a:lnTo>
                <a:lnTo>
                  <a:pt x="334256" y="38217"/>
                </a:lnTo>
                <a:lnTo>
                  <a:pt x="331973" y="28236"/>
                </a:lnTo>
                <a:lnTo>
                  <a:pt x="329750" y="15314"/>
                </a:lnTo>
                <a:lnTo>
                  <a:pt x="328482" y="12571"/>
                </a:lnTo>
                <a:lnTo>
                  <a:pt x="326321" y="10887"/>
                </a:lnTo>
                <a:lnTo>
                  <a:pt x="324354" y="10496"/>
                </a:lnTo>
                <a:lnTo>
                  <a:pt x="322120" y="11300"/>
                </a:lnTo>
                <a:close/>
                <a:moveTo>
                  <a:pt x="326363" y="34250"/>
                </a:moveTo>
                <a:lnTo>
                  <a:pt x="326809" y="35608"/>
                </a:lnTo>
                <a:lnTo>
                  <a:pt x="326519" y="37319"/>
                </a:lnTo>
                <a:lnTo>
                  <a:pt x="324964" y="37674"/>
                </a:lnTo>
                <a:lnTo>
                  <a:pt x="323423" y="37340"/>
                </a:lnTo>
                <a:lnTo>
                  <a:pt x="323131" y="35792"/>
                </a:lnTo>
                <a:lnTo>
                  <a:pt x="323818" y="34289"/>
                </a:lnTo>
                <a:lnTo>
                  <a:pt x="325088" y="33650"/>
                </a:lnTo>
                <a:lnTo>
                  <a:pt x="326363" y="34250"/>
                </a:lnTo>
                <a:close/>
                <a:moveTo>
                  <a:pt x="326989" y="46931"/>
                </a:moveTo>
                <a:lnTo>
                  <a:pt x="327839" y="49203"/>
                </a:lnTo>
                <a:lnTo>
                  <a:pt x="327568" y="52090"/>
                </a:lnTo>
                <a:lnTo>
                  <a:pt x="325416" y="52861"/>
                </a:lnTo>
                <a:lnTo>
                  <a:pt x="322650" y="52475"/>
                </a:lnTo>
                <a:lnTo>
                  <a:pt x="321577" y="50232"/>
                </a:lnTo>
                <a:lnTo>
                  <a:pt x="321725" y="48031"/>
                </a:lnTo>
                <a:lnTo>
                  <a:pt x="322282" y="46872"/>
                </a:lnTo>
                <a:lnTo>
                  <a:pt x="324382" y="46129"/>
                </a:lnTo>
                <a:lnTo>
                  <a:pt x="326989" y="46931"/>
                </a:lnTo>
                <a:close/>
                <a:moveTo>
                  <a:pt x="319179" y="55031"/>
                </a:moveTo>
                <a:lnTo>
                  <a:pt x="319534" y="56234"/>
                </a:lnTo>
                <a:lnTo>
                  <a:pt x="319050" y="57416"/>
                </a:lnTo>
                <a:lnTo>
                  <a:pt x="318010" y="58061"/>
                </a:lnTo>
                <a:lnTo>
                  <a:pt x="316858" y="57775"/>
                </a:lnTo>
                <a:lnTo>
                  <a:pt x="316369" y="55951"/>
                </a:lnTo>
                <a:lnTo>
                  <a:pt x="316915" y="54694"/>
                </a:lnTo>
                <a:lnTo>
                  <a:pt x="317997" y="54312"/>
                </a:lnTo>
                <a:lnTo>
                  <a:pt x="319179" y="55031"/>
                </a:lnTo>
                <a:close/>
                <a:moveTo>
                  <a:pt x="332871" y="55899"/>
                </a:moveTo>
                <a:lnTo>
                  <a:pt x="333788" y="56574"/>
                </a:lnTo>
                <a:lnTo>
                  <a:pt x="332335" y="56965"/>
                </a:lnTo>
                <a:lnTo>
                  <a:pt x="330954" y="56568"/>
                </a:lnTo>
                <a:lnTo>
                  <a:pt x="330268" y="55754"/>
                </a:lnTo>
                <a:lnTo>
                  <a:pt x="331190" y="55302"/>
                </a:lnTo>
                <a:lnTo>
                  <a:pt x="332871" y="55899"/>
                </a:lnTo>
                <a:close/>
                <a:moveTo>
                  <a:pt x="327375" y="61781"/>
                </a:moveTo>
                <a:lnTo>
                  <a:pt x="328116" y="63685"/>
                </a:lnTo>
                <a:lnTo>
                  <a:pt x="327301" y="64666"/>
                </a:lnTo>
                <a:lnTo>
                  <a:pt x="325674" y="65483"/>
                </a:lnTo>
                <a:lnTo>
                  <a:pt x="324436" y="65503"/>
                </a:lnTo>
                <a:lnTo>
                  <a:pt x="322587" y="64839"/>
                </a:lnTo>
                <a:lnTo>
                  <a:pt x="321204" y="63131"/>
                </a:lnTo>
                <a:lnTo>
                  <a:pt x="321535" y="61893"/>
                </a:lnTo>
                <a:lnTo>
                  <a:pt x="323458" y="60828"/>
                </a:lnTo>
                <a:lnTo>
                  <a:pt x="325979" y="60935"/>
                </a:lnTo>
                <a:lnTo>
                  <a:pt x="327375" y="61781"/>
                </a:lnTo>
                <a:close/>
                <a:moveTo>
                  <a:pt x="334029" y="71279"/>
                </a:moveTo>
                <a:lnTo>
                  <a:pt x="334614" y="73168"/>
                </a:lnTo>
                <a:lnTo>
                  <a:pt x="334246" y="75354"/>
                </a:lnTo>
                <a:lnTo>
                  <a:pt x="333363" y="76090"/>
                </a:lnTo>
                <a:lnTo>
                  <a:pt x="332166" y="75930"/>
                </a:lnTo>
                <a:lnTo>
                  <a:pt x="330945" y="74757"/>
                </a:lnTo>
                <a:lnTo>
                  <a:pt x="330971" y="72646"/>
                </a:lnTo>
                <a:lnTo>
                  <a:pt x="332333" y="71004"/>
                </a:lnTo>
                <a:lnTo>
                  <a:pt x="333206" y="70851"/>
                </a:lnTo>
                <a:lnTo>
                  <a:pt x="334029" y="71279"/>
                </a:lnTo>
                <a:close/>
                <a:moveTo>
                  <a:pt x="318407" y="72774"/>
                </a:moveTo>
                <a:lnTo>
                  <a:pt x="318565" y="74355"/>
                </a:lnTo>
                <a:lnTo>
                  <a:pt x="317277" y="75329"/>
                </a:lnTo>
                <a:lnTo>
                  <a:pt x="314708" y="74877"/>
                </a:lnTo>
                <a:lnTo>
                  <a:pt x="313113" y="73765"/>
                </a:lnTo>
                <a:lnTo>
                  <a:pt x="314031" y="71866"/>
                </a:lnTo>
                <a:lnTo>
                  <a:pt x="315620" y="71166"/>
                </a:lnTo>
                <a:lnTo>
                  <a:pt x="317297" y="71492"/>
                </a:lnTo>
                <a:lnTo>
                  <a:pt x="318407" y="72774"/>
                </a:lnTo>
                <a:close/>
                <a:moveTo>
                  <a:pt x="343864" y="73738"/>
                </a:moveTo>
                <a:lnTo>
                  <a:pt x="350210" y="77862"/>
                </a:lnTo>
                <a:lnTo>
                  <a:pt x="350962" y="78791"/>
                </a:lnTo>
                <a:lnTo>
                  <a:pt x="350736" y="79735"/>
                </a:lnTo>
                <a:lnTo>
                  <a:pt x="349367" y="80446"/>
                </a:lnTo>
                <a:lnTo>
                  <a:pt x="345786" y="80764"/>
                </a:lnTo>
                <a:lnTo>
                  <a:pt x="342279" y="80518"/>
                </a:lnTo>
                <a:lnTo>
                  <a:pt x="340085" y="79716"/>
                </a:lnTo>
                <a:lnTo>
                  <a:pt x="339317" y="78736"/>
                </a:lnTo>
                <a:lnTo>
                  <a:pt x="338983" y="77303"/>
                </a:lnTo>
                <a:lnTo>
                  <a:pt x="339380" y="73754"/>
                </a:lnTo>
                <a:lnTo>
                  <a:pt x="340696" y="72699"/>
                </a:lnTo>
                <a:lnTo>
                  <a:pt x="343864" y="73738"/>
                </a:lnTo>
                <a:close/>
                <a:moveTo>
                  <a:pt x="309584" y="73690"/>
                </a:moveTo>
                <a:lnTo>
                  <a:pt x="311072" y="74353"/>
                </a:lnTo>
                <a:lnTo>
                  <a:pt x="311285" y="75196"/>
                </a:lnTo>
                <a:lnTo>
                  <a:pt x="309584" y="76775"/>
                </a:lnTo>
                <a:lnTo>
                  <a:pt x="307370" y="77889"/>
                </a:lnTo>
                <a:lnTo>
                  <a:pt x="305269" y="78351"/>
                </a:lnTo>
                <a:lnTo>
                  <a:pt x="303499" y="78178"/>
                </a:lnTo>
                <a:lnTo>
                  <a:pt x="301940" y="76770"/>
                </a:lnTo>
                <a:lnTo>
                  <a:pt x="301927" y="75296"/>
                </a:lnTo>
                <a:lnTo>
                  <a:pt x="303360" y="73745"/>
                </a:lnTo>
                <a:lnTo>
                  <a:pt x="306079" y="73163"/>
                </a:lnTo>
                <a:lnTo>
                  <a:pt x="309584" y="73690"/>
                </a:lnTo>
                <a:close/>
                <a:moveTo>
                  <a:pt x="334029" y="88395"/>
                </a:moveTo>
                <a:lnTo>
                  <a:pt x="333212" y="90233"/>
                </a:lnTo>
                <a:lnTo>
                  <a:pt x="332244" y="90490"/>
                </a:lnTo>
                <a:lnTo>
                  <a:pt x="331680" y="90010"/>
                </a:lnTo>
                <a:lnTo>
                  <a:pt x="331450" y="88343"/>
                </a:lnTo>
                <a:lnTo>
                  <a:pt x="332529" y="86792"/>
                </a:lnTo>
                <a:lnTo>
                  <a:pt x="333893" y="86795"/>
                </a:lnTo>
                <a:lnTo>
                  <a:pt x="334029" y="88395"/>
                </a:lnTo>
                <a:close/>
                <a:moveTo>
                  <a:pt x="317636" y="88732"/>
                </a:moveTo>
                <a:lnTo>
                  <a:pt x="317577" y="89780"/>
                </a:lnTo>
                <a:lnTo>
                  <a:pt x="317011" y="90243"/>
                </a:lnTo>
                <a:lnTo>
                  <a:pt x="315804" y="89745"/>
                </a:lnTo>
                <a:lnTo>
                  <a:pt x="315158" y="88780"/>
                </a:lnTo>
                <a:lnTo>
                  <a:pt x="315650" y="87976"/>
                </a:lnTo>
                <a:lnTo>
                  <a:pt x="316455" y="87695"/>
                </a:lnTo>
                <a:lnTo>
                  <a:pt x="317208" y="87965"/>
                </a:lnTo>
                <a:lnTo>
                  <a:pt x="317636" y="88732"/>
                </a:lnTo>
                <a:close/>
                <a:moveTo>
                  <a:pt x="326411" y="96977"/>
                </a:moveTo>
                <a:lnTo>
                  <a:pt x="326773" y="98220"/>
                </a:lnTo>
                <a:lnTo>
                  <a:pt x="325857" y="99028"/>
                </a:lnTo>
                <a:lnTo>
                  <a:pt x="323165" y="98942"/>
                </a:lnTo>
                <a:lnTo>
                  <a:pt x="322103" y="98127"/>
                </a:lnTo>
                <a:lnTo>
                  <a:pt x="322421" y="97104"/>
                </a:lnTo>
                <a:lnTo>
                  <a:pt x="323843" y="96405"/>
                </a:lnTo>
                <a:lnTo>
                  <a:pt x="325552" y="96448"/>
                </a:lnTo>
                <a:lnTo>
                  <a:pt x="326411" y="96977"/>
                </a:lnTo>
                <a:close/>
                <a:moveTo>
                  <a:pt x="310066" y="98182"/>
                </a:moveTo>
                <a:lnTo>
                  <a:pt x="310973" y="99816"/>
                </a:lnTo>
                <a:lnTo>
                  <a:pt x="311145" y="101137"/>
                </a:lnTo>
                <a:lnTo>
                  <a:pt x="310006" y="102558"/>
                </a:lnTo>
                <a:lnTo>
                  <a:pt x="305625" y="103394"/>
                </a:lnTo>
                <a:lnTo>
                  <a:pt x="303913" y="102811"/>
                </a:lnTo>
                <a:lnTo>
                  <a:pt x="303196" y="101987"/>
                </a:lnTo>
                <a:lnTo>
                  <a:pt x="302910" y="98733"/>
                </a:lnTo>
                <a:lnTo>
                  <a:pt x="304067" y="97139"/>
                </a:lnTo>
                <a:lnTo>
                  <a:pt x="308209" y="96984"/>
                </a:lnTo>
                <a:lnTo>
                  <a:pt x="310066" y="98182"/>
                </a:lnTo>
                <a:close/>
                <a:moveTo>
                  <a:pt x="345262" y="98616"/>
                </a:moveTo>
                <a:lnTo>
                  <a:pt x="346666" y="100980"/>
                </a:lnTo>
                <a:lnTo>
                  <a:pt x="346143" y="102853"/>
                </a:lnTo>
                <a:lnTo>
                  <a:pt x="344536" y="103632"/>
                </a:lnTo>
                <a:lnTo>
                  <a:pt x="342514" y="103942"/>
                </a:lnTo>
                <a:lnTo>
                  <a:pt x="339525" y="103390"/>
                </a:lnTo>
                <a:lnTo>
                  <a:pt x="338952" y="100690"/>
                </a:lnTo>
                <a:lnTo>
                  <a:pt x="339718" y="97990"/>
                </a:lnTo>
                <a:lnTo>
                  <a:pt x="340619" y="97402"/>
                </a:lnTo>
                <a:lnTo>
                  <a:pt x="342346" y="97218"/>
                </a:lnTo>
                <a:lnTo>
                  <a:pt x="345262" y="98616"/>
                </a:lnTo>
                <a:close/>
                <a:moveTo>
                  <a:pt x="334559" y="100786"/>
                </a:moveTo>
                <a:lnTo>
                  <a:pt x="335017" y="102384"/>
                </a:lnTo>
                <a:lnTo>
                  <a:pt x="334597" y="103839"/>
                </a:lnTo>
                <a:lnTo>
                  <a:pt x="333311" y="104499"/>
                </a:lnTo>
                <a:lnTo>
                  <a:pt x="331882" y="104117"/>
                </a:lnTo>
                <a:lnTo>
                  <a:pt x="331060" y="102538"/>
                </a:lnTo>
                <a:lnTo>
                  <a:pt x="331549" y="100783"/>
                </a:lnTo>
                <a:lnTo>
                  <a:pt x="332966" y="100011"/>
                </a:lnTo>
                <a:lnTo>
                  <a:pt x="334559" y="100786"/>
                </a:lnTo>
                <a:close/>
                <a:moveTo>
                  <a:pt x="317250" y="102281"/>
                </a:moveTo>
                <a:lnTo>
                  <a:pt x="316641" y="102994"/>
                </a:lnTo>
                <a:lnTo>
                  <a:pt x="315828" y="102648"/>
                </a:lnTo>
                <a:lnTo>
                  <a:pt x="316614" y="101577"/>
                </a:lnTo>
                <a:lnTo>
                  <a:pt x="317250" y="102281"/>
                </a:lnTo>
                <a:close/>
                <a:moveTo>
                  <a:pt x="361993" y="104499"/>
                </a:moveTo>
                <a:lnTo>
                  <a:pt x="363517" y="105392"/>
                </a:lnTo>
                <a:lnTo>
                  <a:pt x="363771" y="106053"/>
                </a:lnTo>
                <a:lnTo>
                  <a:pt x="363417" y="106704"/>
                </a:lnTo>
                <a:lnTo>
                  <a:pt x="361074" y="107658"/>
                </a:lnTo>
                <a:lnTo>
                  <a:pt x="359880" y="107418"/>
                </a:lnTo>
                <a:lnTo>
                  <a:pt x="359040" y="106722"/>
                </a:lnTo>
                <a:lnTo>
                  <a:pt x="358808" y="105328"/>
                </a:lnTo>
                <a:lnTo>
                  <a:pt x="359582" y="104499"/>
                </a:lnTo>
                <a:lnTo>
                  <a:pt x="360450" y="103968"/>
                </a:lnTo>
                <a:lnTo>
                  <a:pt x="361993" y="104499"/>
                </a:lnTo>
                <a:close/>
                <a:moveTo>
                  <a:pt x="334704" y="113949"/>
                </a:moveTo>
                <a:lnTo>
                  <a:pt x="335519" y="115800"/>
                </a:lnTo>
                <a:lnTo>
                  <a:pt x="335050" y="118602"/>
                </a:lnTo>
                <a:lnTo>
                  <a:pt x="333252" y="119779"/>
                </a:lnTo>
                <a:lnTo>
                  <a:pt x="331143" y="119529"/>
                </a:lnTo>
                <a:lnTo>
                  <a:pt x="330284" y="117576"/>
                </a:lnTo>
                <a:lnTo>
                  <a:pt x="330974" y="114835"/>
                </a:lnTo>
                <a:lnTo>
                  <a:pt x="332956" y="113189"/>
                </a:lnTo>
                <a:lnTo>
                  <a:pt x="334704" y="113949"/>
                </a:lnTo>
                <a:close/>
                <a:moveTo>
                  <a:pt x="318696" y="115588"/>
                </a:moveTo>
                <a:lnTo>
                  <a:pt x="319110" y="117536"/>
                </a:lnTo>
                <a:lnTo>
                  <a:pt x="318148" y="118674"/>
                </a:lnTo>
                <a:lnTo>
                  <a:pt x="316913" y="118840"/>
                </a:lnTo>
                <a:lnTo>
                  <a:pt x="315321" y="118432"/>
                </a:lnTo>
                <a:lnTo>
                  <a:pt x="313664" y="117028"/>
                </a:lnTo>
                <a:lnTo>
                  <a:pt x="314029" y="115752"/>
                </a:lnTo>
                <a:lnTo>
                  <a:pt x="315826" y="114706"/>
                </a:lnTo>
                <a:lnTo>
                  <a:pt x="317744" y="114776"/>
                </a:lnTo>
                <a:lnTo>
                  <a:pt x="318696" y="115588"/>
                </a:lnTo>
                <a:close/>
                <a:moveTo>
                  <a:pt x="328773" y="121566"/>
                </a:moveTo>
                <a:lnTo>
                  <a:pt x="330545" y="124147"/>
                </a:lnTo>
                <a:lnTo>
                  <a:pt x="330750" y="125460"/>
                </a:lnTo>
                <a:lnTo>
                  <a:pt x="330168" y="126507"/>
                </a:lnTo>
                <a:lnTo>
                  <a:pt x="328794" y="127339"/>
                </a:lnTo>
                <a:lnTo>
                  <a:pt x="326088" y="128130"/>
                </a:lnTo>
                <a:lnTo>
                  <a:pt x="323995" y="128219"/>
                </a:lnTo>
                <a:lnTo>
                  <a:pt x="319752" y="127463"/>
                </a:lnTo>
                <a:lnTo>
                  <a:pt x="318100" y="126532"/>
                </a:lnTo>
                <a:lnTo>
                  <a:pt x="317892" y="125564"/>
                </a:lnTo>
                <a:lnTo>
                  <a:pt x="318696" y="123254"/>
                </a:lnTo>
                <a:lnTo>
                  <a:pt x="319850" y="121194"/>
                </a:lnTo>
                <a:lnTo>
                  <a:pt x="321154" y="120213"/>
                </a:lnTo>
                <a:lnTo>
                  <a:pt x="327279" y="119879"/>
                </a:lnTo>
                <a:lnTo>
                  <a:pt x="328773" y="121566"/>
                </a:lnTo>
                <a:close/>
                <a:moveTo>
                  <a:pt x="334655" y="128943"/>
                </a:moveTo>
                <a:lnTo>
                  <a:pt x="335704" y="131185"/>
                </a:lnTo>
                <a:lnTo>
                  <a:pt x="335089" y="133572"/>
                </a:lnTo>
                <a:lnTo>
                  <a:pt x="333135" y="134333"/>
                </a:lnTo>
                <a:lnTo>
                  <a:pt x="331189" y="133927"/>
                </a:lnTo>
                <a:lnTo>
                  <a:pt x="330497" y="132170"/>
                </a:lnTo>
                <a:lnTo>
                  <a:pt x="331832" y="128979"/>
                </a:lnTo>
                <a:lnTo>
                  <a:pt x="333058" y="128146"/>
                </a:lnTo>
                <a:lnTo>
                  <a:pt x="334655" y="128943"/>
                </a:lnTo>
                <a:close/>
                <a:moveTo>
                  <a:pt x="316527" y="129522"/>
                </a:moveTo>
                <a:lnTo>
                  <a:pt x="318256" y="131251"/>
                </a:lnTo>
                <a:lnTo>
                  <a:pt x="318432" y="132552"/>
                </a:lnTo>
                <a:lnTo>
                  <a:pt x="318070" y="133234"/>
                </a:lnTo>
                <a:lnTo>
                  <a:pt x="315231" y="133939"/>
                </a:lnTo>
                <a:lnTo>
                  <a:pt x="312573" y="133090"/>
                </a:lnTo>
                <a:lnTo>
                  <a:pt x="312001" y="131511"/>
                </a:lnTo>
                <a:lnTo>
                  <a:pt x="313220" y="129714"/>
                </a:lnTo>
                <a:lnTo>
                  <a:pt x="314429" y="129112"/>
                </a:lnTo>
                <a:lnTo>
                  <a:pt x="316527" y="129522"/>
                </a:lnTo>
                <a:close/>
                <a:moveTo>
                  <a:pt x="316768" y="142781"/>
                </a:moveTo>
                <a:lnTo>
                  <a:pt x="318136" y="144144"/>
                </a:lnTo>
                <a:lnTo>
                  <a:pt x="317626" y="145655"/>
                </a:lnTo>
                <a:lnTo>
                  <a:pt x="315160" y="147094"/>
                </a:lnTo>
                <a:lnTo>
                  <a:pt x="313940" y="147228"/>
                </a:lnTo>
                <a:lnTo>
                  <a:pt x="313037" y="146817"/>
                </a:lnTo>
                <a:lnTo>
                  <a:pt x="312333" y="145211"/>
                </a:lnTo>
                <a:lnTo>
                  <a:pt x="312751" y="142769"/>
                </a:lnTo>
                <a:lnTo>
                  <a:pt x="314630" y="142093"/>
                </a:lnTo>
                <a:lnTo>
                  <a:pt x="316768" y="142781"/>
                </a:lnTo>
                <a:close/>
                <a:moveTo>
                  <a:pt x="335475" y="142829"/>
                </a:moveTo>
                <a:lnTo>
                  <a:pt x="336142" y="143496"/>
                </a:lnTo>
                <a:lnTo>
                  <a:pt x="336409" y="144631"/>
                </a:lnTo>
                <a:lnTo>
                  <a:pt x="334993" y="146397"/>
                </a:lnTo>
                <a:lnTo>
                  <a:pt x="333196" y="146792"/>
                </a:lnTo>
                <a:lnTo>
                  <a:pt x="331923" y="146125"/>
                </a:lnTo>
                <a:lnTo>
                  <a:pt x="331055" y="145072"/>
                </a:lnTo>
                <a:lnTo>
                  <a:pt x="330871" y="143461"/>
                </a:lnTo>
                <a:lnTo>
                  <a:pt x="331840" y="142298"/>
                </a:lnTo>
                <a:lnTo>
                  <a:pt x="333620" y="142115"/>
                </a:lnTo>
                <a:lnTo>
                  <a:pt x="335475" y="142829"/>
                </a:lnTo>
                <a:close/>
                <a:moveTo>
                  <a:pt x="328966" y="149579"/>
                </a:moveTo>
                <a:lnTo>
                  <a:pt x="331651" y="151573"/>
                </a:lnTo>
                <a:lnTo>
                  <a:pt x="331962" y="153658"/>
                </a:lnTo>
                <a:lnTo>
                  <a:pt x="330834" y="155233"/>
                </a:lnTo>
                <a:lnTo>
                  <a:pt x="328629" y="157052"/>
                </a:lnTo>
                <a:lnTo>
                  <a:pt x="325414" y="158447"/>
                </a:lnTo>
                <a:lnTo>
                  <a:pt x="322123" y="158159"/>
                </a:lnTo>
                <a:lnTo>
                  <a:pt x="320030" y="157064"/>
                </a:lnTo>
                <a:lnTo>
                  <a:pt x="317420" y="154412"/>
                </a:lnTo>
                <a:lnTo>
                  <a:pt x="316378" y="152502"/>
                </a:lnTo>
                <a:lnTo>
                  <a:pt x="316618" y="151547"/>
                </a:lnTo>
                <a:lnTo>
                  <a:pt x="317664" y="150633"/>
                </a:lnTo>
                <a:lnTo>
                  <a:pt x="322646" y="148242"/>
                </a:lnTo>
                <a:lnTo>
                  <a:pt x="325108" y="148051"/>
                </a:lnTo>
                <a:lnTo>
                  <a:pt x="328966" y="149579"/>
                </a:lnTo>
                <a:close/>
                <a:moveTo>
                  <a:pt x="316527" y="158257"/>
                </a:moveTo>
                <a:lnTo>
                  <a:pt x="318202" y="160837"/>
                </a:lnTo>
                <a:lnTo>
                  <a:pt x="318474" y="162713"/>
                </a:lnTo>
                <a:lnTo>
                  <a:pt x="318108" y="163879"/>
                </a:lnTo>
                <a:lnTo>
                  <a:pt x="311561" y="168093"/>
                </a:lnTo>
                <a:lnTo>
                  <a:pt x="309808" y="168428"/>
                </a:lnTo>
                <a:lnTo>
                  <a:pt x="308853" y="167072"/>
                </a:lnTo>
                <a:lnTo>
                  <a:pt x="308731" y="164646"/>
                </a:lnTo>
                <a:lnTo>
                  <a:pt x="310187" y="160364"/>
                </a:lnTo>
                <a:lnTo>
                  <a:pt x="311613" y="158587"/>
                </a:lnTo>
                <a:lnTo>
                  <a:pt x="313159" y="157657"/>
                </a:lnTo>
                <a:lnTo>
                  <a:pt x="314811" y="157545"/>
                </a:lnTo>
                <a:lnTo>
                  <a:pt x="316527" y="158257"/>
                </a:lnTo>
                <a:close/>
                <a:moveTo>
                  <a:pt x="337982" y="158209"/>
                </a:moveTo>
                <a:lnTo>
                  <a:pt x="338999" y="161910"/>
                </a:lnTo>
                <a:lnTo>
                  <a:pt x="339341" y="166034"/>
                </a:lnTo>
                <a:lnTo>
                  <a:pt x="338146" y="168055"/>
                </a:lnTo>
                <a:lnTo>
                  <a:pt x="336729" y="168523"/>
                </a:lnTo>
                <a:lnTo>
                  <a:pt x="331632" y="164646"/>
                </a:lnTo>
                <a:lnTo>
                  <a:pt x="331106" y="163874"/>
                </a:lnTo>
                <a:lnTo>
                  <a:pt x="330991" y="162387"/>
                </a:lnTo>
                <a:lnTo>
                  <a:pt x="331697" y="160235"/>
                </a:lnTo>
                <a:lnTo>
                  <a:pt x="333636" y="158310"/>
                </a:lnTo>
                <a:lnTo>
                  <a:pt x="336059" y="157499"/>
                </a:lnTo>
                <a:lnTo>
                  <a:pt x="337982" y="158209"/>
                </a:lnTo>
                <a:close/>
                <a:moveTo>
                  <a:pt x="328773" y="167322"/>
                </a:moveTo>
                <a:lnTo>
                  <a:pt x="333355" y="170124"/>
                </a:lnTo>
                <a:lnTo>
                  <a:pt x="334935" y="171591"/>
                </a:lnTo>
                <a:lnTo>
                  <a:pt x="335650" y="174132"/>
                </a:lnTo>
                <a:lnTo>
                  <a:pt x="334287" y="176429"/>
                </a:lnTo>
                <a:lnTo>
                  <a:pt x="328139" y="180373"/>
                </a:lnTo>
                <a:lnTo>
                  <a:pt x="325477" y="180918"/>
                </a:lnTo>
                <a:lnTo>
                  <a:pt x="322984" y="180161"/>
                </a:lnTo>
                <a:lnTo>
                  <a:pt x="316732" y="175627"/>
                </a:lnTo>
                <a:lnTo>
                  <a:pt x="316296" y="173926"/>
                </a:lnTo>
                <a:lnTo>
                  <a:pt x="316650" y="171519"/>
                </a:lnTo>
                <a:lnTo>
                  <a:pt x="321059" y="168045"/>
                </a:lnTo>
                <a:lnTo>
                  <a:pt x="322917" y="166901"/>
                </a:lnTo>
                <a:lnTo>
                  <a:pt x="325458" y="166110"/>
                </a:lnTo>
                <a:lnTo>
                  <a:pt x="327610" y="166453"/>
                </a:lnTo>
                <a:lnTo>
                  <a:pt x="328773" y="167322"/>
                </a:lnTo>
                <a:close/>
                <a:moveTo>
                  <a:pt x="312043" y="179134"/>
                </a:moveTo>
                <a:lnTo>
                  <a:pt x="316199" y="181919"/>
                </a:lnTo>
                <a:lnTo>
                  <a:pt x="317607" y="183319"/>
                </a:lnTo>
                <a:lnTo>
                  <a:pt x="318160" y="184842"/>
                </a:lnTo>
                <a:lnTo>
                  <a:pt x="317851" y="186358"/>
                </a:lnTo>
                <a:lnTo>
                  <a:pt x="316673" y="187741"/>
                </a:lnTo>
                <a:lnTo>
                  <a:pt x="310668" y="191802"/>
                </a:lnTo>
                <a:lnTo>
                  <a:pt x="307544" y="193159"/>
                </a:lnTo>
                <a:lnTo>
                  <a:pt x="305777" y="193322"/>
                </a:lnTo>
                <a:lnTo>
                  <a:pt x="305025" y="192456"/>
                </a:lnTo>
                <a:lnTo>
                  <a:pt x="304787" y="189738"/>
                </a:lnTo>
                <a:lnTo>
                  <a:pt x="305594" y="184135"/>
                </a:lnTo>
                <a:lnTo>
                  <a:pt x="306672" y="180726"/>
                </a:lnTo>
                <a:lnTo>
                  <a:pt x="307993" y="178652"/>
                </a:lnTo>
                <a:lnTo>
                  <a:pt x="309214" y="177894"/>
                </a:lnTo>
                <a:lnTo>
                  <a:pt x="310263" y="177895"/>
                </a:lnTo>
                <a:lnTo>
                  <a:pt x="312043" y="179134"/>
                </a:lnTo>
                <a:close/>
                <a:moveTo>
                  <a:pt x="342177" y="178797"/>
                </a:moveTo>
                <a:lnTo>
                  <a:pt x="342789" y="182664"/>
                </a:lnTo>
                <a:lnTo>
                  <a:pt x="343286" y="191670"/>
                </a:lnTo>
                <a:lnTo>
                  <a:pt x="340831" y="192620"/>
                </a:lnTo>
                <a:lnTo>
                  <a:pt x="332992" y="187303"/>
                </a:lnTo>
                <a:lnTo>
                  <a:pt x="332102" y="186136"/>
                </a:lnTo>
                <a:lnTo>
                  <a:pt x="331714" y="184052"/>
                </a:lnTo>
                <a:lnTo>
                  <a:pt x="332640" y="182154"/>
                </a:lnTo>
                <a:lnTo>
                  <a:pt x="336313" y="179508"/>
                </a:lnTo>
                <a:lnTo>
                  <a:pt x="340441" y="178242"/>
                </a:lnTo>
                <a:lnTo>
                  <a:pt x="342177" y="178797"/>
                </a:lnTo>
                <a:close/>
                <a:moveTo>
                  <a:pt x="328870" y="190609"/>
                </a:moveTo>
                <a:lnTo>
                  <a:pt x="337164" y="196565"/>
                </a:lnTo>
                <a:lnTo>
                  <a:pt x="338814" y="198462"/>
                </a:lnTo>
                <a:lnTo>
                  <a:pt x="338199" y="199877"/>
                </a:lnTo>
                <a:lnTo>
                  <a:pt x="331097" y="203707"/>
                </a:lnTo>
                <a:lnTo>
                  <a:pt x="325616" y="205897"/>
                </a:lnTo>
                <a:lnTo>
                  <a:pt x="323803" y="206108"/>
                </a:lnTo>
                <a:lnTo>
                  <a:pt x="316289" y="202887"/>
                </a:lnTo>
                <a:lnTo>
                  <a:pt x="312856" y="200612"/>
                </a:lnTo>
                <a:lnTo>
                  <a:pt x="311292" y="199022"/>
                </a:lnTo>
                <a:lnTo>
                  <a:pt x="311320" y="197793"/>
                </a:lnTo>
                <a:lnTo>
                  <a:pt x="312483" y="196617"/>
                </a:lnTo>
                <a:lnTo>
                  <a:pt x="322955" y="189054"/>
                </a:lnTo>
                <a:lnTo>
                  <a:pt x="325382" y="188789"/>
                </a:lnTo>
                <a:lnTo>
                  <a:pt x="328870" y="190609"/>
                </a:lnTo>
                <a:close/>
                <a:moveTo>
                  <a:pt x="309439" y="204206"/>
                </a:moveTo>
                <a:lnTo>
                  <a:pt x="314299" y="207872"/>
                </a:lnTo>
                <a:lnTo>
                  <a:pt x="315694" y="209607"/>
                </a:lnTo>
                <a:lnTo>
                  <a:pt x="315660" y="210430"/>
                </a:lnTo>
                <a:lnTo>
                  <a:pt x="314543" y="211304"/>
                </a:lnTo>
                <a:lnTo>
                  <a:pt x="310325" y="212969"/>
                </a:lnTo>
                <a:lnTo>
                  <a:pt x="306296" y="215171"/>
                </a:lnTo>
                <a:lnTo>
                  <a:pt x="304977" y="215264"/>
                </a:lnTo>
                <a:lnTo>
                  <a:pt x="303034" y="214510"/>
                </a:lnTo>
                <a:lnTo>
                  <a:pt x="302157" y="213378"/>
                </a:lnTo>
                <a:lnTo>
                  <a:pt x="302082" y="211470"/>
                </a:lnTo>
                <a:lnTo>
                  <a:pt x="303312" y="206805"/>
                </a:lnTo>
                <a:lnTo>
                  <a:pt x="304690" y="203661"/>
                </a:lnTo>
                <a:lnTo>
                  <a:pt x="306444" y="202979"/>
                </a:lnTo>
                <a:lnTo>
                  <a:pt x="309439" y="204206"/>
                </a:lnTo>
                <a:close/>
                <a:moveTo>
                  <a:pt x="344443" y="204399"/>
                </a:moveTo>
                <a:lnTo>
                  <a:pt x="345583" y="206447"/>
                </a:lnTo>
                <a:lnTo>
                  <a:pt x="346414" y="211028"/>
                </a:lnTo>
                <a:lnTo>
                  <a:pt x="346086" y="215348"/>
                </a:lnTo>
                <a:lnTo>
                  <a:pt x="345166" y="216934"/>
                </a:lnTo>
                <a:lnTo>
                  <a:pt x="343637" y="216938"/>
                </a:lnTo>
                <a:lnTo>
                  <a:pt x="340127" y="215553"/>
                </a:lnTo>
                <a:lnTo>
                  <a:pt x="331995" y="210406"/>
                </a:lnTo>
                <a:lnTo>
                  <a:pt x="331823" y="209696"/>
                </a:lnTo>
                <a:lnTo>
                  <a:pt x="332544" y="208383"/>
                </a:lnTo>
                <a:lnTo>
                  <a:pt x="337496" y="204518"/>
                </a:lnTo>
                <a:lnTo>
                  <a:pt x="339863" y="203561"/>
                </a:lnTo>
                <a:lnTo>
                  <a:pt x="341975" y="203327"/>
                </a:lnTo>
                <a:lnTo>
                  <a:pt x="344443" y="204399"/>
                </a:lnTo>
                <a:close/>
                <a:moveTo>
                  <a:pt x="329786" y="215584"/>
                </a:moveTo>
                <a:lnTo>
                  <a:pt x="338097" y="220321"/>
                </a:lnTo>
                <a:lnTo>
                  <a:pt x="339210" y="221322"/>
                </a:lnTo>
                <a:lnTo>
                  <a:pt x="339328" y="222461"/>
                </a:lnTo>
                <a:lnTo>
                  <a:pt x="338350" y="224317"/>
                </a:lnTo>
                <a:lnTo>
                  <a:pt x="336291" y="226394"/>
                </a:lnTo>
                <a:lnTo>
                  <a:pt x="325491" y="234133"/>
                </a:lnTo>
                <a:lnTo>
                  <a:pt x="323011" y="233790"/>
                </a:lnTo>
                <a:lnTo>
                  <a:pt x="320396" y="232373"/>
                </a:lnTo>
                <a:lnTo>
                  <a:pt x="310761" y="225058"/>
                </a:lnTo>
                <a:lnTo>
                  <a:pt x="307685" y="221775"/>
                </a:lnTo>
                <a:lnTo>
                  <a:pt x="308055" y="220529"/>
                </a:lnTo>
                <a:lnTo>
                  <a:pt x="310311" y="218823"/>
                </a:lnTo>
                <a:lnTo>
                  <a:pt x="320849" y="213208"/>
                </a:lnTo>
                <a:lnTo>
                  <a:pt x="322544" y="212894"/>
                </a:lnTo>
                <a:lnTo>
                  <a:pt x="324503" y="213170"/>
                </a:lnTo>
                <a:lnTo>
                  <a:pt x="329786" y="215584"/>
                </a:lnTo>
                <a:close/>
                <a:moveTo>
                  <a:pt x="304666" y="227011"/>
                </a:moveTo>
                <a:lnTo>
                  <a:pt x="315811" y="235386"/>
                </a:lnTo>
                <a:lnTo>
                  <a:pt x="317448" y="236972"/>
                </a:lnTo>
                <a:lnTo>
                  <a:pt x="317554" y="238028"/>
                </a:lnTo>
                <a:lnTo>
                  <a:pt x="316453" y="240187"/>
                </a:lnTo>
                <a:lnTo>
                  <a:pt x="314855" y="241752"/>
                </a:lnTo>
                <a:lnTo>
                  <a:pt x="303478" y="250271"/>
                </a:lnTo>
                <a:lnTo>
                  <a:pt x="300004" y="252304"/>
                </a:lnTo>
                <a:lnTo>
                  <a:pt x="298617" y="252623"/>
                </a:lnTo>
                <a:lnTo>
                  <a:pt x="297436" y="251276"/>
                </a:lnTo>
                <a:lnTo>
                  <a:pt x="297247" y="248782"/>
                </a:lnTo>
                <a:lnTo>
                  <a:pt x="298965" y="240728"/>
                </a:lnTo>
                <a:lnTo>
                  <a:pt x="300512" y="228188"/>
                </a:lnTo>
                <a:lnTo>
                  <a:pt x="301698" y="226229"/>
                </a:lnTo>
                <a:lnTo>
                  <a:pt x="302943" y="226187"/>
                </a:lnTo>
                <a:lnTo>
                  <a:pt x="304666" y="227011"/>
                </a:lnTo>
                <a:close/>
                <a:moveTo>
                  <a:pt x="347288" y="228940"/>
                </a:moveTo>
                <a:lnTo>
                  <a:pt x="348214" y="231686"/>
                </a:lnTo>
                <a:lnTo>
                  <a:pt x="349933" y="245905"/>
                </a:lnTo>
                <a:lnTo>
                  <a:pt x="349631" y="251026"/>
                </a:lnTo>
                <a:lnTo>
                  <a:pt x="349216" y="252034"/>
                </a:lnTo>
                <a:lnTo>
                  <a:pt x="348367" y="252399"/>
                </a:lnTo>
                <a:lnTo>
                  <a:pt x="346203" y="251709"/>
                </a:lnTo>
                <a:lnTo>
                  <a:pt x="343977" y="250323"/>
                </a:lnTo>
                <a:lnTo>
                  <a:pt x="331473" y="241090"/>
                </a:lnTo>
                <a:lnTo>
                  <a:pt x="331473" y="236895"/>
                </a:lnTo>
                <a:lnTo>
                  <a:pt x="343834" y="227741"/>
                </a:lnTo>
                <a:lnTo>
                  <a:pt x="345435" y="227554"/>
                </a:lnTo>
                <a:lnTo>
                  <a:pt x="347288" y="228940"/>
                </a:lnTo>
                <a:close/>
                <a:moveTo>
                  <a:pt x="464545" y="82368"/>
                </a:moveTo>
                <a:lnTo>
                  <a:pt x="449711" y="83090"/>
                </a:lnTo>
                <a:lnTo>
                  <a:pt x="406409" y="83600"/>
                </a:lnTo>
                <a:lnTo>
                  <a:pt x="393182" y="85158"/>
                </a:lnTo>
                <a:lnTo>
                  <a:pt x="388982" y="86094"/>
                </a:lnTo>
                <a:lnTo>
                  <a:pt x="388986" y="86537"/>
                </a:lnTo>
                <a:lnTo>
                  <a:pt x="395405" y="88523"/>
                </a:lnTo>
                <a:lnTo>
                  <a:pt x="396484" y="89480"/>
                </a:lnTo>
                <a:lnTo>
                  <a:pt x="396678" y="90691"/>
                </a:lnTo>
                <a:lnTo>
                  <a:pt x="392057" y="99990"/>
                </a:lnTo>
                <a:lnTo>
                  <a:pt x="390840" y="101078"/>
                </a:lnTo>
                <a:lnTo>
                  <a:pt x="387593" y="102546"/>
                </a:lnTo>
                <a:lnTo>
                  <a:pt x="386317" y="104306"/>
                </a:lnTo>
                <a:lnTo>
                  <a:pt x="386343" y="106430"/>
                </a:lnTo>
                <a:lnTo>
                  <a:pt x="388102" y="109262"/>
                </a:lnTo>
                <a:lnTo>
                  <a:pt x="388497" y="110783"/>
                </a:lnTo>
                <a:lnTo>
                  <a:pt x="388345" y="112496"/>
                </a:lnTo>
                <a:lnTo>
                  <a:pt x="387398" y="115048"/>
                </a:lnTo>
                <a:lnTo>
                  <a:pt x="386763" y="115835"/>
                </a:lnTo>
                <a:lnTo>
                  <a:pt x="385563" y="116340"/>
                </a:lnTo>
                <a:lnTo>
                  <a:pt x="371352" y="115612"/>
                </a:lnTo>
                <a:lnTo>
                  <a:pt x="367200" y="116016"/>
                </a:lnTo>
                <a:lnTo>
                  <a:pt x="365684" y="116752"/>
                </a:lnTo>
                <a:lnTo>
                  <a:pt x="364802" y="117961"/>
                </a:lnTo>
                <a:lnTo>
                  <a:pt x="362786" y="122786"/>
                </a:lnTo>
                <a:lnTo>
                  <a:pt x="361378" y="124724"/>
                </a:lnTo>
                <a:lnTo>
                  <a:pt x="359704" y="126130"/>
                </a:lnTo>
                <a:lnTo>
                  <a:pt x="355449" y="127810"/>
                </a:lnTo>
                <a:lnTo>
                  <a:pt x="353802" y="129196"/>
                </a:lnTo>
                <a:lnTo>
                  <a:pt x="352160" y="131838"/>
                </a:lnTo>
                <a:lnTo>
                  <a:pt x="350108" y="137983"/>
                </a:lnTo>
                <a:lnTo>
                  <a:pt x="343105" y="144360"/>
                </a:lnTo>
                <a:lnTo>
                  <a:pt x="342696" y="145359"/>
                </a:lnTo>
                <a:lnTo>
                  <a:pt x="342900" y="146975"/>
                </a:lnTo>
                <a:lnTo>
                  <a:pt x="345791" y="149422"/>
                </a:lnTo>
                <a:lnTo>
                  <a:pt x="349982" y="151691"/>
                </a:lnTo>
                <a:lnTo>
                  <a:pt x="356574" y="154467"/>
                </a:lnTo>
                <a:lnTo>
                  <a:pt x="360751" y="157136"/>
                </a:lnTo>
                <a:lnTo>
                  <a:pt x="364844" y="158348"/>
                </a:lnTo>
                <a:lnTo>
                  <a:pt x="367803" y="160584"/>
                </a:lnTo>
                <a:lnTo>
                  <a:pt x="372754" y="162491"/>
                </a:lnTo>
                <a:lnTo>
                  <a:pt x="387478" y="170879"/>
                </a:lnTo>
                <a:lnTo>
                  <a:pt x="394447" y="174078"/>
                </a:lnTo>
                <a:lnTo>
                  <a:pt x="398606" y="176797"/>
                </a:lnTo>
                <a:lnTo>
                  <a:pt x="429555" y="192392"/>
                </a:lnTo>
                <a:lnTo>
                  <a:pt x="453321" y="203246"/>
                </a:lnTo>
                <a:lnTo>
                  <a:pt x="463669" y="207318"/>
                </a:lnTo>
                <a:lnTo>
                  <a:pt x="504247" y="220590"/>
                </a:lnTo>
                <a:lnTo>
                  <a:pt x="518816" y="226698"/>
                </a:lnTo>
                <a:lnTo>
                  <a:pt x="541163" y="234195"/>
                </a:lnTo>
                <a:lnTo>
                  <a:pt x="548359" y="236190"/>
                </a:lnTo>
                <a:lnTo>
                  <a:pt x="564800" y="241777"/>
                </a:lnTo>
                <a:lnTo>
                  <a:pt x="572273" y="243850"/>
                </a:lnTo>
                <a:lnTo>
                  <a:pt x="589348" y="249620"/>
                </a:lnTo>
                <a:lnTo>
                  <a:pt x="596523" y="251574"/>
                </a:lnTo>
                <a:lnTo>
                  <a:pt x="624917" y="260982"/>
                </a:lnTo>
                <a:lnTo>
                  <a:pt x="657866" y="270995"/>
                </a:lnTo>
                <a:lnTo>
                  <a:pt x="687033" y="280523"/>
                </a:lnTo>
                <a:lnTo>
                  <a:pt x="694726" y="282463"/>
                </a:lnTo>
                <a:lnTo>
                  <a:pt x="700674" y="284720"/>
                </a:lnTo>
                <a:lnTo>
                  <a:pt x="706383" y="285994"/>
                </a:lnTo>
                <a:lnTo>
                  <a:pt x="708259" y="285837"/>
                </a:lnTo>
                <a:lnTo>
                  <a:pt x="709036" y="284737"/>
                </a:lnTo>
                <a:lnTo>
                  <a:pt x="709060" y="283288"/>
                </a:lnTo>
                <a:lnTo>
                  <a:pt x="707185" y="281722"/>
                </a:lnTo>
                <a:lnTo>
                  <a:pt x="702440" y="280505"/>
                </a:lnTo>
                <a:lnTo>
                  <a:pt x="673649" y="270502"/>
                </a:lnTo>
                <a:lnTo>
                  <a:pt x="534835" y="224674"/>
                </a:lnTo>
                <a:lnTo>
                  <a:pt x="459182" y="199120"/>
                </a:lnTo>
                <a:lnTo>
                  <a:pt x="425405" y="184186"/>
                </a:lnTo>
                <a:lnTo>
                  <a:pt x="400076" y="172072"/>
                </a:lnTo>
                <a:lnTo>
                  <a:pt x="399334" y="171146"/>
                </a:lnTo>
                <a:lnTo>
                  <a:pt x="399737" y="170290"/>
                </a:lnTo>
                <a:lnTo>
                  <a:pt x="402388" y="169363"/>
                </a:lnTo>
                <a:lnTo>
                  <a:pt x="407025" y="168913"/>
                </a:lnTo>
                <a:lnTo>
                  <a:pt x="408958" y="166094"/>
                </a:lnTo>
                <a:lnTo>
                  <a:pt x="410822" y="165140"/>
                </a:lnTo>
                <a:lnTo>
                  <a:pt x="413082" y="165538"/>
                </a:lnTo>
                <a:lnTo>
                  <a:pt x="415718" y="167278"/>
                </a:lnTo>
                <a:lnTo>
                  <a:pt x="421489" y="173879"/>
                </a:lnTo>
                <a:lnTo>
                  <a:pt x="428191" y="173252"/>
                </a:lnTo>
                <a:lnTo>
                  <a:pt x="451287" y="184420"/>
                </a:lnTo>
                <a:lnTo>
                  <a:pt x="468775" y="191521"/>
                </a:lnTo>
                <a:lnTo>
                  <a:pt x="495528" y="199290"/>
                </a:lnTo>
                <a:lnTo>
                  <a:pt x="504719" y="201319"/>
                </a:lnTo>
                <a:lnTo>
                  <a:pt x="510481" y="203229"/>
                </a:lnTo>
                <a:lnTo>
                  <a:pt x="519191" y="205054"/>
                </a:lnTo>
                <a:lnTo>
                  <a:pt x="523113" y="206821"/>
                </a:lnTo>
                <a:lnTo>
                  <a:pt x="530609" y="209244"/>
                </a:lnTo>
                <a:lnTo>
                  <a:pt x="534571" y="211255"/>
                </a:lnTo>
                <a:lnTo>
                  <a:pt x="545484" y="215418"/>
                </a:lnTo>
                <a:lnTo>
                  <a:pt x="575960" y="226289"/>
                </a:lnTo>
                <a:lnTo>
                  <a:pt x="604070" y="235655"/>
                </a:lnTo>
                <a:lnTo>
                  <a:pt x="618330" y="239848"/>
                </a:lnTo>
                <a:lnTo>
                  <a:pt x="623585" y="241861"/>
                </a:lnTo>
                <a:lnTo>
                  <a:pt x="650268" y="249916"/>
                </a:lnTo>
                <a:lnTo>
                  <a:pt x="677736" y="257627"/>
                </a:lnTo>
                <a:lnTo>
                  <a:pt x="738371" y="272788"/>
                </a:lnTo>
                <a:lnTo>
                  <a:pt x="776484" y="280930"/>
                </a:lnTo>
                <a:lnTo>
                  <a:pt x="780878" y="280930"/>
                </a:lnTo>
                <a:lnTo>
                  <a:pt x="782286" y="280287"/>
                </a:lnTo>
                <a:lnTo>
                  <a:pt x="783153" y="279349"/>
                </a:lnTo>
                <a:lnTo>
                  <a:pt x="783902" y="276650"/>
                </a:lnTo>
                <a:lnTo>
                  <a:pt x="783386" y="275707"/>
                </a:lnTo>
                <a:lnTo>
                  <a:pt x="782402" y="275296"/>
                </a:lnTo>
                <a:lnTo>
                  <a:pt x="750988" y="268942"/>
                </a:lnTo>
                <a:lnTo>
                  <a:pt x="726339" y="262594"/>
                </a:lnTo>
                <a:lnTo>
                  <a:pt x="686387" y="253427"/>
                </a:lnTo>
                <a:lnTo>
                  <a:pt x="670275" y="249224"/>
                </a:lnTo>
                <a:lnTo>
                  <a:pt x="637509" y="239393"/>
                </a:lnTo>
                <a:lnTo>
                  <a:pt x="579283" y="220273"/>
                </a:lnTo>
                <a:lnTo>
                  <a:pt x="560101" y="214483"/>
                </a:lnTo>
                <a:lnTo>
                  <a:pt x="544063" y="209017"/>
                </a:lnTo>
                <a:lnTo>
                  <a:pt x="537399" y="207470"/>
                </a:lnTo>
                <a:lnTo>
                  <a:pt x="535866" y="206659"/>
                </a:lnTo>
                <a:lnTo>
                  <a:pt x="535588" y="206170"/>
                </a:lnTo>
                <a:lnTo>
                  <a:pt x="536003" y="204985"/>
                </a:lnTo>
                <a:lnTo>
                  <a:pt x="542055" y="200393"/>
                </a:lnTo>
                <a:lnTo>
                  <a:pt x="543128" y="199143"/>
                </a:lnTo>
                <a:lnTo>
                  <a:pt x="543786" y="196779"/>
                </a:lnTo>
                <a:lnTo>
                  <a:pt x="543857" y="190609"/>
                </a:lnTo>
                <a:lnTo>
                  <a:pt x="547996" y="185495"/>
                </a:lnTo>
                <a:lnTo>
                  <a:pt x="548623" y="183361"/>
                </a:lnTo>
                <a:lnTo>
                  <a:pt x="548598" y="179351"/>
                </a:lnTo>
                <a:lnTo>
                  <a:pt x="549616" y="178215"/>
                </a:lnTo>
                <a:lnTo>
                  <a:pt x="551523" y="177768"/>
                </a:lnTo>
                <a:lnTo>
                  <a:pt x="554253" y="178021"/>
                </a:lnTo>
                <a:lnTo>
                  <a:pt x="561950" y="180147"/>
                </a:lnTo>
                <a:lnTo>
                  <a:pt x="571520" y="182124"/>
                </a:lnTo>
                <a:lnTo>
                  <a:pt x="592927" y="188030"/>
                </a:lnTo>
                <a:lnTo>
                  <a:pt x="621604" y="195132"/>
                </a:lnTo>
                <a:lnTo>
                  <a:pt x="623917" y="195430"/>
                </a:lnTo>
                <a:lnTo>
                  <a:pt x="625641" y="195063"/>
                </a:lnTo>
                <a:lnTo>
                  <a:pt x="626612" y="194112"/>
                </a:lnTo>
                <a:lnTo>
                  <a:pt x="626669" y="192657"/>
                </a:lnTo>
                <a:lnTo>
                  <a:pt x="625697" y="190959"/>
                </a:lnTo>
                <a:lnTo>
                  <a:pt x="624098" y="189940"/>
                </a:lnTo>
                <a:lnTo>
                  <a:pt x="610298" y="186336"/>
                </a:lnTo>
                <a:lnTo>
                  <a:pt x="597231" y="183667"/>
                </a:lnTo>
                <a:lnTo>
                  <a:pt x="595421" y="182706"/>
                </a:lnTo>
                <a:lnTo>
                  <a:pt x="594945" y="181567"/>
                </a:lnTo>
                <a:lnTo>
                  <a:pt x="595513" y="180382"/>
                </a:lnTo>
                <a:lnTo>
                  <a:pt x="597046" y="179237"/>
                </a:lnTo>
                <a:lnTo>
                  <a:pt x="605276" y="176133"/>
                </a:lnTo>
                <a:lnTo>
                  <a:pt x="606101" y="174464"/>
                </a:lnTo>
                <a:lnTo>
                  <a:pt x="607221" y="168815"/>
                </a:lnTo>
                <a:lnTo>
                  <a:pt x="609203" y="166803"/>
                </a:lnTo>
                <a:lnTo>
                  <a:pt x="611362" y="166306"/>
                </a:lnTo>
                <a:lnTo>
                  <a:pt x="626277" y="166127"/>
                </a:lnTo>
                <a:lnTo>
                  <a:pt x="630217" y="165588"/>
                </a:lnTo>
                <a:lnTo>
                  <a:pt x="631513" y="164990"/>
                </a:lnTo>
                <a:lnTo>
                  <a:pt x="631987" y="164090"/>
                </a:lnTo>
                <a:lnTo>
                  <a:pt x="631269" y="157448"/>
                </a:lnTo>
                <a:lnTo>
                  <a:pt x="631603" y="154496"/>
                </a:lnTo>
                <a:lnTo>
                  <a:pt x="632718" y="151450"/>
                </a:lnTo>
                <a:lnTo>
                  <a:pt x="635478" y="146474"/>
                </a:lnTo>
                <a:lnTo>
                  <a:pt x="636007" y="143636"/>
                </a:lnTo>
                <a:lnTo>
                  <a:pt x="635450" y="140453"/>
                </a:lnTo>
                <a:lnTo>
                  <a:pt x="633823" y="139236"/>
                </a:lnTo>
                <a:lnTo>
                  <a:pt x="631619" y="139677"/>
                </a:lnTo>
                <a:lnTo>
                  <a:pt x="627161" y="143659"/>
                </a:lnTo>
                <a:lnTo>
                  <a:pt x="621096" y="150760"/>
                </a:lnTo>
                <a:lnTo>
                  <a:pt x="620187" y="152487"/>
                </a:lnTo>
                <a:lnTo>
                  <a:pt x="619602" y="154906"/>
                </a:lnTo>
                <a:lnTo>
                  <a:pt x="617524" y="156890"/>
                </a:lnTo>
                <a:lnTo>
                  <a:pt x="615014" y="157297"/>
                </a:lnTo>
                <a:lnTo>
                  <a:pt x="609788" y="156270"/>
                </a:lnTo>
                <a:lnTo>
                  <a:pt x="606307" y="156166"/>
                </a:lnTo>
                <a:lnTo>
                  <a:pt x="602956" y="156804"/>
                </a:lnTo>
                <a:lnTo>
                  <a:pt x="599120" y="158658"/>
                </a:lnTo>
                <a:lnTo>
                  <a:pt x="597996" y="160541"/>
                </a:lnTo>
                <a:lnTo>
                  <a:pt x="596725" y="166199"/>
                </a:lnTo>
                <a:lnTo>
                  <a:pt x="596164" y="167093"/>
                </a:lnTo>
                <a:lnTo>
                  <a:pt x="595412" y="167350"/>
                </a:lnTo>
                <a:lnTo>
                  <a:pt x="591915" y="165954"/>
                </a:lnTo>
                <a:lnTo>
                  <a:pt x="585754" y="164849"/>
                </a:lnTo>
                <a:lnTo>
                  <a:pt x="581332" y="161777"/>
                </a:lnTo>
                <a:lnTo>
                  <a:pt x="576788" y="160222"/>
                </a:lnTo>
                <a:lnTo>
                  <a:pt x="569799" y="155448"/>
                </a:lnTo>
                <a:lnTo>
                  <a:pt x="563484" y="153224"/>
                </a:lnTo>
                <a:lnTo>
                  <a:pt x="561043" y="153274"/>
                </a:lnTo>
                <a:lnTo>
                  <a:pt x="559021" y="154111"/>
                </a:lnTo>
                <a:lnTo>
                  <a:pt x="549202" y="163204"/>
                </a:lnTo>
                <a:lnTo>
                  <a:pt x="542288" y="167866"/>
                </a:lnTo>
                <a:lnTo>
                  <a:pt x="540420" y="168744"/>
                </a:lnTo>
                <a:lnTo>
                  <a:pt x="538439" y="169088"/>
                </a:lnTo>
                <a:lnTo>
                  <a:pt x="534908" y="168619"/>
                </a:lnTo>
                <a:lnTo>
                  <a:pt x="528755" y="166687"/>
                </a:lnTo>
                <a:lnTo>
                  <a:pt x="518846" y="164598"/>
                </a:lnTo>
                <a:lnTo>
                  <a:pt x="511493" y="162356"/>
                </a:lnTo>
                <a:lnTo>
                  <a:pt x="502843" y="160886"/>
                </a:lnTo>
                <a:lnTo>
                  <a:pt x="496437" y="158843"/>
                </a:lnTo>
                <a:lnTo>
                  <a:pt x="486458" y="157239"/>
                </a:lnTo>
                <a:lnTo>
                  <a:pt x="479681" y="155014"/>
                </a:lnTo>
                <a:lnTo>
                  <a:pt x="470007" y="153745"/>
                </a:lnTo>
                <a:lnTo>
                  <a:pt x="469612" y="154281"/>
                </a:lnTo>
                <a:lnTo>
                  <a:pt x="469843" y="155419"/>
                </a:lnTo>
                <a:lnTo>
                  <a:pt x="471919" y="156721"/>
                </a:lnTo>
                <a:lnTo>
                  <a:pt x="480715" y="158565"/>
                </a:lnTo>
                <a:lnTo>
                  <a:pt x="486653" y="161237"/>
                </a:lnTo>
                <a:lnTo>
                  <a:pt x="494468" y="162609"/>
                </a:lnTo>
                <a:lnTo>
                  <a:pt x="502666" y="165007"/>
                </a:lnTo>
                <a:lnTo>
                  <a:pt x="511554" y="166207"/>
                </a:lnTo>
                <a:lnTo>
                  <a:pt x="516366" y="168866"/>
                </a:lnTo>
                <a:lnTo>
                  <a:pt x="521950" y="169684"/>
                </a:lnTo>
                <a:lnTo>
                  <a:pt x="535021" y="173935"/>
                </a:lnTo>
                <a:lnTo>
                  <a:pt x="535918" y="174513"/>
                </a:lnTo>
                <a:lnTo>
                  <a:pt x="536950" y="176061"/>
                </a:lnTo>
                <a:lnTo>
                  <a:pt x="536563" y="179253"/>
                </a:lnTo>
                <a:lnTo>
                  <a:pt x="532650" y="184928"/>
                </a:lnTo>
                <a:lnTo>
                  <a:pt x="530387" y="186951"/>
                </a:lnTo>
                <a:lnTo>
                  <a:pt x="529831" y="186989"/>
                </a:lnTo>
                <a:lnTo>
                  <a:pt x="528814" y="186175"/>
                </a:lnTo>
                <a:lnTo>
                  <a:pt x="526332" y="182051"/>
                </a:lnTo>
                <a:lnTo>
                  <a:pt x="522186" y="177417"/>
                </a:lnTo>
                <a:lnTo>
                  <a:pt x="518625" y="174510"/>
                </a:lnTo>
                <a:lnTo>
                  <a:pt x="512921" y="170975"/>
                </a:lnTo>
                <a:lnTo>
                  <a:pt x="510774" y="171085"/>
                </a:lnTo>
                <a:lnTo>
                  <a:pt x="504545" y="175102"/>
                </a:lnTo>
                <a:lnTo>
                  <a:pt x="502126" y="175705"/>
                </a:lnTo>
                <a:lnTo>
                  <a:pt x="498909" y="174578"/>
                </a:lnTo>
                <a:lnTo>
                  <a:pt x="491613" y="173649"/>
                </a:lnTo>
                <a:lnTo>
                  <a:pt x="486964" y="171854"/>
                </a:lnTo>
                <a:lnTo>
                  <a:pt x="486877" y="168214"/>
                </a:lnTo>
                <a:lnTo>
                  <a:pt x="486139" y="166671"/>
                </a:lnTo>
                <a:lnTo>
                  <a:pt x="479491" y="162066"/>
                </a:lnTo>
                <a:lnTo>
                  <a:pt x="464020" y="161337"/>
                </a:lnTo>
                <a:lnTo>
                  <a:pt x="458301" y="160739"/>
                </a:lnTo>
                <a:lnTo>
                  <a:pt x="455672" y="160042"/>
                </a:lnTo>
                <a:lnTo>
                  <a:pt x="454202" y="158543"/>
                </a:lnTo>
                <a:lnTo>
                  <a:pt x="453842" y="156523"/>
                </a:lnTo>
                <a:lnTo>
                  <a:pt x="454661" y="154256"/>
                </a:lnTo>
                <a:lnTo>
                  <a:pt x="456227" y="152403"/>
                </a:lnTo>
                <a:lnTo>
                  <a:pt x="457915" y="152005"/>
                </a:lnTo>
                <a:lnTo>
                  <a:pt x="461067" y="152989"/>
                </a:lnTo>
                <a:lnTo>
                  <a:pt x="465735" y="153480"/>
                </a:lnTo>
                <a:lnTo>
                  <a:pt x="467347" y="153101"/>
                </a:lnTo>
                <a:lnTo>
                  <a:pt x="467402" y="152314"/>
                </a:lnTo>
                <a:lnTo>
                  <a:pt x="457762" y="149397"/>
                </a:lnTo>
                <a:lnTo>
                  <a:pt x="447520" y="141101"/>
                </a:lnTo>
                <a:lnTo>
                  <a:pt x="445675" y="140081"/>
                </a:lnTo>
                <a:lnTo>
                  <a:pt x="443974" y="139894"/>
                </a:lnTo>
                <a:lnTo>
                  <a:pt x="439352" y="141284"/>
                </a:lnTo>
                <a:lnTo>
                  <a:pt x="437967" y="141262"/>
                </a:lnTo>
                <a:lnTo>
                  <a:pt x="434808" y="136730"/>
                </a:lnTo>
                <a:lnTo>
                  <a:pt x="431711" y="133473"/>
                </a:lnTo>
                <a:lnTo>
                  <a:pt x="431701" y="131825"/>
                </a:lnTo>
                <a:lnTo>
                  <a:pt x="432709" y="131137"/>
                </a:lnTo>
                <a:lnTo>
                  <a:pt x="437263" y="130578"/>
                </a:lnTo>
                <a:lnTo>
                  <a:pt x="460880" y="129731"/>
                </a:lnTo>
                <a:lnTo>
                  <a:pt x="489982" y="127378"/>
                </a:lnTo>
                <a:lnTo>
                  <a:pt x="503546" y="126022"/>
                </a:lnTo>
                <a:lnTo>
                  <a:pt x="509336" y="123640"/>
                </a:lnTo>
                <a:lnTo>
                  <a:pt x="521998" y="124598"/>
                </a:lnTo>
                <a:lnTo>
                  <a:pt x="530624" y="123459"/>
                </a:lnTo>
                <a:lnTo>
                  <a:pt x="547521" y="122680"/>
                </a:lnTo>
                <a:lnTo>
                  <a:pt x="560065" y="121179"/>
                </a:lnTo>
                <a:lnTo>
                  <a:pt x="568628" y="119539"/>
                </a:lnTo>
                <a:lnTo>
                  <a:pt x="588313" y="118692"/>
                </a:lnTo>
                <a:lnTo>
                  <a:pt x="591855" y="118016"/>
                </a:lnTo>
                <a:lnTo>
                  <a:pt x="593085" y="117136"/>
                </a:lnTo>
                <a:lnTo>
                  <a:pt x="591751" y="116618"/>
                </a:lnTo>
                <a:lnTo>
                  <a:pt x="586757" y="116379"/>
                </a:lnTo>
                <a:lnTo>
                  <a:pt x="568945" y="116795"/>
                </a:lnTo>
                <a:lnTo>
                  <a:pt x="552388" y="118699"/>
                </a:lnTo>
                <a:lnTo>
                  <a:pt x="521120" y="120058"/>
                </a:lnTo>
                <a:lnTo>
                  <a:pt x="512483" y="121546"/>
                </a:lnTo>
                <a:lnTo>
                  <a:pt x="505177" y="121452"/>
                </a:lnTo>
                <a:lnTo>
                  <a:pt x="497819" y="122663"/>
                </a:lnTo>
                <a:lnTo>
                  <a:pt x="454481" y="124577"/>
                </a:lnTo>
                <a:lnTo>
                  <a:pt x="444913" y="126071"/>
                </a:lnTo>
                <a:lnTo>
                  <a:pt x="441498" y="125857"/>
                </a:lnTo>
                <a:lnTo>
                  <a:pt x="438735" y="122704"/>
                </a:lnTo>
                <a:lnTo>
                  <a:pt x="437490" y="121934"/>
                </a:lnTo>
                <a:lnTo>
                  <a:pt x="432397" y="123579"/>
                </a:lnTo>
                <a:lnTo>
                  <a:pt x="431204" y="123634"/>
                </a:lnTo>
                <a:lnTo>
                  <a:pt x="429901" y="123056"/>
                </a:lnTo>
                <a:lnTo>
                  <a:pt x="429154" y="121213"/>
                </a:lnTo>
                <a:lnTo>
                  <a:pt x="429806" y="118335"/>
                </a:lnTo>
                <a:lnTo>
                  <a:pt x="432401" y="115915"/>
                </a:lnTo>
                <a:lnTo>
                  <a:pt x="435128" y="114649"/>
                </a:lnTo>
                <a:lnTo>
                  <a:pt x="442000" y="113155"/>
                </a:lnTo>
                <a:lnTo>
                  <a:pt x="452456" y="111895"/>
                </a:lnTo>
                <a:lnTo>
                  <a:pt x="467438" y="112924"/>
                </a:lnTo>
                <a:lnTo>
                  <a:pt x="478121" y="111760"/>
                </a:lnTo>
                <a:lnTo>
                  <a:pt x="512787" y="111106"/>
                </a:lnTo>
                <a:lnTo>
                  <a:pt x="530387" y="109947"/>
                </a:lnTo>
                <a:lnTo>
                  <a:pt x="546479" y="109579"/>
                </a:lnTo>
                <a:lnTo>
                  <a:pt x="556018" y="108198"/>
                </a:lnTo>
                <a:lnTo>
                  <a:pt x="582847" y="107677"/>
                </a:lnTo>
                <a:lnTo>
                  <a:pt x="607385" y="106595"/>
                </a:lnTo>
                <a:lnTo>
                  <a:pt x="613075" y="106156"/>
                </a:lnTo>
                <a:lnTo>
                  <a:pt x="615938" y="105316"/>
                </a:lnTo>
                <a:lnTo>
                  <a:pt x="615572" y="104291"/>
                </a:lnTo>
                <a:lnTo>
                  <a:pt x="614431" y="103902"/>
                </a:lnTo>
                <a:lnTo>
                  <a:pt x="599762" y="103221"/>
                </a:lnTo>
                <a:lnTo>
                  <a:pt x="586412" y="104119"/>
                </a:lnTo>
                <a:lnTo>
                  <a:pt x="539784" y="104771"/>
                </a:lnTo>
                <a:lnTo>
                  <a:pt x="536112" y="105067"/>
                </a:lnTo>
                <a:lnTo>
                  <a:pt x="530014" y="106288"/>
                </a:lnTo>
                <a:lnTo>
                  <a:pt x="511023" y="106548"/>
                </a:lnTo>
                <a:lnTo>
                  <a:pt x="498504" y="107748"/>
                </a:lnTo>
                <a:lnTo>
                  <a:pt x="470728" y="108211"/>
                </a:lnTo>
                <a:lnTo>
                  <a:pt x="449717" y="109935"/>
                </a:lnTo>
                <a:lnTo>
                  <a:pt x="430302" y="109569"/>
                </a:lnTo>
                <a:lnTo>
                  <a:pt x="429204" y="109320"/>
                </a:lnTo>
                <a:lnTo>
                  <a:pt x="427796" y="108117"/>
                </a:lnTo>
                <a:lnTo>
                  <a:pt x="426799" y="106352"/>
                </a:lnTo>
                <a:lnTo>
                  <a:pt x="426274" y="104273"/>
                </a:lnTo>
                <a:lnTo>
                  <a:pt x="426283" y="102126"/>
                </a:lnTo>
                <a:lnTo>
                  <a:pt x="427594" y="98108"/>
                </a:lnTo>
                <a:lnTo>
                  <a:pt x="428031" y="94926"/>
                </a:lnTo>
                <a:lnTo>
                  <a:pt x="427689" y="93451"/>
                </a:lnTo>
                <a:lnTo>
                  <a:pt x="425684" y="90324"/>
                </a:lnTo>
                <a:lnTo>
                  <a:pt x="427564" y="88395"/>
                </a:lnTo>
                <a:lnTo>
                  <a:pt x="479704" y="88054"/>
                </a:lnTo>
                <a:lnTo>
                  <a:pt x="539499" y="86545"/>
                </a:lnTo>
                <a:lnTo>
                  <a:pt x="558575" y="85110"/>
                </a:lnTo>
                <a:lnTo>
                  <a:pt x="591086" y="84205"/>
                </a:lnTo>
                <a:lnTo>
                  <a:pt x="597313" y="83385"/>
                </a:lnTo>
                <a:lnTo>
                  <a:pt x="597616" y="82754"/>
                </a:lnTo>
                <a:lnTo>
                  <a:pt x="596063" y="82268"/>
                </a:lnTo>
                <a:lnTo>
                  <a:pt x="579745" y="81747"/>
                </a:lnTo>
                <a:lnTo>
                  <a:pt x="487803" y="81639"/>
                </a:lnTo>
                <a:lnTo>
                  <a:pt x="464545" y="82368"/>
                </a:lnTo>
                <a:close/>
                <a:moveTo>
                  <a:pt x="410111" y="101413"/>
                </a:moveTo>
                <a:lnTo>
                  <a:pt x="411579" y="103683"/>
                </a:lnTo>
                <a:lnTo>
                  <a:pt x="415031" y="107549"/>
                </a:lnTo>
                <a:lnTo>
                  <a:pt x="415352" y="108946"/>
                </a:lnTo>
                <a:lnTo>
                  <a:pt x="414691" y="110284"/>
                </a:lnTo>
                <a:lnTo>
                  <a:pt x="413775" y="111441"/>
                </a:lnTo>
                <a:lnTo>
                  <a:pt x="405621" y="111782"/>
                </a:lnTo>
                <a:lnTo>
                  <a:pt x="402701" y="111141"/>
                </a:lnTo>
                <a:lnTo>
                  <a:pt x="401818" y="108500"/>
                </a:lnTo>
                <a:lnTo>
                  <a:pt x="401789" y="105763"/>
                </a:lnTo>
                <a:lnTo>
                  <a:pt x="402440" y="103336"/>
                </a:lnTo>
                <a:lnTo>
                  <a:pt x="403665" y="101391"/>
                </a:lnTo>
                <a:lnTo>
                  <a:pt x="406345" y="99750"/>
                </a:lnTo>
                <a:lnTo>
                  <a:pt x="409387" y="99629"/>
                </a:lnTo>
                <a:lnTo>
                  <a:pt x="410111" y="101413"/>
                </a:lnTo>
                <a:close/>
                <a:moveTo>
                  <a:pt x="412473" y="114865"/>
                </a:moveTo>
                <a:lnTo>
                  <a:pt x="415876" y="115952"/>
                </a:lnTo>
                <a:lnTo>
                  <a:pt x="417578" y="117336"/>
                </a:lnTo>
                <a:lnTo>
                  <a:pt x="418765" y="119170"/>
                </a:lnTo>
                <a:lnTo>
                  <a:pt x="419384" y="121392"/>
                </a:lnTo>
                <a:lnTo>
                  <a:pt x="419395" y="124175"/>
                </a:lnTo>
                <a:lnTo>
                  <a:pt x="418966" y="125348"/>
                </a:lnTo>
                <a:lnTo>
                  <a:pt x="417774" y="126224"/>
                </a:lnTo>
                <a:lnTo>
                  <a:pt x="416335" y="126420"/>
                </a:lnTo>
                <a:lnTo>
                  <a:pt x="415298" y="125999"/>
                </a:lnTo>
                <a:lnTo>
                  <a:pt x="410490" y="121639"/>
                </a:lnTo>
                <a:lnTo>
                  <a:pt x="404701" y="119809"/>
                </a:lnTo>
                <a:lnTo>
                  <a:pt x="403077" y="118661"/>
                </a:lnTo>
                <a:lnTo>
                  <a:pt x="402131" y="117340"/>
                </a:lnTo>
                <a:lnTo>
                  <a:pt x="402008" y="115989"/>
                </a:lnTo>
                <a:lnTo>
                  <a:pt x="403023" y="114238"/>
                </a:lnTo>
                <a:lnTo>
                  <a:pt x="412473" y="114865"/>
                </a:lnTo>
                <a:close/>
                <a:moveTo>
                  <a:pt x="383545" y="124218"/>
                </a:moveTo>
                <a:lnTo>
                  <a:pt x="383993" y="124871"/>
                </a:lnTo>
                <a:lnTo>
                  <a:pt x="384090" y="126976"/>
                </a:lnTo>
                <a:lnTo>
                  <a:pt x="382593" y="131283"/>
                </a:lnTo>
                <a:lnTo>
                  <a:pt x="379697" y="135615"/>
                </a:lnTo>
                <a:lnTo>
                  <a:pt x="377049" y="138113"/>
                </a:lnTo>
                <a:lnTo>
                  <a:pt x="373692" y="140692"/>
                </a:lnTo>
                <a:lnTo>
                  <a:pt x="372077" y="141405"/>
                </a:lnTo>
                <a:lnTo>
                  <a:pt x="370696" y="141426"/>
                </a:lnTo>
                <a:lnTo>
                  <a:pt x="367230" y="140226"/>
                </a:lnTo>
                <a:lnTo>
                  <a:pt x="364741" y="140611"/>
                </a:lnTo>
                <a:lnTo>
                  <a:pt x="364908" y="141997"/>
                </a:lnTo>
                <a:lnTo>
                  <a:pt x="366126" y="143940"/>
                </a:lnTo>
                <a:lnTo>
                  <a:pt x="371043" y="148472"/>
                </a:lnTo>
                <a:lnTo>
                  <a:pt x="372899" y="154700"/>
                </a:lnTo>
                <a:lnTo>
                  <a:pt x="373007" y="156491"/>
                </a:lnTo>
                <a:lnTo>
                  <a:pt x="372616" y="157624"/>
                </a:lnTo>
                <a:lnTo>
                  <a:pt x="371269" y="158298"/>
                </a:lnTo>
                <a:lnTo>
                  <a:pt x="368857" y="157932"/>
                </a:lnTo>
                <a:lnTo>
                  <a:pt x="364265" y="155208"/>
                </a:lnTo>
                <a:lnTo>
                  <a:pt x="358991" y="152994"/>
                </a:lnTo>
                <a:lnTo>
                  <a:pt x="357926" y="150556"/>
                </a:lnTo>
                <a:lnTo>
                  <a:pt x="358166" y="146403"/>
                </a:lnTo>
                <a:lnTo>
                  <a:pt x="360033" y="142679"/>
                </a:lnTo>
                <a:lnTo>
                  <a:pt x="363162" y="140352"/>
                </a:lnTo>
                <a:lnTo>
                  <a:pt x="363137" y="137722"/>
                </a:lnTo>
                <a:lnTo>
                  <a:pt x="364084" y="135916"/>
                </a:lnTo>
                <a:lnTo>
                  <a:pt x="367851" y="132891"/>
                </a:lnTo>
                <a:lnTo>
                  <a:pt x="371815" y="128364"/>
                </a:lnTo>
                <a:lnTo>
                  <a:pt x="377420" y="123916"/>
                </a:lnTo>
                <a:lnTo>
                  <a:pt x="380531" y="123465"/>
                </a:lnTo>
                <a:lnTo>
                  <a:pt x="383545" y="124218"/>
                </a:lnTo>
                <a:close/>
                <a:moveTo>
                  <a:pt x="397864" y="139888"/>
                </a:moveTo>
                <a:lnTo>
                  <a:pt x="400486" y="144256"/>
                </a:lnTo>
                <a:lnTo>
                  <a:pt x="402517" y="149123"/>
                </a:lnTo>
                <a:lnTo>
                  <a:pt x="402046" y="151730"/>
                </a:lnTo>
                <a:lnTo>
                  <a:pt x="400211" y="153102"/>
                </a:lnTo>
                <a:lnTo>
                  <a:pt x="398805" y="153038"/>
                </a:lnTo>
                <a:lnTo>
                  <a:pt x="397810" y="152369"/>
                </a:lnTo>
                <a:lnTo>
                  <a:pt x="396214" y="146848"/>
                </a:lnTo>
                <a:lnTo>
                  <a:pt x="395085" y="145172"/>
                </a:lnTo>
                <a:lnTo>
                  <a:pt x="393205" y="144021"/>
                </a:lnTo>
                <a:lnTo>
                  <a:pt x="389812" y="142781"/>
                </a:lnTo>
                <a:lnTo>
                  <a:pt x="390103" y="140228"/>
                </a:lnTo>
                <a:lnTo>
                  <a:pt x="390883" y="139227"/>
                </a:lnTo>
                <a:lnTo>
                  <a:pt x="392681" y="138134"/>
                </a:lnTo>
                <a:lnTo>
                  <a:pt x="395878" y="138013"/>
                </a:lnTo>
                <a:lnTo>
                  <a:pt x="397864" y="139888"/>
                </a:lnTo>
                <a:close/>
                <a:moveTo>
                  <a:pt x="436532" y="143793"/>
                </a:moveTo>
                <a:lnTo>
                  <a:pt x="436796" y="146937"/>
                </a:lnTo>
                <a:lnTo>
                  <a:pt x="436068" y="148741"/>
                </a:lnTo>
                <a:lnTo>
                  <a:pt x="431025" y="151663"/>
                </a:lnTo>
                <a:lnTo>
                  <a:pt x="426581" y="157265"/>
                </a:lnTo>
                <a:lnTo>
                  <a:pt x="425687" y="157341"/>
                </a:lnTo>
                <a:lnTo>
                  <a:pt x="424940" y="156887"/>
                </a:lnTo>
                <a:lnTo>
                  <a:pt x="423823" y="155026"/>
                </a:lnTo>
                <a:lnTo>
                  <a:pt x="423562" y="151990"/>
                </a:lnTo>
                <a:lnTo>
                  <a:pt x="427167" y="149718"/>
                </a:lnTo>
                <a:lnTo>
                  <a:pt x="429460" y="145462"/>
                </a:lnTo>
                <a:lnTo>
                  <a:pt x="431208" y="143844"/>
                </a:lnTo>
                <a:lnTo>
                  <a:pt x="434121" y="143022"/>
                </a:lnTo>
                <a:lnTo>
                  <a:pt x="435815" y="143209"/>
                </a:lnTo>
                <a:lnTo>
                  <a:pt x="436532" y="143793"/>
                </a:lnTo>
                <a:close/>
                <a:moveTo>
                  <a:pt x="562179" y="169588"/>
                </a:moveTo>
                <a:lnTo>
                  <a:pt x="562649" y="172113"/>
                </a:lnTo>
                <a:lnTo>
                  <a:pt x="561304" y="173649"/>
                </a:lnTo>
                <a:lnTo>
                  <a:pt x="558699" y="173727"/>
                </a:lnTo>
                <a:lnTo>
                  <a:pt x="556231" y="172242"/>
                </a:lnTo>
                <a:lnTo>
                  <a:pt x="556122" y="171402"/>
                </a:lnTo>
                <a:lnTo>
                  <a:pt x="556678" y="170498"/>
                </a:lnTo>
                <a:lnTo>
                  <a:pt x="559290" y="168813"/>
                </a:lnTo>
                <a:lnTo>
                  <a:pt x="561224" y="168554"/>
                </a:lnTo>
                <a:lnTo>
                  <a:pt x="562179" y="169588"/>
                </a:lnTo>
                <a:close/>
                <a:moveTo>
                  <a:pt x="463339" y="170938"/>
                </a:moveTo>
                <a:lnTo>
                  <a:pt x="466320" y="171431"/>
                </a:lnTo>
                <a:lnTo>
                  <a:pt x="467974" y="172278"/>
                </a:lnTo>
                <a:lnTo>
                  <a:pt x="471453" y="178246"/>
                </a:lnTo>
                <a:lnTo>
                  <a:pt x="473911" y="180228"/>
                </a:lnTo>
                <a:lnTo>
                  <a:pt x="477604" y="181677"/>
                </a:lnTo>
                <a:lnTo>
                  <a:pt x="485108" y="182768"/>
                </a:lnTo>
                <a:lnTo>
                  <a:pt x="493966" y="184837"/>
                </a:lnTo>
                <a:lnTo>
                  <a:pt x="495448" y="185669"/>
                </a:lnTo>
                <a:lnTo>
                  <a:pt x="499201" y="189024"/>
                </a:lnTo>
                <a:lnTo>
                  <a:pt x="502055" y="190368"/>
                </a:lnTo>
                <a:lnTo>
                  <a:pt x="508462" y="188371"/>
                </a:lnTo>
                <a:lnTo>
                  <a:pt x="513422" y="185312"/>
                </a:lnTo>
                <a:lnTo>
                  <a:pt x="514871" y="185071"/>
                </a:lnTo>
                <a:lnTo>
                  <a:pt x="517859" y="187947"/>
                </a:lnTo>
                <a:lnTo>
                  <a:pt x="523662" y="197292"/>
                </a:lnTo>
                <a:lnTo>
                  <a:pt x="524080" y="199192"/>
                </a:lnTo>
                <a:lnTo>
                  <a:pt x="523770" y="201662"/>
                </a:lnTo>
                <a:lnTo>
                  <a:pt x="522788" y="202513"/>
                </a:lnTo>
                <a:lnTo>
                  <a:pt x="521744" y="202452"/>
                </a:lnTo>
                <a:lnTo>
                  <a:pt x="507126" y="197577"/>
                </a:lnTo>
                <a:lnTo>
                  <a:pt x="500079" y="195822"/>
                </a:lnTo>
                <a:lnTo>
                  <a:pt x="493934" y="193478"/>
                </a:lnTo>
                <a:lnTo>
                  <a:pt x="474423" y="187789"/>
                </a:lnTo>
                <a:lnTo>
                  <a:pt x="463586" y="183871"/>
                </a:lnTo>
                <a:lnTo>
                  <a:pt x="451334" y="178411"/>
                </a:lnTo>
                <a:lnTo>
                  <a:pt x="447985" y="176511"/>
                </a:lnTo>
                <a:lnTo>
                  <a:pt x="446988" y="175082"/>
                </a:lnTo>
                <a:lnTo>
                  <a:pt x="448115" y="173632"/>
                </a:lnTo>
                <a:lnTo>
                  <a:pt x="452202" y="170841"/>
                </a:lnTo>
                <a:lnTo>
                  <a:pt x="455131" y="170166"/>
                </a:lnTo>
                <a:lnTo>
                  <a:pt x="463339" y="170938"/>
                </a:lnTo>
                <a:close/>
                <a:moveTo>
                  <a:pt x="588889" y="177881"/>
                </a:moveTo>
                <a:lnTo>
                  <a:pt x="589613" y="179472"/>
                </a:lnTo>
                <a:lnTo>
                  <a:pt x="588120" y="180461"/>
                </a:lnTo>
                <a:lnTo>
                  <a:pt x="584673" y="180187"/>
                </a:lnTo>
                <a:lnTo>
                  <a:pt x="583393" y="178990"/>
                </a:lnTo>
                <a:lnTo>
                  <a:pt x="583802" y="178143"/>
                </a:lnTo>
                <a:lnTo>
                  <a:pt x="585508" y="177368"/>
                </a:lnTo>
                <a:lnTo>
                  <a:pt x="587670" y="177362"/>
                </a:lnTo>
                <a:lnTo>
                  <a:pt x="588889" y="177881"/>
                </a:lnTo>
                <a:close/>
                <a:moveTo>
                  <a:pt x="432338" y="100931"/>
                </a:moveTo>
                <a:lnTo>
                  <a:pt x="432042" y="102431"/>
                </a:lnTo>
                <a:lnTo>
                  <a:pt x="432723" y="103968"/>
                </a:lnTo>
                <a:lnTo>
                  <a:pt x="433716" y="104340"/>
                </a:lnTo>
                <a:lnTo>
                  <a:pt x="435116" y="103709"/>
                </a:lnTo>
                <a:lnTo>
                  <a:pt x="435747" y="102310"/>
                </a:lnTo>
                <a:lnTo>
                  <a:pt x="435375" y="101316"/>
                </a:lnTo>
                <a:lnTo>
                  <a:pt x="433838" y="100635"/>
                </a:lnTo>
                <a:lnTo>
                  <a:pt x="432338" y="100931"/>
                </a:lnTo>
                <a:close/>
                <a:moveTo>
                  <a:pt x="634259" y="111441"/>
                </a:moveTo>
                <a:lnTo>
                  <a:pt x="625104" y="112473"/>
                </a:lnTo>
                <a:lnTo>
                  <a:pt x="622861" y="113248"/>
                </a:lnTo>
                <a:lnTo>
                  <a:pt x="622624" y="113909"/>
                </a:lnTo>
                <a:lnTo>
                  <a:pt x="623555" y="114624"/>
                </a:lnTo>
                <a:lnTo>
                  <a:pt x="625772" y="114938"/>
                </a:lnTo>
                <a:lnTo>
                  <a:pt x="631505" y="114768"/>
                </a:lnTo>
                <a:lnTo>
                  <a:pt x="636912" y="114077"/>
                </a:lnTo>
                <a:lnTo>
                  <a:pt x="638654" y="113295"/>
                </a:lnTo>
                <a:lnTo>
                  <a:pt x="638828" y="112477"/>
                </a:lnTo>
                <a:lnTo>
                  <a:pt x="638331" y="111490"/>
                </a:lnTo>
                <a:lnTo>
                  <a:pt x="637055" y="110905"/>
                </a:lnTo>
                <a:lnTo>
                  <a:pt x="634259" y="111441"/>
                </a:lnTo>
                <a:close/>
                <a:moveTo>
                  <a:pt x="611357" y="113852"/>
                </a:moveTo>
                <a:lnTo>
                  <a:pt x="611213" y="115076"/>
                </a:lnTo>
                <a:lnTo>
                  <a:pt x="613238" y="115540"/>
                </a:lnTo>
                <a:lnTo>
                  <a:pt x="615381" y="115131"/>
                </a:lnTo>
                <a:lnTo>
                  <a:pt x="616560" y="113958"/>
                </a:lnTo>
                <a:lnTo>
                  <a:pt x="616227" y="113489"/>
                </a:lnTo>
                <a:lnTo>
                  <a:pt x="614669" y="113154"/>
                </a:lnTo>
                <a:lnTo>
                  <a:pt x="612689" y="113283"/>
                </a:lnTo>
                <a:lnTo>
                  <a:pt x="611357" y="113852"/>
                </a:lnTo>
                <a:close/>
                <a:moveTo>
                  <a:pt x="597279" y="116118"/>
                </a:moveTo>
                <a:lnTo>
                  <a:pt x="595978" y="117138"/>
                </a:lnTo>
                <a:lnTo>
                  <a:pt x="597566" y="117843"/>
                </a:lnTo>
                <a:lnTo>
                  <a:pt x="601471" y="117762"/>
                </a:lnTo>
                <a:lnTo>
                  <a:pt x="602378" y="117367"/>
                </a:lnTo>
                <a:lnTo>
                  <a:pt x="602679" y="116745"/>
                </a:lnTo>
                <a:lnTo>
                  <a:pt x="602358" y="116129"/>
                </a:lnTo>
                <a:lnTo>
                  <a:pt x="600919" y="115636"/>
                </a:lnTo>
                <a:lnTo>
                  <a:pt x="597279" y="116118"/>
                </a:lnTo>
                <a:close/>
                <a:moveTo>
                  <a:pt x="276027" y="116986"/>
                </a:moveTo>
                <a:lnTo>
                  <a:pt x="275915" y="117692"/>
                </a:lnTo>
                <a:lnTo>
                  <a:pt x="276593" y="118309"/>
                </a:lnTo>
                <a:lnTo>
                  <a:pt x="280602" y="119845"/>
                </a:lnTo>
                <a:lnTo>
                  <a:pt x="284079" y="122169"/>
                </a:lnTo>
                <a:lnTo>
                  <a:pt x="288406" y="123917"/>
                </a:lnTo>
                <a:lnTo>
                  <a:pt x="292245" y="126068"/>
                </a:lnTo>
                <a:lnTo>
                  <a:pt x="296807" y="127810"/>
                </a:lnTo>
                <a:lnTo>
                  <a:pt x="300429" y="130181"/>
                </a:lnTo>
                <a:lnTo>
                  <a:pt x="302755" y="130551"/>
                </a:lnTo>
                <a:lnTo>
                  <a:pt x="304079" y="129687"/>
                </a:lnTo>
                <a:lnTo>
                  <a:pt x="304133" y="128647"/>
                </a:lnTo>
                <a:lnTo>
                  <a:pt x="303364" y="127575"/>
                </a:lnTo>
                <a:lnTo>
                  <a:pt x="297879" y="124238"/>
                </a:lnTo>
                <a:lnTo>
                  <a:pt x="293452" y="122864"/>
                </a:lnTo>
                <a:lnTo>
                  <a:pt x="289788" y="120603"/>
                </a:lnTo>
                <a:lnTo>
                  <a:pt x="284689" y="118935"/>
                </a:lnTo>
                <a:lnTo>
                  <a:pt x="280773" y="117035"/>
                </a:lnTo>
                <a:lnTo>
                  <a:pt x="277881" y="116460"/>
                </a:lnTo>
                <a:lnTo>
                  <a:pt x="276027" y="116986"/>
                </a:lnTo>
                <a:close/>
                <a:moveTo>
                  <a:pt x="875668" y="132945"/>
                </a:moveTo>
                <a:lnTo>
                  <a:pt x="872953" y="134908"/>
                </a:lnTo>
                <a:lnTo>
                  <a:pt x="871929" y="137160"/>
                </a:lnTo>
                <a:lnTo>
                  <a:pt x="866567" y="167063"/>
                </a:lnTo>
                <a:lnTo>
                  <a:pt x="864155" y="178223"/>
                </a:lnTo>
                <a:lnTo>
                  <a:pt x="862680" y="189850"/>
                </a:lnTo>
                <a:lnTo>
                  <a:pt x="860336" y="199306"/>
                </a:lnTo>
                <a:lnTo>
                  <a:pt x="858275" y="212816"/>
                </a:lnTo>
                <a:lnTo>
                  <a:pt x="857232" y="215837"/>
                </a:lnTo>
                <a:lnTo>
                  <a:pt x="855616" y="217898"/>
                </a:lnTo>
                <a:lnTo>
                  <a:pt x="853128" y="219577"/>
                </a:lnTo>
                <a:lnTo>
                  <a:pt x="815399" y="236724"/>
                </a:lnTo>
                <a:lnTo>
                  <a:pt x="811606" y="239150"/>
                </a:lnTo>
                <a:lnTo>
                  <a:pt x="810482" y="240656"/>
                </a:lnTo>
                <a:lnTo>
                  <a:pt x="811805" y="242280"/>
                </a:lnTo>
                <a:lnTo>
                  <a:pt x="814094" y="243127"/>
                </a:lnTo>
                <a:lnTo>
                  <a:pt x="851223" y="244079"/>
                </a:lnTo>
                <a:lnTo>
                  <a:pt x="854449" y="245810"/>
                </a:lnTo>
                <a:lnTo>
                  <a:pt x="855915" y="247869"/>
                </a:lnTo>
                <a:lnTo>
                  <a:pt x="856032" y="252247"/>
                </a:lnTo>
                <a:lnTo>
                  <a:pt x="855125" y="254674"/>
                </a:lnTo>
                <a:lnTo>
                  <a:pt x="853853" y="255894"/>
                </a:lnTo>
                <a:lnTo>
                  <a:pt x="851878" y="256948"/>
                </a:lnTo>
                <a:lnTo>
                  <a:pt x="841320" y="261164"/>
                </a:lnTo>
                <a:lnTo>
                  <a:pt x="815860" y="270012"/>
                </a:lnTo>
                <a:lnTo>
                  <a:pt x="810193" y="272604"/>
                </a:lnTo>
                <a:lnTo>
                  <a:pt x="791910" y="279165"/>
                </a:lnTo>
                <a:lnTo>
                  <a:pt x="788100" y="281027"/>
                </a:lnTo>
                <a:lnTo>
                  <a:pt x="786409" y="282838"/>
                </a:lnTo>
                <a:lnTo>
                  <a:pt x="786843" y="284219"/>
                </a:lnTo>
                <a:lnTo>
                  <a:pt x="788304" y="285736"/>
                </a:lnTo>
                <a:lnTo>
                  <a:pt x="854213" y="285929"/>
                </a:lnTo>
                <a:lnTo>
                  <a:pt x="855539" y="286942"/>
                </a:lnTo>
                <a:lnTo>
                  <a:pt x="855914" y="289090"/>
                </a:lnTo>
                <a:lnTo>
                  <a:pt x="856181" y="298934"/>
                </a:lnTo>
                <a:lnTo>
                  <a:pt x="855600" y="303148"/>
                </a:lnTo>
                <a:lnTo>
                  <a:pt x="853451" y="304940"/>
                </a:lnTo>
                <a:lnTo>
                  <a:pt x="848902" y="307370"/>
                </a:lnTo>
                <a:lnTo>
                  <a:pt x="821041" y="318184"/>
                </a:lnTo>
                <a:lnTo>
                  <a:pt x="810506" y="315671"/>
                </a:lnTo>
                <a:lnTo>
                  <a:pt x="803977" y="312745"/>
                </a:lnTo>
                <a:lnTo>
                  <a:pt x="774615" y="303649"/>
                </a:lnTo>
                <a:lnTo>
                  <a:pt x="754602" y="296944"/>
                </a:lnTo>
                <a:lnTo>
                  <a:pt x="747692" y="295924"/>
                </a:lnTo>
                <a:lnTo>
                  <a:pt x="746598" y="296391"/>
                </a:lnTo>
                <a:lnTo>
                  <a:pt x="746424" y="297323"/>
                </a:lnTo>
                <a:lnTo>
                  <a:pt x="746975" y="298781"/>
                </a:lnTo>
                <a:lnTo>
                  <a:pt x="748288" y="299850"/>
                </a:lnTo>
                <a:lnTo>
                  <a:pt x="755289" y="301797"/>
                </a:lnTo>
                <a:lnTo>
                  <a:pt x="769813" y="307680"/>
                </a:lnTo>
                <a:lnTo>
                  <a:pt x="779989" y="311210"/>
                </a:lnTo>
                <a:lnTo>
                  <a:pt x="794951" y="315351"/>
                </a:lnTo>
                <a:lnTo>
                  <a:pt x="808274" y="318458"/>
                </a:lnTo>
                <a:lnTo>
                  <a:pt x="810300" y="319609"/>
                </a:lnTo>
                <a:lnTo>
                  <a:pt x="811801" y="321316"/>
                </a:lnTo>
                <a:lnTo>
                  <a:pt x="811720" y="322192"/>
                </a:lnTo>
                <a:lnTo>
                  <a:pt x="810060" y="325290"/>
                </a:lnTo>
                <a:lnTo>
                  <a:pt x="810316" y="326221"/>
                </a:lnTo>
                <a:lnTo>
                  <a:pt x="811387" y="327041"/>
                </a:lnTo>
                <a:lnTo>
                  <a:pt x="847052" y="328277"/>
                </a:lnTo>
                <a:lnTo>
                  <a:pt x="853806" y="328842"/>
                </a:lnTo>
                <a:lnTo>
                  <a:pt x="854669" y="329358"/>
                </a:lnTo>
                <a:lnTo>
                  <a:pt x="854954" y="331198"/>
                </a:lnTo>
                <a:lnTo>
                  <a:pt x="854703" y="334111"/>
                </a:lnTo>
                <a:lnTo>
                  <a:pt x="852948" y="342605"/>
                </a:lnTo>
                <a:lnTo>
                  <a:pt x="850412" y="360789"/>
                </a:lnTo>
                <a:lnTo>
                  <a:pt x="848728" y="369177"/>
                </a:lnTo>
                <a:lnTo>
                  <a:pt x="847341" y="381259"/>
                </a:lnTo>
                <a:lnTo>
                  <a:pt x="844901" y="392416"/>
                </a:lnTo>
                <a:lnTo>
                  <a:pt x="839228" y="431063"/>
                </a:lnTo>
                <a:lnTo>
                  <a:pt x="833139" y="467029"/>
                </a:lnTo>
                <a:lnTo>
                  <a:pt x="828244" y="500323"/>
                </a:lnTo>
                <a:lnTo>
                  <a:pt x="825675" y="513904"/>
                </a:lnTo>
                <a:lnTo>
                  <a:pt x="825648" y="516110"/>
                </a:lnTo>
                <a:lnTo>
                  <a:pt x="826425" y="518263"/>
                </a:lnTo>
                <a:lnTo>
                  <a:pt x="828023" y="518902"/>
                </a:lnTo>
                <a:lnTo>
                  <a:pt x="831225" y="517655"/>
                </a:lnTo>
                <a:lnTo>
                  <a:pt x="873940" y="486961"/>
                </a:lnTo>
                <a:lnTo>
                  <a:pt x="875983" y="485744"/>
                </a:lnTo>
                <a:lnTo>
                  <a:pt x="877886" y="485343"/>
                </a:lnTo>
                <a:lnTo>
                  <a:pt x="879935" y="485676"/>
                </a:lnTo>
                <a:lnTo>
                  <a:pt x="881471" y="486491"/>
                </a:lnTo>
                <a:lnTo>
                  <a:pt x="915396" y="512048"/>
                </a:lnTo>
                <a:lnTo>
                  <a:pt x="922326" y="516807"/>
                </a:lnTo>
                <a:lnTo>
                  <a:pt x="926871" y="519190"/>
                </a:lnTo>
                <a:lnTo>
                  <a:pt x="928040" y="517641"/>
                </a:lnTo>
                <a:lnTo>
                  <a:pt x="928451" y="516215"/>
                </a:lnTo>
                <a:lnTo>
                  <a:pt x="928364" y="510736"/>
                </a:lnTo>
                <a:lnTo>
                  <a:pt x="925919" y="498679"/>
                </a:lnTo>
                <a:lnTo>
                  <a:pt x="924509" y="486169"/>
                </a:lnTo>
                <a:lnTo>
                  <a:pt x="922466" y="475092"/>
                </a:lnTo>
                <a:lnTo>
                  <a:pt x="920597" y="460041"/>
                </a:lnTo>
                <a:lnTo>
                  <a:pt x="918838" y="451286"/>
                </a:lnTo>
                <a:lnTo>
                  <a:pt x="916583" y="432517"/>
                </a:lnTo>
                <a:lnTo>
                  <a:pt x="914715" y="424340"/>
                </a:lnTo>
                <a:lnTo>
                  <a:pt x="912582" y="407700"/>
                </a:lnTo>
                <a:lnTo>
                  <a:pt x="910708" y="399575"/>
                </a:lnTo>
                <a:lnTo>
                  <a:pt x="908894" y="384190"/>
                </a:lnTo>
                <a:lnTo>
                  <a:pt x="906913" y="373296"/>
                </a:lnTo>
                <a:lnTo>
                  <a:pt x="905374" y="359546"/>
                </a:lnTo>
                <a:lnTo>
                  <a:pt x="902814" y="345320"/>
                </a:lnTo>
                <a:lnTo>
                  <a:pt x="901463" y="332986"/>
                </a:lnTo>
                <a:lnTo>
                  <a:pt x="903198" y="331057"/>
                </a:lnTo>
                <a:lnTo>
                  <a:pt x="925479" y="331164"/>
                </a:lnTo>
                <a:lnTo>
                  <a:pt x="941952" y="331887"/>
                </a:lnTo>
                <a:lnTo>
                  <a:pt x="945407" y="331073"/>
                </a:lnTo>
                <a:lnTo>
                  <a:pt x="947025" y="329177"/>
                </a:lnTo>
                <a:lnTo>
                  <a:pt x="942254" y="325754"/>
                </a:lnTo>
                <a:lnTo>
                  <a:pt x="904745" y="307098"/>
                </a:lnTo>
                <a:lnTo>
                  <a:pt x="899196" y="302949"/>
                </a:lnTo>
                <a:lnTo>
                  <a:pt x="899542" y="288269"/>
                </a:lnTo>
                <a:lnTo>
                  <a:pt x="900068" y="287079"/>
                </a:lnTo>
                <a:lnTo>
                  <a:pt x="901472" y="286310"/>
                </a:lnTo>
                <a:lnTo>
                  <a:pt x="908322" y="285756"/>
                </a:lnTo>
                <a:lnTo>
                  <a:pt x="966262" y="285832"/>
                </a:lnTo>
                <a:lnTo>
                  <a:pt x="967753" y="284353"/>
                </a:lnTo>
                <a:lnTo>
                  <a:pt x="968126" y="283062"/>
                </a:lnTo>
                <a:lnTo>
                  <a:pt x="967564" y="281975"/>
                </a:lnTo>
                <a:lnTo>
                  <a:pt x="963587" y="280137"/>
                </a:lnTo>
                <a:lnTo>
                  <a:pt x="954878" y="276959"/>
                </a:lnTo>
                <a:lnTo>
                  <a:pt x="940091" y="270574"/>
                </a:lnTo>
                <a:lnTo>
                  <a:pt x="933718" y="268602"/>
                </a:lnTo>
                <a:lnTo>
                  <a:pt x="904680" y="257135"/>
                </a:lnTo>
                <a:lnTo>
                  <a:pt x="901494" y="255201"/>
                </a:lnTo>
                <a:lnTo>
                  <a:pt x="899504" y="252890"/>
                </a:lnTo>
                <a:lnTo>
                  <a:pt x="898873" y="250498"/>
                </a:lnTo>
                <a:lnTo>
                  <a:pt x="899119" y="249364"/>
                </a:lnTo>
                <a:lnTo>
                  <a:pt x="900836" y="247406"/>
                </a:lnTo>
                <a:lnTo>
                  <a:pt x="902644" y="246776"/>
                </a:lnTo>
                <a:lnTo>
                  <a:pt x="910873" y="246612"/>
                </a:lnTo>
                <a:lnTo>
                  <a:pt x="943795" y="247309"/>
                </a:lnTo>
                <a:lnTo>
                  <a:pt x="945516" y="245785"/>
                </a:lnTo>
                <a:lnTo>
                  <a:pt x="945863" y="244758"/>
                </a:lnTo>
                <a:lnTo>
                  <a:pt x="941348" y="241173"/>
                </a:lnTo>
                <a:lnTo>
                  <a:pt x="902426" y="218674"/>
                </a:lnTo>
                <a:lnTo>
                  <a:pt x="900013" y="216404"/>
                </a:lnTo>
                <a:lnTo>
                  <a:pt x="898657" y="213114"/>
                </a:lnTo>
                <a:lnTo>
                  <a:pt x="897545" y="201661"/>
                </a:lnTo>
                <a:lnTo>
                  <a:pt x="895605" y="193523"/>
                </a:lnTo>
                <a:lnTo>
                  <a:pt x="893658" y="181418"/>
                </a:lnTo>
                <a:lnTo>
                  <a:pt x="889333" y="158584"/>
                </a:lnTo>
                <a:lnTo>
                  <a:pt x="887517" y="151037"/>
                </a:lnTo>
                <a:lnTo>
                  <a:pt x="885296" y="137924"/>
                </a:lnTo>
                <a:lnTo>
                  <a:pt x="883886" y="135049"/>
                </a:lnTo>
                <a:lnTo>
                  <a:pt x="881044" y="132313"/>
                </a:lnTo>
                <a:lnTo>
                  <a:pt x="879034" y="131918"/>
                </a:lnTo>
                <a:lnTo>
                  <a:pt x="875668" y="132945"/>
                </a:lnTo>
                <a:close/>
                <a:moveTo>
                  <a:pt x="878705" y="152182"/>
                </a:moveTo>
                <a:lnTo>
                  <a:pt x="877880" y="153545"/>
                </a:lnTo>
                <a:lnTo>
                  <a:pt x="877101" y="153471"/>
                </a:lnTo>
                <a:lnTo>
                  <a:pt x="876729" y="152954"/>
                </a:lnTo>
                <a:lnTo>
                  <a:pt x="876668" y="151652"/>
                </a:lnTo>
                <a:lnTo>
                  <a:pt x="877329" y="150868"/>
                </a:lnTo>
                <a:lnTo>
                  <a:pt x="878393" y="151127"/>
                </a:lnTo>
                <a:lnTo>
                  <a:pt x="878705" y="152182"/>
                </a:lnTo>
                <a:close/>
                <a:moveTo>
                  <a:pt x="880779" y="167370"/>
                </a:moveTo>
                <a:lnTo>
                  <a:pt x="882833" y="169918"/>
                </a:lnTo>
                <a:lnTo>
                  <a:pt x="882948" y="172341"/>
                </a:lnTo>
                <a:lnTo>
                  <a:pt x="881967" y="173748"/>
                </a:lnTo>
                <a:lnTo>
                  <a:pt x="880152" y="174891"/>
                </a:lnTo>
                <a:lnTo>
                  <a:pt x="878181" y="175540"/>
                </a:lnTo>
                <a:lnTo>
                  <a:pt x="876673" y="175339"/>
                </a:lnTo>
                <a:lnTo>
                  <a:pt x="873500" y="172108"/>
                </a:lnTo>
                <a:lnTo>
                  <a:pt x="873275" y="171318"/>
                </a:lnTo>
                <a:lnTo>
                  <a:pt x="873751" y="169879"/>
                </a:lnTo>
                <a:lnTo>
                  <a:pt x="875137" y="167678"/>
                </a:lnTo>
                <a:lnTo>
                  <a:pt x="876835" y="166287"/>
                </a:lnTo>
                <a:lnTo>
                  <a:pt x="878710" y="166187"/>
                </a:lnTo>
                <a:lnTo>
                  <a:pt x="880779" y="167370"/>
                </a:lnTo>
                <a:close/>
                <a:moveTo>
                  <a:pt x="872582" y="178797"/>
                </a:moveTo>
                <a:lnTo>
                  <a:pt x="873076" y="179912"/>
                </a:lnTo>
                <a:lnTo>
                  <a:pt x="872184" y="181206"/>
                </a:lnTo>
                <a:lnTo>
                  <a:pt x="870350" y="182745"/>
                </a:lnTo>
                <a:lnTo>
                  <a:pt x="869046" y="182773"/>
                </a:lnTo>
                <a:lnTo>
                  <a:pt x="868317" y="180769"/>
                </a:lnTo>
                <a:lnTo>
                  <a:pt x="868802" y="178693"/>
                </a:lnTo>
                <a:lnTo>
                  <a:pt x="870385" y="177918"/>
                </a:lnTo>
                <a:lnTo>
                  <a:pt x="872582" y="178797"/>
                </a:lnTo>
                <a:close/>
                <a:moveTo>
                  <a:pt x="886082" y="178797"/>
                </a:moveTo>
                <a:lnTo>
                  <a:pt x="886599" y="180824"/>
                </a:lnTo>
                <a:lnTo>
                  <a:pt x="886175" y="181642"/>
                </a:lnTo>
                <a:lnTo>
                  <a:pt x="885379" y="181793"/>
                </a:lnTo>
                <a:lnTo>
                  <a:pt x="884072" y="180726"/>
                </a:lnTo>
                <a:lnTo>
                  <a:pt x="883803" y="179294"/>
                </a:lnTo>
                <a:lnTo>
                  <a:pt x="884788" y="178210"/>
                </a:lnTo>
                <a:lnTo>
                  <a:pt x="886082" y="178797"/>
                </a:lnTo>
                <a:close/>
                <a:moveTo>
                  <a:pt x="882659" y="188488"/>
                </a:moveTo>
                <a:lnTo>
                  <a:pt x="884732" y="190980"/>
                </a:lnTo>
                <a:lnTo>
                  <a:pt x="885183" y="192910"/>
                </a:lnTo>
                <a:lnTo>
                  <a:pt x="883382" y="195527"/>
                </a:lnTo>
                <a:lnTo>
                  <a:pt x="880672" y="197451"/>
                </a:lnTo>
                <a:lnTo>
                  <a:pt x="877596" y="198613"/>
                </a:lnTo>
                <a:lnTo>
                  <a:pt x="873421" y="196029"/>
                </a:lnTo>
                <a:lnTo>
                  <a:pt x="871795" y="194458"/>
                </a:lnTo>
                <a:lnTo>
                  <a:pt x="871299" y="192205"/>
                </a:lnTo>
                <a:lnTo>
                  <a:pt x="871710" y="190354"/>
                </a:lnTo>
                <a:lnTo>
                  <a:pt x="876747" y="186215"/>
                </a:lnTo>
                <a:lnTo>
                  <a:pt x="878021" y="185853"/>
                </a:lnTo>
                <a:lnTo>
                  <a:pt x="879397" y="186106"/>
                </a:lnTo>
                <a:lnTo>
                  <a:pt x="882659" y="188488"/>
                </a:lnTo>
                <a:close/>
                <a:moveTo>
                  <a:pt x="890229" y="199047"/>
                </a:moveTo>
                <a:lnTo>
                  <a:pt x="891461" y="202042"/>
                </a:lnTo>
                <a:lnTo>
                  <a:pt x="892375" y="206049"/>
                </a:lnTo>
                <a:lnTo>
                  <a:pt x="891805" y="207369"/>
                </a:lnTo>
                <a:lnTo>
                  <a:pt x="890744" y="207655"/>
                </a:lnTo>
                <a:lnTo>
                  <a:pt x="888549" y="207020"/>
                </a:lnTo>
                <a:lnTo>
                  <a:pt x="886927" y="205941"/>
                </a:lnTo>
                <a:lnTo>
                  <a:pt x="885014" y="203972"/>
                </a:lnTo>
                <a:lnTo>
                  <a:pt x="884365" y="202500"/>
                </a:lnTo>
                <a:lnTo>
                  <a:pt x="884952" y="201042"/>
                </a:lnTo>
                <a:lnTo>
                  <a:pt x="887642" y="198446"/>
                </a:lnTo>
                <a:lnTo>
                  <a:pt x="888898" y="198055"/>
                </a:lnTo>
                <a:lnTo>
                  <a:pt x="890229" y="199047"/>
                </a:lnTo>
                <a:close/>
                <a:moveTo>
                  <a:pt x="870895" y="200300"/>
                </a:moveTo>
                <a:lnTo>
                  <a:pt x="872097" y="202120"/>
                </a:lnTo>
                <a:lnTo>
                  <a:pt x="871374" y="204097"/>
                </a:lnTo>
                <a:lnTo>
                  <a:pt x="868124" y="207362"/>
                </a:lnTo>
                <a:lnTo>
                  <a:pt x="866320" y="208298"/>
                </a:lnTo>
                <a:lnTo>
                  <a:pt x="864943" y="208226"/>
                </a:lnTo>
                <a:lnTo>
                  <a:pt x="864076" y="207150"/>
                </a:lnTo>
                <a:lnTo>
                  <a:pt x="863807" y="205074"/>
                </a:lnTo>
                <a:lnTo>
                  <a:pt x="864243" y="201906"/>
                </a:lnTo>
                <a:lnTo>
                  <a:pt x="865295" y="199755"/>
                </a:lnTo>
                <a:lnTo>
                  <a:pt x="866838" y="198710"/>
                </a:lnTo>
                <a:lnTo>
                  <a:pt x="867754" y="198631"/>
                </a:lnTo>
                <a:lnTo>
                  <a:pt x="870895" y="200300"/>
                </a:lnTo>
                <a:close/>
                <a:moveTo>
                  <a:pt x="881261" y="208256"/>
                </a:moveTo>
                <a:lnTo>
                  <a:pt x="885774" y="213111"/>
                </a:lnTo>
                <a:lnTo>
                  <a:pt x="886179" y="213897"/>
                </a:lnTo>
                <a:lnTo>
                  <a:pt x="885647" y="214738"/>
                </a:lnTo>
                <a:lnTo>
                  <a:pt x="883700" y="215160"/>
                </a:lnTo>
                <a:lnTo>
                  <a:pt x="877982" y="215247"/>
                </a:lnTo>
                <a:lnTo>
                  <a:pt x="872156" y="214934"/>
                </a:lnTo>
                <a:lnTo>
                  <a:pt x="870527" y="214385"/>
                </a:lnTo>
                <a:lnTo>
                  <a:pt x="870321" y="213941"/>
                </a:lnTo>
                <a:lnTo>
                  <a:pt x="871010" y="212605"/>
                </a:lnTo>
                <a:lnTo>
                  <a:pt x="875957" y="207629"/>
                </a:lnTo>
                <a:lnTo>
                  <a:pt x="879136" y="207722"/>
                </a:lnTo>
                <a:lnTo>
                  <a:pt x="881261" y="208256"/>
                </a:lnTo>
                <a:close/>
                <a:moveTo>
                  <a:pt x="880875" y="221418"/>
                </a:moveTo>
                <a:lnTo>
                  <a:pt x="881153" y="221973"/>
                </a:lnTo>
                <a:lnTo>
                  <a:pt x="880708" y="222967"/>
                </a:lnTo>
                <a:lnTo>
                  <a:pt x="878501" y="223866"/>
                </a:lnTo>
                <a:lnTo>
                  <a:pt x="875985" y="223566"/>
                </a:lnTo>
                <a:lnTo>
                  <a:pt x="874782" y="222165"/>
                </a:lnTo>
                <a:lnTo>
                  <a:pt x="875089" y="221370"/>
                </a:lnTo>
                <a:lnTo>
                  <a:pt x="876546" y="220743"/>
                </a:lnTo>
                <a:lnTo>
                  <a:pt x="879419" y="220770"/>
                </a:lnTo>
                <a:lnTo>
                  <a:pt x="880875" y="221418"/>
                </a:lnTo>
                <a:close/>
                <a:moveTo>
                  <a:pt x="893893" y="222865"/>
                </a:moveTo>
                <a:lnTo>
                  <a:pt x="894652" y="226123"/>
                </a:lnTo>
                <a:lnTo>
                  <a:pt x="894741" y="231117"/>
                </a:lnTo>
                <a:lnTo>
                  <a:pt x="893634" y="234219"/>
                </a:lnTo>
                <a:lnTo>
                  <a:pt x="892154" y="234606"/>
                </a:lnTo>
                <a:lnTo>
                  <a:pt x="890063" y="233665"/>
                </a:lnTo>
                <a:lnTo>
                  <a:pt x="885864" y="230662"/>
                </a:lnTo>
                <a:lnTo>
                  <a:pt x="885039" y="228822"/>
                </a:lnTo>
                <a:lnTo>
                  <a:pt x="886273" y="226402"/>
                </a:lnTo>
                <a:lnTo>
                  <a:pt x="889312" y="223732"/>
                </a:lnTo>
                <a:lnTo>
                  <a:pt x="892254" y="222178"/>
                </a:lnTo>
                <a:lnTo>
                  <a:pt x="893001" y="222195"/>
                </a:lnTo>
                <a:lnTo>
                  <a:pt x="893893" y="222865"/>
                </a:lnTo>
                <a:close/>
                <a:moveTo>
                  <a:pt x="867713" y="224022"/>
                </a:moveTo>
                <a:lnTo>
                  <a:pt x="870479" y="227104"/>
                </a:lnTo>
                <a:lnTo>
                  <a:pt x="871179" y="228509"/>
                </a:lnTo>
                <a:lnTo>
                  <a:pt x="871101" y="229442"/>
                </a:lnTo>
                <a:lnTo>
                  <a:pt x="869347" y="231121"/>
                </a:lnTo>
                <a:lnTo>
                  <a:pt x="865509" y="233287"/>
                </a:lnTo>
                <a:lnTo>
                  <a:pt x="864132" y="233598"/>
                </a:lnTo>
                <a:lnTo>
                  <a:pt x="862751" y="233194"/>
                </a:lnTo>
                <a:lnTo>
                  <a:pt x="861829" y="232258"/>
                </a:lnTo>
                <a:lnTo>
                  <a:pt x="861344" y="230426"/>
                </a:lnTo>
                <a:lnTo>
                  <a:pt x="861454" y="224565"/>
                </a:lnTo>
                <a:lnTo>
                  <a:pt x="862880" y="223219"/>
                </a:lnTo>
                <a:lnTo>
                  <a:pt x="864387" y="222744"/>
                </a:lnTo>
                <a:lnTo>
                  <a:pt x="866008" y="223009"/>
                </a:lnTo>
                <a:lnTo>
                  <a:pt x="867713" y="224022"/>
                </a:lnTo>
                <a:close/>
                <a:moveTo>
                  <a:pt x="906091" y="227059"/>
                </a:moveTo>
                <a:lnTo>
                  <a:pt x="921000" y="236271"/>
                </a:lnTo>
                <a:lnTo>
                  <a:pt x="922444" y="238189"/>
                </a:lnTo>
                <a:lnTo>
                  <a:pt x="922291" y="239547"/>
                </a:lnTo>
                <a:lnTo>
                  <a:pt x="919342" y="240356"/>
                </a:lnTo>
                <a:lnTo>
                  <a:pt x="913347" y="240304"/>
                </a:lnTo>
                <a:lnTo>
                  <a:pt x="902970" y="239036"/>
                </a:lnTo>
                <a:lnTo>
                  <a:pt x="900113" y="238052"/>
                </a:lnTo>
                <a:lnTo>
                  <a:pt x="899052" y="237184"/>
                </a:lnTo>
                <a:lnTo>
                  <a:pt x="899677" y="225741"/>
                </a:lnTo>
                <a:lnTo>
                  <a:pt x="900437" y="225165"/>
                </a:lnTo>
                <a:lnTo>
                  <a:pt x="902029" y="225227"/>
                </a:lnTo>
                <a:lnTo>
                  <a:pt x="906091" y="227059"/>
                </a:lnTo>
                <a:close/>
                <a:moveTo>
                  <a:pt x="855032" y="226722"/>
                </a:moveTo>
                <a:lnTo>
                  <a:pt x="856099" y="228849"/>
                </a:lnTo>
                <a:lnTo>
                  <a:pt x="856244" y="231589"/>
                </a:lnTo>
                <a:lnTo>
                  <a:pt x="855643" y="235330"/>
                </a:lnTo>
                <a:lnTo>
                  <a:pt x="854544" y="236322"/>
                </a:lnTo>
                <a:lnTo>
                  <a:pt x="850561" y="236980"/>
                </a:lnTo>
                <a:lnTo>
                  <a:pt x="842619" y="237270"/>
                </a:lnTo>
                <a:lnTo>
                  <a:pt x="837000" y="237199"/>
                </a:lnTo>
                <a:lnTo>
                  <a:pt x="835647" y="236709"/>
                </a:lnTo>
                <a:lnTo>
                  <a:pt x="836298" y="234967"/>
                </a:lnTo>
                <a:lnTo>
                  <a:pt x="839315" y="232169"/>
                </a:lnTo>
                <a:lnTo>
                  <a:pt x="844780" y="230129"/>
                </a:lnTo>
                <a:lnTo>
                  <a:pt x="853629" y="226041"/>
                </a:lnTo>
                <a:lnTo>
                  <a:pt x="855032" y="226722"/>
                </a:lnTo>
                <a:close/>
                <a:moveTo>
                  <a:pt x="880393" y="234243"/>
                </a:moveTo>
                <a:lnTo>
                  <a:pt x="882425" y="236201"/>
                </a:lnTo>
                <a:lnTo>
                  <a:pt x="882593" y="237251"/>
                </a:lnTo>
                <a:lnTo>
                  <a:pt x="881840" y="238016"/>
                </a:lnTo>
                <a:lnTo>
                  <a:pt x="878002" y="238436"/>
                </a:lnTo>
                <a:lnTo>
                  <a:pt x="876372" y="238053"/>
                </a:lnTo>
                <a:lnTo>
                  <a:pt x="875373" y="237323"/>
                </a:lnTo>
                <a:lnTo>
                  <a:pt x="875132" y="235666"/>
                </a:lnTo>
                <a:lnTo>
                  <a:pt x="876489" y="233595"/>
                </a:lnTo>
                <a:lnTo>
                  <a:pt x="878187" y="233271"/>
                </a:lnTo>
                <a:lnTo>
                  <a:pt x="880393" y="234243"/>
                </a:lnTo>
                <a:close/>
                <a:moveTo>
                  <a:pt x="878946" y="247116"/>
                </a:moveTo>
                <a:lnTo>
                  <a:pt x="877831" y="247916"/>
                </a:lnTo>
                <a:lnTo>
                  <a:pt x="877025" y="247297"/>
                </a:lnTo>
                <a:lnTo>
                  <a:pt x="877725" y="246698"/>
                </a:lnTo>
                <a:lnTo>
                  <a:pt x="878946" y="247116"/>
                </a:lnTo>
                <a:close/>
                <a:moveTo>
                  <a:pt x="893893" y="247647"/>
                </a:moveTo>
                <a:lnTo>
                  <a:pt x="894740" y="249288"/>
                </a:lnTo>
                <a:lnTo>
                  <a:pt x="894795" y="250947"/>
                </a:lnTo>
                <a:lnTo>
                  <a:pt x="894005" y="253634"/>
                </a:lnTo>
                <a:lnTo>
                  <a:pt x="893086" y="254713"/>
                </a:lnTo>
                <a:lnTo>
                  <a:pt x="891064" y="255363"/>
                </a:lnTo>
                <a:lnTo>
                  <a:pt x="889320" y="255144"/>
                </a:lnTo>
                <a:lnTo>
                  <a:pt x="886462" y="253979"/>
                </a:lnTo>
                <a:lnTo>
                  <a:pt x="885414" y="253121"/>
                </a:lnTo>
                <a:lnTo>
                  <a:pt x="885178" y="252173"/>
                </a:lnTo>
                <a:lnTo>
                  <a:pt x="885764" y="251057"/>
                </a:lnTo>
                <a:lnTo>
                  <a:pt x="889939" y="247691"/>
                </a:lnTo>
                <a:lnTo>
                  <a:pt x="892244" y="246776"/>
                </a:lnTo>
                <a:lnTo>
                  <a:pt x="893893" y="247647"/>
                </a:lnTo>
                <a:close/>
                <a:moveTo>
                  <a:pt x="868484" y="249141"/>
                </a:moveTo>
                <a:lnTo>
                  <a:pt x="870244" y="250655"/>
                </a:lnTo>
                <a:lnTo>
                  <a:pt x="871013" y="252001"/>
                </a:lnTo>
                <a:lnTo>
                  <a:pt x="870796" y="253165"/>
                </a:lnTo>
                <a:lnTo>
                  <a:pt x="869598" y="254129"/>
                </a:lnTo>
                <a:lnTo>
                  <a:pt x="867423" y="254879"/>
                </a:lnTo>
                <a:lnTo>
                  <a:pt x="864644" y="255065"/>
                </a:lnTo>
                <a:lnTo>
                  <a:pt x="862532" y="254178"/>
                </a:lnTo>
                <a:lnTo>
                  <a:pt x="861540" y="253014"/>
                </a:lnTo>
                <a:lnTo>
                  <a:pt x="860759" y="250227"/>
                </a:lnTo>
                <a:lnTo>
                  <a:pt x="860882" y="249237"/>
                </a:lnTo>
                <a:lnTo>
                  <a:pt x="861850" y="247860"/>
                </a:lnTo>
                <a:lnTo>
                  <a:pt x="864680" y="247426"/>
                </a:lnTo>
                <a:lnTo>
                  <a:pt x="868484" y="249141"/>
                </a:lnTo>
                <a:close/>
                <a:moveTo>
                  <a:pt x="885021" y="261870"/>
                </a:moveTo>
                <a:lnTo>
                  <a:pt x="886001" y="262311"/>
                </a:lnTo>
                <a:lnTo>
                  <a:pt x="886460" y="263028"/>
                </a:lnTo>
                <a:lnTo>
                  <a:pt x="885862" y="264769"/>
                </a:lnTo>
                <a:lnTo>
                  <a:pt x="880651" y="267948"/>
                </a:lnTo>
                <a:lnTo>
                  <a:pt x="878174" y="268844"/>
                </a:lnTo>
                <a:lnTo>
                  <a:pt x="872998" y="266896"/>
                </a:lnTo>
                <a:lnTo>
                  <a:pt x="869894" y="265035"/>
                </a:lnTo>
                <a:lnTo>
                  <a:pt x="868886" y="263829"/>
                </a:lnTo>
                <a:lnTo>
                  <a:pt x="869438" y="262366"/>
                </a:lnTo>
                <a:lnTo>
                  <a:pt x="871443" y="261545"/>
                </a:lnTo>
                <a:lnTo>
                  <a:pt x="885021" y="261870"/>
                </a:lnTo>
                <a:close/>
                <a:moveTo>
                  <a:pt x="855080" y="262882"/>
                </a:moveTo>
                <a:lnTo>
                  <a:pt x="855989" y="263718"/>
                </a:lnTo>
                <a:lnTo>
                  <a:pt x="856322" y="264781"/>
                </a:lnTo>
                <a:lnTo>
                  <a:pt x="856416" y="268591"/>
                </a:lnTo>
                <a:lnTo>
                  <a:pt x="855616" y="274344"/>
                </a:lnTo>
                <a:lnTo>
                  <a:pt x="854289" y="276323"/>
                </a:lnTo>
                <a:lnTo>
                  <a:pt x="853035" y="276350"/>
                </a:lnTo>
                <a:lnTo>
                  <a:pt x="844866" y="272168"/>
                </a:lnTo>
                <a:lnTo>
                  <a:pt x="842037" y="270244"/>
                </a:lnTo>
                <a:lnTo>
                  <a:pt x="840695" y="268484"/>
                </a:lnTo>
                <a:lnTo>
                  <a:pt x="840901" y="267490"/>
                </a:lnTo>
                <a:lnTo>
                  <a:pt x="842258" y="266621"/>
                </a:lnTo>
                <a:lnTo>
                  <a:pt x="847788" y="264877"/>
                </a:lnTo>
                <a:lnTo>
                  <a:pt x="852584" y="262782"/>
                </a:lnTo>
                <a:lnTo>
                  <a:pt x="855080" y="262882"/>
                </a:lnTo>
                <a:close/>
                <a:moveTo>
                  <a:pt x="906670" y="264907"/>
                </a:moveTo>
                <a:lnTo>
                  <a:pt x="914478" y="267876"/>
                </a:lnTo>
                <a:lnTo>
                  <a:pt x="914962" y="269123"/>
                </a:lnTo>
                <a:lnTo>
                  <a:pt x="914288" y="270886"/>
                </a:lnTo>
                <a:lnTo>
                  <a:pt x="912607" y="272559"/>
                </a:lnTo>
                <a:lnTo>
                  <a:pt x="904802" y="276494"/>
                </a:lnTo>
                <a:lnTo>
                  <a:pt x="901890" y="277088"/>
                </a:lnTo>
                <a:lnTo>
                  <a:pt x="900156" y="276754"/>
                </a:lnTo>
                <a:lnTo>
                  <a:pt x="899520" y="275930"/>
                </a:lnTo>
                <a:lnTo>
                  <a:pt x="899152" y="272060"/>
                </a:lnTo>
                <a:lnTo>
                  <a:pt x="899335" y="267180"/>
                </a:lnTo>
                <a:lnTo>
                  <a:pt x="900016" y="264281"/>
                </a:lnTo>
                <a:lnTo>
                  <a:pt x="902439" y="263690"/>
                </a:lnTo>
                <a:lnTo>
                  <a:pt x="906670" y="264907"/>
                </a:lnTo>
                <a:close/>
                <a:moveTo>
                  <a:pt x="893555" y="268765"/>
                </a:moveTo>
                <a:lnTo>
                  <a:pt x="894574" y="271582"/>
                </a:lnTo>
                <a:lnTo>
                  <a:pt x="894431" y="275796"/>
                </a:lnTo>
                <a:lnTo>
                  <a:pt x="893693" y="276888"/>
                </a:lnTo>
                <a:lnTo>
                  <a:pt x="892369" y="277432"/>
                </a:lnTo>
                <a:lnTo>
                  <a:pt x="889885" y="276938"/>
                </a:lnTo>
                <a:lnTo>
                  <a:pt x="888179" y="275814"/>
                </a:lnTo>
                <a:lnTo>
                  <a:pt x="886661" y="274116"/>
                </a:lnTo>
                <a:lnTo>
                  <a:pt x="885921" y="272534"/>
                </a:lnTo>
                <a:lnTo>
                  <a:pt x="886082" y="271627"/>
                </a:lnTo>
                <a:lnTo>
                  <a:pt x="887374" y="270323"/>
                </a:lnTo>
                <a:lnTo>
                  <a:pt x="891240" y="268302"/>
                </a:lnTo>
                <a:lnTo>
                  <a:pt x="892464" y="268020"/>
                </a:lnTo>
                <a:lnTo>
                  <a:pt x="893555" y="268765"/>
                </a:lnTo>
                <a:close/>
                <a:moveTo>
                  <a:pt x="867857" y="270741"/>
                </a:moveTo>
                <a:lnTo>
                  <a:pt x="868897" y="271826"/>
                </a:lnTo>
                <a:lnTo>
                  <a:pt x="869149" y="273064"/>
                </a:lnTo>
                <a:lnTo>
                  <a:pt x="868603" y="274557"/>
                </a:lnTo>
                <a:lnTo>
                  <a:pt x="867287" y="276223"/>
                </a:lnTo>
                <a:lnTo>
                  <a:pt x="866223" y="276948"/>
                </a:lnTo>
                <a:lnTo>
                  <a:pt x="864013" y="277384"/>
                </a:lnTo>
                <a:lnTo>
                  <a:pt x="862095" y="276625"/>
                </a:lnTo>
                <a:lnTo>
                  <a:pt x="861396" y="275857"/>
                </a:lnTo>
                <a:lnTo>
                  <a:pt x="860817" y="273663"/>
                </a:lnTo>
                <a:lnTo>
                  <a:pt x="861381" y="271483"/>
                </a:lnTo>
                <a:lnTo>
                  <a:pt x="862354" y="270293"/>
                </a:lnTo>
                <a:lnTo>
                  <a:pt x="863681" y="269669"/>
                </a:lnTo>
                <a:lnTo>
                  <a:pt x="865256" y="269635"/>
                </a:lnTo>
                <a:lnTo>
                  <a:pt x="867857" y="270741"/>
                </a:lnTo>
                <a:close/>
                <a:moveTo>
                  <a:pt x="828032" y="273490"/>
                </a:moveTo>
                <a:lnTo>
                  <a:pt x="828640" y="274505"/>
                </a:lnTo>
                <a:lnTo>
                  <a:pt x="828726" y="275725"/>
                </a:lnTo>
                <a:lnTo>
                  <a:pt x="828032" y="277443"/>
                </a:lnTo>
                <a:lnTo>
                  <a:pt x="827153" y="278212"/>
                </a:lnTo>
                <a:lnTo>
                  <a:pt x="820589" y="278344"/>
                </a:lnTo>
                <a:lnTo>
                  <a:pt x="818628" y="277848"/>
                </a:lnTo>
                <a:lnTo>
                  <a:pt x="817770" y="276993"/>
                </a:lnTo>
                <a:lnTo>
                  <a:pt x="818307" y="275287"/>
                </a:lnTo>
                <a:lnTo>
                  <a:pt x="820417" y="274190"/>
                </a:lnTo>
                <a:lnTo>
                  <a:pt x="825613" y="272847"/>
                </a:lnTo>
                <a:lnTo>
                  <a:pt x="827079" y="272895"/>
                </a:lnTo>
                <a:lnTo>
                  <a:pt x="828032" y="273490"/>
                </a:lnTo>
                <a:close/>
                <a:moveTo>
                  <a:pt x="937768" y="275707"/>
                </a:moveTo>
                <a:lnTo>
                  <a:pt x="944450" y="278475"/>
                </a:lnTo>
                <a:lnTo>
                  <a:pt x="945640" y="279754"/>
                </a:lnTo>
                <a:lnTo>
                  <a:pt x="944904" y="280481"/>
                </a:lnTo>
                <a:lnTo>
                  <a:pt x="942956" y="280933"/>
                </a:lnTo>
                <a:lnTo>
                  <a:pt x="935784" y="281345"/>
                </a:lnTo>
                <a:lnTo>
                  <a:pt x="930584" y="280915"/>
                </a:lnTo>
                <a:lnTo>
                  <a:pt x="928752" y="278624"/>
                </a:lnTo>
                <a:lnTo>
                  <a:pt x="927643" y="275756"/>
                </a:lnTo>
                <a:lnTo>
                  <a:pt x="928145" y="274501"/>
                </a:lnTo>
                <a:lnTo>
                  <a:pt x="930608" y="273779"/>
                </a:lnTo>
                <a:lnTo>
                  <a:pt x="934581" y="274463"/>
                </a:lnTo>
                <a:lnTo>
                  <a:pt x="937768" y="275707"/>
                </a:lnTo>
                <a:close/>
                <a:moveTo>
                  <a:pt x="839314" y="274743"/>
                </a:moveTo>
                <a:lnTo>
                  <a:pt x="839855" y="276750"/>
                </a:lnTo>
                <a:lnTo>
                  <a:pt x="838665" y="278228"/>
                </a:lnTo>
                <a:lnTo>
                  <a:pt x="836978" y="277892"/>
                </a:lnTo>
                <a:lnTo>
                  <a:pt x="835114" y="276224"/>
                </a:lnTo>
                <a:lnTo>
                  <a:pt x="835402" y="275225"/>
                </a:lnTo>
                <a:lnTo>
                  <a:pt x="836759" y="274400"/>
                </a:lnTo>
                <a:lnTo>
                  <a:pt x="838429" y="274291"/>
                </a:lnTo>
                <a:lnTo>
                  <a:pt x="839314" y="274743"/>
                </a:lnTo>
                <a:close/>
                <a:moveTo>
                  <a:pt x="920411" y="275129"/>
                </a:moveTo>
                <a:lnTo>
                  <a:pt x="921364" y="276134"/>
                </a:lnTo>
                <a:lnTo>
                  <a:pt x="922028" y="278177"/>
                </a:lnTo>
                <a:lnTo>
                  <a:pt x="921857" y="279516"/>
                </a:lnTo>
                <a:lnTo>
                  <a:pt x="920998" y="280471"/>
                </a:lnTo>
                <a:lnTo>
                  <a:pt x="919741" y="281110"/>
                </a:lnTo>
                <a:lnTo>
                  <a:pt x="917453" y="281398"/>
                </a:lnTo>
                <a:lnTo>
                  <a:pt x="915890" y="281089"/>
                </a:lnTo>
                <a:lnTo>
                  <a:pt x="914040" y="279978"/>
                </a:lnTo>
                <a:lnTo>
                  <a:pt x="914469" y="278598"/>
                </a:lnTo>
                <a:lnTo>
                  <a:pt x="918347" y="275278"/>
                </a:lnTo>
                <a:lnTo>
                  <a:pt x="919339" y="274740"/>
                </a:lnTo>
                <a:lnTo>
                  <a:pt x="920411" y="275129"/>
                </a:lnTo>
                <a:close/>
                <a:moveTo>
                  <a:pt x="879188" y="278166"/>
                </a:moveTo>
                <a:lnTo>
                  <a:pt x="879760" y="279211"/>
                </a:lnTo>
                <a:lnTo>
                  <a:pt x="878629" y="279857"/>
                </a:lnTo>
                <a:lnTo>
                  <a:pt x="876005" y="279786"/>
                </a:lnTo>
                <a:lnTo>
                  <a:pt x="875213" y="279095"/>
                </a:lnTo>
                <a:lnTo>
                  <a:pt x="875828" y="278015"/>
                </a:lnTo>
                <a:lnTo>
                  <a:pt x="876830" y="277597"/>
                </a:lnTo>
                <a:lnTo>
                  <a:pt x="879188" y="278166"/>
                </a:lnTo>
                <a:close/>
                <a:moveTo>
                  <a:pt x="882514" y="286797"/>
                </a:moveTo>
                <a:lnTo>
                  <a:pt x="882702" y="287372"/>
                </a:lnTo>
                <a:lnTo>
                  <a:pt x="882175" y="288448"/>
                </a:lnTo>
                <a:lnTo>
                  <a:pt x="878861" y="289772"/>
                </a:lnTo>
                <a:lnTo>
                  <a:pt x="875909" y="289449"/>
                </a:lnTo>
                <a:lnTo>
                  <a:pt x="873922" y="288254"/>
                </a:lnTo>
                <a:lnTo>
                  <a:pt x="873475" y="287377"/>
                </a:lnTo>
                <a:lnTo>
                  <a:pt x="874421" y="286202"/>
                </a:lnTo>
                <a:lnTo>
                  <a:pt x="877210" y="285762"/>
                </a:lnTo>
                <a:lnTo>
                  <a:pt x="880530" y="285984"/>
                </a:lnTo>
                <a:lnTo>
                  <a:pt x="882514" y="286797"/>
                </a:lnTo>
                <a:close/>
                <a:moveTo>
                  <a:pt x="893700" y="288677"/>
                </a:moveTo>
                <a:lnTo>
                  <a:pt x="894572" y="291614"/>
                </a:lnTo>
                <a:lnTo>
                  <a:pt x="894560" y="297405"/>
                </a:lnTo>
                <a:lnTo>
                  <a:pt x="893700" y="300007"/>
                </a:lnTo>
                <a:lnTo>
                  <a:pt x="892266" y="300621"/>
                </a:lnTo>
                <a:lnTo>
                  <a:pt x="885052" y="295962"/>
                </a:lnTo>
                <a:lnTo>
                  <a:pt x="884586" y="295412"/>
                </a:lnTo>
                <a:lnTo>
                  <a:pt x="884437" y="294030"/>
                </a:lnTo>
                <a:lnTo>
                  <a:pt x="886005" y="291561"/>
                </a:lnTo>
                <a:lnTo>
                  <a:pt x="889457" y="289111"/>
                </a:lnTo>
                <a:lnTo>
                  <a:pt x="892410" y="287791"/>
                </a:lnTo>
                <a:lnTo>
                  <a:pt x="893700" y="288677"/>
                </a:lnTo>
                <a:close/>
                <a:moveTo>
                  <a:pt x="867713" y="289641"/>
                </a:moveTo>
                <a:lnTo>
                  <a:pt x="870535" y="292589"/>
                </a:lnTo>
                <a:lnTo>
                  <a:pt x="871184" y="294218"/>
                </a:lnTo>
                <a:lnTo>
                  <a:pt x="870947" y="295433"/>
                </a:lnTo>
                <a:lnTo>
                  <a:pt x="868912" y="297068"/>
                </a:lnTo>
                <a:lnTo>
                  <a:pt x="864496" y="299536"/>
                </a:lnTo>
                <a:lnTo>
                  <a:pt x="862442" y="300156"/>
                </a:lnTo>
                <a:lnTo>
                  <a:pt x="861064" y="299895"/>
                </a:lnTo>
                <a:lnTo>
                  <a:pt x="860351" y="298414"/>
                </a:lnTo>
                <a:lnTo>
                  <a:pt x="860166" y="293443"/>
                </a:lnTo>
                <a:lnTo>
                  <a:pt x="860513" y="289982"/>
                </a:lnTo>
                <a:lnTo>
                  <a:pt x="861300" y="288050"/>
                </a:lnTo>
                <a:lnTo>
                  <a:pt x="864929" y="288559"/>
                </a:lnTo>
                <a:lnTo>
                  <a:pt x="867713" y="289641"/>
                </a:lnTo>
                <a:close/>
                <a:moveTo>
                  <a:pt x="882755" y="299815"/>
                </a:moveTo>
                <a:lnTo>
                  <a:pt x="885516" y="302718"/>
                </a:lnTo>
                <a:lnTo>
                  <a:pt x="885504" y="303117"/>
                </a:lnTo>
                <a:lnTo>
                  <a:pt x="884586" y="303636"/>
                </a:lnTo>
                <a:lnTo>
                  <a:pt x="876556" y="303948"/>
                </a:lnTo>
                <a:lnTo>
                  <a:pt x="873818" y="303570"/>
                </a:lnTo>
                <a:lnTo>
                  <a:pt x="872540" y="302750"/>
                </a:lnTo>
                <a:lnTo>
                  <a:pt x="872411" y="302150"/>
                </a:lnTo>
                <a:lnTo>
                  <a:pt x="873098" y="300523"/>
                </a:lnTo>
                <a:lnTo>
                  <a:pt x="875620" y="297307"/>
                </a:lnTo>
                <a:lnTo>
                  <a:pt x="879541" y="297565"/>
                </a:lnTo>
                <a:lnTo>
                  <a:pt x="882755" y="299815"/>
                </a:lnTo>
                <a:close/>
                <a:moveTo>
                  <a:pt x="882225" y="309457"/>
                </a:moveTo>
                <a:lnTo>
                  <a:pt x="882878" y="310545"/>
                </a:lnTo>
                <a:lnTo>
                  <a:pt x="882187" y="311596"/>
                </a:lnTo>
                <a:lnTo>
                  <a:pt x="877018" y="313411"/>
                </a:lnTo>
                <a:lnTo>
                  <a:pt x="873757" y="311735"/>
                </a:lnTo>
                <a:lnTo>
                  <a:pt x="872706" y="310538"/>
                </a:lnTo>
                <a:lnTo>
                  <a:pt x="873257" y="309554"/>
                </a:lnTo>
                <a:lnTo>
                  <a:pt x="875717" y="308844"/>
                </a:lnTo>
                <a:lnTo>
                  <a:pt x="880008" y="308801"/>
                </a:lnTo>
                <a:lnTo>
                  <a:pt x="882225" y="309457"/>
                </a:lnTo>
                <a:close/>
                <a:moveTo>
                  <a:pt x="866604" y="312640"/>
                </a:moveTo>
                <a:lnTo>
                  <a:pt x="868169" y="313584"/>
                </a:lnTo>
                <a:lnTo>
                  <a:pt x="870021" y="315466"/>
                </a:lnTo>
                <a:lnTo>
                  <a:pt x="870922" y="317413"/>
                </a:lnTo>
                <a:lnTo>
                  <a:pt x="870798" y="318474"/>
                </a:lnTo>
                <a:lnTo>
                  <a:pt x="869569" y="319554"/>
                </a:lnTo>
                <a:lnTo>
                  <a:pt x="866405" y="320384"/>
                </a:lnTo>
                <a:lnTo>
                  <a:pt x="862967" y="320134"/>
                </a:lnTo>
                <a:lnTo>
                  <a:pt x="861252" y="319293"/>
                </a:lnTo>
                <a:lnTo>
                  <a:pt x="860294" y="318192"/>
                </a:lnTo>
                <a:lnTo>
                  <a:pt x="859974" y="316666"/>
                </a:lnTo>
                <a:lnTo>
                  <a:pt x="860188" y="313229"/>
                </a:lnTo>
                <a:lnTo>
                  <a:pt x="860862" y="311897"/>
                </a:lnTo>
                <a:lnTo>
                  <a:pt x="862931" y="311427"/>
                </a:lnTo>
                <a:lnTo>
                  <a:pt x="866604" y="312640"/>
                </a:lnTo>
                <a:close/>
                <a:moveTo>
                  <a:pt x="894375" y="313507"/>
                </a:moveTo>
                <a:lnTo>
                  <a:pt x="894824" y="316454"/>
                </a:lnTo>
                <a:lnTo>
                  <a:pt x="894588" y="319771"/>
                </a:lnTo>
                <a:lnTo>
                  <a:pt x="893983" y="321334"/>
                </a:lnTo>
                <a:lnTo>
                  <a:pt x="892964" y="322137"/>
                </a:lnTo>
                <a:lnTo>
                  <a:pt x="890965" y="322014"/>
                </a:lnTo>
                <a:lnTo>
                  <a:pt x="886254" y="319492"/>
                </a:lnTo>
                <a:lnTo>
                  <a:pt x="885130" y="318335"/>
                </a:lnTo>
                <a:lnTo>
                  <a:pt x="885065" y="317411"/>
                </a:lnTo>
                <a:lnTo>
                  <a:pt x="885938" y="315629"/>
                </a:lnTo>
                <a:lnTo>
                  <a:pt x="889572" y="312567"/>
                </a:lnTo>
                <a:lnTo>
                  <a:pt x="892531" y="311687"/>
                </a:lnTo>
                <a:lnTo>
                  <a:pt x="893484" y="312184"/>
                </a:lnTo>
                <a:lnTo>
                  <a:pt x="894375" y="313507"/>
                </a:lnTo>
                <a:close/>
                <a:moveTo>
                  <a:pt x="854839" y="313218"/>
                </a:moveTo>
                <a:lnTo>
                  <a:pt x="855698" y="314853"/>
                </a:lnTo>
                <a:lnTo>
                  <a:pt x="855773" y="316870"/>
                </a:lnTo>
                <a:lnTo>
                  <a:pt x="855088" y="318716"/>
                </a:lnTo>
                <a:lnTo>
                  <a:pt x="853586" y="320306"/>
                </a:lnTo>
                <a:lnTo>
                  <a:pt x="839133" y="320842"/>
                </a:lnTo>
                <a:lnTo>
                  <a:pt x="837605" y="320614"/>
                </a:lnTo>
                <a:lnTo>
                  <a:pt x="836373" y="319534"/>
                </a:lnTo>
                <a:lnTo>
                  <a:pt x="837334" y="318126"/>
                </a:lnTo>
                <a:lnTo>
                  <a:pt x="838513" y="317274"/>
                </a:lnTo>
                <a:lnTo>
                  <a:pt x="845272" y="315161"/>
                </a:lnTo>
                <a:lnTo>
                  <a:pt x="850672" y="312807"/>
                </a:lnTo>
                <a:lnTo>
                  <a:pt x="852882" y="312349"/>
                </a:lnTo>
                <a:lnTo>
                  <a:pt x="854839" y="313218"/>
                </a:lnTo>
                <a:close/>
                <a:moveTo>
                  <a:pt x="906911" y="313749"/>
                </a:moveTo>
                <a:lnTo>
                  <a:pt x="920859" y="321034"/>
                </a:lnTo>
                <a:lnTo>
                  <a:pt x="921990" y="321975"/>
                </a:lnTo>
                <a:lnTo>
                  <a:pt x="922083" y="323254"/>
                </a:lnTo>
                <a:lnTo>
                  <a:pt x="920481" y="324056"/>
                </a:lnTo>
                <a:lnTo>
                  <a:pt x="912504" y="324018"/>
                </a:lnTo>
                <a:lnTo>
                  <a:pt x="904047" y="323420"/>
                </a:lnTo>
                <a:lnTo>
                  <a:pt x="901210" y="322481"/>
                </a:lnTo>
                <a:lnTo>
                  <a:pt x="900259" y="321430"/>
                </a:lnTo>
                <a:lnTo>
                  <a:pt x="899457" y="319141"/>
                </a:lnTo>
                <a:lnTo>
                  <a:pt x="899236" y="315491"/>
                </a:lnTo>
                <a:lnTo>
                  <a:pt x="899694" y="313413"/>
                </a:lnTo>
                <a:lnTo>
                  <a:pt x="900415" y="312672"/>
                </a:lnTo>
                <a:lnTo>
                  <a:pt x="902294" y="312211"/>
                </a:lnTo>
                <a:lnTo>
                  <a:pt x="904615" y="312593"/>
                </a:lnTo>
                <a:lnTo>
                  <a:pt x="906911" y="313749"/>
                </a:lnTo>
                <a:close/>
                <a:moveTo>
                  <a:pt x="880441" y="329611"/>
                </a:moveTo>
                <a:lnTo>
                  <a:pt x="881303" y="330871"/>
                </a:lnTo>
                <a:lnTo>
                  <a:pt x="880104" y="332456"/>
                </a:lnTo>
                <a:lnTo>
                  <a:pt x="878104" y="333387"/>
                </a:lnTo>
                <a:lnTo>
                  <a:pt x="876970" y="333257"/>
                </a:lnTo>
                <a:lnTo>
                  <a:pt x="876113" y="332578"/>
                </a:lnTo>
                <a:lnTo>
                  <a:pt x="875571" y="330624"/>
                </a:lnTo>
                <a:lnTo>
                  <a:pt x="876268" y="329627"/>
                </a:lnTo>
                <a:lnTo>
                  <a:pt x="878560" y="329149"/>
                </a:lnTo>
                <a:lnTo>
                  <a:pt x="880441" y="329611"/>
                </a:lnTo>
                <a:close/>
                <a:moveTo>
                  <a:pt x="864482" y="332022"/>
                </a:moveTo>
                <a:lnTo>
                  <a:pt x="869839" y="335534"/>
                </a:lnTo>
                <a:lnTo>
                  <a:pt x="870638" y="337659"/>
                </a:lnTo>
                <a:lnTo>
                  <a:pt x="869685" y="338907"/>
                </a:lnTo>
                <a:lnTo>
                  <a:pt x="863624" y="342465"/>
                </a:lnTo>
                <a:lnTo>
                  <a:pt x="860947" y="342906"/>
                </a:lnTo>
                <a:lnTo>
                  <a:pt x="859890" y="341893"/>
                </a:lnTo>
                <a:lnTo>
                  <a:pt x="859389" y="339800"/>
                </a:lnTo>
                <a:lnTo>
                  <a:pt x="860000" y="332843"/>
                </a:lnTo>
                <a:lnTo>
                  <a:pt x="861249" y="331260"/>
                </a:lnTo>
                <a:lnTo>
                  <a:pt x="862604" y="331267"/>
                </a:lnTo>
                <a:lnTo>
                  <a:pt x="864482" y="332022"/>
                </a:lnTo>
                <a:close/>
                <a:moveTo>
                  <a:pt x="895580" y="332697"/>
                </a:moveTo>
                <a:lnTo>
                  <a:pt x="896963" y="334809"/>
                </a:lnTo>
                <a:lnTo>
                  <a:pt x="897640" y="337294"/>
                </a:lnTo>
                <a:lnTo>
                  <a:pt x="897332" y="340661"/>
                </a:lnTo>
                <a:lnTo>
                  <a:pt x="896244" y="341962"/>
                </a:lnTo>
                <a:lnTo>
                  <a:pt x="894900" y="342066"/>
                </a:lnTo>
                <a:lnTo>
                  <a:pt x="892169" y="341065"/>
                </a:lnTo>
                <a:lnTo>
                  <a:pt x="888005" y="338956"/>
                </a:lnTo>
                <a:lnTo>
                  <a:pt x="886436" y="337707"/>
                </a:lnTo>
                <a:lnTo>
                  <a:pt x="886316" y="336435"/>
                </a:lnTo>
                <a:lnTo>
                  <a:pt x="887175" y="334897"/>
                </a:lnTo>
                <a:lnTo>
                  <a:pt x="890489" y="332209"/>
                </a:lnTo>
                <a:lnTo>
                  <a:pt x="893266" y="331537"/>
                </a:lnTo>
                <a:lnTo>
                  <a:pt x="895580" y="332697"/>
                </a:lnTo>
                <a:close/>
                <a:moveTo>
                  <a:pt x="882032" y="342436"/>
                </a:moveTo>
                <a:lnTo>
                  <a:pt x="889737" y="347159"/>
                </a:lnTo>
                <a:lnTo>
                  <a:pt x="891193" y="348511"/>
                </a:lnTo>
                <a:lnTo>
                  <a:pt x="891420" y="349365"/>
                </a:lnTo>
                <a:lnTo>
                  <a:pt x="890777" y="350904"/>
                </a:lnTo>
                <a:lnTo>
                  <a:pt x="888976" y="352715"/>
                </a:lnTo>
                <a:lnTo>
                  <a:pt x="882645" y="357411"/>
                </a:lnTo>
                <a:lnTo>
                  <a:pt x="880148" y="358689"/>
                </a:lnTo>
                <a:lnTo>
                  <a:pt x="877476" y="359285"/>
                </a:lnTo>
                <a:lnTo>
                  <a:pt x="874598" y="358463"/>
                </a:lnTo>
                <a:lnTo>
                  <a:pt x="867339" y="353383"/>
                </a:lnTo>
                <a:lnTo>
                  <a:pt x="863825" y="349475"/>
                </a:lnTo>
                <a:lnTo>
                  <a:pt x="863819" y="348513"/>
                </a:lnTo>
                <a:lnTo>
                  <a:pt x="865019" y="347245"/>
                </a:lnTo>
                <a:lnTo>
                  <a:pt x="876373" y="341042"/>
                </a:lnTo>
                <a:lnTo>
                  <a:pt x="878007" y="340813"/>
                </a:lnTo>
                <a:lnTo>
                  <a:pt x="882032" y="342436"/>
                </a:lnTo>
                <a:close/>
                <a:moveTo>
                  <a:pt x="861734" y="355213"/>
                </a:moveTo>
                <a:lnTo>
                  <a:pt x="869326" y="360640"/>
                </a:lnTo>
                <a:lnTo>
                  <a:pt x="870946" y="362996"/>
                </a:lnTo>
                <a:lnTo>
                  <a:pt x="871088" y="364470"/>
                </a:lnTo>
                <a:lnTo>
                  <a:pt x="859299" y="373100"/>
                </a:lnTo>
                <a:lnTo>
                  <a:pt x="854598" y="374932"/>
                </a:lnTo>
                <a:lnTo>
                  <a:pt x="853230" y="373150"/>
                </a:lnTo>
                <a:lnTo>
                  <a:pt x="852971" y="371877"/>
                </a:lnTo>
                <a:lnTo>
                  <a:pt x="855098" y="364548"/>
                </a:lnTo>
                <a:lnTo>
                  <a:pt x="856538" y="356338"/>
                </a:lnTo>
                <a:lnTo>
                  <a:pt x="857877" y="354809"/>
                </a:lnTo>
                <a:lnTo>
                  <a:pt x="859568" y="354710"/>
                </a:lnTo>
                <a:lnTo>
                  <a:pt x="861734" y="355213"/>
                </a:lnTo>
                <a:close/>
                <a:moveTo>
                  <a:pt x="897895" y="355550"/>
                </a:moveTo>
                <a:lnTo>
                  <a:pt x="899894" y="359983"/>
                </a:lnTo>
                <a:lnTo>
                  <a:pt x="901647" y="368084"/>
                </a:lnTo>
                <a:lnTo>
                  <a:pt x="901958" y="373519"/>
                </a:lnTo>
                <a:lnTo>
                  <a:pt x="901679" y="374517"/>
                </a:lnTo>
                <a:lnTo>
                  <a:pt x="900529" y="375335"/>
                </a:lnTo>
                <a:lnTo>
                  <a:pt x="898564" y="374631"/>
                </a:lnTo>
                <a:lnTo>
                  <a:pt x="887474" y="366915"/>
                </a:lnTo>
                <a:lnTo>
                  <a:pt x="884732" y="364325"/>
                </a:lnTo>
                <a:lnTo>
                  <a:pt x="887502" y="360968"/>
                </a:lnTo>
                <a:lnTo>
                  <a:pt x="894806" y="355087"/>
                </a:lnTo>
                <a:lnTo>
                  <a:pt x="896415" y="354740"/>
                </a:lnTo>
                <a:lnTo>
                  <a:pt x="897895" y="355550"/>
                </a:lnTo>
                <a:close/>
                <a:moveTo>
                  <a:pt x="882707" y="369581"/>
                </a:moveTo>
                <a:lnTo>
                  <a:pt x="892949" y="376659"/>
                </a:lnTo>
                <a:lnTo>
                  <a:pt x="896977" y="378623"/>
                </a:lnTo>
                <a:lnTo>
                  <a:pt x="897540" y="379488"/>
                </a:lnTo>
                <a:lnTo>
                  <a:pt x="897663" y="381330"/>
                </a:lnTo>
                <a:lnTo>
                  <a:pt x="897099" y="382791"/>
                </a:lnTo>
                <a:lnTo>
                  <a:pt x="895702" y="384045"/>
                </a:lnTo>
                <a:lnTo>
                  <a:pt x="891228" y="386653"/>
                </a:lnTo>
                <a:lnTo>
                  <a:pt x="882617" y="392755"/>
                </a:lnTo>
                <a:lnTo>
                  <a:pt x="879634" y="393371"/>
                </a:lnTo>
                <a:lnTo>
                  <a:pt x="876955" y="392281"/>
                </a:lnTo>
                <a:lnTo>
                  <a:pt x="865763" y="384521"/>
                </a:lnTo>
                <a:lnTo>
                  <a:pt x="863209" y="381827"/>
                </a:lnTo>
                <a:lnTo>
                  <a:pt x="862912" y="380225"/>
                </a:lnTo>
                <a:lnTo>
                  <a:pt x="864546" y="377899"/>
                </a:lnTo>
                <a:lnTo>
                  <a:pt x="876668" y="369014"/>
                </a:lnTo>
                <a:lnTo>
                  <a:pt x="879091" y="368182"/>
                </a:lnTo>
                <a:lnTo>
                  <a:pt x="882707" y="369581"/>
                </a:lnTo>
                <a:close/>
                <a:moveTo>
                  <a:pt x="856382" y="386890"/>
                </a:moveTo>
                <a:lnTo>
                  <a:pt x="868399" y="395429"/>
                </a:lnTo>
                <a:lnTo>
                  <a:pt x="870750" y="397617"/>
                </a:lnTo>
                <a:lnTo>
                  <a:pt x="871272" y="399204"/>
                </a:lnTo>
                <a:lnTo>
                  <a:pt x="869255" y="401306"/>
                </a:lnTo>
                <a:lnTo>
                  <a:pt x="852610" y="412349"/>
                </a:lnTo>
                <a:lnTo>
                  <a:pt x="849395" y="413473"/>
                </a:lnTo>
                <a:lnTo>
                  <a:pt x="848249" y="412414"/>
                </a:lnTo>
                <a:lnTo>
                  <a:pt x="847854" y="407940"/>
                </a:lnTo>
                <a:lnTo>
                  <a:pt x="849189" y="396461"/>
                </a:lnTo>
                <a:lnTo>
                  <a:pt x="850454" y="390392"/>
                </a:lnTo>
                <a:lnTo>
                  <a:pt x="851953" y="386983"/>
                </a:lnTo>
                <a:lnTo>
                  <a:pt x="853269" y="385817"/>
                </a:lnTo>
                <a:lnTo>
                  <a:pt x="854622" y="385682"/>
                </a:lnTo>
                <a:lnTo>
                  <a:pt x="856382" y="386890"/>
                </a:lnTo>
                <a:close/>
                <a:moveTo>
                  <a:pt x="904404" y="387179"/>
                </a:moveTo>
                <a:lnTo>
                  <a:pt x="905138" y="389069"/>
                </a:lnTo>
                <a:lnTo>
                  <a:pt x="906493" y="401775"/>
                </a:lnTo>
                <a:lnTo>
                  <a:pt x="908116" y="409599"/>
                </a:lnTo>
                <a:lnTo>
                  <a:pt x="907590" y="411456"/>
                </a:lnTo>
                <a:lnTo>
                  <a:pt x="906210" y="412076"/>
                </a:lnTo>
                <a:lnTo>
                  <a:pt x="903086" y="411133"/>
                </a:lnTo>
                <a:lnTo>
                  <a:pt x="888724" y="400864"/>
                </a:lnTo>
                <a:lnTo>
                  <a:pt x="887103" y="399344"/>
                </a:lnTo>
                <a:lnTo>
                  <a:pt x="886796" y="398456"/>
                </a:lnTo>
                <a:lnTo>
                  <a:pt x="887252" y="396706"/>
                </a:lnTo>
                <a:lnTo>
                  <a:pt x="888786" y="394848"/>
                </a:lnTo>
                <a:lnTo>
                  <a:pt x="896587" y="389686"/>
                </a:lnTo>
                <a:lnTo>
                  <a:pt x="900398" y="386406"/>
                </a:lnTo>
                <a:lnTo>
                  <a:pt x="902234" y="386215"/>
                </a:lnTo>
                <a:lnTo>
                  <a:pt x="904404" y="387179"/>
                </a:lnTo>
                <a:close/>
                <a:moveTo>
                  <a:pt x="881598" y="404247"/>
                </a:moveTo>
                <a:lnTo>
                  <a:pt x="901597" y="417831"/>
                </a:lnTo>
                <a:lnTo>
                  <a:pt x="901818" y="418582"/>
                </a:lnTo>
                <a:lnTo>
                  <a:pt x="901190" y="419754"/>
                </a:lnTo>
                <a:lnTo>
                  <a:pt x="897199" y="423009"/>
                </a:lnTo>
                <a:lnTo>
                  <a:pt x="880529" y="430849"/>
                </a:lnTo>
                <a:lnTo>
                  <a:pt x="876666" y="431393"/>
                </a:lnTo>
                <a:lnTo>
                  <a:pt x="873736" y="430525"/>
                </a:lnTo>
                <a:lnTo>
                  <a:pt x="860594" y="423560"/>
                </a:lnTo>
                <a:lnTo>
                  <a:pt x="857977" y="421862"/>
                </a:lnTo>
                <a:lnTo>
                  <a:pt x="855663" y="419670"/>
                </a:lnTo>
                <a:lnTo>
                  <a:pt x="855368" y="418597"/>
                </a:lnTo>
                <a:lnTo>
                  <a:pt x="856659" y="417144"/>
                </a:lnTo>
                <a:lnTo>
                  <a:pt x="874486" y="404597"/>
                </a:lnTo>
                <a:lnTo>
                  <a:pt x="878042" y="403269"/>
                </a:lnTo>
                <a:lnTo>
                  <a:pt x="881598" y="404247"/>
                </a:lnTo>
                <a:close/>
                <a:moveTo>
                  <a:pt x="908887" y="424400"/>
                </a:moveTo>
                <a:lnTo>
                  <a:pt x="909660" y="426833"/>
                </a:lnTo>
                <a:lnTo>
                  <a:pt x="911093" y="437617"/>
                </a:lnTo>
                <a:lnTo>
                  <a:pt x="912644" y="444604"/>
                </a:lnTo>
                <a:lnTo>
                  <a:pt x="912369" y="447465"/>
                </a:lnTo>
                <a:lnTo>
                  <a:pt x="911225" y="449061"/>
                </a:lnTo>
                <a:lnTo>
                  <a:pt x="909573" y="448929"/>
                </a:lnTo>
                <a:lnTo>
                  <a:pt x="906525" y="447609"/>
                </a:lnTo>
                <a:lnTo>
                  <a:pt x="889092" y="438726"/>
                </a:lnTo>
                <a:lnTo>
                  <a:pt x="887173" y="437291"/>
                </a:lnTo>
                <a:lnTo>
                  <a:pt x="886692" y="434872"/>
                </a:lnTo>
                <a:lnTo>
                  <a:pt x="887218" y="433599"/>
                </a:lnTo>
                <a:lnTo>
                  <a:pt x="887994" y="432939"/>
                </a:lnTo>
                <a:lnTo>
                  <a:pt x="892939" y="431040"/>
                </a:lnTo>
                <a:lnTo>
                  <a:pt x="901179" y="426797"/>
                </a:lnTo>
                <a:lnTo>
                  <a:pt x="905423" y="424095"/>
                </a:lnTo>
                <a:lnTo>
                  <a:pt x="907465" y="423731"/>
                </a:lnTo>
                <a:lnTo>
                  <a:pt x="908887" y="424400"/>
                </a:lnTo>
                <a:close/>
                <a:moveTo>
                  <a:pt x="852429" y="425847"/>
                </a:moveTo>
                <a:lnTo>
                  <a:pt x="865477" y="433105"/>
                </a:lnTo>
                <a:lnTo>
                  <a:pt x="866693" y="434388"/>
                </a:lnTo>
                <a:lnTo>
                  <a:pt x="866708" y="435895"/>
                </a:lnTo>
                <a:lnTo>
                  <a:pt x="865748" y="437430"/>
                </a:lnTo>
                <a:lnTo>
                  <a:pt x="863876" y="438679"/>
                </a:lnTo>
                <a:lnTo>
                  <a:pt x="858081" y="440828"/>
                </a:lnTo>
                <a:lnTo>
                  <a:pt x="847223" y="446347"/>
                </a:lnTo>
                <a:lnTo>
                  <a:pt x="844762" y="446609"/>
                </a:lnTo>
                <a:lnTo>
                  <a:pt x="843745" y="445477"/>
                </a:lnTo>
                <a:lnTo>
                  <a:pt x="843557" y="444120"/>
                </a:lnTo>
                <a:lnTo>
                  <a:pt x="844473" y="432669"/>
                </a:lnTo>
                <a:lnTo>
                  <a:pt x="845679" y="424834"/>
                </a:lnTo>
                <a:lnTo>
                  <a:pt x="846543" y="424259"/>
                </a:lnTo>
                <a:lnTo>
                  <a:pt x="848439" y="424147"/>
                </a:lnTo>
                <a:lnTo>
                  <a:pt x="852429" y="425847"/>
                </a:lnTo>
                <a:close/>
                <a:moveTo>
                  <a:pt x="880634" y="441420"/>
                </a:moveTo>
                <a:lnTo>
                  <a:pt x="900753" y="452479"/>
                </a:lnTo>
                <a:lnTo>
                  <a:pt x="902095" y="453666"/>
                </a:lnTo>
                <a:lnTo>
                  <a:pt x="902556" y="455779"/>
                </a:lnTo>
                <a:lnTo>
                  <a:pt x="902274" y="457103"/>
                </a:lnTo>
                <a:lnTo>
                  <a:pt x="901185" y="458277"/>
                </a:lnTo>
                <a:lnTo>
                  <a:pt x="880850" y="473370"/>
                </a:lnTo>
                <a:lnTo>
                  <a:pt x="878969" y="474428"/>
                </a:lnTo>
                <a:lnTo>
                  <a:pt x="877163" y="474561"/>
                </a:lnTo>
                <a:lnTo>
                  <a:pt x="873771" y="472861"/>
                </a:lnTo>
                <a:lnTo>
                  <a:pt x="857048" y="459942"/>
                </a:lnTo>
                <a:lnTo>
                  <a:pt x="852091" y="455709"/>
                </a:lnTo>
                <a:lnTo>
                  <a:pt x="850571" y="453391"/>
                </a:lnTo>
                <a:lnTo>
                  <a:pt x="850934" y="452365"/>
                </a:lnTo>
                <a:lnTo>
                  <a:pt x="852297" y="451432"/>
                </a:lnTo>
                <a:lnTo>
                  <a:pt x="869595" y="442738"/>
                </a:lnTo>
                <a:lnTo>
                  <a:pt x="873668" y="440241"/>
                </a:lnTo>
                <a:lnTo>
                  <a:pt x="877035" y="439849"/>
                </a:lnTo>
                <a:lnTo>
                  <a:pt x="880634" y="441420"/>
                </a:lnTo>
                <a:close/>
                <a:moveTo>
                  <a:pt x="848571" y="462297"/>
                </a:moveTo>
                <a:lnTo>
                  <a:pt x="867306" y="476144"/>
                </a:lnTo>
                <a:lnTo>
                  <a:pt x="869527" y="478216"/>
                </a:lnTo>
                <a:lnTo>
                  <a:pt x="870268" y="479799"/>
                </a:lnTo>
                <a:lnTo>
                  <a:pt x="869329" y="481295"/>
                </a:lnTo>
                <a:lnTo>
                  <a:pt x="866188" y="484086"/>
                </a:lnTo>
                <a:lnTo>
                  <a:pt x="860824" y="487604"/>
                </a:lnTo>
                <a:lnTo>
                  <a:pt x="839208" y="503677"/>
                </a:lnTo>
                <a:lnTo>
                  <a:pt x="837698" y="503954"/>
                </a:lnTo>
                <a:lnTo>
                  <a:pt x="836376" y="503082"/>
                </a:lnTo>
                <a:lnTo>
                  <a:pt x="836211" y="500021"/>
                </a:lnTo>
                <a:lnTo>
                  <a:pt x="840846" y="462286"/>
                </a:lnTo>
                <a:lnTo>
                  <a:pt x="841695" y="459915"/>
                </a:lnTo>
                <a:lnTo>
                  <a:pt x="843107" y="459209"/>
                </a:lnTo>
                <a:lnTo>
                  <a:pt x="845321" y="460043"/>
                </a:lnTo>
                <a:lnTo>
                  <a:pt x="848571" y="462297"/>
                </a:lnTo>
                <a:close/>
                <a:moveTo>
                  <a:pt x="913516" y="462827"/>
                </a:moveTo>
                <a:lnTo>
                  <a:pt x="914399" y="466918"/>
                </a:lnTo>
                <a:lnTo>
                  <a:pt x="916715" y="487166"/>
                </a:lnTo>
                <a:lnTo>
                  <a:pt x="917734" y="501086"/>
                </a:lnTo>
                <a:lnTo>
                  <a:pt x="917610" y="503344"/>
                </a:lnTo>
                <a:lnTo>
                  <a:pt x="916885" y="504545"/>
                </a:lnTo>
                <a:lnTo>
                  <a:pt x="916302" y="504742"/>
                </a:lnTo>
                <a:lnTo>
                  <a:pt x="913698" y="503698"/>
                </a:lnTo>
                <a:lnTo>
                  <a:pt x="890312" y="485390"/>
                </a:lnTo>
                <a:lnTo>
                  <a:pt x="886569" y="482029"/>
                </a:lnTo>
                <a:lnTo>
                  <a:pt x="885214" y="479991"/>
                </a:lnTo>
                <a:lnTo>
                  <a:pt x="886944" y="478026"/>
                </a:lnTo>
                <a:lnTo>
                  <a:pt x="892405" y="473840"/>
                </a:lnTo>
                <a:lnTo>
                  <a:pt x="908758" y="462383"/>
                </a:lnTo>
                <a:lnTo>
                  <a:pt x="912070" y="461091"/>
                </a:lnTo>
                <a:lnTo>
                  <a:pt x="913516" y="462827"/>
                </a:lnTo>
                <a:close/>
                <a:moveTo>
                  <a:pt x="297482" y="149097"/>
                </a:moveTo>
                <a:lnTo>
                  <a:pt x="294233" y="150770"/>
                </a:lnTo>
                <a:lnTo>
                  <a:pt x="290859" y="153798"/>
                </a:lnTo>
                <a:lnTo>
                  <a:pt x="286218" y="155319"/>
                </a:lnTo>
                <a:lnTo>
                  <a:pt x="283246" y="157133"/>
                </a:lnTo>
                <a:lnTo>
                  <a:pt x="274091" y="169045"/>
                </a:lnTo>
                <a:lnTo>
                  <a:pt x="273075" y="170919"/>
                </a:lnTo>
                <a:lnTo>
                  <a:pt x="272918" y="172740"/>
                </a:lnTo>
                <a:lnTo>
                  <a:pt x="276534" y="185216"/>
                </a:lnTo>
                <a:lnTo>
                  <a:pt x="276474" y="187264"/>
                </a:lnTo>
                <a:lnTo>
                  <a:pt x="268837" y="196509"/>
                </a:lnTo>
                <a:lnTo>
                  <a:pt x="264537" y="204918"/>
                </a:lnTo>
                <a:lnTo>
                  <a:pt x="263194" y="205862"/>
                </a:lnTo>
                <a:lnTo>
                  <a:pt x="259503" y="206072"/>
                </a:lnTo>
                <a:lnTo>
                  <a:pt x="256288" y="207945"/>
                </a:lnTo>
                <a:lnTo>
                  <a:pt x="251058" y="213830"/>
                </a:lnTo>
                <a:lnTo>
                  <a:pt x="249426" y="217722"/>
                </a:lnTo>
                <a:lnTo>
                  <a:pt x="249362" y="219620"/>
                </a:lnTo>
                <a:lnTo>
                  <a:pt x="250601" y="222949"/>
                </a:lnTo>
                <a:lnTo>
                  <a:pt x="256396" y="232885"/>
                </a:lnTo>
                <a:lnTo>
                  <a:pt x="255955" y="233928"/>
                </a:lnTo>
                <a:lnTo>
                  <a:pt x="252871" y="236449"/>
                </a:lnTo>
                <a:lnTo>
                  <a:pt x="251600" y="238444"/>
                </a:lnTo>
                <a:lnTo>
                  <a:pt x="251410" y="240660"/>
                </a:lnTo>
                <a:lnTo>
                  <a:pt x="252552" y="245435"/>
                </a:lnTo>
                <a:lnTo>
                  <a:pt x="250699" y="251181"/>
                </a:lnTo>
                <a:lnTo>
                  <a:pt x="250626" y="254532"/>
                </a:lnTo>
                <a:lnTo>
                  <a:pt x="254330" y="261399"/>
                </a:lnTo>
                <a:lnTo>
                  <a:pt x="258424" y="267281"/>
                </a:lnTo>
                <a:lnTo>
                  <a:pt x="259181" y="269741"/>
                </a:lnTo>
                <a:lnTo>
                  <a:pt x="259712" y="275635"/>
                </a:lnTo>
                <a:lnTo>
                  <a:pt x="262111" y="281505"/>
                </a:lnTo>
                <a:lnTo>
                  <a:pt x="262940" y="285845"/>
                </a:lnTo>
                <a:lnTo>
                  <a:pt x="263883" y="287381"/>
                </a:lnTo>
                <a:lnTo>
                  <a:pt x="265044" y="287903"/>
                </a:lnTo>
                <a:lnTo>
                  <a:pt x="268951" y="288115"/>
                </a:lnTo>
                <a:lnTo>
                  <a:pt x="272001" y="287237"/>
                </a:lnTo>
                <a:lnTo>
                  <a:pt x="273280" y="285586"/>
                </a:lnTo>
                <a:lnTo>
                  <a:pt x="274027" y="282072"/>
                </a:lnTo>
                <a:lnTo>
                  <a:pt x="273145" y="277542"/>
                </a:lnTo>
                <a:lnTo>
                  <a:pt x="270115" y="272007"/>
                </a:lnTo>
                <a:lnTo>
                  <a:pt x="268892" y="265547"/>
                </a:lnTo>
                <a:lnTo>
                  <a:pt x="267119" y="260586"/>
                </a:lnTo>
                <a:lnTo>
                  <a:pt x="264799" y="256185"/>
                </a:lnTo>
                <a:lnTo>
                  <a:pt x="261804" y="252324"/>
                </a:lnTo>
                <a:lnTo>
                  <a:pt x="262720" y="243163"/>
                </a:lnTo>
                <a:lnTo>
                  <a:pt x="268010" y="234745"/>
                </a:lnTo>
                <a:lnTo>
                  <a:pt x="269934" y="229657"/>
                </a:lnTo>
                <a:lnTo>
                  <a:pt x="269944" y="225597"/>
                </a:lnTo>
                <a:lnTo>
                  <a:pt x="267541" y="221659"/>
                </a:lnTo>
                <a:lnTo>
                  <a:pt x="273730" y="218575"/>
                </a:lnTo>
                <a:lnTo>
                  <a:pt x="276796" y="215728"/>
                </a:lnTo>
                <a:lnTo>
                  <a:pt x="277122" y="213075"/>
                </a:lnTo>
                <a:lnTo>
                  <a:pt x="275159" y="207677"/>
                </a:lnTo>
                <a:lnTo>
                  <a:pt x="277550" y="202122"/>
                </a:lnTo>
                <a:lnTo>
                  <a:pt x="284202" y="194493"/>
                </a:lnTo>
                <a:lnTo>
                  <a:pt x="286574" y="190038"/>
                </a:lnTo>
                <a:lnTo>
                  <a:pt x="287015" y="187809"/>
                </a:lnTo>
                <a:lnTo>
                  <a:pt x="286932" y="184604"/>
                </a:lnTo>
                <a:lnTo>
                  <a:pt x="285377" y="179810"/>
                </a:lnTo>
                <a:lnTo>
                  <a:pt x="284851" y="175831"/>
                </a:lnTo>
                <a:lnTo>
                  <a:pt x="285043" y="173252"/>
                </a:lnTo>
                <a:lnTo>
                  <a:pt x="285682" y="171535"/>
                </a:lnTo>
                <a:lnTo>
                  <a:pt x="287435" y="168762"/>
                </a:lnTo>
                <a:lnTo>
                  <a:pt x="289567" y="166497"/>
                </a:lnTo>
                <a:lnTo>
                  <a:pt x="295150" y="163730"/>
                </a:lnTo>
                <a:lnTo>
                  <a:pt x="298302" y="161343"/>
                </a:lnTo>
                <a:lnTo>
                  <a:pt x="302008" y="157351"/>
                </a:lnTo>
                <a:lnTo>
                  <a:pt x="303839" y="154352"/>
                </a:lnTo>
                <a:lnTo>
                  <a:pt x="304211" y="152544"/>
                </a:lnTo>
                <a:lnTo>
                  <a:pt x="304039" y="150640"/>
                </a:lnTo>
                <a:lnTo>
                  <a:pt x="302863" y="148215"/>
                </a:lnTo>
                <a:lnTo>
                  <a:pt x="300928" y="148030"/>
                </a:lnTo>
                <a:lnTo>
                  <a:pt x="297482" y="149097"/>
                </a:lnTo>
                <a:close/>
                <a:moveTo>
                  <a:pt x="717525" y="285254"/>
                </a:moveTo>
                <a:lnTo>
                  <a:pt x="716127" y="286507"/>
                </a:lnTo>
                <a:lnTo>
                  <a:pt x="716741" y="289170"/>
                </a:lnTo>
                <a:lnTo>
                  <a:pt x="719183" y="292692"/>
                </a:lnTo>
                <a:lnTo>
                  <a:pt x="721172" y="293269"/>
                </a:lnTo>
                <a:lnTo>
                  <a:pt x="727424" y="293363"/>
                </a:lnTo>
                <a:lnTo>
                  <a:pt x="730969" y="292722"/>
                </a:lnTo>
                <a:lnTo>
                  <a:pt x="734384" y="289806"/>
                </a:lnTo>
                <a:lnTo>
                  <a:pt x="735750" y="287327"/>
                </a:lnTo>
                <a:lnTo>
                  <a:pt x="735293" y="286011"/>
                </a:lnTo>
                <a:lnTo>
                  <a:pt x="733225" y="284934"/>
                </a:lnTo>
                <a:lnTo>
                  <a:pt x="730336" y="285095"/>
                </a:lnTo>
                <a:lnTo>
                  <a:pt x="725908" y="287098"/>
                </a:lnTo>
                <a:lnTo>
                  <a:pt x="720136" y="284966"/>
                </a:lnTo>
                <a:lnTo>
                  <a:pt x="717525" y="285254"/>
                </a:lnTo>
                <a:close/>
                <a:moveTo>
                  <a:pt x="10221" y="295331"/>
                </a:moveTo>
                <a:lnTo>
                  <a:pt x="6935" y="295755"/>
                </a:lnTo>
                <a:lnTo>
                  <a:pt x="4968" y="297012"/>
                </a:lnTo>
                <a:lnTo>
                  <a:pt x="4381" y="298272"/>
                </a:lnTo>
                <a:lnTo>
                  <a:pt x="3807" y="302688"/>
                </a:lnTo>
                <a:lnTo>
                  <a:pt x="4098" y="329563"/>
                </a:lnTo>
                <a:lnTo>
                  <a:pt x="6279" y="331292"/>
                </a:lnTo>
                <a:lnTo>
                  <a:pt x="8721" y="331745"/>
                </a:lnTo>
                <a:lnTo>
                  <a:pt x="11306" y="331494"/>
                </a:lnTo>
                <a:lnTo>
                  <a:pt x="13982" y="330093"/>
                </a:lnTo>
                <a:lnTo>
                  <a:pt x="13982" y="306082"/>
                </a:lnTo>
                <a:lnTo>
                  <a:pt x="15814" y="303816"/>
                </a:lnTo>
                <a:lnTo>
                  <a:pt x="24407" y="303360"/>
                </a:lnTo>
                <a:lnTo>
                  <a:pt x="26646" y="302897"/>
                </a:lnTo>
                <a:lnTo>
                  <a:pt x="28268" y="301541"/>
                </a:lnTo>
                <a:lnTo>
                  <a:pt x="29216" y="299488"/>
                </a:lnTo>
                <a:lnTo>
                  <a:pt x="28732" y="297580"/>
                </a:lnTo>
                <a:lnTo>
                  <a:pt x="26153" y="295749"/>
                </a:lnTo>
                <a:lnTo>
                  <a:pt x="18534" y="295055"/>
                </a:lnTo>
                <a:lnTo>
                  <a:pt x="10221" y="295331"/>
                </a:lnTo>
                <a:close/>
                <a:moveTo>
                  <a:pt x="51734" y="295427"/>
                </a:moveTo>
                <a:lnTo>
                  <a:pt x="50342" y="296468"/>
                </a:lnTo>
                <a:lnTo>
                  <a:pt x="48986" y="298416"/>
                </a:lnTo>
                <a:lnTo>
                  <a:pt x="49179" y="329852"/>
                </a:lnTo>
                <a:lnTo>
                  <a:pt x="51427" y="331572"/>
                </a:lnTo>
                <a:lnTo>
                  <a:pt x="54025" y="331979"/>
                </a:lnTo>
                <a:lnTo>
                  <a:pt x="58580" y="330334"/>
                </a:lnTo>
                <a:lnTo>
                  <a:pt x="59062" y="321270"/>
                </a:lnTo>
                <a:lnTo>
                  <a:pt x="61666" y="319784"/>
                </a:lnTo>
                <a:lnTo>
                  <a:pt x="67462" y="318640"/>
                </a:lnTo>
                <a:lnTo>
                  <a:pt x="71032" y="317443"/>
                </a:lnTo>
                <a:lnTo>
                  <a:pt x="75311" y="314809"/>
                </a:lnTo>
                <a:lnTo>
                  <a:pt x="77053" y="311626"/>
                </a:lnTo>
                <a:lnTo>
                  <a:pt x="77489" y="309715"/>
                </a:lnTo>
                <a:lnTo>
                  <a:pt x="77535" y="305643"/>
                </a:lnTo>
                <a:lnTo>
                  <a:pt x="76545" y="301749"/>
                </a:lnTo>
                <a:lnTo>
                  <a:pt x="75686" y="300063"/>
                </a:lnTo>
                <a:lnTo>
                  <a:pt x="74596" y="298653"/>
                </a:lnTo>
                <a:lnTo>
                  <a:pt x="71956" y="297020"/>
                </a:lnTo>
                <a:lnTo>
                  <a:pt x="67798" y="296010"/>
                </a:lnTo>
                <a:lnTo>
                  <a:pt x="59848" y="295059"/>
                </a:lnTo>
                <a:lnTo>
                  <a:pt x="54984" y="294963"/>
                </a:lnTo>
                <a:lnTo>
                  <a:pt x="51734" y="295427"/>
                </a:lnTo>
                <a:close/>
                <a:moveTo>
                  <a:pt x="66054" y="304057"/>
                </a:moveTo>
                <a:lnTo>
                  <a:pt x="67889" y="305448"/>
                </a:lnTo>
                <a:lnTo>
                  <a:pt x="68299" y="306656"/>
                </a:lnTo>
                <a:lnTo>
                  <a:pt x="67934" y="308107"/>
                </a:lnTo>
                <a:lnTo>
                  <a:pt x="66209" y="310185"/>
                </a:lnTo>
                <a:lnTo>
                  <a:pt x="65073" y="310794"/>
                </a:lnTo>
                <a:lnTo>
                  <a:pt x="62618" y="311175"/>
                </a:lnTo>
                <a:lnTo>
                  <a:pt x="60407" y="310474"/>
                </a:lnTo>
                <a:lnTo>
                  <a:pt x="59575" y="309731"/>
                </a:lnTo>
                <a:lnTo>
                  <a:pt x="59022" y="308731"/>
                </a:lnTo>
                <a:lnTo>
                  <a:pt x="58918" y="306394"/>
                </a:lnTo>
                <a:lnTo>
                  <a:pt x="60242" y="304040"/>
                </a:lnTo>
                <a:lnTo>
                  <a:pt x="62769" y="303196"/>
                </a:lnTo>
                <a:lnTo>
                  <a:pt x="66054" y="304057"/>
                </a:lnTo>
                <a:close/>
                <a:moveTo>
                  <a:pt x="98357" y="295186"/>
                </a:moveTo>
                <a:lnTo>
                  <a:pt x="96841" y="296529"/>
                </a:lnTo>
                <a:lnTo>
                  <a:pt x="96471" y="297874"/>
                </a:lnTo>
                <a:lnTo>
                  <a:pt x="96627" y="299439"/>
                </a:lnTo>
                <a:lnTo>
                  <a:pt x="104394" y="314969"/>
                </a:lnTo>
                <a:lnTo>
                  <a:pt x="107036" y="321463"/>
                </a:lnTo>
                <a:lnTo>
                  <a:pt x="106644" y="322800"/>
                </a:lnTo>
                <a:lnTo>
                  <a:pt x="105567" y="323778"/>
                </a:lnTo>
                <a:lnTo>
                  <a:pt x="102068" y="324479"/>
                </a:lnTo>
                <a:lnTo>
                  <a:pt x="100696" y="325362"/>
                </a:lnTo>
                <a:lnTo>
                  <a:pt x="99947" y="326961"/>
                </a:lnTo>
                <a:lnTo>
                  <a:pt x="99894" y="329539"/>
                </a:lnTo>
                <a:lnTo>
                  <a:pt x="100603" y="331311"/>
                </a:lnTo>
                <a:lnTo>
                  <a:pt x="101985" y="332407"/>
                </a:lnTo>
                <a:lnTo>
                  <a:pt x="104004" y="332809"/>
                </a:lnTo>
                <a:lnTo>
                  <a:pt x="106622" y="332498"/>
                </a:lnTo>
                <a:lnTo>
                  <a:pt x="111120" y="330662"/>
                </a:lnTo>
                <a:lnTo>
                  <a:pt x="113459" y="328668"/>
                </a:lnTo>
                <a:lnTo>
                  <a:pt x="114674" y="326994"/>
                </a:lnTo>
                <a:lnTo>
                  <a:pt x="125972" y="301716"/>
                </a:lnTo>
                <a:lnTo>
                  <a:pt x="126691" y="299286"/>
                </a:lnTo>
                <a:lnTo>
                  <a:pt x="126629" y="297271"/>
                </a:lnTo>
                <a:lnTo>
                  <a:pt x="125820" y="295800"/>
                </a:lnTo>
                <a:lnTo>
                  <a:pt x="124300" y="295003"/>
                </a:lnTo>
                <a:lnTo>
                  <a:pt x="122420" y="294979"/>
                </a:lnTo>
                <a:lnTo>
                  <a:pt x="120791" y="295647"/>
                </a:lnTo>
                <a:lnTo>
                  <a:pt x="119270" y="297018"/>
                </a:lnTo>
                <a:lnTo>
                  <a:pt x="117831" y="299130"/>
                </a:lnTo>
                <a:lnTo>
                  <a:pt x="114558" y="306519"/>
                </a:lnTo>
                <a:lnTo>
                  <a:pt x="113424" y="307736"/>
                </a:lnTo>
                <a:lnTo>
                  <a:pt x="112827" y="307752"/>
                </a:lnTo>
                <a:lnTo>
                  <a:pt x="110642" y="305353"/>
                </a:lnTo>
                <a:lnTo>
                  <a:pt x="105751" y="297009"/>
                </a:lnTo>
                <a:lnTo>
                  <a:pt x="102651" y="295541"/>
                </a:lnTo>
                <a:lnTo>
                  <a:pt x="98357" y="295186"/>
                </a:lnTo>
                <a:close/>
                <a:moveTo>
                  <a:pt x="153466" y="295379"/>
                </a:moveTo>
                <a:lnTo>
                  <a:pt x="149606" y="295969"/>
                </a:lnTo>
                <a:lnTo>
                  <a:pt x="147054" y="297934"/>
                </a:lnTo>
                <a:lnTo>
                  <a:pt x="147103" y="321280"/>
                </a:lnTo>
                <a:lnTo>
                  <a:pt x="147536" y="330093"/>
                </a:lnTo>
                <a:lnTo>
                  <a:pt x="149604" y="331520"/>
                </a:lnTo>
                <a:lnTo>
                  <a:pt x="152833" y="331982"/>
                </a:lnTo>
                <a:lnTo>
                  <a:pt x="155755" y="331344"/>
                </a:lnTo>
                <a:lnTo>
                  <a:pt x="157564" y="329756"/>
                </a:lnTo>
                <a:lnTo>
                  <a:pt x="157468" y="305407"/>
                </a:lnTo>
                <a:lnTo>
                  <a:pt x="159281" y="304061"/>
                </a:lnTo>
                <a:lnTo>
                  <a:pt x="162037" y="303613"/>
                </a:lnTo>
                <a:lnTo>
                  <a:pt x="164844" y="304274"/>
                </a:lnTo>
                <a:lnTo>
                  <a:pt x="166166" y="305231"/>
                </a:lnTo>
                <a:lnTo>
                  <a:pt x="166587" y="306134"/>
                </a:lnTo>
                <a:lnTo>
                  <a:pt x="166629" y="329756"/>
                </a:lnTo>
                <a:lnTo>
                  <a:pt x="168483" y="331104"/>
                </a:lnTo>
                <a:lnTo>
                  <a:pt x="171469" y="331891"/>
                </a:lnTo>
                <a:lnTo>
                  <a:pt x="174564" y="331710"/>
                </a:lnTo>
                <a:lnTo>
                  <a:pt x="176044" y="331058"/>
                </a:lnTo>
                <a:lnTo>
                  <a:pt x="176548" y="330233"/>
                </a:lnTo>
                <a:lnTo>
                  <a:pt x="176814" y="325519"/>
                </a:lnTo>
                <a:lnTo>
                  <a:pt x="176946" y="297452"/>
                </a:lnTo>
                <a:lnTo>
                  <a:pt x="174777" y="295475"/>
                </a:lnTo>
                <a:lnTo>
                  <a:pt x="153466" y="295379"/>
                </a:lnTo>
                <a:close/>
                <a:moveTo>
                  <a:pt x="204284" y="295331"/>
                </a:moveTo>
                <a:lnTo>
                  <a:pt x="202096" y="296239"/>
                </a:lnTo>
                <a:lnTo>
                  <a:pt x="200427" y="297741"/>
                </a:lnTo>
                <a:lnTo>
                  <a:pt x="200475" y="329659"/>
                </a:lnTo>
                <a:lnTo>
                  <a:pt x="201978" y="331110"/>
                </a:lnTo>
                <a:lnTo>
                  <a:pt x="205119" y="331868"/>
                </a:lnTo>
                <a:lnTo>
                  <a:pt x="208542" y="331445"/>
                </a:lnTo>
                <a:lnTo>
                  <a:pt x="210504" y="329949"/>
                </a:lnTo>
                <a:lnTo>
                  <a:pt x="210938" y="305407"/>
                </a:lnTo>
                <a:lnTo>
                  <a:pt x="212968" y="303935"/>
                </a:lnTo>
                <a:lnTo>
                  <a:pt x="215993" y="303473"/>
                </a:lnTo>
                <a:lnTo>
                  <a:pt x="218691" y="304547"/>
                </a:lnTo>
                <a:lnTo>
                  <a:pt x="219857" y="306806"/>
                </a:lnTo>
                <a:lnTo>
                  <a:pt x="219809" y="329563"/>
                </a:lnTo>
                <a:lnTo>
                  <a:pt x="221344" y="330952"/>
                </a:lnTo>
                <a:lnTo>
                  <a:pt x="224059" y="331783"/>
                </a:lnTo>
                <a:lnTo>
                  <a:pt x="227196" y="331702"/>
                </a:lnTo>
                <a:lnTo>
                  <a:pt x="229645" y="330672"/>
                </a:lnTo>
                <a:lnTo>
                  <a:pt x="230464" y="329949"/>
                </a:lnTo>
                <a:lnTo>
                  <a:pt x="230435" y="305331"/>
                </a:lnTo>
                <a:lnTo>
                  <a:pt x="230067" y="298356"/>
                </a:lnTo>
                <a:lnTo>
                  <a:pt x="229401" y="296473"/>
                </a:lnTo>
                <a:lnTo>
                  <a:pt x="228238" y="295809"/>
                </a:lnTo>
                <a:lnTo>
                  <a:pt x="224103" y="295429"/>
                </a:lnTo>
                <a:lnTo>
                  <a:pt x="204284" y="295331"/>
                </a:lnTo>
                <a:close/>
                <a:moveTo>
                  <a:pt x="263154" y="295668"/>
                </a:moveTo>
                <a:lnTo>
                  <a:pt x="261013" y="297898"/>
                </a:lnTo>
                <a:lnTo>
                  <a:pt x="259104" y="302147"/>
                </a:lnTo>
                <a:lnTo>
                  <a:pt x="253339" y="321166"/>
                </a:lnTo>
                <a:lnTo>
                  <a:pt x="250961" y="327372"/>
                </a:lnTo>
                <a:lnTo>
                  <a:pt x="251040" y="330316"/>
                </a:lnTo>
                <a:lnTo>
                  <a:pt x="252915" y="331815"/>
                </a:lnTo>
                <a:lnTo>
                  <a:pt x="256870" y="331454"/>
                </a:lnTo>
                <a:lnTo>
                  <a:pt x="258473" y="330119"/>
                </a:lnTo>
                <a:lnTo>
                  <a:pt x="260602" y="326485"/>
                </a:lnTo>
                <a:lnTo>
                  <a:pt x="262171" y="324814"/>
                </a:lnTo>
                <a:lnTo>
                  <a:pt x="264014" y="323975"/>
                </a:lnTo>
                <a:lnTo>
                  <a:pt x="266328" y="323850"/>
                </a:lnTo>
                <a:lnTo>
                  <a:pt x="268386" y="324276"/>
                </a:lnTo>
                <a:lnTo>
                  <a:pt x="269446" y="324929"/>
                </a:lnTo>
                <a:lnTo>
                  <a:pt x="273857" y="331174"/>
                </a:lnTo>
                <a:lnTo>
                  <a:pt x="276442" y="331952"/>
                </a:lnTo>
                <a:lnTo>
                  <a:pt x="280189" y="331352"/>
                </a:lnTo>
                <a:lnTo>
                  <a:pt x="282102" y="329225"/>
                </a:lnTo>
                <a:lnTo>
                  <a:pt x="281330" y="325947"/>
                </a:lnTo>
                <a:lnTo>
                  <a:pt x="272369" y="298444"/>
                </a:lnTo>
                <a:lnTo>
                  <a:pt x="270643" y="296506"/>
                </a:lnTo>
                <a:lnTo>
                  <a:pt x="267972" y="295298"/>
                </a:lnTo>
                <a:lnTo>
                  <a:pt x="265419" y="294997"/>
                </a:lnTo>
                <a:lnTo>
                  <a:pt x="263154" y="295668"/>
                </a:lnTo>
                <a:close/>
                <a:moveTo>
                  <a:pt x="267011" y="312688"/>
                </a:moveTo>
                <a:lnTo>
                  <a:pt x="267630" y="313528"/>
                </a:lnTo>
                <a:lnTo>
                  <a:pt x="266985" y="314582"/>
                </a:lnTo>
                <a:lnTo>
                  <a:pt x="264998" y="314875"/>
                </a:lnTo>
                <a:lnTo>
                  <a:pt x="263936" y="314344"/>
                </a:lnTo>
                <a:lnTo>
                  <a:pt x="263911" y="313189"/>
                </a:lnTo>
                <a:lnTo>
                  <a:pt x="264697" y="312447"/>
                </a:lnTo>
                <a:lnTo>
                  <a:pt x="265783" y="312260"/>
                </a:lnTo>
                <a:lnTo>
                  <a:pt x="267011" y="312688"/>
                </a:lnTo>
                <a:close/>
                <a:moveTo>
                  <a:pt x="336102" y="295524"/>
                </a:moveTo>
                <a:lnTo>
                  <a:pt x="334538" y="296998"/>
                </a:lnTo>
                <a:lnTo>
                  <a:pt x="333849" y="300706"/>
                </a:lnTo>
                <a:lnTo>
                  <a:pt x="333643" y="329081"/>
                </a:lnTo>
                <a:lnTo>
                  <a:pt x="335299" y="330949"/>
                </a:lnTo>
                <a:lnTo>
                  <a:pt x="336488" y="331577"/>
                </a:lnTo>
                <a:lnTo>
                  <a:pt x="339347" y="331709"/>
                </a:lnTo>
                <a:lnTo>
                  <a:pt x="341398" y="331128"/>
                </a:lnTo>
                <a:lnTo>
                  <a:pt x="342485" y="329615"/>
                </a:lnTo>
                <a:lnTo>
                  <a:pt x="343016" y="324272"/>
                </a:lnTo>
                <a:lnTo>
                  <a:pt x="343668" y="322280"/>
                </a:lnTo>
                <a:lnTo>
                  <a:pt x="344784" y="320975"/>
                </a:lnTo>
                <a:lnTo>
                  <a:pt x="347383" y="320034"/>
                </a:lnTo>
                <a:lnTo>
                  <a:pt x="348505" y="320294"/>
                </a:lnTo>
                <a:lnTo>
                  <a:pt x="349454" y="321143"/>
                </a:lnTo>
                <a:lnTo>
                  <a:pt x="352693" y="327463"/>
                </a:lnTo>
                <a:lnTo>
                  <a:pt x="355809" y="331287"/>
                </a:lnTo>
                <a:lnTo>
                  <a:pt x="358914" y="332035"/>
                </a:lnTo>
                <a:lnTo>
                  <a:pt x="364125" y="331181"/>
                </a:lnTo>
                <a:lnTo>
                  <a:pt x="364795" y="330244"/>
                </a:lnTo>
                <a:lnTo>
                  <a:pt x="364002" y="327465"/>
                </a:lnTo>
                <a:lnTo>
                  <a:pt x="355460" y="311778"/>
                </a:lnTo>
                <a:lnTo>
                  <a:pt x="354995" y="310024"/>
                </a:lnTo>
                <a:lnTo>
                  <a:pt x="355321" y="308077"/>
                </a:lnTo>
                <a:lnTo>
                  <a:pt x="356509" y="305754"/>
                </a:lnTo>
                <a:lnTo>
                  <a:pt x="361199" y="299365"/>
                </a:lnTo>
                <a:lnTo>
                  <a:pt x="361563" y="297667"/>
                </a:lnTo>
                <a:lnTo>
                  <a:pt x="361196" y="296242"/>
                </a:lnTo>
                <a:lnTo>
                  <a:pt x="360137" y="295262"/>
                </a:lnTo>
                <a:lnTo>
                  <a:pt x="358425" y="294897"/>
                </a:lnTo>
                <a:lnTo>
                  <a:pt x="356275" y="295475"/>
                </a:lnTo>
                <a:lnTo>
                  <a:pt x="353721" y="296865"/>
                </a:lnTo>
                <a:lnTo>
                  <a:pt x="351662" y="298552"/>
                </a:lnTo>
                <a:lnTo>
                  <a:pt x="347233" y="304600"/>
                </a:lnTo>
                <a:lnTo>
                  <a:pt x="344491" y="307432"/>
                </a:lnTo>
                <a:lnTo>
                  <a:pt x="343616" y="306949"/>
                </a:lnTo>
                <a:lnTo>
                  <a:pt x="343064" y="305443"/>
                </a:lnTo>
                <a:lnTo>
                  <a:pt x="342694" y="298764"/>
                </a:lnTo>
                <a:lnTo>
                  <a:pt x="341995" y="296895"/>
                </a:lnTo>
                <a:lnTo>
                  <a:pt x="340795" y="295812"/>
                </a:lnTo>
                <a:lnTo>
                  <a:pt x="339031" y="295150"/>
                </a:lnTo>
                <a:lnTo>
                  <a:pt x="336102" y="295524"/>
                </a:lnTo>
                <a:close/>
                <a:moveTo>
                  <a:pt x="395936" y="295620"/>
                </a:moveTo>
                <a:lnTo>
                  <a:pt x="392641" y="296850"/>
                </a:lnTo>
                <a:lnTo>
                  <a:pt x="389900" y="298549"/>
                </a:lnTo>
                <a:lnTo>
                  <a:pt x="386719" y="302096"/>
                </a:lnTo>
                <a:lnTo>
                  <a:pt x="385148" y="305202"/>
                </a:lnTo>
                <a:lnTo>
                  <a:pt x="383808" y="309510"/>
                </a:lnTo>
                <a:lnTo>
                  <a:pt x="383494" y="314876"/>
                </a:lnTo>
                <a:lnTo>
                  <a:pt x="385685" y="323768"/>
                </a:lnTo>
                <a:lnTo>
                  <a:pt x="386969" y="326140"/>
                </a:lnTo>
                <a:lnTo>
                  <a:pt x="388945" y="328406"/>
                </a:lnTo>
                <a:lnTo>
                  <a:pt x="391084" y="330286"/>
                </a:lnTo>
                <a:lnTo>
                  <a:pt x="393538" y="331417"/>
                </a:lnTo>
                <a:lnTo>
                  <a:pt x="398518" y="332741"/>
                </a:lnTo>
                <a:lnTo>
                  <a:pt x="401276" y="332751"/>
                </a:lnTo>
                <a:lnTo>
                  <a:pt x="406688" y="331491"/>
                </a:lnTo>
                <a:lnTo>
                  <a:pt x="408327" y="330720"/>
                </a:lnTo>
                <a:lnTo>
                  <a:pt x="411940" y="327475"/>
                </a:lnTo>
                <a:lnTo>
                  <a:pt x="414312" y="324197"/>
                </a:lnTo>
                <a:lnTo>
                  <a:pt x="416330" y="320209"/>
                </a:lnTo>
                <a:lnTo>
                  <a:pt x="416134" y="308371"/>
                </a:lnTo>
                <a:lnTo>
                  <a:pt x="414684" y="303750"/>
                </a:lnTo>
                <a:lnTo>
                  <a:pt x="411554" y="299508"/>
                </a:lnTo>
                <a:lnTo>
                  <a:pt x="409265" y="297424"/>
                </a:lnTo>
                <a:lnTo>
                  <a:pt x="405628" y="296007"/>
                </a:lnTo>
                <a:lnTo>
                  <a:pt x="402150" y="295266"/>
                </a:lnTo>
                <a:lnTo>
                  <a:pt x="398906" y="295140"/>
                </a:lnTo>
                <a:lnTo>
                  <a:pt x="395936" y="295620"/>
                </a:lnTo>
                <a:close/>
                <a:moveTo>
                  <a:pt x="403216" y="304540"/>
                </a:moveTo>
                <a:lnTo>
                  <a:pt x="404771" y="306473"/>
                </a:lnTo>
                <a:lnTo>
                  <a:pt x="405816" y="309232"/>
                </a:lnTo>
                <a:lnTo>
                  <a:pt x="406328" y="314247"/>
                </a:lnTo>
                <a:lnTo>
                  <a:pt x="405898" y="317725"/>
                </a:lnTo>
                <a:lnTo>
                  <a:pt x="404670" y="321253"/>
                </a:lnTo>
                <a:lnTo>
                  <a:pt x="403312" y="323168"/>
                </a:lnTo>
                <a:lnTo>
                  <a:pt x="401591" y="324134"/>
                </a:lnTo>
                <a:lnTo>
                  <a:pt x="398815" y="324144"/>
                </a:lnTo>
                <a:lnTo>
                  <a:pt x="397099" y="323211"/>
                </a:lnTo>
                <a:lnTo>
                  <a:pt x="396090" y="322063"/>
                </a:lnTo>
                <a:lnTo>
                  <a:pt x="394056" y="318079"/>
                </a:lnTo>
                <a:lnTo>
                  <a:pt x="393461" y="315328"/>
                </a:lnTo>
                <a:lnTo>
                  <a:pt x="393861" y="311108"/>
                </a:lnTo>
                <a:lnTo>
                  <a:pt x="395316" y="307014"/>
                </a:lnTo>
                <a:lnTo>
                  <a:pt x="397382" y="304347"/>
                </a:lnTo>
                <a:lnTo>
                  <a:pt x="400299" y="303611"/>
                </a:lnTo>
                <a:lnTo>
                  <a:pt x="403216" y="304540"/>
                </a:lnTo>
                <a:close/>
                <a:moveTo>
                  <a:pt x="441257" y="295379"/>
                </a:moveTo>
                <a:lnTo>
                  <a:pt x="439822" y="296784"/>
                </a:lnTo>
                <a:lnTo>
                  <a:pt x="439147" y="300892"/>
                </a:lnTo>
                <a:lnTo>
                  <a:pt x="438991" y="330190"/>
                </a:lnTo>
                <a:lnTo>
                  <a:pt x="441126" y="331661"/>
                </a:lnTo>
                <a:lnTo>
                  <a:pt x="442848" y="331974"/>
                </a:lnTo>
                <a:lnTo>
                  <a:pt x="444570" y="331661"/>
                </a:lnTo>
                <a:lnTo>
                  <a:pt x="446705" y="330190"/>
                </a:lnTo>
                <a:lnTo>
                  <a:pt x="447428" y="318483"/>
                </a:lnTo>
                <a:lnTo>
                  <a:pt x="447621" y="317413"/>
                </a:lnTo>
                <a:lnTo>
                  <a:pt x="448495" y="316576"/>
                </a:lnTo>
                <a:lnTo>
                  <a:pt x="449796" y="318336"/>
                </a:lnTo>
                <a:lnTo>
                  <a:pt x="452802" y="327701"/>
                </a:lnTo>
                <a:lnTo>
                  <a:pt x="454281" y="330129"/>
                </a:lnTo>
                <a:lnTo>
                  <a:pt x="455997" y="331435"/>
                </a:lnTo>
                <a:lnTo>
                  <a:pt x="459193" y="331491"/>
                </a:lnTo>
                <a:lnTo>
                  <a:pt x="461127" y="330283"/>
                </a:lnTo>
                <a:lnTo>
                  <a:pt x="462013" y="328427"/>
                </a:lnTo>
                <a:lnTo>
                  <a:pt x="463610" y="322065"/>
                </a:lnTo>
                <a:lnTo>
                  <a:pt x="464843" y="320335"/>
                </a:lnTo>
                <a:lnTo>
                  <a:pt x="466329" y="319582"/>
                </a:lnTo>
                <a:lnTo>
                  <a:pt x="467435" y="319837"/>
                </a:lnTo>
                <a:lnTo>
                  <a:pt x="467835" y="320601"/>
                </a:lnTo>
                <a:lnTo>
                  <a:pt x="467534" y="329177"/>
                </a:lnTo>
                <a:lnTo>
                  <a:pt x="468643" y="330334"/>
                </a:lnTo>
                <a:lnTo>
                  <a:pt x="470337" y="331462"/>
                </a:lnTo>
                <a:lnTo>
                  <a:pt x="472403" y="331913"/>
                </a:lnTo>
                <a:lnTo>
                  <a:pt x="475421" y="331390"/>
                </a:lnTo>
                <a:lnTo>
                  <a:pt x="476860" y="330283"/>
                </a:lnTo>
                <a:lnTo>
                  <a:pt x="477370" y="329078"/>
                </a:lnTo>
                <a:lnTo>
                  <a:pt x="477606" y="326079"/>
                </a:lnTo>
                <a:lnTo>
                  <a:pt x="477803" y="308452"/>
                </a:lnTo>
                <a:lnTo>
                  <a:pt x="477492" y="299273"/>
                </a:lnTo>
                <a:lnTo>
                  <a:pt x="476648" y="296578"/>
                </a:lnTo>
                <a:lnTo>
                  <a:pt x="474940" y="295504"/>
                </a:lnTo>
                <a:lnTo>
                  <a:pt x="469767" y="294993"/>
                </a:lnTo>
                <a:lnTo>
                  <a:pt x="467490" y="295610"/>
                </a:lnTo>
                <a:lnTo>
                  <a:pt x="464932" y="297118"/>
                </a:lnTo>
                <a:lnTo>
                  <a:pt x="463354" y="299726"/>
                </a:lnTo>
                <a:lnTo>
                  <a:pt x="460856" y="308963"/>
                </a:lnTo>
                <a:lnTo>
                  <a:pt x="459782" y="310509"/>
                </a:lnTo>
                <a:lnTo>
                  <a:pt x="457409" y="311868"/>
                </a:lnTo>
                <a:lnTo>
                  <a:pt x="455814" y="309583"/>
                </a:lnTo>
                <a:lnTo>
                  <a:pt x="452829" y="299718"/>
                </a:lnTo>
                <a:lnTo>
                  <a:pt x="450884" y="296662"/>
                </a:lnTo>
                <a:lnTo>
                  <a:pt x="449828" y="295802"/>
                </a:lnTo>
                <a:lnTo>
                  <a:pt x="447179" y="295153"/>
                </a:lnTo>
                <a:lnTo>
                  <a:pt x="443859" y="294973"/>
                </a:lnTo>
                <a:lnTo>
                  <a:pt x="441257" y="295379"/>
                </a:lnTo>
                <a:close/>
                <a:moveTo>
                  <a:pt x="505045" y="295282"/>
                </a:moveTo>
                <a:lnTo>
                  <a:pt x="503188" y="295991"/>
                </a:lnTo>
                <a:lnTo>
                  <a:pt x="501429" y="297452"/>
                </a:lnTo>
                <a:lnTo>
                  <a:pt x="501429" y="329949"/>
                </a:lnTo>
                <a:lnTo>
                  <a:pt x="503615" y="331458"/>
                </a:lnTo>
                <a:lnTo>
                  <a:pt x="505831" y="331817"/>
                </a:lnTo>
                <a:lnTo>
                  <a:pt x="509306" y="330978"/>
                </a:lnTo>
                <a:lnTo>
                  <a:pt x="510301" y="329920"/>
                </a:lnTo>
                <a:lnTo>
                  <a:pt x="511035" y="323810"/>
                </a:lnTo>
                <a:lnTo>
                  <a:pt x="511071" y="306082"/>
                </a:lnTo>
                <a:lnTo>
                  <a:pt x="514187" y="303859"/>
                </a:lnTo>
                <a:lnTo>
                  <a:pt x="517472" y="303604"/>
                </a:lnTo>
                <a:lnTo>
                  <a:pt x="519403" y="304071"/>
                </a:lnTo>
                <a:lnTo>
                  <a:pt x="520048" y="304666"/>
                </a:lnTo>
                <a:lnTo>
                  <a:pt x="520831" y="306970"/>
                </a:lnTo>
                <a:lnTo>
                  <a:pt x="520955" y="329515"/>
                </a:lnTo>
                <a:lnTo>
                  <a:pt x="522496" y="331037"/>
                </a:lnTo>
                <a:lnTo>
                  <a:pt x="524270" y="331694"/>
                </a:lnTo>
                <a:lnTo>
                  <a:pt x="527336" y="331611"/>
                </a:lnTo>
                <a:lnTo>
                  <a:pt x="529130" y="330899"/>
                </a:lnTo>
                <a:lnTo>
                  <a:pt x="530309" y="329707"/>
                </a:lnTo>
                <a:lnTo>
                  <a:pt x="530641" y="326571"/>
                </a:lnTo>
                <a:lnTo>
                  <a:pt x="530839" y="298175"/>
                </a:lnTo>
                <a:lnTo>
                  <a:pt x="528667" y="296134"/>
                </a:lnTo>
                <a:lnTo>
                  <a:pt x="526886" y="295331"/>
                </a:lnTo>
                <a:lnTo>
                  <a:pt x="505045" y="295282"/>
                </a:lnTo>
                <a:close/>
                <a:moveTo>
                  <a:pt x="563625" y="295957"/>
                </a:moveTo>
                <a:lnTo>
                  <a:pt x="561185" y="298346"/>
                </a:lnTo>
                <a:lnTo>
                  <a:pt x="559915" y="301027"/>
                </a:lnTo>
                <a:lnTo>
                  <a:pt x="557564" y="309850"/>
                </a:lnTo>
                <a:lnTo>
                  <a:pt x="551710" y="326686"/>
                </a:lnTo>
                <a:lnTo>
                  <a:pt x="551501" y="329805"/>
                </a:lnTo>
                <a:lnTo>
                  <a:pt x="553319" y="331769"/>
                </a:lnTo>
                <a:lnTo>
                  <a:pt x="557118" y="331760"/>
                </a:lnTo>
                <a:lnTo>
                  <a:pt x="558939" y="330304"/>
                </a:lnTo>
                <a:lnTo>
                  <a:pt x="560962" y="326512"/>
                </a:lnTo>
                <a:lnTo>
                  <a:pt x="562323" y="324964"/>
                </a:lnTo>
                <a:lnTo>
                  <a:pt x="564153" y="324159"/>
                </a:lnTo>
                <a:lnTo>
                  <a:pt x="567560" y="323894"/>
                </a:lnTo>
                <a:lnTo>
                  <a:pt x="569561" y="324458"/>
                </a:lnTo>
                <a:lnTo>
                  <a:pt x="570570" y="325296"/>
                </a:lnTo>
                <a:lnTo>
                  <a:pt x="573057" y="329597"/>
                </a:lnTo>
                <a:lnTo>
                  <a:pt x="574648" y="331039"/>
                </a:lnTo>
                <a:lnTo>
                  <a:pt x="577463" y="331877"/>
                </a:lnTo>
                <a:lnTo>
                  <a:pt x="580964" y="331407"/>
                </a:lnTo>
                <a:lnTo>
                  <a:pt x="582043" y="330327"/>
                </a:lnTo>
                <a:lnTo>
                  <a:pt x="582332" y="329274"/>
                </a:lnTo>
                <a:lnTo>
                  <a:pt x="581699" y="324856"/>
                </a:lnTo>
                <a:lnTo>
                  <a:pt x="575411" y="306229"/>
                </a:lnTo>
                <a:lnTo>
                  <a:pt x="573271" y="298604"/>
                </a:lnTo>
                <a:lnTo>
                  <a:pt x="572207" y="296952"/>
                </a:lnTo>
                <a:lnTo>
                  <a:pt x="569881" y="295528"/>
                </a:lnTo>
                <a:lnTo>
                  <a:pt x="565798" y="295013"/>
                </a:lnTo>
                <a:lnTo>
                  <a:pt x="563625" y="295957"/>
                </a:lnTo>
                <a:close/>
                <a:moveTo>
                  <a:pt x="567675" y="312688"/>
                </a:moveTo>
                <a:lnTo>
                  <a:pt x="568200" y="313989"/>
                </a:lnTo>
                <a:lnTo>
                  <a:pt x="567521" y="315022"/>
                </a:lnTo>
                <a:lnTo>
                  <a:pt x="565421" y="315459"/>
                </a:lnTo>
                <a:lnTo>
                  <a:pt x="564352" y="314796"/>
                </a:lnTo>
                <a:lnTo>
                  <a:pt x="564168" y="313137"/>
                </a:lnTo>
                <a:lnTo>
                  <a:pt x="564946" y="312011"/>
                </a:lnTo>
                <a:lnTo>
                  <a:pt x="566266" y="311822"/>
                </a:lnTo>
                <a:lnTo>
                  <a:pt x="567675" y="312688"/>
                </a:lnTo>
                <a:close/>
                <a:moveTo>
                  <a:pt x="606632" y="295379"/>
                </a:moveTo>
                <a:lnTo>
                  <a:pt x="605091" y="296781"/>
                </a:lnTo>
                <a:lnTo>
                  <a:pt x="604355" y="300767"/>
                </a:lnTo>
                <a:lnTo>
                  <a:pt x="604185" y="322627"/>
                </a:lnTo>
                <a:lnTo>
                  <a:pt x="604371" y="329140"/>
                </a:lnTo>
                <a:lnTo>
                  <a:pt x="604729" y="330180"/>
                </a:lnTo>
                <a:lnTo>
                  <a:pt x="606718" y="331592"/>
                </a:lnTo>
                <a:lnTo>
                  <a:pt x="609477" y="331957"/>
                </a:lnTo>
                <a:lnTo>
                  <a:pt x="611240" y="331512"/>
                </a:lnTo>
                <a:lnTo>
                  <a:pt x="613189" y="330093"/>
                </a:lnTo>
                <a:lnTo>
                  <a:pt x="613507" y="321391"/>
                </a:lnTo>
                <a:lnTo>
                  <a:pt x="614021" y="318678"/>
                </a:lnTo>
                <a:lnTo>
                  <a:pt x="615892" y="317237"/>
                </a:lnTo>
                <a:lnTo>
                  <a:pt x="619138" y="316828"/>
                </a:lnTo>
                <a:lnTo>
                  <a:pt x="622214" y="317500"/>
                </a:lnTo>
                <a:lnTo>
                  <a:pt x="623411" y="318522"/>
                </a:lnTo>
                <a:lnTo>
                  <a:pt x="623893" y="329659"/>
                </a:lnTo>
                <a:lnTo>
                  <a:pt x="625691" y="331338"/>
                </a:lnTo>
                <a:lnTo>
                  <a:pt x="627095" y="331879"/>
                </a:lnTo>
                <a:lnTo>
                  <a:pt x="629541" y="331923"/>
                </a:lnTo>
                <a:lnTo>
                  <a:pt x="631680" y="331061"/>
                </a:lnTo>
                <a:lnTo>
                  <a:pt x="633054" y="329515"/>
                </a:lnTo>
                <a:lnTo>
                  <a:pt x="633054" y="298513"/>
                </a:lnTo>
                <a:lnTo>
                  <a:pt x="631897" y="296666"/>
                </a:lnTo>
                <a:lnTo>
                  <a:pt x="630763" y="295561"/>
                </a:lnTo>
                <a:lnTo>
                  <a:pt x="629582" y="295138"/>
                </a:lnTo>
                <a:lnTo>
                  <a:pt x="627460" y="295112"/>
                </a:lnTo>
                <a:lnTo>
                  <a:pt x="625804" y="295871"/>
                </a:lnTo>
                <a:lnTo>
                  <a:pt x="624284" y="298375"/>
                </a:lnTo>
                <a:lnTo>
                  <a:pt x="624053" y="305166"/>
                </a:lnTo>
                <a:lnTo>
                  <a:pt x="623470" y="307124"/>
                </a:lnTo>
                <a:lnTo>
                  <a:pt x="622208" y="308320"/>
                </a:lnTo>
                <a:lnTo>
                  <a:pt x="618872" y="308854"/>
                </a:lnTo>
                <a:lnTo>
                  <a:pt x="615544" y="308423"/>
                </a:lnTo>
                <a:lnTo>
                  <a:pt x="613973" y="307348"/>
                </a:lnTo>
                <a:lnTo>
                  <a:pt x="613364" y="304945"/>
                </a:lnTo>
                <a:lnTo>
                  <a:pt x="613286" y="297693"/>
                </a:lnTo>
                <a:lnTo>
                  <a:pt x="610003" y="295112"/>
                </a:lnTo>
                <a:lnTo>
                  <a:pt x="608420" y="294942"/>
                </a:lnTo>
                <a:lnTo>
                  <a:pt x="606632" y="295379"/>
                </a:lnTo>
                <a:close/>
                <a:moveTo>
                  <a:pt x="659716" y="295861"/>
                </a:moveTo>
                <a:lnTo>
                  <a:pt x="657959" y="297321"/>
                </a:lnTo>
                <a:lnTo>
                  <a:pt x="657578" y="298673"/>
                </a:lnTo>
                <a:lnTo>
                  <a:pt x="657257" y="329177"/>
                </a:lnTo>
                <a:lnTo>
                  <a:pt x="658755" y="330837"/>
                </a:lnTo>
                <a:lnTo>
                  <a:pt x="660623" y="331690"/>
                </a:lnTo>
                <a:lnTo>
                  <a:pt x="662850" y="331923"/>
                </a:lnTo>
                <a:lnTo>
                  <a:pt x="664827" y="331443"/>
                </a:lnTo>
                <a:lnTo>
                  <a:pt x="667430" y="328400"/>
                </a:lnTo>
                <a:lnTo>
                  <a:pt x="671528" y="321632"/>
                </a:lnTo>
                <a:lnTo>
                  <a:pt x="676157" y="316449"/>
                </a:lnTo>
                <a:lnTo>
                  <a:pt x="677500" y="318224"/>
                </a:lnTo>
                <a:lnTo>
                  <a:pt x="677827" y="319402"/>
                </a:lnTo>
                <a:lnTo>
                  <a:pt x="677653" y="327030"/>
                </a:lnTo>
                <a:lnTo>
                  <a:pt x="677989" y="329852"/>
                </a:lnTo>
                <a:lnTo>
                  <a:pt x="679051" y="331056"/>
                </a:lnTo>
                <a:lnTo>
                  <a:pt x="680687" y="331756"/>
                </a:lnTo>
                <a:lnTo>
                  <a:pt x="683498" y="331794"/>
                </a:lnTo>
                <a:lnTo>
                  <a:pt x="685131" y="331101"/>
                </a:lnTo>
                <a:lnTo>
                  <a:pt x="686571" y="329515"/>
                </a:lnTo>
                <a:lnTo>
                  <a:pt x="686571" y="297693"/>
                </a:lnTo>
                <a:lnTo>
                  <a:pt x="683298" y="295048"/>
                </a:lnTo>
                <a:lnTo>
                  <a:pt x="681337" y="294940"/>
                </a:lnTo>
                <a:lnTo>
                  <a:pt x="679320" y="295951"/>
                </a:lnTo>
                <a:lnTo>
                  <a:pt x="676257" y="299529"/>
                </a:lnTo>
                <a:lnTo>
                  <a:pt x="670295" y="308915"/>
                </a:lnTo>
                <a:lnTo>
                  <a:pt x="668510" y="310614"/>
                </a:lnTo>
                <a:lnTo>
                  <a:pt x="667800" y="310304"/>
                </a:lnTo>
                <a:lnTo>
                  <a:pt x="667061" y="308415"/>
                </a:lnTo>
                <a:lnTo>
                  <a:pt x="666636" y="299454"/>
                </a:lnTo>
                <a:lnTo>
                  <a:pt x="665829" y="296488"/>
                </a:lnTo>
                <a:lnTo>
                  <a:pt x="664586" y="295427"/>
                </a:lnTo>
                <a:lnTo>
                  <a:pt x="663096" y="294971"/>
                </a:lnTo>
                <a:lnTo>
                  <a:pt x="661680" y="295007"/>
                </a:lnTo>
                <a:lnTo>
                  <a:pt x="659716" y="295861"/>
                </a:lnTo>
                <a:close/>
                <a:moveTo>
                  <a:pt x="712077" y="296777"/>
                </a:moveTo>
                <a:lnTo>
                  <a:pt x="710679" y="298224"/>
                </a:lnTo>
                <a:lnTo>
                  <a:pt x="710920" y="324693"/>
                </a:lnTo>
                <a:lnTo>
                  <a:pt x="711185" y="329417"/>
                </a:lnTo>
                <a:lnTo>
                  <a:pt x="711743" y="330406"/>
                </a:lnTo>
                <a:lnTo>
                  <a:pt x="713309" y="331344"/>
                </a:lnTo>
                <a:lnTo>
                  <a:pt x="715325" y="331775"/>
                </a:lnTo>
                <a:lnTo>
                  <a:pt x="717382" y="331667"/>
                </a:lnTo>
                <a:lnTo>
                  <a:pt x="719069" y="330991"/>
                </a:lnTo>
                <a:lnTo>
                  <a:pt x="725565" y="320121"/>
                </a:lnTo>
                <a:lnTo>
                  <a:pt x="727391" y="318600"/>
                </a:lnTo>
                <a:lnTo>
                  <a:pt x="729517" y="317658"/>
                </a:lnTo>
                <a:lnTo>
                  <a:pt x="730237" y="317861"/>
                </a:lnTo>
                <a:lnTo>
                  <a:pt x="730597" y="318877"/>
                </a:lnTo>
                <a:lnTo>
                  <a:pt x="731555" y="330431"/>
                </a:lnTo>
                <a:lnTo>
                  <a:pt x="733363" y="331543"/>
                </a:lnTo>
                <a:lnTo>
                  <a:pt x="736120" y="331882"/>
                </a:lnTo>
                <a:lnTo>
                  <a:pt x="738696" y="331377"/>
                </a:lnTo>
                <a:lnTo>
                  <a:pt x="740571" y="330045"/>
                </a:lnTo>
                <a:lnTo>
                  <a:pt x="740432" y="301937"/>
                </a:lnTo>
                <a:lnTo>
                  <a:pt x="739509" y="296622"/>
                </a:lnTo>
                <a:lnTo>
                  <a:pt x="738084" y="295540"/>
                </a:lnTo>
                <a:lnTo>
                  <a:pt x="735750" y="295379"/>
                </a:lnTo>
                <a:lnTo>
                  <a:pt x="734304" y="295622"/>
                </a:lnTo>
                <a:lnTo>
                  <a:pt x="732194" y="296837"/>
                </a:lnTo>
                <a:lnTo>
                  <a:pt x="730267" y="298964"/>
                </a:lnTo>
                <a:lnTo>
                  <a:pt x="723938" y="309216"/>
                </a:lnTo>
                <a:lnTo>
                  <a:pt x="722262" y="310289"/>
                </a:lnTo>
                <a:lnTo>
                  <a:pt x="721296" y="310000"/>
                </a:lnTo>
                <a:lnTo>
                  <a:pt x="720661" y="308831"/>
                </a:lnTo>
                <a:lnTo>
                  <a:pt x="720321" y="297741"/>
                </a:lnTo>
                <a:lnTo>
                  <a:pt x="718538" y="296105"/>
                </a:lnTo>
                <a:lnTo>
                  <a:pt x="716423" y="295340"/>
                </a:lnTo>
                <a:lnTo>
                  <a:pt x="714111" y="295569"/>
                </a:lnTo>
                <a:lnTo>
                  <a:pt x="712077" y="296777"/>
                </a:lnTo>
                <a:close/>
                <a:moveTo>
                  <a:pt x="952039" y="298320"/>
                </a:moveTo>
                <a:lnTo>
                  <a:pt x="951702" y="300249"/>
                </a:lnTo>
                <a:lnTo>
                  <a:pt x="954512" y="306484"/>
                </a:lnTo>
                <a:lnTo>
                  <a:pt x="953908" y="307749"/>
                </a:lnTo>
                <a:lnTo>
                  <a:pt x="950526" y="308599"/>
                </a:lnTo>
                <a:lnTo>
                  <a:pt x="941771" y="307873"/>
                </a:lnTo>
                <a:lnTo>
                  <a:pt x="936673" y="308532"/>
                </a:lnTo>
                <a:lnTo>
                  <a:pt x="933621" y="310201"/>
                </a:lnTo>
                <a:lnTo>
                  <a:pt x="933176" y="312428"/>
                </a:lnTo>
                <a:lnTo>
                  <a:pt x="934217" y="314684"/>
                </a:lnTo>
                <a:lnTo>
                  <a:pt x="936527" y="316120"/>
                </a:lnTo>
                <a:lnTo>
                  <a:pt x="941879" y="317702"/>
                </a:lnTo>
                <a:lnTo>
                  <a:pt x="948194" y="318410"/>
                </a:lnTo>
                <a:lnTo>
                  <a:pt x="949882" y="319046"/>
                </a:lnTo>
                <a:lnTo>
                  <a:pt x="951710" y="320649"/>
                </a:lnTo>
                <a:lnTo>
                  <a:pt x="955237" y="328258"/>
                </a:lnTo>
                <a:lnTo>
                  <a:pt x="960063" y="341840"/>
                </a:lnTo>
                <a:lnTo>
                  <a:pt x="966865" y="351696"/>
                </a:lnTo>
                <a:lnTo>
                  <a:pt x="971351" y="362236"/>
                </a:lnTo>
                <a:lnTo>
                  <a:pt x="972331" y="368231"/>
                </a:lnTo>
                <a:lnTo>
                  <a:pt x="972673" y="388370"/>
                </a:lnTo>
                <a:lnTo>
                  <a:pt x="974073" y="395327"/>
                </a:lnTo>
                <a:lnTo>
                  <a:pt x="972452" y="405573"/>
                </a:lnTo>
                <a:lnTo>
                  <a:pt x="970429" y="428035"/>
                </a:lnTo>
                <a:lnTo>
                  <a:pt x="969435" y="432623"/>
                </a:lnTo>
                <a:lnTo>
                  <a:pt x="967187" y="438068"/>
                </a:lnTo>
                <a:lnTo>
                  <a:pt x="965715" y="440326"/>
                </a:lnTo>
                <a:lnTo>
                  <a:pt x="963695" y="442047"/>
                </a:lnTo>
                <a:lnTo>
                  <a:pt x="961154" y="443212"/>
                </a:lnTo>
                <a:lnTo>
                  <a:pt x="958120" y="443804"/>
                </a:lnTo>
                <a:lnTo>
                  <a:pt x="953775" y="443879"/>
                </a:lnTo>
                <a:lnTo>
                  <a:pt x="948983" y="437837"/>
                </a:lnTo>
                <a:lnTo>
                  <a:pt x="949025" y="436694"/>
                </a:lnTo>
                <a:lnTo>
                  <a:pt x="949858" y="435809"/>
                </a:lnTo>
                <a:lnTo>
                  <a:pt x="955627" y="434734"/>
                </a:lnTo>
                <a:lnTo>
                  <a:pt x="957373" y="433873"/>
                </a:lnTo>
                <a:lnTo>
                  <a:pt x="958307" y="432693"/>
                </a:lnTo>
                <a:lnTo>
                  <a:pt x="958452" y="410370"/>
                </a:lnTo>
                <a:lnTo>
                  <a:pt x="955903" y="403724"/>
                </a:lnTo>
                <a:lnTo>
                  <a:pt x="954493" y="394445"/>
                </a:lnTo>
                <a:lnTo>
                  <a:pt x="953276" y="390689"/>
                </a:lnTo>
                <a:lnTo>
                  <a:pt x="950109" y="385758"/>
                </a:lnTo>
                <a:lnTo>
                  <a:pt x="943794" y="380241"/>
                </a:lnTo>
                <a:lnTo>
                  <a:pt x="940859" y="378942"/>
                </a:lnTo>
                <a:lnTo>
                  <a:pt x="938632" y="379626"/>
                </a:lnTo>
                <a:lnTo>
                  <a:pt x="928242" y="395003"/>
                </a:lnTo>
                <a:lnTo>
                  <a:pt x="925921" y="397095"/>
                </a:lnTo>
                <a:lnTo>
                  <a:pt x="923591" y="397292"/>
                </a:lnTo>
                <a:lnTo>
                  <a:pt x="919775" y="394537"/>
                </a:lnTo>
                <a:lnTo>
                  <a:pt x="917861" y="393670"/>
                </a:lnTo>
                <a:lnTo>
                  <a:pt x="916169" y="393753"/>
                </a:lnTo>
                <a:lnTo>
                  <a:pt x="914480" y="395086"/>
                </a:lnTo>
                <a:lnTo>
                  <a:pt x="918386" y="407604"/>
                </a:lnTo>
                <a:lnTo>
                  <a:pt x="919844" y="408686"/>
                </a:lnTo>
                <a:lnTo>
                  <a:pt x="923549" y="409385"/>
                </a:lnTo>
                <a:lnTo>
                  <a:pt x="926904" y="408908"/>
                </a:lnTo>
                <a:lnTo>
                  <a:pt x="929600" y="407322"/>
                </a:lnTo>
                <a:lnTo>
                  <a:pt x="934356" y="402835"/>
                </a:lnTo>
                <a:lnTo>
                  <a:pt x="941963" y="394598"/>
                </a:lnTo>
                <a:lnTo>
                  <a:pt x="943011" y="394569"/>
                </a:lnTo>
                <a:lnTo>
                  <a:pt x="943999" y="395729"/>
                </a:lnTo>
                <a:lnTo>
                  <a:pt x="944458" y="397995"/>
                </a:lnTo>
                <a:lnTo>
                  <a:pt x="944518" y="404488"/>
                </a:lnTo>
                <a:lnTo>
                  <a:pt x="948134" y="410852"/>
                </a:lnTo>
                <a:lnTo>
                  <a:pt x="948471" y="422134"/>
                </a:lnTo>
                <a:lnTo>
                  <a:pt x="946129" y="424197"/>
                </a:lnTo>
                <a:lnTo>
                  <a:pt x="941421" y="425018"/>
                </a:lnTo>
                <a:lnTo>
                  <a:pt x="939388" y="426478"/>
                </a:lnTo>
                <a:lnTo>
                  <a:pt x="936056" y="432313"/>
                </a:lnTo>
                <a:lnTo>
                  <a:pt x="934967" y="435013"/>
                </a:lnTo>
                <a:lnTo>
                  <a:pt x="934718" y="436954"/>
                </a:lnTo>
                <a:lnTo>
                  <a:pt x="936031" y="439534"/>
                </a:lnTo>
                <a:lnTo>
                  <a:pt x="942905" y="447489"/>
                </a:lnTo>
                <a:lnTo>
                  <a:pt x="944845" y="452017"/>
                </a:lnTo>
                <a:lnTo>
                  <a:pt x="944393" y="454696"/>
                </a:lnTo>
                <a:lnTo>
                  <a:pt x="939622" y="460715"/>
                </a:lnTo>
                <a:lnTo>
                  <a:pt x="939576" y="462815"/>
                </a:lnTo>
                <a:lnTo>
                  <a:pt x="942042" y="465387"/>
                </a:lnTo>
                <a:lnTo>
                  <a:pt x="944263" y="466301"/>
                </a:lnTo>
                <a:lnTo>
                  <a:pt x="948117" y="466942"/>
                </a:lnTo>
                <a:lnTo>
                  <a:pt x="951345" y="466547"/>
                </a:lnTo>
                <a:lnTo>
                  <a:pt x="952596" y="465652"/>
                </a:lnTo>
                <a:lnTo>
                  <a:pt x="955254" y="462037"/>
                </a:lnTo>
                <a:lnTo>
                  <a:pt x="957376" y="456899"/>
                </a:lnTo>
                <a:lnTo>
                  <a:pt x="959766" y="454595"/>
                </a:lnTo>
                <a:lnTo>
                  <a:pt x="963587" y="452993"/>
                </a:lnTo>
                <a:lnTo>
                  <a:pt x="970373" y="451344"/>
                </a:lnTo>
                <a:lnTo>
                  <a:pt x="974342" y="445898"/>
                </a:lnTo>
                <a:lnTo>
                  <a:pt x="978798" y="438624"/>
                </a:lnTo>
                <a:lnTo>
                  <a:pt x="981818" y="417633"/>
                </a:lnTo>
                <a:lnTo>
                  <a:pt x="983030" y="402124"/>
                </a:lnTo>
                <a:lnTo>
                  <a:pt x="982848" y="361674"/>
                </a:lnTo>
                <a:lnTo>
                  <a:pt x="977767" y="350301"/>
                </a:lnTo>
                <a:lnTo>
                  <a:pt x="974933" y="345720"/>
                </a:lnTo>
                <a:lnTo>
                  <a:pt x="972127" y="342237"/>
                </a:lnTo>
                <a:lnTo>
                  <a:pt x="968186" y="335286"/>
                </a:lnTo>
                <a:lnTo>
                  <a:pt x="967720" y="333377"/>
                </a:lnTo>
                <a:lnTo>
                  <a:pt x="968195" y="330669"/>
                </a:lnTo>
                <a:lnTo>
                  <a:pt x="969177" y="330235"/>
                </a:lnTo>
                <a:lnTo>
                  <a:pt x="971719" y="332137"/>
                </a:lnTo>
                <a:lnTo>
                  <a:pt x="980672" y="343931"/>
                </a:lnTo>
                <a:lnTo>
                  <a:pt x="985130" y="350555"/>
                </a:lnTo>
                <a:lnTo>
                  <a:pt x="988240" y="354028"/>
                </a:lnTo>
                <a:lnTo>
                  <a:pt x="990951" y="356331"/>
                </a:lnTo>
                <a:lnTo>
                  <a:pt x="993265" y="360060"/>
                </a:lnTo>
                <a:lnTo>
                  <a:pt x="995450" y="365096"/>
                </a:lnTo>
                <a:lnTo>
                  <a:pt x="997891" y="369372"/>
                </a:lnTo>
                <a:lnTo>
                  <a:pt x="1000941" y="373245"/>
                </a:lnTo>
                <a:lnTo>
                  <a:pt x="1004257" y="376331"/>
                </a:lnTo>
                <a:lnTo>
                  <a:pt x="1007496" y="378247"/>
                </a:lnTo>
                <a:lnTo>
                  <a:pt x="1008980" y="378645"/>
                </a:lnTo>
                <a:lnTo>
                  <a:pt x="1011563" y="378289"/>
                </a:lnTo>
                <a:lnTo>
                  <a:pt x="1012979" y="376240"/>
                </a:lnTo>
                <a:lnTo>
                  <a:pt x="1013609" y="371943"/>
                </a:lnTo>
                <a:lnTo>
                  <a:pt x="1016405" y="370864"/>
                </a:lnTo>
                <a:lnTo>
                  <a:pt x="1019815" y="370272"/>
                </a:lnTo>
                <a:lnTo>
                  <a:pt x="1020751" y="368779"/>
                </a:lnTo>
                <a:lnTo>
                  <a:pt x="1019877" y="366440"/>
                </a:lnTo>
                <a:lnTo>
                  <a:pt x="1016771" y="363313"/>
                </a:lnTo>
                <a:lnTo>
                  <a:pt x="1004080" y="357046"/>
                </a:lnTo>
                <a:lnTo>
                  <a:pt x="1001547" y="355065"/>
                </a:lnTo>
                <a:lnTo>
                  <a:pt x="999645" y="352447"/>
                </a:lnTo>
                <a:lnTo>
                  <a:pt x="998036" y="347016"/>
                </a:lnTo>
                <a:lnTo>
                  <a:pt x="997420" y="342500"/>
                </a:lnTo>
                <a:lnTo>
                  <a:pt x="998207" y="340682"/>
                </a:lnTo>
                <a:lnTo>
                  <a:pt x="1002592" y="337428"/>
                </a:lnTo>
                <a:lnTo>
                  <a:pt x="1002664" y="334625"/>
                </a:lnTo>
                <a:lnTo>
                  <a:pt x="1001705" y="332775"/>
                </a:lnTo>
                <a:lnTo>
                  <a:pt x="975254" y="314213"/>
                </a:lnTo>
                <a:lnTo>
                  <a:pt x="972896" y="311775"/>
                </a:lnTo>
                <a:lnTo>
                  <a:pt x="968273" y="305690"/>
                </a:lnTo>
                <a:lnTo>
                  <a:pt x="960959" y="298706"/>
                </a:lnTo>
                <a:lnTo>
                  <a:pt x="959050" y="297805"/>
                </a:lnTo>
                <a:lnTo>
                  <a:pt x="955866" y="297211"/>
                </a:lnTo>
                <a:lnTo>
                  <a:pt x="953138" y="297555"/>
                </a:lnTo>
                <a:lnTo>
                  <a:pt x="952039" y="298320"/>
                </a:lnTo>
                <a:close/>
                <a:moveTo>
                  <a:pt x="648241" y="347932"/>
                </a:moveTo>
                <a:lnTo>
                  <a:pt x="642794" y="348762"/>
                </a:lnTo>
                <a:lnTo>
                  <a:pt x="637670" y="350133"/>
                </a:lnTo>
                <a:lnTo>
                  <a:pt x="632905" y="352017"/>
                </a:lnTo>
                <a:lnTo>
                  <a:pt x="628532" y="354385"/>
                </a:lnTo>
                <a:lnTo>
                  <a:pt x="624586" y="357208"/>
                </a:lnTo>
                <a:lnTo>
                  <a:pt x="621101" y="360457"/>
                </a:lnTo>
                <a:lnTo>
                  <a:pt x="618113" y="364105"/>
                </a:lnTo>
                <a:lnTo>
                  <a:pt x="615654" y="368122"/>
                </a:lnTo>
                <a:lnTo>
                  <a:pt x="613761" y="372480"/>
                </a:lnTo>
                <a:lnTo>
                  <a:pt x="612466" y="377150"/>
                </a:lnTo>
                <a:lnTo>
                  <a:pt x="611598" y="381441"/>
                </a:lnTo>
                <a:lnTo>
                  <a:pt x="611598" y="451352"/>
                </a:lnTo>
                <a:lnTo>
                  <a:pt x="613317" y="459657"/>
                </a:lnTo>
                <a:lnTo>
                  <a:pt x="616071" y="466314"/>
                </a:lnTo>
                <a:lnTo>
                  <a:pt x="617931" y="469386"/>
                </a:lnTo>
                <a:lnTo>
                  <a:pt x="622509" y="474888"/>
                </a:lnTo>
                <a:lnTo>
                  <a:pt x="628089" y="479361"/>
                </a:lnTo>
                <a:lnTo>
                  <a:pt x="634500" y="482595"/>
                </a:lnTo>
                <a:lnTo>
                  <a:pt x="642274" y="485017"/>
                </a:lnTo>
                <a:lnTo>
                  <a:pt x="657769" y="485634"/>
                </a:lnTo>
                <a:lnTo>
                  <a:pt x="704356" y="485548"/>
                </a:lnTo>
                <a:lnTo>
                  <a:pt x="710843" y="484724"/>
                </a:lnTo>
                <a:lnTo>
                  <a:pt x="720089" y="481248"/>
                </a:lnTo>
                <a:lnTo>
                  <a:pt x="726366" y="477026"/>
                </a:lnTo>
                <a:lnTo>
                  <a:pt x="731603" y="472064"/>
                </a:lnTo>
                <a:lnTo>
                  <a:pt x="736078" y="465049"/>
                </a:lnTo>
                <a:lnTo>
                  <a:pt x="739418" y="454961"/>
                </a:lnTo>
                <a:lnTo>
                  <a:pt x="740071" y="445910"/>
                </a:lnTo>
                <a:lnTo>
                  <a:pt x="740217" y="435217"/>
                </a:lnTo>
                <a:lnTo>
                  <a:pt x="739848" y="378066"/>
                </a:lnTo>
                <a:lnTo>
                  <a:pt x="735483" y="367532"/>
                </a:lnTo>
                <a:lnTo>
                  <a:pt x="732875" y="363548"/>
                </a:lnTo>
                <a:lnTo>
                  <a:pt x="729578" y="359551"/>
                </a:lnTo>
                <a:lnTo>
                  <a:pt x="723745" y="354700"/>
                </a:lnTo>
                <a:lnTo>
                  <a:pt x="717348" y="351338"/>
                </a:lnTo>
                <a:lnTo>
                  <a:pt x="705616" y="347740"/>
                </a:lnTo>
                <a:lnTo>
                  <a:pt x="648241" y="347932"/>
                </a:lnTo>
                <a:close/>
                <a:moveTo>
                  <a:pt x="701566" y="378066"/>
                </a:moveTo>
                <a:lnTo>
                  <a:pt x="704329" y="379657"/>
                </a:lnTo>
                <a:lnTo>
                  <a:pt x="707757" y="383127"/>
                </a:lnTo>
                <a:lnTo>
                  <a:pt x="709184" y="385781"/>
                </a:lnTo>
                <a:lnTo>
                  <a:pt x="709391" y="388140"/>
                </a:lnTo>
                <a:lnTo>
                  <a:pt x="709722" y="408119"/>
                </a:lnTo>
                <a:lnTo>
                  <a:pt x="709511" y="440696"/>
                </a:lnTo>
                <a:lnTo>
                  <a:pt x="709136" y="447881"/>
                </a:lnTo>
                <a:lnTo>
                  <a:pt x="707395" y="450942"/>
                </a:lnTo>
                <a:lnTo>
                  <a:pt x="703977" y="454775"/>
                </a:lnTo>
                <a:lnTo>
                  <a:pt x="695395" y="457427"/>
                </a:lnTo>
                <a:lnTo>
                  <a:pt x="654027" y="457138"/>
                </a:lnTo>
                <a:lnTo>
                  <a:pt x="646795" y="454155"/>
                </a:lnTo>
                <a:lnTo>
                  <a:pt x="644080" y="451198"/>
                </a:lnTo>
                <a:lnTo>
                  <a:pt x="641105" y="445566"/>
                </a:lnTo>
                <a:lnTo>
                  <a:pt x="641202" y="388529"/>
                </a:lnTo>
                <a:lnTo>
                  <a:pt x="644507" y="382038"/>
                </a:lnTo>
                <a:lnTo>
                  <a:pt x="648056" y="378824"/>
                </a:lnTo>
                <a:lnTo>
                  <a:pt x="649880" y="378018"/>
                </a:lnTo>
                <a:lnTo>
                  <a:pt x="651928" y="377747"/>
                </a:lnTo>
                <a:lnTo>
                  <a:pt x="682908" y="377341"/>
                </a:lnTo>
                <a:lnTo>
                  <a:pt x="701566" y="378066"/>
                </a:lnTo>
                <a:close/>
                <a:moveTo>
                  <a:pt x="29266" y="350825"/>
                </a:moveTo>
                <a:lnTo>
                  <a:pt x="1832" y="351066"/>
                </a:lnTo>
                <a:lnTo>
                  <a:pt x="0" y="353332"/>
                </a:lnTo>
                <a:lnTo>
                  <a:pt x="0" y="376765"/>
                </a:lnTo>
                <a:lnTo>
                  <a:pt x="1832" y="379031"/>
                </a:lnTo>
                <a:lnTo>
                  <a:pt x="69959" y="379272"/>
                </a:lnTo>
                <a:lnTo>
                  <a:pt x="74599" y="381245"/>
                </a:lnTo>
                <a:lnTo>
                  <a:pt x="76550" y="382535"/>
                </a:lnTo>
                <a:lnTo>
                  <a:pt x="80036" y="387131"/>
                </a:lnTo>
                <a:lnTo>
                  <a:pt x="79915" y="397647"/>
                </a:lnTo>
                <a:lnTo>
                  <a:pt x="79312" y="400232"/>
                </a:lnTo>
                <a:lnTo>
                  <a:pt x="76999" y="401055"/>
                </a:lnTo>
                <a:lnTo>
                  <a:pt x="73266" y="401318"/>
                </a:lnTo>
                <a:lnTo>
                  <a:pt x="35341" y="401836"/>
                </a:lnTo>
                <a:lnTo>
                  <a:pt x="34423" y="403197"/>
                </a:lnTo>
                <a:lnTo>
                  <a:pt x="33935" y="406477"/>
                </a:lnTo>
                <a:lnTo>
                  <a:pt x="33875" y="423531"/>
                </a:lnTo>
                <a:lnTo>
                  <a:pt x="34582" y="428925"/>
                </a:lnTo>
                <a:lnTo>
                  <a:pt x="35250" y="430066"/>
                </a:lnTo>
                <a:lnTo>
                  <a:pt x="36072" y="430463"/>
                </a:lnTo>
                <a:lnTo>
                  <a:pt x="78011" y="430861"/>
                </a:lnTo>
                <a:lnTo>
                  <a:pt x="80277" y="432693"/>
                </a:lnTo>
                <a:lnTo>
                  <a:pt x="79550" y="447009"/>
                </a:lnTo>
                <a:lnTo>
                  <a:pt x="78522" y="448922"/>
                </a:lnTo>
                <a:lnTo>
                  <a:pt x="76084" y="451270"/>
                </a:lnTo>
                <a:lnTo>
                  <a:pt x="70634" y="454245"/>
                </a:lnTo>
                <a:lnTo>
                  <a:pt x="2025" y="454727"/>
                </a:lnTo>
                <a:lnTo>
                  <a:pt x="0" y="456559"/>
                </a:lnTo>
                <a:lnTo>
                  <a:pt x="0" y="480907"/>
                </a:lnTo>
                <a:lnTo>
                  <a:pt x="1832" y="483174"/>
                </a:lnTo>
                <a:lnTo>
                  <a:pt x="68296" y="483210"/>
                </a:lnTo>
                <a:lnTo>
                  <a:pt x="77628" y="482610"/>
                </a:lnTo>
                <a:lnTo>
                  <a:pt x="84714" y="481646"/>
                </a:lnTo>
                <a:lnTo>
                  <a:pt x="89438" y="480275"/>
                </a:lnTo>
                <a:lnTo>
                  <a:pt x="95899" y="477539"/>
                </a:lnTo>
                <a:lnTo>
                  <a:pt x="101748" y="472575"/>
                </a:lnTo>
                <a:lnTo>
                  <a:pt x="105541" y="467039"/>
                </a:lnTo>
                <a:lnTo>
                  <a:pt x="107538" y="462347"/>
                </a:lnTo>
                <a:lnTo>
                  <a:pt x="109850" y="454768"/>
                </a:lnTo>
                <a:lnTo>
                  <a:pt x="110438" y="450441"/>
                </a:lnTo>
                <a:lnTo>
                  <a:pt x="111158" y="427596"/>
                </a:lnTo>
                <a:lnTo>
                  <a:pt x="110640" y="387299"/>
                </a:lnTo>
                <a:lnTo>
                  <a:pt x="109783" y="378229"/>
                </a:lnTo>
                <a:lnTo>
                  <a:pt x="106276" y="367275"/>
                </a:lnTo>
                <a:lnTo>
                  <a:pt x="103724" y="363007"/>
                </a:lnTo>
                <a:lnTo>
                  <a:pt x="102112" y="361107"/>
                </a:lnTo>
                <a:lnTo>
                  <a:pt x="98204" y="357766"/>
                </a:lnTo>
                <a:lnTo>
                  <a:pt x="93368" y="355019"/>
                </a:lnTo>
                <a:lnTo>
                  <a:pt x="85591" y="352246"/>
                </a:lnTo>
                <a:lnTo>
                  <a:pt x="79310" y="351252"/>
                </a:lnTo>
                <a:lnTo>
                  <a:pt x="69398" y="350763"/>
                </a:lnTo>
                <a:lnTo>
                  <a:pt x="29266" y="350825"/>
                </a:lnTo>
                <a:close/>
                <a:moveTo>
                  <a:pt x="220002" y="350729"/>
                </a:moveTo>
                <a:lnTo>
                  <a:pt x="216985" y="351231"/>
                </a:lnTo>
                <a:lnTo>
                  <a:pt x="216386" y="351645"/>
                </a:lnTo>
                <a:lnTo>
                  <a:pt x="216129" y="352606"/>
                </a:lnTo>
                <a:lnTo>
                  <a:pt x="215277" y="397979"/>
                </a:lnTo>
                <a:lnTo>
                  <a:pt x="213445" y="400004"/>
                </a:lnTo>
                <a:lnTo>
                  <a:pt x="170408" y="399954"/>
                </a:lnTo>
                <a:lnTo>
                  <a:pt x="155250" y="399522"/>
                </a:lnTo>
                <a:lnTo>
                  <a:pt x="154068" y="397769"/>
                </a:lnTo>
                <a:lnTo>
                  <a:pt x="153500" y="392218"/>
                </a:lnTo>
                <a:lnTo>
                  <a:pt x="153321" y="352320"/>
                </a:lnTo>
                <a:lnTo>
                  <a:pt x="151494" y="351257"/>
                </a:lnTo>
                <a:lnTo>
                  <a:pt x="148964" y="350958"/>
                </a:lnTo>
                <a:lnTo>
                  <a:pt x="124875" y="350825"/>
                </a:lnTo>
                <a:lnTo>
                  <a:pt x="122946" y="352754"/>
                </a:lnTo>
                <a:lnTo>
                  <a:pt x="122946" y="481004"/>
                </a:lnTo>
                <a:lnTo>
                  <a:pt x="124310" y="482292"/>
                </a:lnTo>
                <a:lnTo>
                  <a:pt x="126586" y="483051"/>
                </a:lnTo>
                <a:lnTo>
                  <a:pt x="129417" y="483298"/>
                </a:lnTo>
                <a:lnTo>
                  <a:pt x="151345" y="483174"/>
                </a:lnTo>
                <a:lnTo>
                  <a:pt x="153418" y="481100"/>
                </a:lnTo>
                <a:lnTo>
                  <a:pt x="153396" y="440774"/>
                </a:lnTo>
                <a:lnTo>
                  <a:pt x="154039" y="431263"/>
                </a:lnTo>
                <a:lnTo>
                  <a:pt x="154761" y="429772"/>
                </a:lnTo>
                <a:lnTo>
                  <a:pt x="155718" y="429331"/>
                </a:lnTo>
                <a:lnTo>
                  <a:pt x="166581" y="429019"/>
                </a:lnTo>
                <a:lnTo>
                  <a:pt x="213541" y="428932"/>
                </a:lnTo>
                <a:lnTo>
                  <a:pt x="215518" y="431488"/>
                </a:lnTo>
                <a:lnTo>
                  <a:pt x="215518" y="481052"/>
                </a:lnTo>
                <a:lnTo>
                  <a:pt x="217929" y="483463"/>
                </a:lnTo>
                <a:lnTo>
                  <a:pt x="243434" y="483174"/>
                </a:lnTo>
                <a:lnTo>
                  <a:pt x="245604" y="481004"/>
                </a:lnTo>
                <a:lnTo>
                  <a:pt x="245411" y="353236"/>
                </a:lnTo>
                <a:lnTo>
                  <a:pt x="244117" y="351601"/>
                </a:lnTo>
                <a:lnTo>
                  <a:pt x="241619" y="351170"/>
                </a:lnTo>
                <a:lnTo>
                  <a:pt x="220002" y="350729"/>
                </a:lnTo>
                <a:close/>
                <a:moveTo>
                  <a:pt x="288080" y="351356"/>
                </a:moveTo>
                <a:lnTo>
                  <a:pt x="282940" y="352596"/>
                </a:lnTo>
                <a:lnTo>
                  <a:pt x="275966" y="355208"/>
                </a:lnTo>
                <a:lnTo>
                  <a:pt x="272314" y="357238"/>
                </a:lnTo>
                <a:lnTo>
                  <a:pt x="269012" y="360147"/>
                </a:lnTo>
                <a:lnTo>
                  <a:pt x="266194" y="363561"/>
                </a:lnTo>
                <a:lnTo>
                  <a:pt x="262969" y="369466"/>
                </a:lnTo>
                <a:lnTo>
                  <a:pt x="261552" y="373817"/>
                </a:lnTo>
                <a:lnTo>
                  <a:pt x="259875" y="382116"/>
                </a:lnTo>
                <a:lnTo>
                  <a:pt x="259466" y="400248"/>
                </a:lnTo>
                <a:lnTo>
                  <a:pt x="259634" y="451352"/>
                </a:lnTo>
                <a:lnTo>
                  <a:pt x="261816" y="460716"/>
                </a:lnTo>
                <a:lnTo>
                  <a:pt x="265146" y="468552"/>
                </a:lnTo>
                <a:lnTo>
                  <a:pt x="268274" y="472693"/>
                </a:lnTo>
                <a:lnTo>
                  <a:pt x="274511" y="477535"/>
                </a:lnTo>
                <a:lnTo>
                  <a:pt x="281993" y="480878"/>
                </a:lnTo>
                <a:lnTo>
                  <a:pt x="287663" y="482153"/>
                </a:lnTo>
                <a:lnTo>
                  <a:pt x="296313" y="482840"/>
                </a:lnTo>
                <a:lnTo>
                  <a:pt x="310209" y="483120"/>
                </a:lnTo>
                <a:lnTo>
                  <a:pt x="367489" y="483174"/>
                </a:lnTo>
                <a:lnTo>
                  <a:pt x="369321" y="480907"/>
                </a:lnTo>
                <a:lnTo>
                  <a:pt x="369243" y="459994"/>
                </a:lnTo>
                <a:lnTo>
                  <a:pt x="368984" y="456999"/>
                </a:lnTo>
                <a:lnTo>
                  <a:pt x="367995" y="455140"/>
                </a:lnTo>
                <a:lnTo>
                  <a:pt x="366162" y="454684"/>
                </a:lnTo>
                <a:lnTo>
                  <a:pt x="359752" y="454560"/>
                </a:lnTo>
                <a:lnTo>
                  <a:pt x="299652" y="454245"/>
                </a:lnTo>
                <a:lnTo>
                  <a:pt x="294909" y="451901"/>
                </a:lnTo>
                <a:lnTo>
                  <a:pt x="291577" y="448897"/>
                </a:lnTo>
                <a:lnTo>
                  <a:pt x="289806" y="444491"/>
                </a:lnTo>
                <a:lnTo>
                  <a:pt x="289286" y="438045"/>
                </a:lnTo>
                <a:lnTo>
                  <a:pt x="289546" y="433175"/>
                </a:lnTo>
                <a:lnTo>
                  <a:pt x="291311" y="431102"/>
                </a:lnTo>
                <a:lnTo>
                  <a:pt x="367441" y="430234"/>
                </a:lnTo>
                <a:lnTo>
                  <a:pt x="368570" y="428989"/>
                </a:lnTo>
                <a:lnTo>
                  <a:pt x="368996" y="427136"/>
                </a:lnTo>
                <a:lnTo>
                  <a:pt x="369321" y="415722"/>
                </a:lnTo>
                <a:lnTo>
                  <a:pt x="369321" y="403957"/>
                </a:lnTo>
                <a:lnTo>
                  <a:pt x="367489" y="401691"/>
                </a:lnTo>
                <a:lnTo>
                  <a:pt x="291229" y="400849"/>
                </a:lnTo>
                <a:lnTo>
                  <a:pt x="290254" y="400571"/>
                </a:lnTo>
                <a:lnTo>
                  <a:pt x="289750" y="399928"/>
                </a:lnTo>
                <a:lnTo>
                  <a:pt x="289299" y="396122"/>
                </a:lnTo>
                <a:lnTo>
                  <a:pt x="289792" y="388945"/>
                </a:lnTo>
                <a:lnTo>
                  <a:pt x="292207" y="383837"/>
                </a:lnTo>
                <a:lnTo>
                  <a:pt x="293649" y="382159"/>
                </a:lnTo>
                <a:lnTo>
                  <a:pt x="294911" y="381390"/>
                </a:lnTo>
                <a:lnTo>
                  <a:pt x="300809" y="379272"/>
                </a:lnTo>
                <a:lnTo>
                  <a:pt x="366766" y="379272"/>
                </a:lnTo>
                <a:lnTo>
                  <a:pt x="369321" y="377295"/>
                </a:lnTo>
                <a:lnTo>
                  <a:pt x="369321" y="352320"/>
                </a:lnTo>
                <a:lnTo>
                  <a:pt x="367052" y="351258"/>
                </a:lnTo>
                <a:lnTo>
                  <a:pt x="357110" y="350913"/>
                </a:lnTo>
                <a:lnTo>
                  <a:pt x="288080" y="351356"/>
                </a:lnTo>
                <a:close/>
                <a:moveTo>
                  <a:pt x="385570" y="351693"/>
                </a:moveTo>
                <a:lnTo>
                  <a:pt x="384750" y="352609"/>
                </a:lnTo>
                <a:lnTo>
                  <a:pt x="384750" y="481052"/>
                </a:lnTo>
                <a:lnTo>
                  <a:pt x="387113" y="483415"/>
                </a:lnTo>
                <a:lnTo>
                  <a:pt x="405133" y="483375"/>
                </a:lnTo>
                <a:lnTo>
                  <a:pt x="411932" y="482863"/>
                </a:lnTo>
                <a:lnTo>
                  <a:pt x="413524" y="482261"/>
                </a:lnTo>
                <a:lnTo>
                  <a:pt x="414546" y="481341"/>
                </a:lnTo>
                <a:lnTo>
                  <a:pt x="414914" y="479524"/>
                </a:lnTo>
                <a:lnTo>
                  <a:pt x="415274" y="440977"/>
                </a:lnTo>
                <a:lnTo>
                  <a:pt x="415684" y="437163"/>
                </a:lnTo>
                <a:lnTo>
                  <a:pt x="416478" y="435448"/>
                </a:lnTo>
                <a:lnTo>
                  <a:pt x="417777" y="434718"/>
                </a:lnTo>
                <a:lnTo>
                  <a:pt x="420759" y="434518"/>
                </a:lnTo>
                <a:lnTo>
                  <a:pt x="458465" y="434238"/>
                </a:lnTo>
                <a:lnTo>
                  <a:pt x="470297" y="433622"/>
                </a:lnTo>
                <a:lnTo>
                  <a:pt x="480890" y="431101"/>
                </a:lnTo>
                <a:lnTo>
                  <a:pt x="484985" y="429315"/>
                </a:lnTo>
                <a:lnTo>
                  <a:pt x="488622" y="427110"/>
                </a:lnTo>
                <a:lnTo>
                  <a:pt x="493172" y="423052"/>
                </a:lnTo>
                <a:lnTo>
                  <a:pt x="496061" y="419100"/>
                </a:lnTo>
                <a:lnTo>
                  <a:pt x="497645" y="415473"/>
                </a:lnTo>
                <a:lnTo>
                  <a:pt x="500079" y="406995"/>
                </a:lnTo>
                <a:lnTo>
                  <a:pt x="500356" y="383525"/>
                </a:lnTo>
                <a:lnTo>
                  <a:pt x="499903" y="377809"/>
                </a:lnTo>
                <a:lnTo>
                  <a:pt x="497071" y="367867"/>
                </a:lnTo>
                <a:lnTo>
                  <a:pt x="495068" y="364149"/>
                </a:lnTo>
                <a:lnTo>
                  <a:pt x="492400" y="360727"/>
                </a:lnTo>
                <a:lnTo>
                  <a:pt x="489259" y="357809"/>
                </a:lnTo>
                <a:lnTo>
                  <a:pt x="485832" y="355601"/>
                </a:lnTo>
                <a:lnTo>
                  <a:pt x="476739" y="352010"/>
                </a:lnTo>
                <a:lnTo>
                  <a:pt x="469366" y="351115"/>
                </a:lnTo>
                <a:lnTo>
                  <a:pt x="451214" y="350844"/>
                </a:lnTo>
                <a:lnTo>
                  <a:pt x="386341" y="350825"/>
                </a:lnTo>
                <a:lnTo>
                  <a:pt x="385570" y="351693"/>
                </a:lnTo>
                <a:close/>
                <a:moveTo>
                  <a:pt x="460205" y="379802"/>
                </a:moveTo>
                <a:lnTo>
                  <a:pt x="464999" y="381664"/>
                </a:lnTo>
                <a:lnTo>
                  <a:pt x="467202" y="383280"/>
                </a:lnTo>
                <a:lnTo>
                  <a:pt x="468717" y="385294"/>
                </a:lnTo>
                <a:lnTo>
                  <a:pt x="469896" y="389252"/>
                </a:lnTo>
                <a:lnTo>
                  <a:pt x="469987" y="393604"/>
                </a:lnTo>
                <a:lnTo>
                  <a:pt x="469192" y="398375"/>
                </a:lnTo>
                <a:lnTo>
                  <a:pt x="467471" y="400921"/>
                </a:lnTo>
                <a:lnTo>
                  <a:pt x="463881" y="403716"/>
                </a:lnTo>
                <a:lnTo>
                  <a:pt x="461952" y="404392"/>
                </a:lnTo>
                <a:lnTo>
                  <a:pt x="455480" y="404687"/>
                </a:lnTo>
                <a:lnTo>
                  <a:pt x="417102" y="404825"/>
                </a:lnTo>
                <a:lnTo>
                  <a:pt x="415125" y="402270"/>
                </a:lnTo>
                <a:lnTo>
                  <a:pt x="415423" y="384060"/>
                </a:lnTo>
                <a:lnTo>
                  <a:pt x="416242" y="380953"/>
                </a:lnTo>
                <a:lnTo>
                  <a:pt x="417825" y="379513"/>
                </a:lnTo>
                <a:lnTo>
                  <a:pt x="438581" y="379133"/>
                </a:lnTo>
                <a:lnTo>
                  <a:pt x="460205" y="379802"/>
                </a:lnTo>
                <a:close/>
                <a:moveTo>
                  <a:pt x="539759" y="351549"/>
                </a:moveTo>
                <a:lnTo>
                  <a:pt x="535238" y="352710"/>
                </a:lnTo>
                <a:lnTo>
                  <a:pt x="528752" y="355089"/>
                </a:lnTo>
                <a:lnTo>
                  <a:pt x="525446" y="357075"/>
                </a:lnTo>
                <a:lnTo>
                  <a:pt x="522155" y="359847"/>
                </a:lnTo>
                <a:lnTo>
                  <a:pt x="519205" y="363088"/>
                </a:lnTo>
                <a:lnTo>
                  <a:pt x="516923" y="366480"/>
                </a:lnTo>
                <a:lnTo>
                  <a:pt x="513245" y="375866"/>
                </a:lnTo>
                <a:lnTo>
                  <a:pt x="512385" y="385775"/>
                </a:lnTo>
                <a:lnTo>
                  <a:pt x="512132" y="398793"/>
                </a:lnTo>
                <a:lnTo>
                  <a:pt x="512036" y="481052"/>
                </a:lnTo>
                <a:lnTo>
                  <a:pt x="514398" y="483415"/>
                </a:lnTo>
                <a:lnTo>
                  <a:pt x="536458" y="483183"/>
                </a:lnTo>
                <a:lnTo>
                  <a:pt x="539941" y="482493"/>
                </a:lnTo>
                <a:lnTo>
                  <a:pt x="541398" y="481100"/>
                </a:lnTo>
                <a:lnTo>
                  <a:pt x="541808" y="469758"/>
                </a:lnTo>
                <a:lnTo>
                  <a:pt x="542206" y="394254"/>
                </a:lnTo>
                <a:lnTo>
                  <a:pt x="542689" y="388623"/>
                </a:lnTo>
                <a:lnTo>
                  <a:pt x="544469" y="383984"/>
                </a:lnTo>
                <a:lnTo>
                  <a:pt x="547719" y="381549"/>
                </a:lnTo>
                <a:lnTo>
                  <a:pt x="553523" y="379583"/>
                </a:lnTo>
                <a:lnTo>
                  <a:pt x="563369" y="379151"/>
                </a:lnTo>
                <a:lnTo>
                  <a:pt x="599400" y="379031"/>
                </a:lnTo>
                <a:lnTo>
                  <a:pt x="601232" y="376765"/>
                </a:lnTo>
                <a:lnTo>
                  <a:pt x="601100" y="354972"/>
                </a:lnTo>
                <a:lnTo>
                  <a:pt x="600800" y="352629"/>
                </a:lnTo>
                <a:lnTo>
                  <a:pt x="599738" y="350825"/>
                </a:lnTo>
                <a:lnTo>
                  <a:pt x="551864" y="350993"/>
                </a:lnTo>
                <a:lnTo>
                  <a:pt x="539759" y="351549"/>
                </a:lnTo>
                <a:close/>
                <a:moveTo>
                  <a:pt x="839170" y="362927"/>
                </a:moveTo>
                <a:lnTo>
                  <a:pt x="835115" y="365348"/>
                </a:lnTo>
                <a:lnTo>
                  <a:pt x="831061" y="366908"/>
                </a:lnTo>
                <a:lnTo>
                  <a:pt x="828117" y="368773"/>
                </a:lnTo>
                <a:lnTo>
                  <a:pt x="819589" y="376421"/>
                </a:lnTo>
                <a:lnTo>
                  <a:pt x="815303" y="379343"/>
                </a:lnTo>
                <a:lnTo>
                  <a:pt x="813750" y="381414"/>
                </a:lnTo>
                <a:lnTo>
                  <a:pt x="813375" y="383129"/>
                </a:lnTo>
                <a:lnTo>
                  <a:pt x="813753" y="383978"/>
                </a:lnTo>
                <a:lnTo>
                  <a:pt x="820208" y="390960"/>
                </a:lnTo>
                <a:lnTo>
                  <a:pt x="821405" y="393464"/>
                </a:lnTo>
                <a:lnTo>
                  <a:pt x="820330" y="400956"/>
                </a:lnTo>
                <a:lnTo>
                  <a:pt x="819785" y="411825"/>
                </a:lnTo>
                <a:lnTo>
                  <a:pt x="819268" y="413748"/>
                </a:lnTo>
                <a:lnTo>
                  <a:pt x="817804" y="416027"/>
                </a:lnTo>
                <a:lnTo>
                  <a:pt x="814966" y="418904"/>
                </a:lnTo>
                <a:lnTo>
                  <a:pt x="807782" y="417313"/>
                </a:lnTo>
                <a:lnTo>
                  <a:pt x="802004" y="419345"/>
                </a:lnTo>
                <a:lnTo>
                  <a:pt x="799652" y="419633"/>
                </a:lnTo>
                <a:lnTo>
                  <a:pt x="791978" y="417535"/>
                </a:lnTo>
                <a:lnTo>
                  <a:pt x="789040" y="417361"/>
                </a:lnTo>
                <a:lnTo>
                  <a:pt x="787779" y="417699"/>
                </a:lnTo>
                <a:lnTo>
                  <a:pt x="785332" y="419354"/>
                </a:lnTo>
                <a:lnTo>
                  <a:pt x="779499" y="426316"/>
                </a:lnTo>
                <a:lnTo>
                  <a:pt x="775133" y="430466"/>
                </a:lnTo>
                <a:lnTo>
                  <a:pt x="770638" y="433231"/>
                </a:lnTo>
                <a:lnTo>
                  <a:pt x="767839" y="434120"/>
                </a:lnTo>
                <a:lnTo>
                  <a:pt x="765343" y="434382"/>
                </a:lnTo>
                <a:lnTo>
                  <a:pt x="762521" y="436268"/>
                </a:lnTo>
                <a:lnTo>
                  <a:pt x="761515" y="438360"/>
                </a:lnTo>
                <a:lnTo>
                  <a:pt x="761381" y="440772"/>
                </a:lnTo>
                <a:lnTo>
                  <a:pt x="762268" y="443204"/>
                </a:lnTo>
                <a:lnTo>
                  <a:pt x="763763" y="444852"/>
                </a:lnTo>
                <a:lnTo>
                  <a:pt x="765680" y="445983"/>
                </a:lnTo>
                <a:lnTo>
                  <a:pt x="767721" y="446523"/>
                </a:lnTo>
                <a:lnTo>
                  <a:pt x="770370" y="446053"/>
                </a:lnTo>
                <a:lnTo>
                  <a:pt x="772289" y="444498"/>
                </a:lnTo>
                <a:lnTo>
                  <a:pt x="783475" y="437792"/>
                </a:lnTo>
                <a:lnTo>
                  <a:pt x="790022" y="430165"/>
                </a:lnTo>
                <a:lnTo>
                  <a:pt x="792106" y="428559"/>
                </a:lnTo>
                <a:lnTo>
                  <a:pt x="793594" y="428507"/>
                </a:lnTo>
                <a:lnTo>
                  <a:pt x="798994" y="430561"/>
                </a:lnTo>
                <a:lnTo>
                  <a:pt x="801888" y="431048"/>
                </a:lnTo>
                <a:lnTo>
                  <a:pt x="804288" y="430585"/>
                </a:lnTo>
                <a:lnTo>
                  <a:pt x="807204" y="428450"/>
                </a:lnTo>
                <a:lnTo>
                  <a:pt x="815663" y="428866"/>
                </a:lnTo>
                <a:lnTo>
                  <a:pt x="818298" y="428629"/>
                </a:lnTo>
                <a:lnTo>
                  <a:pt x="821476" y="427279"/>
                </a:lnTo>
                <a:lnTo>
                  <a:pt x="831356" y="419073"/>
                </a:lnTo>
                <a:lnTo>
                  <a:pt x="832088" y="417543"/>
                </a:lnTo>
                <a:lnTo>
                  <a:pt x="832102" y="416340"/>
                </a:lnTo>
                <a:lnTo>
                  <a:pt x="830086" y="410888"/>
                </a:lnTo>
                <a:lnTo>
                  <a:pt x="829734" y="404914"/>
                </a:lnTo>
                <a:lnTo>
                  <a:pt x="830676" y="400422"/>
                </a:lnTo>
                <a:lnTo>
                  <a:pt x="833006" y="394452"/>
                </a:lnTo>
                <a:lnTo>
                  <a:pt x="833288" y="392043"/>
                </a:lnTo>
                <a:lnTo>
                  <a:pt x="832319" y="388865"/>
                </a:lnTo>
                <a:lnTo>
                  <a:pt x="829533" y="385128"/>
                </a:lnTo>
                <a:lnTo>
                  <a:pt x="828804" y="383225"/>
                </a:lnTo>
                <a:lnTo>
                  <a:pt x="829866" y="381039"/>
                </a:lnTo>
                <a:lnTo>
                  <a:pt x="832667" y="378386"/>
                </a:lnTo>
                <a:lnTo>
                  <a:pt x="841796" y="372915"/>
                </a:lnTo>
                <a:lnTo>
                  <a:pt x="843331" y="371310"/>
                </a:lnTo>
                <a:lnTo>
                  <a:pt x="844290" y="366830"/>
                </a:lnTo>
                <a:lnTo>
                  <a:pt x="844088" y="363843"/>
                </a:lnTo>
                <a:lnTo>
                  <a:pt x="842008" y="362535"/>
                </a:lnTo>
                <a:lnTo>
                  <a:pt x="839170" y="362927"/>
                </a:lnTo>
                <a:close/>
                <a:moveTo>
                  <a:pt x="639948" y="508438"/>
                </a:moveTo>
                <a:lnTo>
                  <a:pt x="620566" y="508727"/>
                </a:lnTo>
                <a:lnTo>
                  <a:pt x="618348" y="510945"/>
                </a:lnTo>
                <a:lnTo>
                  <a:pt x="618244" y="630942"/>
                </a:lnTo>
                <a:lnTo>
                  <a:pt x="618348" y="638520"/>
                </a:lnTo>
                <a:lnTo>
                  <a:pt x="618916" y="639726"/>
                </a:lnTo>
                <a:lnTo>
                  <a:pt x="621362" y="640762"/>
                </a:lnTo>
                <a:lnTo>
                  <a:pt x="624770" y="641059"/>
                </a:lnTo>
                <a:lnTo>
                  <a:pt x="645830" y="641027"/>
                </a:lnTo>
                <a:lnTo>
                  <a:pt x="648000" y="639002"/>
                </a:lnTo>
                <a:lnTo>
                  <a:pt x="648121" y="552433"/>
                </a:lnTo>
                <a:lnTo>
                  <a:pt x="648327" y="542340"/>
                </a:lnTo>
                <a:lnTo>
                  <a:pt x="648905" y="539545"/>
                </a:lnTo>
                <a:lnTo>
                  <a:pt x="650266" y="538427"/>
                </a:lnTo>
                <a:lnTo>
                  <a:pt x="656561" y="538124"/>
                </a:lnTo>
                <a:lnTo>
                  <a:pt x="701134" y="537933"/>
                </a:lnTo>
                <a:lnTo>
                  <a:pt x="708144" y="538447"/>
                </a:lnTo>
                <a:lnTo>
                  <a:pt x="708991" y="539960"/>
                </a:lnTo>
                <a:lnTo>
                  <a:pt x="709266" y="541867"/>
                </a:lnTo>
                <a:lnTo>
                  <a:pt x="709665" y="556123"/>
                </a:lnTo>
                <a:lnTo>
                  <a:pt x="710100" y="639436"/>
                </a:lnTo>
                <a:lnTo>
                  <a:pt x="711443" y="640428"/>
                </a:lnTo>
                <a:lnTo>
                  <a:pt x="714856" y="640915"/>
                </a:lnTo>
                <a:lnTo>
                  <a:pt x="738498" y="641075"/>
                </a:lnTo>
                <a:lnTo>
                  <a:pt x="740137" y="639243"/>
                </a:lnTo>
                <a:lnTo>
                  <a:pt x="740208" y="537616"/>
                </a:lnTo>
                <a:lnTo>
                  <a:pt x="740053" y="514161"/>
                </a:lnTo>
                <a:lnTo>
                  <a:pt x="739698" y="510089"/>
                </a:lnTo>
                <a:lnTo>
                  <a:pt x="737196" y="508854"/>
                </a:lnTo>
                <a:lnTo>
                  <a:pt x="733145" y="508503"/>
                </a:lnTo>
                <a:lnTo>
                  <a:pt x="639948" y="508438"/>
                </a:lnTo>
                <a:close/>
                <a:moveTo>
                  <a:pt x="155732" y="509691"/>
                </a:moveTo>
                <a:lnTo>
                  <a:pt x="146635" y="511681"/>
                </a:lnTo>
                <a:lnTo>
                  <a:pt x="142742" y="513060"/>
                </a:lnTo>
                <a:lnTo>
                  <a:pt x="136175" y="516646"/>
                </a:lnTo>
                <a:lnTo>
                  <a:pt x="133463" y="518880"/>
                </a:lnTo>
                <a:lnTo>
                  <a:pt x="131106" y="521425"/>
                </a:lnTo>
                <a:lnTo>
                  <a:pt x="127386" y="527497"/>
                </a:lnTo>
                <a:lnTo>
                  <a:pt x="124169" y="537449"/>
                </a:lnTo>
                <a:lnTo>
                  <a:pt x="123576" y="543611"/>
                </a:lnTo>
                <a:lnTo>
                  <a:pt x="123278" y="563284"/>
                </a:lnTo>
                <a:lnTo>
                  <a:pt x="123183" y="629608"/>
                </a:lnTo>
                <a:lnTo>
                  <a:pt x="123477" y="640207"/>
                </a:lnTo>
                <a:lnTo>
                  <a:pt x="124111" y="641162"/>
                </a:lnTo>
                <a:lnTo>
                  <a:pt x="125411" y="641755"/>
                </a:lnTo>
                <a:lnTo>
                  <a:pt x="132307" y="642127"/>
                </a:lnTo>
                <a:lnTo>
                  <a:pt x="151538" y="641799"/>
                </a:lnTo>
                <a:lnTo>
                  <a:pt x="153321" y="639388"/>
                </a:lnTo>
                <a:lnTo>
                  <a:pt x="153843" y="550730"/>
                </a:lnTo>
                <a:lnTo>
                  <a:pt x="154141" y="546238"/>
                </a:lnTo>
                <a:lnTo>
                  <a:pt x="156371" y="542652"/>
                </a:lnTo>
                <a:lnTo>
                  <a:pt x="158963" y="540115"/>
                </a:lnTo>
                <a:lnTo>
                  <a:pt x="163467" y="539187"/>
                </a:lnTo>
                <a:lnTo>
                  <a:pt x="175426" y="538517"/>
                </a:lnTo>
                <a:lnTo>
                  <a:pt x="210066" y="538133"/>
                </a:lnTo>
                <a:lnTo>
                  <a:pt x="211422" y="537434"/>
                </a:lnTo>
                <a:lnTo>
                  <a:pt x="212052" y="536087"/>
                </a:lnTo>
                <a:lnTo>
                  <a:pt x="212584" y="529474"/>
                </a:lnTo>
                <a:lnTo>
                  <a:pt x="212625" y="511475"/>
                </a:lnTo>
                <a:lnTo>
                  <a:pt x="210793" y="509209"/>
                </a:lnTo>
                <a:lnTo>
                  <a:pt x="167705" y="509202"/>
                </a:lnTo>
                <a:lnTo>
                  <a:pt x="155732" y="509691"/>
                </a:lnTo>
                <a:close/>
                <a:moveTo>
                  <a:pt x="228680" y="509547"/>
                </a:moveTo>
                <a:lnTo>
                  <a:pt x="227330" y="510849"/>
                </a:lnTo>
                <a:lnTo>
                  <a:pt x="227120" y="519604"/>
                </a:lnTo>
                <a:lnTo>
                  <a:pt x="227798" y="637460"/>
                </a:lnTo>
                <a:lnTo>
                  <a:pt x="228968" y="640558"/>
                </a:lnTo>
                <a:lnTo>
                  <a:pt x="229645" y="641268"/>
                </a:lnTo>
                <a:lnTo>
                  <a:pt x="231035" y="641681"/>
                </a:lnTo>
                <a:lnTo>
                  <a:pt x="255783" y="642059"/>
                </a:lnTo>
                <a:lnTo>
                  <a:pt x="257469" y="640450"/>
                </a:lnTo>
                <a:lnTo>
                  <a:pt x="257852" y="637922"/>
                </a:lnTo>
                <a:lnTo>
                  <a:pt x="258070" y="600426"/>
                </a:lnTo>
                <a:lnTo>
                  <a:pt x="258363" y="596539"/>
                </a:lnTo>
                <a:lnTo>
                  <a:pt x="258923" y="594721"/>
                </a:lnTo>
                <a:lnTo>
                  <a:pt x="259827" y="594018"/>
                </a:lnTo>
                <a:lnTo>
                  <a:pt x="261308" y="593903"/>
                </a:lnTo>
                <a:lnTo>
                  <a:pt x="302407" y="593305"/>
                </a:lnTo>
                <a:lnTo>
                  <a:pt x="312282" y="592731"/>
                </a:lnTo>
                <a:lnTo>
                  <a:pt x="316825" y="591987"/>
                </a:lnTo>
                <a:lnTo>
                  <a:pt x="324011" y="590005"/>
                </a:lnTo>
                <a:lnTo>
                  <a:pt x="328758" y="587937"/>
                </a:lnTo>
                <a:lnTo>
                  <a:pt x="332781" y="585291"/>
                </a:lnTo>
                <a:lnTo>
                  <a:pt x="336139" y="582021"/>
                </a:lnTo>
                <a:lnTo>
                  <a:pt x="338890" y="578079"/>
                </a:lnTo>
                <a:lnTo>
                  <a:pt x="341349" y="572744"/>
                </a:lnTo>
                <a:lnTo>
                  <a:pt x="342169" y="569511"/>
                </a:lnTo>
                <a:lnTo>
                  <a:pt x="342755" y="558710"/>
                </a:lnTo>
                <a:lnTo>
                  <a:pt x="342562" y="532352"/>
                </a:lnTo>
                <a:lnTo>
                  <a:pt x="339042" y="524680"/>
                </a:lnTo>
                <a:lnTo>
                  <a:pt x="337306" y="522060"/>
                </a:lnTo>
                <a:lnTo>
                  <a:pt x="332979" y="517523"/>
                </a:lnTo>
                <a:lnTo>
                  <a:pt x="327534" y="513937"/>
                </a:lnTo>
                <a:lnTo>
                  <a:pt x="324400" y="512506"/>
                </a:lnTo>
                <a:lnTo>
                  <a:pt x="317327" y="510381"/>
                </a:lnTo>
                <a:lnTo>
                  <a:pt x="309625" y="509466"/>
                </a:lnTo>
                <a:lnTo>
                  <a:pt x="292799" y="509144"/>
                </a:lnTo>
                <a:lnTo>
                  <a:pt x="246602" y="509062"/>
                </a:lnTo>
                <a:lnTo>
                  <a:pt x="228680" y="509547"/>
                </a:lnTo>
                <a:close/>
                <a:moveTo>
                  <a:pt x="302593" y="538620"/>
                </a:moveTo>
                <a:lnTo>
                  <a:pt x="306383" y="539715"/>
                </a:lnTo>
                <a:lnTo>
                  <a:pt x="309012" y="541026"/>
                </a:lnTo>
                <a:lnTo>
                  <a:pt x="310776" y="542717"/>
                </a:lnTo>
                <a:lnTo>
                  <a:pt x="312429" y="545466"/>
                </a:lnTo>
                <a:lnTo>
                  <a:pt x="312429" y="557038"/>
                </a:lnTo>
                <a:lnTo>
                  <a:pt x="309879" y="560238"/>
                </a:lnTo>
                <a:lnTo>
                  <a:pt x="305534" y="563209"/>
                </a:lnTo>
                <a:lnTo>
                  <a:pt x="259971" y="563499"/>
                </a:lnTo>
                <a:lnTo>
                  <a:pt x="257946" y="560895"/>
                </a:lnTo>
                <a:lnTo>
                  <a:pt x="258149" y="542498"/>
                </a:lnTo>
                <a:lnTo>
                  <a:pt x="258764" y="539671"/>
                </a:lnTo>
                <a:lnTo>
                  <a:pt x="260020" y="538524"/>
                </a:lnTo>
                <a:lnTo>
                  <a:pt x="288388" y="537918"/>
                </a:lnTo>
                <a:lnTo>
                  <a:pt x="298124" y="538084"/>
                </a:lnTo>
                <a:lnTo>
                  <a:pt x="302593" y="538620"/>
                </a:lnTo>
                <a:close/>
                <a:moveTo>
                  <a:pt x="482095" y="509884"/>
                </a:moveTo>
                <a:lnTo>
                  <a:pt x="480938" y="510800"/>
                </a:lnTo>
                <a:lnTo>
                  <a:pt x="480821" y="619139"/>
                </a:lnTo>
                <a:lnTo>
                  <a:pt x="481004" y="633572"/>
                </a:lnTo>
                <a:lnTo>
                  <a:pt x="481869" y="641074"/>
                </a:lnTo>
                <a:lnTo>
                  <a:pt x="483011" y="641750"/>
                </a:lnTo>
                <a:lnTo>
                  <a:pt x="484990" y="641892"/>
                </a:lnTo>
                <a:lnTo>
                  <a:pt x="504984" y="642104"/>
                </a:lnTo>
                <a:lnTo>
                  <a:pt x="507993" y="641560"/>
                </a:lnTo>
                <a:lnTo>
                  <a:pt x="510348" y="639725"/>
                </a:lnTo>
                <a:lnTo>
                  <a:pt x="510598" y="550531"/>
                </a:lnTo>
                <a:lnTo>
                  <a:pt x="510782" y="540404"/>
                </a:lnTo>
                <a:lnTo>
                  <a:pt x="511439" y="539180"/>
                </a:lnTo>
                <a:lnTo>
                  <a:pt x="515296" y="538210"/>
                </a:lnTo>
                <a:lnTo>
                  <a:pt x="521885" y="537964"/>
                </a:lnTo>
                <a:lnTo>
                  <a:pt x="568929" y="537897"/>
                </a:lnTo>
                <a:lnTo>
                  <a:pt x="571918" y="540597"/>
                </a:lnTo>
                <a:lnTo>
                  <a:pt x="571967" y="613497"/>
                </a:lnTo>
                <a:lnTo>
                  <a:pt x="572400" y="639291"/>
                </a:lnTo>
                <a:lnTo>
                  <a:pt x="575920" y="642040"/>
                </a:lnTo>
                <a:lnTo>
                  <a:pt x="593214" y="641993"/>
                </a:lnTo>
                <a:lnTo>
                  <a:pt x="600158" y="641582"/>
                </a:lnTo>
                <a:lnTo>
                  <a:pt x="602196" y="638954"/>
                </a:lnTo>
                <a:lnTo>
                  <a:pt x="602196" y="511331"/>
                </a:lnTo>
                <a:lnTo>
                  <a:pt x="599834" y="508968"/>
                </a:lnTo>
                <a:lnTo>
                  <a:pt x="483204" y="508968"/>
                </a:lnTo>
                <a:lnTo>
                  <a:pt x="482095" y="509884"/>
                </a:lnTo>
                <a:close/>
                <a:moveTo>
                  <a:pt x="355146" y="511041"/>
                </a:moveTo>
                <a:lnTo>
                  <a:pt x="353816" y="513279"/>
                </a:lnTo>
                <a:lnTo>
                  <a:pt x="353572" y="515731"/>
                </a:lnTo>
                <a:lnTo>
                  <a:pt x="353666" y="556733"/>
                </a:lnTo>
                <a:lnTo>
                  <a:pt x="354098" y="568663"/>
                </a:lnTo>
                <a:lnTo>
                  <a:pt x="355388" y="574098"/>
                </a:lnTo>
                <a:lnTo>
                  <a:pt x="358254" y="578951"/>
                </a:lnTo>
                <a:lnTo>
                  <a:pt x="361049" y="582386"/>
                </a:lnTo>
                <a:lnTo>
                  <a:pt x="364319" y="585340"/>
                </a:lnTo>
                <a:lnTo>
                  <a:pt x="370164" y="588908"/>
                </a:lnTo>
                <a:lnTo>
                  <a:pt x="380461" y="592435"/>
                </a:lnTo>
                <a:lnTo>
                  <a:pt x="391393" y="593346"/>
                </a:lnTo>
                <a:lnTo>
                  <a:pt x="434700" y="594066"/>
                </a:lnTo>
                <a:lnTo>
                  <a:pt x="436641" y="594776"/>
                </a:lnTo>
                <a:lnTo>
                  <a:pt x="437388" y="595778"/>
                </a:lnTo>
                <a:lnTo>
                  <a:pt x="437962" y="600008"/>
                </a:lnTo>
                <a:lnTo>
                  <a:pt x="438027" y="607084"/>
                </a:lnTo>
                <a:lnTo>
                  <a:pt x="433988" y="611699"/>
                </a:lnTo>
                <a:lnTo>
                  <a:pt x="430777" y="613086"/>
                </a:lnTo>
                <a:lnTo>
                  <a:pt x="419506" y="613958"/>
                </a:lnTo>
                <a:lnTo>
                  <a:pt x="370714" y="614208"/>
                </a:lnTo>
                <a:lnTo>
                  <a:pt x="361952" y="614474"/>
                </a:lnTo>
                <a:lnTo>
                  <a:pt x="360729" y="614857"/>
                </a:lnTo>
                <a:lnTo>
                  <a:pt x="359773" y="615848"/>
                </a:lnTo>
                <a:lnTo>
                  <a:pt x="359172" y="617709"/>
                </a:lnTo>
                <a:lnTo>
                  <a:pt x="358768" y="623052"/>
                </a:lnTo>
                <a:lnTo>
                  <a:pt x="358944" y="638745"/>
                </a:lnTo>
                <a:lnTo>
                  <a:pt x="359360" y="641086"/>
                </a:lnTo>
                <a:lnTo>
                  <a:pt x="360091" y="642334"/>
                </a:lnTo>
                <a:lnTo>
                  <a:pt x="361871" y="643064"/>
                </a:lnTo>
                <a:lnTo>
                  <a:pt x="371527" y="643365"/>
                </a:lnTo>
                <a:lnTo>
                  <a:pt x="437545" y="643486"/>
                </a:lnTo>
                <a:lnTo>
                  <a:pt x="450984" y="639346"/>
                </a:lnTo>
                <a:lnTo>
                  <a:pt x="456503" y="636181"/>
                </a:lnTo>
                <a:lnTo>
                  <a:pt x="459773" y="633307"/>
                </a:lnTo>
                <a:lnTo>
                  <a:pt x="463586" y="628534"/>
                </a:lnTo>
                <a:lnTo>
                  <a:pt x="465998" y="623344"/>
                </a:lnTo>
                <a:lnTo>
                  <a:pt x="467293" y="617740"/>
                </a:lnTo>
                <a:lnTo>
                  <a:pt x="467373" y="529513"/>
                </a:lnTo>
                <a:lnTo>
                  <a:pt x="467160" y="517677"/>
                </a:lnTo>
                <a:lnTo>
                  <a:pt x="466215" y="511313"/>
                </a:lnTo>
                <a:lnTo>
                  <a:pt x="463933" y="510268"/>
                </a:lnTo>
                <a:lnTo>
                  <a:pt x="452467" y="509920"/>
                </a:lnTo>
                <a:lnTo>
                  <a:pt x="441093" y="510268"/>
                </a:lnTo>
                <a:lnTo>
                  <a:pt x="440100" y="510463"/>
                </a:lnTo>
                <a:lnTo>
                  <a:pt x="439008" y="511355"/>
                </a:lnTo>
                <a:lnTo>
                  <a:pt x="438123" y="515182"/>
                </a:lnTo>
                <a:lnTo>
                  <a:pt x="437900" y="521123"/>
                </a:lnTo>
                <a:lnTo>
                  <a:pt x="437930" y="562004"/>
                </a:lnTo>
                <a:lnTo>
                  <a:pt x="436590" y="563417"/>
                </a:lnTo>
                <a:lnTo>
                  <a:pt x="433972" y="564310"/>
                </a:lnTo>
                <a:lnTo>
                  <a:pt x="430304" y="564617"/>
                </a:lnTo>
                <a:lnTo>
                  <a:pt x="397334" y="564945"/>
                </a:lnTo>
                <a:lnTo>
                  <a:pt x="390167" y="563186"/>
                </a:lnTo>
                <a:lnTo>
                  <a:pt x="387317" y="561986"/>
                </a:lnTo>
                <a:lnTo>
                  <a:pt x="385176" y="559408"/>
                </a:lnTo>
                <a:lnTo>
                  <a:pt x="383423" y="555038"/>
                </a:lnTo>
                <a:lnTo>
                  <a:pt x="382988" y="550994"/>
                </a:lnTo>
                <a:lnTo>
                  <a:pt x="384310" y="543164"/>
                </a:lnTo>
                <a:lnTo>
                  <a:pt x="384594" y="522332"/>
                </a:lnTo>
                <a:lnTo>
                  <a:pt x="384316" y="515357"/>
                </a:lnTo>
                <a:lnTo>
                  <a:pt x="383361" y="512338"/>
                </a:lnTo>
                <a:lnTo>
                  <a:pt x="380652" y="510174"/>
                </a:lnTo>
                <a:lnTo>
                  <a:pt x="356304" y="509884"/>
                </a:lnTo>
                <a:lnTo>
                  <a:pt x="355146" y="511041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itle: ПРОЕКТИРОВАНИЕ"/>
          <p:cNvSpPr txBox="1"/>
          <p:nvPr/>
        </p:nvSpPr>
        <p:spPr>
          <a:xfrm>
            <a:off x="648000" y="1816502"/>
            <a:ext cx="6336000" cy="116890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808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 spc="117">
                <a:solidFill>
                  <a:srgbClr val="F3F1EC"/>
                </a:solidFill>
                <a:latin typeface="PT Serif"/>
                <a:ea typeface="PT Serif"/>
                <a:cs typeface="PT Serif"/>
              </a:rPr>
              <a:t>ПРОЕКТИРОВАНИЕ</a:t>
            </a:r>
          </a:p>
          <a:p>
            <a:pPr algn="l">
              <a:lnSpc>
                <a:spcPts val="2808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 spc="117">
                <a:solidFill>
                  <a:srgbClr val="F3F1EC"/>
                </a:solidFill>
                <a:latin typeface="PT Serif"/>
                <a:ea typeface="PT Serif"/>
                <a:cs typeface="PT Serif"/>
              </a:rPr>
              <a:t>И СТРОИТЕЛЬСТВО</a:t>
            </a:r>
          </a:p>
          <a:p>
            <a:pPr algn="l">
              <a:lnSpc>
                <a:spcPts val="2808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 spc="117">
                <a:solidFill>
                  <a:srgbClr val="F3F1EC"/>
                </a:solidFill>
                <a:latin typeface="PT Serif"/>
                <a:ea typeface="PT Serif"/>
                <a:cs typeface="PT Serif"/>
              </a:rPr>
              <a:t>В СФЕРЕ ЭНЕРГЕТИКИ</a:t>
            </a:r>
          </a:p>
        </p:txBody>
      </p:sp>
      <p:cxnSp>
        <p:nvCxnSpPr>
          <p:cNvPr id="7" name="motif"/>
          <p:cNvCxnSpPr/>
          <p:nvPr/>
        </p:nvCxnSpPr>
        <p:spPr>
          <a:xfrm>
            <a:off x="648000" y="3849120"/>
            <a:ext cx="6336000" cy="0"/>
          </a:xfrm>
          <a:prstGeom prst="line">
            <a:avLst/>
          </a:prstGeom>
          <a:ln w="5080">
            <a:solidFill>
              <a:srgbClr val="6D6788"/>
            </a:solidFill>
          </a:ln>
          <a:effectLst/>
        </p:spPr>
      </p:cxnSp>
      <p:sp>
        <p:nvSpPr>
          <p:cNvPr id="8" name="marker"/>
          <p:cNvSpPr/>
          <p:nvPr/>
        </p:nvSpPr>
        <p:spPr>
          <a:xfrm>
            <a:off x="648000" y="4025456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item: Внутренние электрические сети"/>
          <p:cNvSpPr txBox="1"/>
          <p:nvPr/>
        </p:nvSpPr>
        <p:spPr>
          <a:xfrm>
            <a:off x="864000" y="3959733"/>
            <a:ext cx="6120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Внутренние электрические сети</a:t>
            </a:r>
          </a:p>
        </p:txBody>
      </p:sp>
      <p:cxnSp>
        <p:nvCxnSpPr>
          <p:cNvPr id="10" name="motif"/>
          <p:cNvCxnSpPr/>
          <p:nvPr/>
        </p:nvCxnSpPr>
        <p:spPr>
          <a:xfrm>
            <a:off x="648000" y="4294534"/>
            <a:ext cx="6336000" cy="0"/>
          </a:xfrm>
          <a:prstGeom prst="line">
            <a:avLst/>
          </a:prstGeom>
          <a:ln w="5080">
            <a:solidFill>
              <a:srgbClr val="6D6788"/>
            </a:solidFill>
          </a:ln>
          <a:effectLst/>
        </p:spPr>
      </p:cxnSp>
      <p:sp>
        <p:nvSpPr>
          <p:cNvPr id="11" name="marker"/>
          <p:cNvSpPr/>
          <p:nvPr/>
        </p:nvSpPr>
        <p:spPr>
          <a:xfrm>
            <a:off x="648000" y="4470870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item: Кабельные линии"/>
          <p:cNvSpPr txBox="1"/>
          <p:nvPr/>
        </p:nvSpPr>
        <p:spPr>
          <a:xfrm>
            <a:off x="864000" y="4405147"/>
            <a:ext cx="6120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Кабельные линии</a:t>
            </a:r>
          </a:p>
        </p:txBody>
      </p:sp>
      <p:cxnSp>
        <p:nvCxnSpPr>
          <p:cNvPr id="13" name="motif"/>
          <p:cNvCxnSpPr/>
          <p:nvPr/>
        </p:nvCxnSpPr>
        <p:spPr>
          <a:xfrm>
            <a:off x="648000" y="4739947"/>
            <a:ext cx="6336000" cy="0"/>
          </a:xfrm>
          <a:prstGeom prst="line">
            <a:avLst/>
          </a:prstGeom>
          <a:ln w="5080">
            <a:solidFill>
              <a:srgbClr val="6D6788"/>
            </a:solidFill>
          </a:ln>
          <a:effectLst/>
        </p:spPr>
      </p:cxnSp>
      <p:sp>
        <p:nvSpPr>
          <p:cNvPr id="14" name="marker"/>
          <p:cNvSpPr/>
          <p:nvPr/>
        </p:nvSpPr>
        <p:spPr>
          <a:xfrm>
            <a:off x="648000" y="4916283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item: Воздушные линии электропередач"/>
          <p:cNvSpPr txBox="1"/>
          <p:nvPr/>
        </p:nvSpPr>
        <p:spPr>
          <a:xfrm>
            <a:off x="864000" y="4850561"/>
            <a:ext cx="6120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Воздушные линии электропередач</a:t>
            </a:r>
          </a:p>
        </p:txBody>
      </p:sp>
      <p:cxnSp>
        <p:nvCxnSpPr>
          <p:cNvPr id="16" name="motif"/>
          <p:cNvCxnSpPr/>
          <p:nvPr/>
        </p:nvCxnSpPr>
        <p:spPr>
          <a:xfrm>
            <a:off x="648000" y="5185361"/>
            <a:ext cx="6336000" cy="0"/>
          </a:xfrm>
          <a:prstGeom prst="line">
            <a:avLst/>
          </a:prstGeom>
          <a:ln w="5080">
            <a:solidFill>
              <a:srgbClr val="6D6788"/>
            </a:solidFill>
          </a:ln>
          <a:effectLst/>
        </p:spPr>
      </p:cxnSp>
      <p:sp>
        <p:nvSpPr>
          <p:cNvPr id="17" name="marker"/>
          <p:cNvSpPr/>
          <p:nvPr/>
        </p:nvSpPr>
        <p:spPr>
          <a:xfrm>
            <a:off x="648000" y="5361697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item: Распределительные пункты, тран"/>
          <p:cNvSpPr txBox="1"/>
          <p:nvPr/>
        </p:nvSpPr>
        <p:spPr>
          <a:xfrm>
            <a:off x="864000" y="5295975"/>
            <a:ext cx="6120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Распределительные пункты, трансформаторные подстанции</a:t>
            </a:r>
          </a:p>
        </p:txBody>
      </p:sp>
      <p:cxnSp>
        <p:nvCxnSpPr>
          <p:cNvPr id="19" name="motif"/>
          <p:cNvCxnSpPr/>
          <p:nvPr/>
        </p:nvCxnSpPr>
        <p:spPr>
          <a:xfrm>
            <a:off x="648000" y="5630775"/>
            <a:ext cx="6336000" cy="0"/>
          </a:xfrm>
          <a:prstGeom prst="line">
            <a:avLst/>
          </a:prstGeom>
          <a:ln w="5080">
            <a:solidFill>
              <a:srgbClr val="6D6788"/>
            </a:solidFill>
          </a:ln>
          <a:effectLst/>
        </p:spPr>
      </p:cxnSp>
      <p:sp>
        <p:nvSpPr>
          <p:cNvPr id="20" name="marker"/>
          <p:cNvSpPr/>
          <p:nvPr/>
        </p:nvSpPr>
        <p:spPr>
          <a:xfrm>
            <a:off x="648000" y="5807111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item: Архитектурное освещение"/>
          <p:cNvSpPr txBox="1"/>
          <p:nvPr/>
        </p:nvSpPr>
        <p:spPr>
          <a:xfrm>
            <a:off x="864000" y="5741388"/>
            <a:ext cx="6120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Архитектурное освещение</a:t>
            </a:r>
          </a:p>
        </p:txBody>
      </p:sp>
      <p:cxnSp>
        <p:nvCxnSpPr>
          <p:cNvPr id="22" name="motif"/>
          <p:cNvCxnSpPr/>
          <p:nvPr/>
        </p:nvCxnSpPr>
        <p:spPr>
          <a:xfrm>
            <a:off x="648000" y="6076189"/>
            <a:ext cx="6336000" cy="0"/>
          </a:xfrm>
          <a:prstGeom prst="line">
            <a:avLst/>
          </a:prstGeom>
          <a:ln w="5080">
            <a:solidFill>
              <a:srgbClr val="6D6788"/>
            </a:solidFill>
          </a:ln>
          <a:effectLst/>
        </p:spPr>
      </p:cxnSp>
      <p:sp>
        <p:nvSpPr>
          <p:cNvPr id="23" name="marker"/>
          <p:cNvSpPr/>
          <p:nvPr/>
        </p:nvSpPr>
        <p:spPr>
          <a:xfrm>
            <a:off x="648000" y="6252525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item: Сервисное обслуживание электро"/>
          <p:cNvSpPr txBox="1"/>
          <p:nvPr/>
        </p:nvSpPr>
        <p:spPr>
          <a:xfrm>
            <a:off x="864000" y="6186802"/>
            <a:ext cx="6120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Сервисное обслуживание электроустановок</a:t>
            </a:r>
          </a:p>
        </p:txBody>
      </p:sp>
      <p:cxnSp>
        <p:nvCxnSpPr>
          <p:cNvPr id="25" name="motif"/>
          <p:cNvCxnSpPr/>
          <p:nvPr/>
        </p:nvCxnSpPr>
        <p:spPr>
          <a:xfrm>
            <a:off x="648000" y="6521602"/>
            <a:ext cx="6336000" cy="0"/>
          </a:xfrm>
          <a:prstGeom prst="line">
            <a:avLst/>
          </a:prstGeom>
          <a:ln w="5080">
            <a:solidFill>
              <a:srgbClr val="6D6788"/>
            </a:solidFill>
          </a:ln>
          <a:effectLst/>
        </p:spPr>
      </p:cxnSp>
      <p:sp>
        <p:nvSpPr>
          <p:cNvPr id="26" name="marker"/>
          <p:cNvSpPr/>
          <p:nvPr/>
        </p:nvSpPr>
        <p:spPr>
          <a:xfrm>
            <a:off x="648000" y="6697938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item: Электротехническая лаборатория"/>
          <p:cNvSpPr txBox="1"/>
          <p:nvPr/>
        </p:nvSpPr>
        <p:spPr>
          <a:xfrm>
            <a:off x="864000" y="6632216"/>
            <a:ext cx="6120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Электротехническая лаборатория</a:t>
            </a:r>
          </a:p>
        </p:txBody>
      </p:sp>
      <p:cxnSp>
        <p:nvCxnSpPr>
          <p:cNvPr id="28" name="motif"/>
          <p:cNvCxnSpPr/>
          <p:nvPr/>
        </p:nvCxnSpPr>
        <p:spPr>
          <a:xfrm>
            <a:off x="648000" y="6967016"/>
            <a:ext cx="6336000" cy="0"/>
          </a:xfrm>
          <a:prstGeom prst="line">
            <a:avLst/>
          </a:prstGeom>
          <a:ln w="5080">
            <a:solidFill>
              <a:srgbClr val="6D6788"/>
            </a:solidFill>
          </a:ln>
          <a:effectLst/>
        </p:spPr>
      </p:cxnSp>
      <p:sp>
        <p:nvSpPr>
          <p:cNvPr id="29" name="marker"/>
          <p:cNvSpPr/>
          <p:nvPr/>
        </p:nvSpPr>
        <p:spPr>
          <a:xfrm>
            <a:off x="648000" y="7143352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item: Наружное электроосвещение"/>
          <p:cNvSpPr txBox="1"/>
          <p:nvPr/>
        </p:nvSpPr>
        <p:spPr>
          <a:xfrm>
            <a:off x="864000" y="7077630"/>
            <a:ext cx="6120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Наружное электроосвещение</a:t>
            </a:r>
          </a:p>
        </p:txBody>
      </p:sp>
      <p:cxnSp>
        <p:nvCxnSpPr>
          <p:cNvPr id="31" name="motif"/>
          <p:cNvCxnSpPr/>
          <p:nvPr/>
        </p:nvCxnSpPr>
        <p:spPr>
          <a:xfrm>
            <a:off x="648000" y="7412430"/>
            <a:ext cx="6336000" cy="0"/>
          </a:xfrm>
          <a:prstGeom prst="line">
            <a:avLst/>
          </a:prstGeom>
          <a:ln w="5080">
            <a:solidFill>
              <a:srgbClr val="6D6788"/>
            </a:solidFill>
          </a:ln>
          <a:effectLst/>
        </p:spPr>
      </p:cxnSp>
      <p:sp>
        <p:nvSpPr>
          <p:cNvPr id="32" name="marker"/>
          <p:cNvSpPr/>
          <p:nvPr/>
        </p:nvSpPr>
        <p:spPr>
          <a:xfrm>
            <a:off x="648000" y="7588766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item: Пусконаладочные работы"/>
          <p:cNvSpPr txBox="1"/>
          <p:nvPr/>
        </p:nvSpPr>
        <p:spPr>
          <a:xfrm>
            <a:off x="864000" y="7523043"/>
            <a:ext cx="6120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Пусконаладочные работы</a:t>
            </a:r>
          </a:p>
        </p:txBody>
      </p:sp>
      <p:cxnSp>
        <p:nvCxnSpPr>
          <p:cNvPr id="34" name="motif"/>
          <p:cNvCxnSpPr/>
          <p:nvPr/>
        </p:nvCxnSpPr>
        <p:spPr>
          <a:xfrm>
            <a:off x="648000" y="7857844"/>
            <a:ext cx="6336000" cy="0"/>
          </a:xfrm>
          <a:prstGeom prst="line">
            <a:avLst/>
          </a:prstGeom>
          <a:ln w="5080">
            <a:solidFill>
              <a:srgbClr val="6D6788"/>
            </a:solidFill>
          </a:ln>
          <a:effectLst/>
        </p:spPr>
      </p:cxnSp>
      <p:sp>
        <p:nvSpPr>
          <p:cNvPr id="35" name="marker"/>
          <p:cNvSpPr/>
          <p:nvPr/>
        </p:nvSpPr>
        <p:spPr>
          <a:xfrm>
            <a:off x="648000" y="8034180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item: ГНБ/ГНП"/>
          <p:cNvSpPr txBox="1"/>
          <p:nvPr/>
        </p:nvSpPr>
        <p:spPr>
          <a:xfrm>
            <a:off x="864000" y="7968457"/>
            <a:ext cx="6120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ГНБ/ГНП</a:t>
            </a:r>
          </a:p>
        </p:txBody>
      </p:sp>
      <p:cxnSp>
        <p:nvCxnSpPr>
          <p:cNvPr id="37" name="motif"/>
          <p:cNvCxnSpPr/>
          <p:nvPr/>
        </p:nvCxnSpPr>
        <p:spPr>
          <a:xfrm>
            <a:off x="648000" y="8303257"/>
            <a:ext cx="6336000" cy="0"/>
          </a:xfrm>
          <a:prstGeom prst="line">
            <a:avLst/>
          </a:prstGeom>
          <a:ln w="5080">
            <a:solidFill>
              <a:srgbClr val="6D6788"/>
            </a:solidFill>
          </a:ln>
          <a:effectLst/>
        </p:spPr>
      </p:cxnSp>
      <p:sp>
        <p:nvSpPr>
          <p:cNvPr id="38" name="folio: 07"/>
          <p:cNvSpPr txBox="1"/>
          <p:nvPr/>
        </p:nvSpPr>
        <p:spPr>
          <a:xfrm>
            <a:off x="648000" y="10332088"/>
            <a:ext cx="6336000" cy="1377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75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CAC7D1"/>
                </a:solidFill>
                <a:latin typeface="Onest SemiBold"/>
                <a:ea typeface="Onest SemiBold"/>
                <a:cs typeface="Onest SemiBol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itle: ВНУТРЕННИЕ"/>
          <p:cNvSpPr txBox="1"/>
          <p:nvPr/>
        </p:nvSpPr>
        <p:spPr>
          <a:xfrm>
            <a:off x="576000" y="1674521"/>
            <a:ext cx="5448960" cy="8435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916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121">
                <a:solidFill>
                  <a:srgbClr val="F3F1EC"/>
                </a:solidFill>
                <a:latin typeface="PT Serif"/>
                <a:ea typeface="PT Serif"/>
                <a:cs typeface="PT Serif"/>
              </a:rPr>
              <a:t>ВНУТРЕННИЕ</a:t>
            </a:r>
          </a:p>
          <a:p>
            <a:pPr algn="l">
              <a:lnSpc>
                <a:spcPts val="2916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121">
                <a:solidFill>
                  <a:srgbClr val="F3F1EC"/>
                </a:solidFill>
                <a:latin typeface="PT Serif"/>
                <a:ea typeface="PT Serif"/>
                <a:cs typeface="PT Serif"/>
              </a:rPr>
              <a:t>ЭЛЕКТРИЧЕСКИЕ СЕТИ</a:t>
            </a:r>
          </a:p>
        </p:txBody>
      </p:sp>
      <p:cxnSp>
        <p:nvCxnSpPr>
          <p:cNvPr id="4" name="motif"/>
          <p:cNvCxnSpPr/>
          <p:nvPr/>
        </p:nvCxnSpPr>
        <p:spPr>
          <a:xfrm>
            <a:off x="576000" y="2876674"/>
            <a:ext cx="5195520" cy="0"/>
          </a:xfrm>
          <a:prstGeom prst="line">
            <a:avLst/>
          </a:prstGeom>
          <a:ln w="5080">
            <a:solidFill>
              <a:srgbClr val="696385"/>
            </a:solidFill>
          </a:ln>
          <a:effectLst/>
        </p:spPr>
      </p:cxnSp>
      <p:sp>
        <p:nvSpPr>
          <p:cNvPr id="5" name="marker"/>
          <p:cNvSpPr/>
          <p:nvPr/>
        </p:nvSpPr>
        <p:spPr>
          <a:xfrm>
            <a:off x="576000" y="3010914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item: Внутренняя электрическая сеть"/>
          <p:cNvSpPr txBox="1"/>
          <p:nvPr/>
        </p:nvSpPr>
        <p:spPr>
          <a:xfrm>
            <a:off x="792000" y="2953764"/>
            <a:ext cx="4979520" cy="203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Внутренняя электрическая сеть</a:t>
            </a:r>
          </a:p>
        </p:txBody>
      </p:sp>
      <p:cxnSp>
        <p:nvCxnSpPr>
          <p:cNvPr id="7" name="motif"/>
          <p:cNvCxnSpPr/>
          <p:nvPr/>
        </p:nvCxnSpPr>
        <p:spPr>
          <a:xfrm>
            <a:off x="576000" y="3225799"/>
            <a:ext cx="5195520" cy="0"/>
          </a:xfrm>
          <a:prstGeom prst="line">
            <a:avLst/>
          </a:prstGeom>
          <a:ln w="5080">
            <a:solidFill>
              <a:srgbClr val="696385"/>
            </a:solidFill>
          </a:ln>
          <a:effectLst/>
        </p:spPr>
      </p:cxnSp>
      <p:sp>
        <p:nvSpPr>
          <p:cNvPr id="8" name="marker"/>
          <p:cNvSpPr/>
          <p:nvPr/>
        </p:nvSpPr>
        <p:spPr>
          <a:xfrm>
            <a:off x="576000" y="3360039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item: Пожарная сигнализация"/>
          <p:cNvSpPr txBox="1"/>
          <p:nvPr/>
        </p:nvSpPr>
        <p:spPr>
          <a:xfrm>
            <a:off x="792000" y="3302889"/>
            <a:ext cx="4979520" cy="203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Пожарная сигнализация</a:t>
            </a:r>
          </a:p>
        </p:txBody>
      </p:sp>
      <p:cxnSp>
        <p:nvCxnSpPr>
          <p:cNvPr id="10" name="motif"/>
          <p:cNvCxnSpPr/>
          <p:nvPr/>
        </p:nvCxnSpPr>
        <p:spPr>
          <a:xfrm>
            <a:off x="576000" y="3574924"/>
            <a:ext cx="5195520" cy="0"/>
          </a:xfrm>
          <a:prstGeom prst="line">
            <a:avLst/>
          </a:prstGeom>
          <a:ln w="5080">
            <a:solidFill>
              <a:srgbClr val="696385"/>
            </a:solidFill>
          </a:ln>
          <a:effectLst/>
        </p:spPr>
      </p:cxnSp>
      <p:sp>
        <p:nvSpPr>
          <p:cNvPr id="11" name="marker"/>
          <p:cNvSpPr/>
          <p:nvPr/>
        </p:nvSpPr>
        <p:spPr>
          <a:xfrm>
            <a:off x="576000" y="3709164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item: Охранная сигнализация"/>
          <p:cNvSpPr txBox="1"/>
          <p:nvPr/>
        </p:nvSpPr>
        <p:spPr>
          <a:xfrm>
            <a:off x="792000" y="3652014"/>
            <a:ext cx="4979520" cy="203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Охранная сигнализация</a:t>
            </a:r>
          </a:p>
        </p:txBody>
      </p:sp>
      <p:cxnSp>
        <p:nvCxnSpPr>
          <p:cNvPr id="13" name="motif"/>
          <p:cNvCxnSpPr/>
          <p:nvPr/>
        </p:nvCxnSpPr>
        <p:spPr>
          <a:xfrm>
            <a:off x="576000" y="3924049"/>
            <a:ext cx="5195520" cy="0"/>
          </a:xfrm>
          <a:prstGeom prst="line">
            <a:avLst/>
          </a:prstGeom>
          <a:ln w="5080">
            <a:solidFill>
              <a:srgbClr val="696385"/>
            </a:solidFill>
          </a:ln>
          <a:effectLst/>
        </p:spPr>
      </p:cxnSp>
      <p:sp>
        <p:nvSpPr>
          <p:cNvPr id="14" name="marker"/>
          <p:cNvSpPr/>
          <p:nvPr/>
        </p:nvSpPr>
        <p:spPr>
          <a:xfrm>
            <a:off x="576000" y="4058289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item: Локальная сеть"/>
          <p:cNvSpPr txBox="1"/>
          <p:nvPr/>
        </p:nvSpPr>
        <p:spPr>
          <a:xfrm>
            <a:off x="792000" y="4001139"/>
            <a:ext cx="4979520" cy="203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Локальная сеть</a:t>
            </a:r>
          </a:p>
        </p:txBody>
      </p:sp>
      <p:cxnSp>
        <p:nvCxnSpPr>
          <p:cNvPr id="16" name="motif"/>
          <p:cNvCxnSpPr/>
          <p:nvPr/>
        </p:nvCxnSpPr>
        <p:spPr>
          <a:xfrm>
            <a:off x="576000" y="4273174"/>
            <a:ext cx="5195520" cy="0"/>
          </a:xfrm>
          <a:prstGeom prst="line">
            <a:avLst/>
          </a:prstGeom>
          <a:ln w="5080">
            <a:solidFill>
              <a:srgbClr val="696385"/>
            </a:solidFill>
          </a:ln>
          <a:effectLst/>
        </p:spPr>
      </p:cxnSp>
      <p:sp>
        <p:nvSpPr>
          <p:cNvPr id="17" name="marker"/>
          <p:cNvSpPr/>
          <p:nvPr/>
        </p:nvSpPr>
        <p:spPr>
          <a:xfrm>
            <a:off x="576000" y="4407414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item: Диспетчеризация"/>
          <p:cNvSpPr txBox="1"/>
          <p:nvPr/>
        </p:nvSpPr>
        <p:spPr>
          <a:xfrm>
            <a:off x="792000" y="4350264"/>
            <a:ext cx="4979520" cy="203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Диспетчеризация</a:t>
            </a:r>
          </a:p>
        </p:txBody>
      </p:sp>
      <p:cxnSp>
        <p:nvCxnSpPr>
          <p:cNvPr id="19" name="motif"/>
          <p:cNvCxnSpPr/>
          <p:nvPr/>
        </p:nvCxnSpPr>
        <p:spPr>
          <a:xfrm>
            <a:off x="576000" y="4622299"/>
            <a:ext cx="5195520" cy="0"/>
          </a:xfrm>
          <a:prstGeom prst="line">
            <a:avLst/>
          </a:prstGeom>
          <a:ln w="5080">
            <a:solidFill>
              <a:srgbClr val="696385"/>
            </a:solidFill>
          </a:ln>
          <a:effectLst/>
        </p:spPr>
      </p:cxnSp>
      <p:pic>
        <p:nvPicPr>
          <p:cNvPr id="20" name="image" descr="9c4d96c47eead8d0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5559840"/>
            <a:ext cx="7560000" cy="5132160"/>
          </a:xfrm>
          <a:prstGeom prst="rect">
            <a:avLst/>
          </a:prstGeom>
        </p:spPr>
      </p:pic>
      <p:sp>
        <p:nvSpPr>
          <p:cNvPr id="21" name="plate"/>
          <p:cNvSpPr/>
          <p:nvPr/>
        </p:nvSpPr>
        <p:spPr>
          <a:xfrm>
            <a:off x="468000" y="10276252"/>
            <a:ext cx="337437" cy="415747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folio: 08"/>
          <p:cNvSpPr txBox="1"/>
          <p:nvPr/>
        </p:nvSpPr>
        <p:spPr>
          <a:xfrm>
            <a:off x="576000" y="10355540"/>
            <a:ext cx="6336000" cy="1377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A39EB0"/>
                </a:solidFill>
                <a:latin typeface="Onest SemiBold"/>
                <a:ea typeface="Onest SemiBold"/>
                <a:cs typeface="Onest SemiBold"/>
              </a:rPr>
              <a:t>08</a:t>
            </a:r>
          </a:p>
        </p:txBody>
      </p:sp>
      <p:sp>
        <p:nvSpPr>
          <p:cNvPr id="23" name="arc"/>
          <p:cNvSpPr/>
          <p:nvPr/>
        </p:nvSpPr>
        <p:spPr>
          <a:xfrm>
            <a:off x="6696" y="11867"/>
            <a:ext cx="1626099" cy="1388820"/>
          </a:xfrm>
          <a:custGeom>
            <a:avLst/>
            <a:gdLst/>
            <a:ahLst/>
            <a:cxnLst/>
            <a:rect l="0" t="0" r="r" b="b"/>
            <a:pathLst>
              <a:path w="1626099" h="1388820">
                <a:moveTo>
                  <a:pt x="1626099" y="0"/>
                </a:moveTo>
                <a:lnTo>
                  <a:pt x="1612017" y="24146"/>
                </a:lnTo>
                <a:lnTo>
                  <a:pt x="1597725" y="48169"/>
                </a:lnTo>
                <a:lnTo>
                  <a:pt x="1583224" y="72066"/>
                </a:lnTo>
                <a:lnTo>
                  <a:pt x="1568515" y="95836"/>
                </a:lnTo>
                <a:lnTo>
                  <a:pt x="1553599" y="119476"/>
                </a:lnTo>
                <a:lnTo>
                  <a:pt x="1538477" y="142985"/>
                </a:lnTo>
                <a:lnTo>
                  <a:pt x="1523151" y="166362"/>
                </a:lnTo>
                <a:lnTo>
                  <a:pt x="1507622" y="189603"/>
                </a:lnTo>
                <a:lnTo>
                  <a:pt x="1491890" y="212709"/>
                </a:lnTo>
                <a:lnTo>
                  <a:pt x="1475957" y="235676"/>
                </a:lnTo>
                <a:lnTo>
                  <a:pt x="1459824" y="258503"/>
                </a:lnTo>
                <a:lnTo>
                  <a:pt x="1443493" y="281189"/>
                </a:lnTo>
                <a:lnTo>
                  <a:pt x="1426964" y="303731"/>
                </a:lnTo>
                <a:lnTo>
                  <a:pt x="1410239" y="326128"/>
                </a:lnTo>
                <a:lnTo>
                  <a:pt x="1393320" y="348378"/>
                </a:lnTo>
                <a:lnTo>
                  <a:pt x="1376207" y="370480"/>
                </a:lnTo>
                <a:lnTo>
                  <a:pt x="1358902" y="392432"/>
                </a:lnTo>
                <a:lnTo>
                  <a:pt x="1341405" y="414232"/>
                </a:lnTo>
                <a:lnTo>
                  <a:pt x="1323720" y="435878"/>
                </a:lnTo>
                <a:lnTo>
                  <a:pt x="1305846" y="457369"/>
                </a:lnTo>
                <a:lnTo>
                  <a:pt x="1287785" y="478703"/>
                </a:lnTo>
                <a:lnTo>
                  <a:pt x="1269538" y="499879"/>
                </a:lnTo>
                <a:lnTo>
                  <a:pt x="1251108" y="520895"/>
                </a:lnTo>
                <a:lnTo>
                  <a:pt x="1232495" y="541749"/>
                </a:lnTo>
                <a:lnTo>
                  <a:pt x="1213701" y="562440"/>
                </a:lnTo>
                <a:lnTo>
                  <a:pt x="1194726" y="582967"/>
                </a:lnTo>
                <a:lnTo>
                  <a:pt x="1175574" y="603326"/>
                </a:lnTo>
                <a:lnTo>
                  <a:pt x="1156244" y="623518"/>
                </a:lnTo>
                <a:lnTo>
                  <a:pt x="1136739" y="643541"/>
                </a:lnTo>
                <a:lnTo>
                  <a:pt x="1117060" y="663392"/>
                </a:lnTo>
                <a:lnTo>
                  <a:pt x="1097208" y="683071"/>
                </a:lnTo>
                <a:lnTo>
                  <a:pt x="1077186" y="702577"/>
                </a:lnTo>
                <a:lnTo>
                  <a:pt x="1056994" y="721906"/>
                </a:lnTo>
                <a:lnTo>
                  <a:pt x="1036634" y="741059"/>
                </a:lnTo>
                <a:lnTo>
                  <a:pt x="1016108" y="760033"/>
                </a:lnTo>
                <a:lnTo>
                  <a:pt x="995417" y="778827"/>
                </a:lnTo>
                <a:lnTo>
                  <a:pt x="974563" y="797440"/>
                </a:lnTo>
                <a:lnTo>
                  <a:pt x="953547" y="815871"/>
                </a:lnTo>
                <a:lnTo>
                  <a:pt x="932371" y="834117"/>
                </a:lnTo>
                <a:lnTo>
                  <a:pt x="911037" y="852178"/>
                </a:lnTo>
                <a:lnTo>
                  <a:pt x="889545" y="870052"/>
                </a:lnTo>
                <a:lnTo>
                  <a:pt x="867899" y="887738"/>
                </a:lnTo>
                <a:lnTo>
                  <a:pt x="846099" y="905234"/>
                </a:lnTo>
                <a:lnTo>
                  <a:pt x="824148" y="922539"/>
                </a:lnTo>
                <a:lnTo>
                  <a:pt x="802046" y="939652"/>
                </a:lnTo>
                <a:lnTo>
                  <a:pt x="779796" y="956572"/>
                </a:lnTo>
                <a:lnTo>
                  <a:pt x="757398" y="973297"/>
                </a:lnTo>
                <a:lnTo>
                  <a:pt x="734856" y="989825"/>
                </a:lnTo>
                <a:lnTo>
                  <a:pt x="712171" y="1006157"/>
                </a:lnTo>
                <a:lnTo>
                  <a:pt x="689343" y="1022289"/>
                </a:lnTo>
                <a:lnTo>
                  <a:pt x="666376" y="1038222"/>
                </a:lnTo>
                <a:lnTo>
                  <a:pt x="643271" y="1053954"/>
                </a:lnTo>
                <a:lnTo>
                  <a:pt x="620029" y="1069484"/>
                </a:lnTo>
                <a:lnTo>
                  <a:pt x="596653" y="1084810"/>
                </a:lnTo>
                <a:lnTo>
                  <a:pt x="573143" y="1099932"/>
                </a:lnTo>
                <a:lnTo>
                  <a:pt x="549503" y="1114847"/>
                </a:lnTo>
                <a:lnTo>
                  <a:pt x="525734" y="1129556"/>
                </a:lnTo>
                <a:lnTo>
                  <a:pt x="501837" y="1144058"/>
                </a:lnTo>
                <a:lnTo>
                  <a:pt x="477814" y="1158350"/>
                </a:lnTo>
                <a:lnTo>
                  <a:pt x="453668" y="1172431"/>
                </a:lnTo>
                <a:lnTo>
                  <a:pt x="429399" y="1186302"/>
                </a:lnTo>
                <a:lnTo>
                  <a:pt x="405011" y="1199960"/>
                </a:lnTo>
                <a:lnTo>
                  <a:pt x="380504" y="1213405"/>
                </a:lnTo>
                <a:lnTo>
                  <a:pt x="355881" y="1226635"/>
                </a:lnTo>
                <a:lnTo>
                  <a:pt x="331143" y="1239651"/>
                </a:lnTo>
                <a:lnTo>
                  <a:pt x="306293" y="1252449"/>
                </a:lnTo>
                <a:lnTo>
                  <a:pt x="281332" y="1265031"/>
                </a:lnTo>
                <a:lnTo>
                  <a:pt x="256262" y="1277394"/>
                </a:lnTo>
                <a:lnTo>
                  <a:pt x="231085" y="1289538"/>
                </a:lnTo>
                <a:lnTo>
                  <a:pt x="205803" y="1301461"/>
                </a:lnTo>
                <a:lnTo>
                  <a:pt x="180418" y="1313164"/>
                </a:lnTo>
                <a:lnTo>
                  <a:pt x="154932" y="1324645"/>
                </a:lnTo>
                <a:lnTo>
                  <a:pt x="129346" y="1335903"/>
                </a:lnTo>
                <a:lnTo>
                  <a:pt x="103664" y="1346937"/>
                </a:lnTo>
                <a:lnTo>
                  <a:pt x="77886" y="1357746"/>
                </a:lnTo>
                <a:lnTo>
                  <a:pt x="52015" y="1368330"/>
                </a:lnTo>
                <a:lnTo>
                  <a:pt x="26052" y="1378689"/>
                </a:lnTo>
                <a:lnTo>
                  <a:pt x="0" y="1388820"/>
                </a:lnTo>
              </a:path>
            </a:pathLst>
          </a:custGeom>
          <a:noFill/>
          <a:ln w="11430">
            <a:solidFill>
              <a:srgbClr val="5E577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image" descr="763675c7037256cb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7560000" cy="5505840"/>
          </a:xfrm>
          <a:prstGeom prst="rect">
            <a:avLst/>
          </a:prstGeom>
        </p:spPr>
      </p:pic>
      <p:pic>
        <p:nvPicPr>
          <p:cNvPr id="5" name="image" descr="1b994b4ac11c290a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5613840"/>
            <a:ext cx="7560000" cy="5078160"/>
          </a:xfrm>
          <a:prstGeom prst="rect">
            <a:avLst/>
          </a:prstGeom>
        </p:spPr>
      </p:pic>
      <p:sp>
        <p:nvSpPr>
          <p:cNvPr id="6" name="logo"/>
          <p:cNvSpPr/>
          <p:nvPr/>
        </p:nvSpPr>
        <p:spPr>
          <a:xfrm>
            <a:off x="5919911" y="582603"/>
            <a:ext cx="1056269" cy="643486"/>
          </a:xfrm>
          <a:custGeom>
            <a:avLst/>
            <a:gdLst/>
            <a:ahLst/>
            <a:cxnLst/>
            <a:rect l="0" t="0" r="r" b="b"/>
            <a:pathLst>
              <a:path w="1056269" h="643486">
                <a:moveTo>
                  <a:pt x="990129" y="307"/>
                </a:moveTo>
                <a:lnTo>
                  <a:pt x="984765" y="2441"/>
                </a:lnTo>
                <a:lnTo>
                  <a:pt x="980334" y="4783"/>
                </a:lnTo>
                <a:lnTo>
                  <a:pt x="973784" y="15399"/>
                </a:lnTo>
                <a:lnTo>
                  <a:pt x="945108" y="29884"/>
                </a:lnTo>
                <a:lnTo>
                  <a:pt x="936215" y="35779"/>
                </a:lnTo>
                <a:lnTo>
                  <a:pt x="925637" y="44186"/>
                </a:lnTo>
                <a:lnTo>
                  <a:pt x="922678" y="47590"/>
                </a:lnTo>
                <a:lnTo>
                  <a:pt x="919642" y="52792"/>
                </a:lnTo>
                <a:lnTo>
                  <a:pt x="914571" y="59051"/>
                </a:lnTo>
                <a:lnTo>
                  <a:pt x="913179" y="62022"/>
                </a:lnTo>
                <a:lnTo>
                  <a:pt x="913123" y="64251"/>
                </a:lnTo>
                <a:lnTo>
                  <a:pt x="914088" y="66524"/>
                </a:lnTo>
                <a:lnTo>
                  <a:pt x="918250" y="70371"/>
                </a:lnTo>
                <a:lnTo>
                  <a:pt x="918820" y="71628"/>
                </a:lnTo>
                <a:lnTo>
                  <a:pt x="917254" y="72548"/>
                </a:lnTo>
                <a:lnTo>
                  <a:pt x="912540" y="73833"/>
                </a:lnTo>
                <a:lnTo>
                  <a:pt x="910998" y="74930"/>
                </a:lnTo>
                <a:lnTo>
                  <a:pt x="907953" y="81097"/>
                </a:lnTo>
                <a:lnTo>
                  <a:pt x="901179" y="88226"/>
                </a:lnTo>
                <a:lnTo>
                  <a:pt x="898935" y="91512"/>
                </a:lnTo>
                <a:lnTo>
                  <a:pt x="896496" y="96302"/>
                </a:lnTo>
                <a:lnTo>
                  <a:pt x="894904" y="96871"/>
                </a:lnTo>
                <a:lnTo>
                  <a:pt x="892716" y="96691"/>
                </a:lnTo>
                <a:lnTo>
                  <a:pt x="886793" y="93872"/>
                </a:lnTo>
                <a:lnTo>
                  <a:pt x="885232" y="93566"/>
                </a:lnTo>
                <a:lnTo>
                  <a:pt x="879043" y="95049"/>
                </a:lnTo>
                <a:lnTo>
                  <a:pt x="874648" y="96727"/>
                </a:lnTo>
                <a:lnTo>
                  <a:pt x="871795" y="98579"/>
                </a:lnTo>
                <a:lnTo>
                  <a:pt x="870301" y="100254"/>
                </a:lnTo>
                <a:lnTo>
                  <a:pt x="863433" y="110615"/>
                </a:lnTo>
                <a:lnTo>
                  <a:pt x="859275" y="113693"/>
                </a:lnTo>
                <a:lnTo>
                  <a:pt x="856327" y="114619"/>
                </a:lnTo>
                <a:lnTo>
                  <a:pt x="854159" y="114634"/>
                </a:lnTo>
                <a:lnTo>
                  <a:pt x="848178" y="110817"/>
                </a:lnTo>
                <a:lnTo>
                  <a:pt x="844691" y="109921"/>
                </a:lnTo>
                <a:lnTo>
                  <a:pt x="840996" y="110094"/>
                </a:lnTo>
                <a:lnTo>
                  <a:pt x="837278" y="111327"/>
                </a:lnTo>
                <a:lnTo>
                  <a:pt x="830309" y="115701"/>
                </a:lnTo>
                <a:lnTo>
                  <a:pt x="812274" y="124472"/>
                </a:lnTo>
                <a:lnTo>
                  <a:pt x="810392" y="125926"/>
                </a:lnTo>
                <a:lnTo>
                  <a:pt x="808602" y="128847"/>
                </a:lnTo>
                <a:lnTo>
                  <a:pt x="809498" y="136259"/>
                </a:lnTo>
                <a:lnTo>
                  <a:pt x="811743" y="141043"/>
                </a:lnTo>
                <a:lnTo>
                  <a:pt x="811639" y="143299"/>
                </a:lnTo>
                <a:lnTo>
                  <a:pt x="809504" y="144904"/>
                </a:lnTo>
                <a:lnTo>
                  <a:pt x="803387" y="146819"/>
                </a:lnTo>
                <a:lnTo>
                  <a:pt x="799989" y="149218"/>
                </a:lnTo>
                <a:lnTo>
                  <a:pt x="798039" y="148765"/>
                </a:lnTo>
                <a:lnTo>
                  <a:pt x="794559" y="146688"/>
                </a:lnTo>
                <a:lnTo>
                  <a:pt x="786966" y="141660"/>
                </a:lnTo>
                <a:lnTo>
                  <a:pt x="777514" y="134651"/>
                </a:lnTo>
                <a:lnTo>
                  <a:pt x="758690" y="122136"/>
                </a:lnTo>
                <a:lnTo>
                  <a:pt x="747605" y="114310"/>
                </a:lnTo>
                <a:lnTo>
                  <a:pt x="734049" y="103713"/>
                </a:lnTo>
                <a:lnTo>
                  <a:pt x="711398" y="87282"/>
                </a:lnTo>
                <a:lnTo>
                  <a:pt x="707893" y="85299"/>
                </a:lnTo>
                <a:lnTo>
                  <a:pt x="706225" y="85513"/>
                </a:lnTo>
                <a:lnTo>
                  <a:pt x="705447" y="86702"/>
                </a:lnTo>
                <a:lnTo>
                  <a:pt x="706106" y="89234"/>
                </a:lnTo>
                <a:lnTo>
                  <a:pt x="707056" y="90691"/>
                </a:lnTo>
                <a:lnTo>
                  <a:pt x="709522" y="92736"/>
                </a:lnTo>
                <a:lnTo>
                  <a:pt x="728697" y="106781"/>
                </a:lnTo>
                <a:lnTo>
                  <a:pt x="751732" y="122897"/>
                </a:lnTo>
                <a:lnTo>
                  <a:pt x="765770" y="133493"/>
                </a:lnTo>
                <a:lnTo>
                  <a:pt x="771437" y="137312"/>
                </a:lnTo>
                <a:lnTo>
                  <a:pt x="776142" y="139562"/>
                </a:lnTo>
                <a:lnTo>
                  <a:pt x="781474" y="142851"/>
                </a:lnTo>
                <a:lnTo>
                  <a:pt x="785655" y="146180"/>
                </a:lnTo>
                <a:lnTo>
                  <a:pt x="787681" y="148503"/>
                </a:lnTo>
                <a:lnTo>
                  <a:pt x="788375" y="150255"/>
                </a:lnTo>
                <a:lnTo>
                  <a:pt x="789027" y="160620"/>
                </a:lnTo>
                <a:lnTo>
                  <a:pt x="786500" y="160654"/>
                </a:lnTo>
                <a:lnTo>
                  <a:pt x="784862" y="159571"/>
                </a:lnTo>
                <a:lnTo>
                  <a:pt x="783393" y="157474"/>
                </a:lnTo>
                <a:lnTo>
                  <a:pt x="781622" y="153577"/>
                </a:lnTo>
                <a:lnTo>
                  <a:pt x="779910" y="151326"/>
                </a:lnTo>
                <a:lnTo>
                  <a:pt x="771756" y="142974"/>
                </a:lnTo>
                <a:lnTo>
                  <a:pt x="769312" y="140932"/>
                </a:lnTo>
                <a:lnTo>
                  <a:pt x="767499" y="140113"/>
                </a:lnTo>
                <a:lnTo>
                  <a:pt x="765865" y="140315"/>
                </a:lnTo>
                <a:lnTo>
                  <a:pt x="761593" y="142299"/>
                </a:lnTo>
                <a:lnTo>
                  <a:pt x="753204" y="142540"/>
                </a:lnTo>
                <a:lnTo>
                  <a:pt x="749509" y="147584"/>
                </a:lnTo>
                <a:lnTo>
                  <a:pt x="748063" y="153309"/>
                </a:lnTo>
                <a:lnTo>
                  <a:pt x="746768" y="154275"/>
                </a:lnTo>
                <a:lnTo>
                  <a:pt x="743981" y="155306"/>
                </a:lnTo>
                <a:lnTo>
                  <a:pt x="741838" y="155282"/>
                </a:lnTo>
                <a:lnTo>
                  <a:pt x="736928" y="152601"/>
                </a:lnTo>
                <a:lnTo>
                  <a:pt x="734080" y="151761"/>
                </a:lnTo>
                <a:lnTo>
                  <a:pt x="726005" y="153635"/>
                </a:lnTo>
                <a:lnTo>
                  <a:pt x="722608" y="153980"/>
                </a:lnTo>
                <a:lnTo>
                  <a:pt x="720441" y="153701"/>
                </a:lnTo>
                <a:lnTo>
                  <a:pt x="716327" y="150447"/>
                </a:lnTo>
                <a:lnTo>
                  <a:pt x="714536" y="147843"/>
                </a:lnTo>
                <a:lnTo>
                  <a:pt x="716034" y="142306"/>
                </a:lnTo>
                <a:lnTo>
                  <a:pt x="716782" y="133751"/>
                </a:lnTo>
                <a:lnTo>
                  <a:pt x="716512" y="130100"/>
                </a:lnTo>
                <a:lnTo>
                  <a:pt x="714936" y="127653"/>
                </a:lnTo>
                <a:lnTo>
                  <a:pt x="709232" y="122338"/>
                </a:lnTo>
                <a:lnTo>
                  <a:pt x="705776" y="120054"/>
                </a:lnTo>
                <a:lnTo>
                  <a:pt x="702875" y="119395"/>
                </a:lnTo>
                <a:lnTo>
                  <a:pt x="694655" y="119133"/>
                </a:lnTo>
                <a:lnTo>
                  <a:pt x="691652" y="118631"/>
                </a:lnTo>
                <a:lnTo>
                  <a:pt x="690721" y="117815"/>
                </a:lnTo>
                <a:lnTo>
                  <a:pt x="689830" y="114026"/>
                </a:lnTo>
                <a:lnTo>
                  <a:pt x="688886" y="112448"/>
                </a:lnTo>
                <a:lnTo>
                  <a:pt x="687004" y="111273"/>
                </a:lnTo>
                <a:lnTo>
                  <a:pt x="682377" y="109609"/>
                </a:lnTo>
                <a:lnTo>
                  <a:pt x="677103" y="111550"/>
                </a:lnTo>
                <a:lnTo>
                  <a:pt x="673891" y="114190"/>
                </a:lnTo>
                <a:lnTo>
                  <a:pt x="674455" y="125887"/>
                </a:lnTo>
                <a:lnTo>
                  <a:pt x="675211" y="129461"/>
                </a:lnTo>
                <a:lnTo>
                  <a:pt x="675614" y="129920"/>
                </a:lnTo>
                <a:lnTo>
                  <a:pt x="676735" y="129886"/>
                </a:lnTo>
                <a:lnTo>
                  <a:pt x="680641" y="127610"/>
                </a:lnTo>
                <a:lnTo>
                  <a:pt x="682286" y="127672"/>
                </a:lnTo>
                <a:lnTo>
                  <a:pt x="684122" y="128410"/>
                </a:lnTo>
                <a:lnTo>
                  <a:pt x="693709" y="135525"/>
                </a:lnTo>
                <a:lnTo>
                  <a:pt x="700980" y="142389"/>
                </a:lnTo>
                <a:lnTo>
                  <a:pt x="701464" y="144697"/>
                </a:lnTo>
                <a:lnTo>
                  <a:pt x="701117" y="146026"/>
                </a:lnTo>
                <a:lnTo>
                  <a:pt x="699209" y="149325"/>
                </a:lnTo>
                <a:lnTo>
                  <a:pt x="694313" y="155679"/>
                </a:lnTo>
                <a:lnTo>
                  <a:pt x="693043" y="158983"/>
                </a:lnTo>
                <a:lnTo>
                  <a:pt x="693053" y="160668"/>
                </a:lnTo>
                <a:lnTo>
                  <a:pt x="693789" y="163376"/>
                </a:lnTo>
                <a:lnTo>
                  <a:pt x="695126" y="165711"/>
                </a:lnTo>
                <a:lnTo>
                  <a:pt x="696911" y="167504"/>
                </a:lnTo>
                <a:lnTo>
                  <a:pt x="699998" y="168866"/>
                </a:lnTo>
                <a:lnTo>
                  <a:pt x="703861" y="169063"/>
                </a:lnTo>
                <a:lnTo>
                  <a:pt x="709414" y="168253"/>
                </a:lnTo>
                <a:lnTo>
                  <a:pt x="714843" y="166243"/>
                </a:lnTo>
                <a:lnTo>
                  <a:pt x="719020" y="166852"/>
                </a:lnTo>
                <a:lnTo>
                  <a:pt x="724160" y="165624"/>
                </a:lnTo>
                <a:lnTo>
                  <a:pt x="726519" y="166565"/>
                </a:lnTo>
                <a:lnTo>
                  <a:pt x="758636" y="193750"/>
                </a:lnTo>
                <a:lnTo>
                  <a:pt x="760031" y="195403"/>
                </a:lnTo>
                <a:lnTo>
                  <a:pt x="763630" y="197962"/>
                </a:lnTo>
                <a:lnTo>
                  <a:pt x="773369" y="206281"/>
                </a:lnTo>
                <a:lnTo>
                  <a:pt x="782988" y="215012"/>
                </a:lnTo>
                <a:lnTo>
                  <a:pt x="789551" y="219837"/>
                </a:lnTo>
                <a:lnTo>
                  <a:pt x="792119" y="222990"/>
                </a:lnTo>
                <a:lnTo>
                  <a:pt x="799661" y="229348"/>
                </a:lnTo>
                <a:lnTo>
                  <a:pt x="804582" y="232935"/>
                </a:lnTo>
                <a:lnTo>
                  <a:pt x="805727" y="234276"/>
                </a:lnTo>
                <a:lnTo>
                  <a:pt x="808260" y="234750"/>
                </a:lnTo>
                <a:lnTo>
                  <a:pt x="809348" y="233928"/>
                </a:lnTo>
                <a:lnTo>
                  <a:pt x="809290" y="232777"/>
                </a:lnTo>
                <a:lnTo>
                  <a:pt x="805379" y="229009"/>
                </a:lnTo>
                <a:lnTo>
                  <a:pt x="801566" y="226225"/>
                </a:lnTo>
                <a:lnTo>
                  <a:pt x="795704" y="220743"/>
                </a:lnTo>
                <a:lnTo>
                  <a:pt x="790840" y="217943"/>
                </a:lnTo>
                <a:lnTo>
                  <a:pt x="787394" y="215349"/>
                </a:lnTo>
                <a:lnTo>
                  <a:pt x="785465" y="213054"/>
                </a:lnTo>
                <a:lnTo>
                  <a:pt x="777561" y="207340"/>
                </a:lnTo>
                <a:lnTo>
                  <a:pt x="740372" y="172697"/>
                </a:lnTo>
                <a:lnTo>
                  <a:pt x="738770" y="170436"/>
                </a:lnTo>
                <a:lnTo>
                  <a:pt x="738772" y="167988"/>
                </a:lnTo>
                <a:lnTo>
                  <a:pt x="740850" y="166539"/>
                </a:lnTo>
                <a:lnTo>
                  <a:pt x="749328" y="164908"/>
                </a:lnTo>
                <a:lnTo>
                  <a:pt x="753778" y="163198"/>
                </a:lnTo>
                <a:lnTo>
                  <a:pt x="756160" y="161451"/>
                </a:lnTo>
                <a:lnTo>
                  <a:pt x="757962" y="159299"/>
                </a:lnTo>
                <a:lnTo>
                  <a:pt x="760514" y="153798"/>
                </a:lnTo>
                <a:lnTo>
                  <a:pt x="762438" y="152921"/>
                </a:lnTo>
                <a:lnTo>
                  <a:pt x="764667" y="152882"/>
                </a:lnTo>
                <a:lnTo>
                  <a:pt x="768169" y="154153"/>
                </a:lnTo>
                <a:lnTo>
                  <a:pt x="770561" y="156136"/>
                </a:lnTo>
                <a:lnTo>
                  <a:pt x="771670" y="163947"/>
                </a:lnTo>
                <a:lnTo>
                  <a:pt x="782991" y="172282"/>
                </a:lnTo>
                <a:lnTo>
                  <a:pt x="786576" y="173075"/>
                </a:lnTo>
                <a:lnTo>
                  <a:pt x="802334" y="173975"/>
                </a:lnTo>
                <a:lnTo>
                  <a:pt x="803870" y="172444"/>
                </a:lnTo>
                <a:lnTo>
                  <a:pt x="804148" y="171311"/>
                </a:lnTo>
                <a:lnTo>
                  <a:pt x="802065" y="166040"/>
                </a:lnTo>
                <a:lnTo>
                  <a:pt x="801984" y="163519"/>
                </a:lnTo>
                <a:lnTo>
                  <a:pt x="803492" y="162104"/>
                </a:lnTo>
                <a:lnTo>
                  <a:pt x="806984" y="162014"/>
                </a:lnTo>
                <a:lnTo>
                  <a:pt x="814619" y="166384"/>
                </a:lnTo>
                <a:lnTo>
                  <a:pt x="820794" y="170878"/>
                </a:lnTo>
                <a:lnTo>
                  <a:pt x="826670" y="174331"/>
                </a:lnTo>
                <a:lnTo>
                  <a:pt x="852261" y="191465"/>
                </a:lnTo>
                <a:lnTo>
                  <a:pt x="853906" y="192101"/>
                </a:lnTo>
                <a:lnTo>
                  <a:pt x="855421" y="191895"/>
                </a:lnTo>
                <a:lnTo>
                  <a:pt x="855962" y="191491"/>
                </a:lnTo>
                <a:lnTo>
                  <a:pt x="856124" y="190224"/>
                </a:lnTo>
                <a:lnTo>
                  <a:pt x="855175" y="188549"/>
                </a:lnTo>
                <a:lnTo>
                  <a:pt x="853254" y="186715"/>
                </a:lnTo>
                <a:lnTo>
                  <a:pt x="826435" y="168774"/>
                </a:lnTo>
                <a:lnTo>
                  <a:pt x="821312" y="164797"/>
                </a:lnTo>
                <a:lnTo>
                  <a:pt x="815173" y="160983"/>
                </a:lnTo>
                <a:lnTo>
                  <a:pt x="812000" y="157727"/>
                </a:lnTo>
                <a:lnTo>
                  <a:pt x="811394" y="156210"/>
                </a:lnTo>
                <a:lnTo>
                  <a:pt x="811678" y="155542"/>
                </a:lnTo>
                <a:lnTo>
                  <a:pt x="816563" y="153629"/>
                </a:lnTo>
                <a:lnTo>
                  <a:pt x="825911" y="144757"/>
                </a:lnTo>
                <a:lnTo>
                  <a:pt x="825658" y="140881"/>
                </a:lnTo>
                <a:lnTo>
                  <a:pt x="820944" y="134534"/>
                </a:lnTo>
                <a:lnTo>
                  <a:pt x="820596" y="133289"/>
                </a:lnTo>
                <a:lnTo>
                  <a:pt x="821062" y="131777"/>
                </a:lnTo>
                <a:lnTo>
                  <a:pt x="825835" y="128789"/>
                </a:lnTo>
                <a:lnTo>
                  <a:pt x="835070" y="125069"/>
                </a:lnTo>
                <a:lnTo>
                  <a:pt x="845183" y="126055"/>
                </a:lnTo>
                <a:lnTo>
                  <a:pt x="866170" y="122531"/>
                </a:lnTo>
                <a:lnTo>
                  <a:pt x="868213" y="121153"/>
                </a:lnTo>
                <a:lnTo>
                  <a:pt x="869774" y="119457"/>
                </a:lnTo>
                <a:lnTo>
                  <a:pt x="877829" y="107659"/>
                </a:lnTo>
                <a:lnTo>
                  <a:pt x="880442" y="105164"/>
                </a:lnTo>
                <a:lnTo>
                  <a:pt x="881725" y="104474"/>
                </a:lnTo>
                <a:lnTo>
                  <a:pt x="883015" y="104149"/>
                </a:lnTo>
                <a:lnTo>
                  <a:pt x="885685" y="104570"/>
                </a:lnTo>
                <a:lnTo>
                  <a:pt x="889705" y="107005"/>
                </a:lnTo>
                <a:lnTo>
                  <a:pt x="893262" y="107948"/>
                </a:lnTo>
                <a:lnTo>
                  <a:pt x="898907" y="108257"/>
                </a:lnTo>
                <a:lnTo>
                  <a:pt x="901549" y="107410"/>
                </a:lnTo>
                <a:lnTo>
                  <a:pt x="903627" y="105302"/>
                </a:lnTo>
                <a:lnTo>
                  <a:pt x="907161" y="98050"/>
                </a:lnTo>
                <a:lnTo>
                  <a:pt x="909248" y="94850"/>
                </a:lnTo>
                <a:lnTo>
                  <a:pt x="918343" y="84725"/>
                </a:lnTo>
                <a:lnTo>
                  <a:pt x="927375" y="78916"/>
                </a:lnTo>
                <a:lnTo>
                  <a:pt x="931627" y="74867"/>
                </a:lnTo>
                <a:lnTo>
                  <a:pt x="931982" y="73449"/>
                </a:lnTo>
                <a:lnTo>
                  <a:pt x="931494" y="71467"/>
                </a:lnTo>
                <a:lnTo>
                  <a:pt x="927337" y="63639"/>
                </a:lnTo>
                <a:lnTo>
                  <a:pt x="926932" y="61961"/>
                </a:lnTo>
                <a:lnTo>
                  <a:pt x="927731" y="59277"/>
                </a:lnTo>
                <a:lnTo>
                  <a:pt x="931084" y="53724"/>
                </a:lnTo>
                <a:lnTo>
                  <a:pt x="934696" y="49748"/>
                </a:lnTo>
                <a:lnTo>
                  <a:pt x="941721" y="44424"/>
                </a:lnTo>
                <a:lnTo>
                  <a:pt x="952852" y="37291"/>
                </a:lnTo>
                <a:lnTo>
                  <a:pt x="955328" y="36098"/>
                </a:lnTo>
                <a:lnTo>
                  <a:pt x="957475" y="35835"/>
                </a:lnTo>
                <a:lnTo>
                  <a:pt x="959754" y="37122"/>
                </a:lnTo>
                <a:lnTo>
                  <a:pt x="976557" y="51548"/>
                </a:lnTo>
                <a:lnTo>
                  <a:pt x="983320" y="55808"/>
                </a:lnTo>
                <a:lnTo>
                  <a:pt x="984492" y="57662"/>
                </a:lnTo>
                <a:lnTo>
                  <a:pt x="986444" y="63697"/>
                </a:lnTo>
                <a:lnTo>
                  <a:pt x="988321" y="66656"/>
                </a:lnTo>
                <a:lnTo>
                  <a:pt x="991290" y="68432"/>
                </a:lnTo>
                <a:lnTo>
                  <a:pt x="1000573" y="71187"/>
                </a:lnTo>
                <a:lnTo>
                  <a:pt x="1002247" y="72330"/>
                </a:lnTo>
                <a:lnTo>
                  <a:pt x="1003966" y="74316"/>
                </a:lnTo>
                <a:lnTo>
                  <a:pt x="1003816" y="87126"/>
                </a:lnTo>
                <a:lnTo>
                  <a:pt x="1007202" y="108097"/>
                </a:lnTo>
                <a:lnTo>
                  <a:pt x="1009164" y="115745"/>
                </a:lnTo>
                <a:lnTo>
                  <a:pt x="1009300" y="118643"/>
                </a:lnTo>
                <a:lnTo>
                  <a:pt x="1008251" y="120852"/>
                </a:lnTo>
                <a:lnTo>
                  <a:pt x="1004645" y="124036"/>
                </a:lnTo>
                <a:lnTo>
                  <a:pt x="1002363" y="127226"/>
                </a:lnTo>
                <a:lnTo>
                  <a:pt x="1000732" y="132069"/>
                </a:lnTo>
                <a:lnTo>
                  <a:pt x="998428" y="142271"/>
                </a:lnTo>
                <a:lnTo>
                  <a:pt x="997339" y="144283"/>
                </a:lnTo>
                <a:lnTo>
                  <a:pt x="996142" y="144253"/>
                </a:lnTo>
                <a:lnTo>
                  <a:pt x="991792" y="140334"/>
                </a:lnTo>
                <a:lnTo>
                  <a:pt x="988222" y="136254"/>
                </a:lnTo>
                <a:lnTo>
                  <a:pt x="984548" y="130673"/>
                </a:lnTo>
                <a:lnTo>
                  <a:pt x="981872" y="128487"/>
                </a:lnTo>
                <a:lnTo>
                  <a:pt x="980299" y="128780"/>
                </a:lnTo>
                <a:lnTo>
                  <a:pt x="978573" y="129872"/>
                </a:lnTo>
                <a:lnTo>
                  <a:pt x="965721" y="140529"/>
                </a:lnTo>
                <a:lnTo>
                  <a:pt x="965257" y="141779"/>
                </a:lnTo>
                <a:lnTo>
                  <a:pt x="965642" y="143263"/>
                </a:lnTo>
                <a:lnTo>
                  <a:pt x="971040" y="150062"/>
                </a:lnTo>
                <a:lnTo>
                  <a:pt x="971885" y="151887"/>
                </a:lnTo>
                <a:lnTo>
                  <a:pt x="971683" y="153263"/>
                </a:lnTo>
                <a:lnTo>
                  <a:pt x="970422" y="154231"/>
                </a:lnTo>
                <a:lnTo>
                  <a:pt x="965637" y="155621"/>
                </a:lnTo>
                <a:lnTo>
                  <a:pt x="961646" y="158342"/>
                </a:lnTo>
                <a:lnTo>
                  <a:pt x="957525" y="162703"/>
                </a:lnTo>
                <a:lnTo>
                  <a:pt x="952955" y="169299"/>
                </a:lnTo>
                <a:lnTo>
                  <a:pt x="953289" y="180202"/>
                </a:lnTo>
                <a:lnTo>
                  <a:pt x="956837" y="196757"/>
                </a:lnTo>
                <a:lnTo>
                  <a:pt x="959834" y="203914"/>
                </a:lnTo>
                <a:lnTo>
                  <a:pt x="960172" y="206501"/>
                </a:lnTo>
                <a:lnTo>
                  <a:pt x="959922" y="207520"/>
                </a:lnTo>
                <a:lnTo>
                  <a:pt x="959389" y="208369"/>
                </a:lnTo>
                <a:lnTo>
                  <a:pt x="957459" y="209590"/>
                </a:lnTo>
                <a:lnTo>
                  <a:pt x="949273" y="211141"/>
                </a:lnTo>
                <a:lnTo>
                  <a:pt x="945163" y="212781"/>
                </a:lnTo>
                <a:lnTo>
                  <a:pt x="943427" y="213909"/>
                </a:lnTo>
                <a:lnTo>
                  <a:pt x="941881" y="215259"/>
                </a:lnTo>
                <a:lnTo>
                  <a:pt x="939286" y="218681"/>
                </a:lnTo>
                <a:lnTo>
                  <a:pt x="936171" y="225402"/>
                </a:lnTo>
                <a:lnTo>
                  <a:pt x="934175" y="228000"/>
                </a:lnTo>
                <a:lnTo>
                  <a:pt x="933977" y="229446"/>
                </a:lnTo>
                <a:lnTo>
                  <a:pt x="935224" y="230996"/>
                </a:lnTo>
                <a:lnTo>
                  <a:pt x="938038" y="232933"/>
                </a:lnTo>
                <a:lnTo>
                  <a:pt x="940742" y="234095"/>
                </a:lnTo>
                <a:lnTo>
                  <a:pt x="942211" y="234044"/>
                </a:lnTo>
                <a:lnTo>
                  <a:pt x="944437" y="232712"/>
                </a:lnTo>
                <a:lnTo>
                  <a:pt x="947038" y="229991"/>
                </a:lnTo>
                <a:lnTo>
                  <a:pt x="948827" y="223253"/>
                </a:lnTo>
                <a:lnTo>
                  <a:pt x="950779" y="220930"/>
                </a:lnTo>
                <a:lnTo>
                  <a:pt x="953438" y="220309"/>
                </a:lnTo>
                <a:lnTo>
                  <a:pt x="957707" y="223501"/>
                </a:lnTo>
                <a:lnTo>
                  <a:pt x="960380" y="224022"/>
                </a:lnTo>
                <a:lnTo>
                  <a:pt x="962372" y="223783"/>
                </a:lnTo>
                <a:lnTo>
                  <a:pt x="964003" y="223011"/>
                </a:lnTo>
                <a:lnTo>
                  <a:pt x="965944" y="220679"/>
                </a:lnTo>
                <a:lnTo>
                  <a:pt x="968669" y="213961"/>
                </a:lnTo>
                <a:lnTo>
                  <a:pt x="971355" y="209616"/>
                </a:lnTo>
                <a:lnTo>
                  <a:pt x="974525" y="205565"/>
                </a:lnTo>
                <a:lnTo>
                  <a:pt x="975429" y="202803"/>
                </a:lnTo>
                <a:lnTo>
                  <a:pt x="974428" y="200490"/>
                </a:lnTo>
                <a:lnTo>
                  <a:pt x="969425" y="197987"/>
                </a:lnTo>
                <a:lnTo>
                  <a:pt x="967451" y="194844"/>
                </a:lnTo>
                <a:lnTo>
                  <a:pt x="965420" y="187781"/>
                </a:lnTo>
                <a:lnTo>
                  <a:pt x="964068" y="181121"/>
                </a:lnTo>
                <a:lnTo>
                  <a:pt x="963466" y="175631"/>
                </a:lnTo>
                <a:lnTo>
                  <a:pt x="963707" y="172095"/>
                </a:lnTo>
                <a:lnTo>
                  <a:pt x="966359" y="168190"/>
                </a:lnTo>
                <a:lnTo>
                  <a:pt x="968542" y="166430"/>
                </a:lnTo>
                <a:lnTo>
                  <a:pt x="969734" y="166020"/>
                </a:lnTo>
                <a:lnTo>
                  <a:pt x="976397" y="169345"/>
                </a:lnTo>
                <a:lnTo>
                  <a:pt x="980401" y="169485"/>
                </a:lnTo>
                <a:lnTo>
                  <a:pt x="981566" y="168963"/>
                </a:lnTo>
                <a:lnTo>
                  <a:pt x="982340" y="166128"/>
                </a:lnTo>
                <a:lnTo>
                  <a:pt x="983052" y="150993"/>
                </a:lnTo>
                <a:lnTo>
                  <a:pt x="983489" y="149158"/>
                </a:lnTo>
                <a:lnTo>
                  <a:pt x="984594" y="148422"/>
                </a:lnTo>
                <a:lnTo>
                  <a:pt x="986003" y="149217"/>
                </a:lnTo>
                <a:lnTo>
                  <a:pt x="986904" y="151242"/>
                </a:lnTo>
                <a:lnTo>
                  <a:pt x="988168" y="167857"/>
                </a:lnTo>
                <a:lnTo>
                  <a:pt x="991521" y="182744"/>
                </a:lnTo>
                <a:lnTo>
                  <a:pt x="994245" y="192555"/>
                </a:lnTo>
                <a:lnTo>
                  <a:pt x="994503" y="195416"/>
                </a:lnTo>
                <a:lnTo>
                  <a:pt x="993523" y="202005"/>
                </a:lnTo>
                <a:lnTo>
                  <a:pt x="993648" y="204812"/>
                </a:lnTo>
                <a:lnTo>
                  <a:pt x="996505" y="211233"/>
                </a:lnTo>
                <a:lnTo>
                  <a:pt x="999675" y="221274"/>
                </a:lnTo>
                <a:lnTo>
                  <a:pt x="1002880" y="225871"/>
                </a:lnTo>
                <a:lnTo>
                  <a:pt x="1007287" y="230736"/>
                </a:lnTo>
                <a:lnTo>
                  <a:pt x="1010799" y="233904"/>
                </a:lnTo>
                <a:lnTo>
                  <a:pt x="1016344" y="237934"/>
                </a:lnTo>
                <a:lnTo>
                  <a:pt x="1035697" y="249973"/>
                </a:lnTo>
                <a:lnTo>
                  <a:pt x="1048805" y="257434"/>
                </a:lnTo>
                <a:lnTo>
                  <a:pt x="1052359" y="258550"/>
                </a:lnTo>
                <a:lnTo>
                  <a:pt x="1055011" y="258396"/>
                </a:lnTo>
                <a:lnTo>
                  <a:pt x="1055863" y="257476"/>
                </a:lnTo>
                <a:lnTo>
                  <a:pt x="1056269" y="255718"/>
                </a:lnTo>
                <a:lnTo>
                  <a:pt x="1055893" y="245959"/>
                </a:lnTo>
                <a:lnTo>
                  <a:pt x="1049328" y="233369"/>
                </a:lnTo>
                <a:lnTo>
                  <a:pt x="1048700" y="221961"/>
                </a:lnTo>
                <a:lnTo>
                  <a:pt x="1046877" y="219298"/>
                </a:lnTo>
                <a:lnTo>
                  <a:pt x="1041911" y="213704"/>
                </a:lnTo>
                <a:lnTo>
                  <a:pt x="1044916" y="206545"/>
                </a:lnTo>
                <a:lnTo>
                  <a:pt x="1045093" y="202349"/>
                </a:lnTo>
                <a:lnTo>
                  <a:pt x="1043083" y="199144"/>
                </a:lnTo>
                <a:lnTo>
                  <a:pt x="1037812" y="195905"/>
                </a:lnTo>
                <a:lnTo>
                  <a:pt x="1036890" y="194792"/>
                </a:lnTo>
                <a:lnTo>
                  <a:pt x="1036299" y="191974"/>
                </a:lnTo>
                <a:lnTo>
                  <a:pt x="1035884" y="182895"/>
                </a:lnTo>
                <a:lnTo>
                  <a:pt x="1032949" y="181207"/>
                </a:lnTo>
                <a:lnTo>
                  <a:pt x="1027591" y="180050"/>
                </a:lnTo>
                <a:lnTo>
                  <a:pt x="1022239" y="174828"/>
                </a:lnTo>
                <a:lnTo>
                  <a:pt x="1020003" y="173361"/>
                </a:lnTo>
                <a:lnTo>
                  <a:pt x="1018587" y="173199"/>
                </a:lnTo>
                <a:lnTo>
                  <a:pt x="1013665" y="174523"/>
                </a:lnTo>
                <a:lnTo>
                  <a:pt x="1011825" y="174457"/>
                </a:lnTo>
                <a:lnTo>
                  <a:pt x="1008947" y="170186"/>
                </a:lnTo>
                <a:lnTo>
                  <a:pt x="1003146" y="158981"/>
                </a:lnTo>
                <a:lnTo>
                  <a:pt x="1006813" y="152123"/>
                </a:lnTo>
                <a:lnTo>
                  <a:pt x="1009832" y="148630"/>
                </a:lnTo>
                <a:lnTo>
                  <a:pt x="1010740" y="146843"/>
                </a:lnTo>
                <a:lnTo>
                  <a:pt x="1010203" y="136623"/>
                </a:lnTo>
                <a:lnTo>
                  <a:pt x="1011091" y="132293"/>
                </a:lnTo>
                <a:lnTo>
                  <a:pt x="1013223" y="130805"/>
                </a:lnTo>
                <a:lnTo>
                  <a:pt x="1020745" y="127643"/>
                </a:lnTo>
                <a:lnTo>
                  <a:pt x="1022052" y="126303"/>
                </a:lnTo>
                <a:lnTo>
                  <a:pt x="1022273" y="125478"/>
                </a:lnTo>
                <a:lnTo>
                  <a:pt x="1021950" y="123296"/>
                </a:lnTo>
                <a:lnTo>
                  <a:pt x="1019576" y="117126"/>
                </a:lnTo>
                <a:lnTo>
                  <a:pt x="1018282" y="111977"/>
                </a:lnTo>
                <a:lnTo>
                  <a:pt x="1014686" y="90747"/>
                </a:lnTo>
                <a:lnTo>
                  <a:pt x="1013946" y="81597"/>
                </a:lnTo>
                <a:lnTo>
                  <a:pt x="1013946" y="78366"/>
                </a:lnTo>
                <a:lnTo>
                  <a:pt x="1021661" y="70266"/>
                </a:lnTo>
                <a:lnTo>
                  <a:pt x="1021661" y="65975"/>
                </a:lnTo>
                <a:lnTo>
                  <a:pt x="1017652" y="62612"/>
                </a:lnTo>
                <a:lnTo>
                  <a:pt x="1015061" y="61431"/>
                </a:lnTo>
                <a:lnTo>
                  <a:pt x="1011911" y="61161"/>
                </a:lnTo>
                <a:lnTo>
                  <a:pt x="1006376" y="61624"/>
                </a:lnTo>
                <a:lnTo>
                  <a:pt x="1000814" y="61437"/>
                </a:lnTo>
                <a:lnTo>
                  <a:pt x="996975" y="60527"/>
                </a:lnTo>
                <a:lnTo>
                  <a:pt x="995681" y="59156"/>
                </a:lnTo>
                <a:lnTo>
                  <a:pt x="994100" y="50288"/>
                </a:lnTo>
                <a:lnTo>
                  <a:pt x="991424" y="45169"/>
                </a:lnTo>
                <a:lnTo>
                  <a:pt x="992021" y="42520"/>
                </a:lnTo>
                <a:lnTo>
                  <a:pt x="994387" y="38534"/>
                </a:lnTo>
                <a:lnTo>
                  <a:pt x="996361" y="36126"/>
                </a:lnTo>
                <a:lnTo>
                  <a:pt x="1001781" y="34400"/>
                </a:lnTo>
                <a:lnTo>
                  <a:pt x="1007184" y="30062"/>
                </a:lnTo>
                <a:lnTo>
                  <a:pt x="1012292" y="26825"/>
                </a:lnTo>
                <a:lnTo>
                  <a:pt x="1014356" y="24047"/>
                </a:lnTo>
                <a:lnTo>
                  <a:pt x="1014702" y="20788"/>
                </a:lnTo>
                <a:lnTo>
                  <a:pt x="1013946" y="18436"/>
                </a:lnTo>
                <a:lnTo>
                  <a:pt x="1012627" y="16447"/>
                </a:lnTo>
                <a:lnTo>
                  <a:pt x="1004671" y="13209"/>
                </a:lnTo>
                <a:lnTo>
                  <a:pt x="1002453" y="11523"/>
                </a:lnTo>
                <a:lnTo>
                  <a:pt x="1001484" y="9680"/>
                </a:lnTo>
                <a:lnTo>
                  <a:pt x="1000291" y="5309"/>
                </a:lnTo>
                <a:lnTo>
                  <a:pt x="997517" y="1320"/>
                </a:lnTo>
                <a:lnTo>
                  <a:pt x="994565" y="0"/>
                </a:lnTo>
                <a:lnTo>
                  <a:pt x="990129" y="307"/>
                </a:lnTo>
                <a:close/>
                <a:moveTo>
                  <a:pt x="990514" y="16266"/>
                </a:moveTo>
                <a:lnTo>
                  <a:pt x="995471" y="21221"/>
                </a:lnTo>
                <a:lnTo>
                  <a:pt x="996402" y="23975"/>
                </a:lnTo>
                <a:lnTo>
                  <a:pt x="994956" y="25096"/>
                </a:lnTo>
                <a:lnTo>
                  <a:pt x="990189" y="26114"/>
                </a:lnTo>
                <a:lnTo>
                  <a:pt x="988248" y="26934"/>
                </a:lnTo>
                <a:lnTo>
                  <a:pt x="984242" y="33525"/>
                </a:lnTo>
                <a:lnTo>
                  <a:pt x="981860" y="34507"/>
                </a:lnTo>
                <a:lnTo>
                  <a:pt x="975221" y="34579"/>
                </a:lnTo>
                <a:lnTo>
                  <a:pt x="969234" y="33900"/>
                </a:lnTo>
                <a:lnTo>
                  <a:pt x="966459" y="32746"/>
                </a:lnTo>
                <a:lnTo>
                  <a:pt x="966533" y="31760"/>
                </a:lnTo>
                <a:lnTo>
                  <a:pt x="972675" y="26681"/>
                </a:lnTo>
                <a:lnTo>
                  <a:pt x="979603" y="27125"/>
                </a:lnTo>
                <a:lnTo>
                  <a:pt x="982264" y="26566"/>
                </a:lnTo>
                <a:lnTo>
                  <a:pt x="983401" y="24875"/>
                </a:lnTo>
                <a:lnTo>
                  <a:pt x="983999" y="20588"/>
                </a:lnTo>
                <a:lnTo>
                  <a:pt x="987171" y="15733"/>
                </a:lnTo>
                <a:lnTo>
                  <a:pt x="989000" y="14528"/>
                </a:lnTo>
                <a:lnTo>
                  <a:pt x="990514" y="16266"/>
                </a:lnTo>
                <a:close/>
                <a:moveTo>
                  <a:pt x="702771" y="130486"/>
                </a:moveTo>
                <a:lnTo>
                  <a:pt x="704846" y="132106"/>
                </a:lnTo>
                <a:lnTo>
                  <a:pt x="705874" y="134420"/>
                </a:lnTo>
                <a:lnTo>
                  <a:pt x="705702" y="137368"/>
                </a:lnTo>
                <a:lnTo>
                  <a:pt x="704417" y="138586"/>
                </a:lnTo>
                <a:lnTo>
                  <a:pt x="703268" y="138600"/>
                </a:lnTo>
                <a:lnTo>
                  <a:pt x="702100" y="137910"/>
                </a:lnTo>
                <a:lnTo>
                  <a:pt x="697689" y="133916"/>
                </a:lnTo>
                <a:lnTo>
                  <a:pt x="697224" y="132895"/>
                </a:lnTo>
                <a:lnTo>
                  <a:pt x="697413" y="130782"/>
                </a:lnTo>
                <a:lnTo>
                  <a:pt x="698619" y="129636"/>
                </a:lnTo>
                <a:lnTo>
                  <a:pt x="700801" y="129727"/>
                </a:lnTo>
                <a:lnTo>
                  <a:pt x="702771" y="130486"/>
                </a:lnTo>
                <a:close/>
                <a:moveTo>
                  <a:pt x="1007486" y="185450"/>
                </a:moveTo>
                <a:lnTo>
                  <a:pt x="1010097" y="187206"/>
                </a:lnTo>
                <a:lnTo>
                  <a:pt x="1011919" y="187776"/>
                </a:lnTo>
                <a:lnTo>
                  <a:pt x="1015723" y="186116"/>
                </a:lnTo>
                <a:lnTo>
                  <a:pt x="1017256" y="186168"/>
                </a:lnTo>
                <a:lnTo>
                  <a:pt x="1022883" y="188928"/>
                </a:lnTo>
                <a:lnTo>
                  <a:pt x="1025131" y="190865"/>
                </a:lnTo>
                <a:lnTo>
                  <a:pt x="1025757" y="196886"/>
                </a:lnTo>
                <a:lnTo>
                  <a:pt x="1026289" y="198589"/>
                </a:lnTo>
                <a:lnTo>
                  <a:pt x="1027900" y="201000"/>
                </a:lnTo>
                <a:lnTo>
                  <a:pt x="1032798" y="205941"/>
                </a:lnTo>
                <a:lnTo>
                  <a:pt x="1032050" y="212405"/>
                </a:lnTo>
                <a:lnTo>
                  <a:pt x="1032274" y="217001"/>
                </a:lnTo>
                <a:lnTo>
                  <a:pt x="1033865" y="220542"/>
                </a:lnTo>
                <a:lnTo>
                  <a:pt x="1038246" y="225565"/>
                </a:lnTo>
                <a:lnTo>
                  <a:pt x="1038765" y="232156"/>
                </a:lnTo>
                <a:lnTo>
                  <a:pt x="1039792" y="236539"/>
                </a:lnTo>
                <a:lnTo>
                  <a:pt x="1039819" y="237234"/>
                </a:lnTo>
                <a:lnTo>
                  <a:pt x="1039179" y="238140"/>
                </a:lnTo>
                <a:lnTo>
                  <a:pt x="1036884" y="238220"/>
                </a:lnTo>
                <a:lnTo>
                  <a:pt x="1034771" y="237366"/>
                </a:lnTo>
                <a:lnTo>
                  <a:pt x="1019043" y="227401"/>
                </a:lnTo>
                <a:lnTo>
                  <a:pt x="1014466" y="223396"/>
                </a:lnTo>
                <a:lnTo>
                  <a:pt x="1009297" y="216686"/>
                </a:lnTo>
                <a:lnTo>
                  <a:pt x="1007250" y="212068"/>
                </a:lnTo>
                <a:lnTo>
                  <a:pt x="1004559" y="202285"/>
                </a:lnTo>
                <a:lnTo>
                  <a:pt x="1004623" y="194533"/>
                </a:lnTo>
                <a:lnTo>
                  <a:pt x="1002899" y="186981"/>
                </a:lnTo>
                <a:lnTo>
                  <a:pt x="1002992" y="184969"/>
                </a:lnTo>
                <a:lnTo>
                  <a:pt x="1003831" y="183218"/>
                </a:lnTo>
                <a:lnTo>
                  <a:pt x="1004617" y="183369"/>
                </a:lnTo>
                <a:lnTo>
                  <a:pt x="1007486" y="185450"/>
                </a:lnTo>
                <a:close/>
                <a:moveTo>
                  <a:pt x="654316" y="8938"/>
                </a:moveTo>
                <a:lnTo>
                  <a:pt x="653078" y="11174"/>
                </a:lnTo>
                <a:lnTo>
                  <a:pt x="652316" y="14321"/>
                </a:lnTo>
                <a:lnTo>
                  <a:pt x="650451" y="26202"/>
                </a:lnTo>
                <a:lnTo>
                  <a:pt x="648285" y="35328"/>
                </a:lnTo>
                <a:lnTo>
                  <a:pt x="647598" y="44380"/>
                </a:lnTo>
                <a:lnTo>
                  <a:pt x="646633" y="47384"/>
                </a:lnTo>
                <a:lnTo>
                  <a:pt x="644929" y="49680"/>
                </a:lnTo>
                <a:lnTo>
                  <a:pt x="641361" y="52837"/>
                </a:lnTo>
                <a:lnTo>
                  <a:pt x="627014" y="58415"/>
                </a:lnTo>
                <a:lnTo>
                  <a:pt x="625366" y="59589"/>
                </a:lnTo>
                <a:lnTo>
                  <a:pt x="624382" y="61507"/>
                </a:lnTo>
                <a:lnTo>
                  <a:pt x="624864" y="62679"/>
                </a:lnTo>
                <a:lnTo>
                  <a:pt x="626097" y="63427"/>
                </a:lnTo>
                <a:lnTo>
                  <a:pt x="641893" y="65070"/>
                </a:lnTo>
                <a:lnTo>
                  <a:pt x="645011" y="66024"/>
                </a:lnTo>
                <a:lnTo>
                  <a:pt x="646134" y="66807"/>
                </a:lnTo>
                <a:lnTo>
                  <a:pt x="646210" y="67289"/>
                </a:lnTo>
                <a:lnTo>
                  <a:pt x="639562" y="71579"/>
                </a:lnTo>
                <a:lnTo>
                  <a:pt x="631179" y="74136"/>
                </a:lnTo>
                <a:lnTo>
                  <a:pt x="616835" y="79662"/>
                </a:lnTo>
                <a:lnTo>
                  <a:pt x="612988" y="81510"/>
                </a:lnTo>
                <a:lnTo>
                  <a:pt x="611598" y="82802"/>
                </a:lnTo>
                <a:lnTo>
                  <a:pt x="613816" y="84634"/>
                </a:lnTo>
                <a:lnTo>
                  <a:pt x="638801" y="84798"/>
                </a:lnTo>
                <a:lnTo>
                  <a:pt x="641607" y="85082"/>
                </a:lnTo>
                <a:lnTo>
                  <a:pt x="643700" y="85911"/>
                </a:lnTo>
                <a:lnTo>
                  <a:pt x="644317" y="87085"/>
                </a:lnTo>
                <a:lnTo>
                  <a:pt x="644699" y="93646"/>
                </a:lnTo>
                <a:lnTo>
                  <a:pt x="644507" y="106525"/>
                </a:lnTo>
                <a:lnTo>
                  <a:pt x="643508" y="117950"/>
                </a:lnTo>
                <a:lnTo>
                  <a:pt x="644052" y="122228"/>
                </a:lnTo>
                <a:lnTo>
                  <a:pt x="645335" y="122337"/>
                </a:lnTo>
                <a:lnTo>
                  <a:pt x="650508" y="119316"/>
                </a:lnTo>
                <a:lnTo>
                  <a:pt x="652498" y="114781"/>
                </a:lnTo>
                <a:lnTo>
                  <a:pt x="654485" y="113521"/>
                </a:lnTo>
                <a:lnTo>
                  <a:pt x="658173" y="112984"/>
                </a:lnTo>
                <a:lnTo>
                  <a:pt x="660745" y="115621"/>
                </a:lnTo>
                <a:lnTo>
                  <a:pt x="661512" y="117406"/>
                </a:lnTo>
                <a:lnTo>
                  <a:pt x="661012" y="118836"/>
                </a:lnTo>
                <a:lnTo>
                  <a:pt x="659326" y="119821"/>
                </a:lnTo>
                <a:lnTo>
                  <a:pt x="656535" y="120269"/>
                </a:lnTo>
                <a:lnTo>
                  <a:pt x="651616" y="120120"/>
                </a:lnTo>
                <a:lnTo>
                  <a:pt x="650906" y="124905"/>
                </a:lnTo>
                <a:lnTo>
                  <a:pt x="650459" y="125857"/>
                </a:lnTo>
                <a:lnTo>
                  <a:pt x="649616" y="126432"/>
                </a:lnTo>
                <a:lnTo>
                  <a:pt x="646471" y="126376"/>
                </a:lnTo>
                <a:lnTo>
                  <a:pt x="643094" y="124400"/>
                </a:lnTo>
                <a:lnTo>
                  <a:pt x="642455" y="124749"/>
                </a:lnTo>
                <a:lnTo>
                  <a:pt x="641717" y="126175"/>
                </a:lnTo>
                <a:lnTo>
                  <a:pt x="640494" y="133710"/>
                </a:lnTo>
                <a:lnTo>
                  <a:pt x="640623" y="144950"/>
                </a:lnTo>
                <a:lnTo>
                  <a:pt x="638432" y="150216"/>
                </a:lnTo>
                <a:lnTo>
                  <a:pt x="636983" y="156003"/>
                </a:lnTo>
                <a:lnTo>
                  <a:pt x="634722" y="171964"/>
                </a:lnTo>
                <a:lnTo>
                  <a:pt x="632819" y="179677"/>
                </a:lnTo>
                <a:lnTo>
                  <a:pt x="631275" y="193823"/>
                </a:lnTo>
                <a:lnTo>
                  <a:pt x="629920" y="198565"/>
                </a:lnTo>
                <a:lnTo>
                  <a:pt x="632438" y="200226"/>
                </a:lnTo>
                <a:lnTo>
                  <a:pt x="634806" y="199942"/>
                </a:lnTo>
                <a:lnTo>
                  <a:pt x="653255" y="186656"/>
                </a:lnTo>
                <a:lnTo>
                  <a:pt x="655283" y="185639"/>
                </a:lnTo>
                <a:lnTo>
                  <a:pt x="656624" y="185474"/>
                </a:lnTo>
                <a:lnTo>
                  <a:pt x="659292" y="186401"/>
                </a:lnTo>
                <a:lnTo>
                  <a:pt x="664990" y="190778"/>
                </a:lnTo>
                <a:lnTo>
                  <a:pt x="669998" y="193906"/>
                </a:lnTo>
                <a:lnTo>
                  <a:pt x="671358" y="195351"/>
                </a:lnTo>
                <a:lnTo>
                  <a:pt x="676762" y="199323"/>
                </a:lnTo>
                <a:lnTo>
                  <a:pt x="678214" y="200112"/>
                </a:lnTo>
                <a:lnTo>
                  <a:pt x="680140" y="200427"/>
                </a:lnTo>
                <a:lnTo>
                  <a:pt x="681540" y="199680"/>
                </a:lnTo>
                <a:lnTo>
                  <a:pt x="682004" y="198556"/>
                </a:lnTo>
                <a:lnTo>
                  <a:pt x="681840" y="193279"/>
                </a:lnTo>
                <a:lnTo>
                  <a:pt x="679074" y="178875"/>
                </a:lnTo>
                <a:lnTo>
                  <a:pt x="677092" y="163052"/>
                </a:lnTo>
                <a:lnTo>
                  <a:pt x="676268" y="160252"/>
                </a:lnTo>
                <a:lnTo>
                  <a:pt x="675254" y="159026"/>
                </a:lnTo>
                <a:lnTo>
                  <a:pt x="674355" y="158764"/>
                </a:lnTo>
                <a:lnTo>
                  <a:pt x="673782" y="159855"/>
                </a:lnTo>
                <a:lnTo>
                  <a:pt x="673312" y="163995"/>
                </a:lnTo>
                <a:lnTo>
                  <a:pt x="669660" y="164543"/>
                </a:lnTo>
                <a:lnTo>
                  <a:pt x="664152" y="161536"/>
                </a:lnTo>
                <a:lnTo>
                  <a:pt x="663137" y="160498"/>
                </a:lnTo>
                <a:lnTo>
                  <a:pt x="663323" y="158696"/>
                </a:lnTo>
                <a:lnTo>
                  <a:pt x="666129" y="155739"/>
                </a:lnTo>
                <a:lnTo>
                  <a:pt x="666321" y="155268"/>
                </a:lnTo>
                <a:lnTo>
                  <a:pt x="665920" y="154798"/>
                </a:lnTo>
                <a:lnTo>
                  <a:pt x="662572" y="154793"/>
                </a:lnTo>
                <a:lnTo>
                  <a:pt x="657988" y="156335"/>
                </a:lnTo>
                <a:lnTo>
                  <a:pt x="656398" y="156441"/>
                </a:lnTo>
                <a:lnTo>
                  <a:pt x="648859" y="153603"/>
                </a:lnTo>
                <a:lnTo>
                  <a:pt x="647855" y="152954"/>
                </a:lnTo>
                <a:lnTo>
                  <a:pt x="647576" y="151731"/>
                </a:lnTo>
                <a:lnTo>
                  <a:pt x="648536" y="149470"/>
                </a:lnTo>
                <a:lnTo>
                  <a:pt x="650811" y="147184"/>
                </a:lnTo>
                <a:lnTo>
                  <a:pt x="654683" y="145058"/>
                </a:lnTo>
                <a:lnTo>
                  <a:pt x="657393" y="144630"/>
                </a:lnTo>
                <a:lnTo>
                  <a:pt x="660825" y="145915"/>
                </a:lnTo>
                <a:lnTo>
                  <a:pt x="664160" y="148069"/>
                </a:lnTo>
                <a:lnTo>
                  <a:pt x="665777" y="149986"/>
                </a:lnTo>
                <a:lnTo>
                  <a:pt x="667588" y="153903"/>
                </a:lnTo>
                <a:lnTo>
                  <a:pt x="673405" y="156125"/>
                </a:lnTo>
                <a:lnTo>
                  <a:pt x="674169" y="155834"/>
                </a:lnTo>
                <a:lnTo>
                  <a:pt x="674567" y="154944"/>
                </a:lnTo>
                <a:lnTo>
                  <a:pt x="674725" y="151759"/>
                </a:lnTo>
                <a:lnTo>
                  <a:pt x="673837" y="144715"/>
                </a:lnTo>
                <a:lnTo>
                  <a:pt x="673767" y="140236"/>
                </a:lnTo>
                <a:lnTo>
                  <a:pt x="672117" y="132209"/>
                </a:lnTo>
                <a:lnTo>
                  <a:pt x="670724" y="127874"/>
                </a:lnTo>
                <a:lnTo>
                  <a:pt x="669377" y="113026"/>
                </a:lnTo>
                <a:lnTo>
                  <a:pt x="667538" y="105256"/>
                </a:lnTo>
                <a:lnTo>
                  <a:pt x="667241" y="99212"/>
                </a:lnTo>
                <a:lnTo>
                  <a:pt x="667533" y="94542"/>
                </a:lnTo>
                <a:lnTo>
                  <a:pt x="667049" y="90351"/>
                </a:lnTo>
                <a:lnTo>
                  <a:pt x="667706" y="87831"/>
                </a:lnTo>
                <a:lnTo>
                  <a:pt x="669341" y="86454"/>
                </a:lnTo>
                <a:lnTo>
                  <a:pt x="672348" y="84924"/>
                </a:lnTo>
                <a:lnTo>
                  <a:pt x="698468" y="84715"/>
                </a:lnTo>
                <a:lnTo>
                  <a:pt x="700698" y="84249"/>
                </a:lnTo>
                <a:lnTo>
                  <a:pt x="701538" y="82945"/>
                </a:lnTo>
                <a:lnTo>
                  <a:pt x="701090" y="82109"/>
                </a:lnTo>
                <a:lnTo>
                  <a:pt x="698762" y="80762"/>
                </a:lnTo>
                <a:lnTo>
                  <a:pt x="691613" y="78278"/>
                </a:lnTo>
                <a:lnTo>
                  <a:pt x="685955" y="76950"/>
                </a:lnTo>
                <a:lnTo>
                  <a:pt x="682112" y="74491"/>
                </a:lnTo>
                <a:lnTo>
                  <a:pt x="674754" y="71760"/>
                </a:lnTo>
                <a:lnTo>
                  <a:pt x="671076" y="69652"/>
                </a:lnTo>
                <a:lnTo>
                  <a:pt x="668902" y="67767"/>
                </a:lnTo>
                <a:lnTo>
                  <a:pt x="668753" y="67243"/>
                </a:lnTo>
                <a:lnTo>
                  <a:pt x="669196" y="66771"/>
                </a:lnTo>
                <a:lnTo>
                  <a:pt x="671610" y="65593"/>
                </a:lnTo>
                <a:lnTo>
                  <a:pt x="687240" y="65511"/>
                </a:lnTo>
                <a:lnTo>
                  <a:pt x="689131" y="64876"/>
                </a:lnTo>
                <a:lnTo>
                  <a:pt x="689711" y="63789"/>
                </a:lnTo>
                <a:lnTo>
                  <a:pt x="687710" y="61408"/>
                </a:lnTo>
                <a:lnTo>
                  <a:pt x="677212" y="55134"/>
                </a:lnTo>
                <a:lnTo>
                  <a:pt x="673234" y="53186"/>
                </a:lnTo>
                <a:lnTo>
                  <a:pt x="670661" y="51270"/>
                </a:lnTo>
                <a:lnTo>
                  <a:pt x="668235" y="48730"/>
                </a:lnTo>
                <a:lnTo>
                  <a:pt x="666621" y="44871"/>
                </a:lnTo>
                <a:lnTo>
                  <a:pt x="666008" y="37758"/>
                </a:lnTo>
                <a:lnTo>
                  <a:pt x="663967" y="29913"/>
                </a:lnTo>
                <a:lnTo>
                  <a:pt x="662253" y="18776"/>
                </a:lnTo>
                <a:lnTo>
                  <a:pt x="660579" y="11580"/>
                </a:lnTo>
                <a:lnTo>
                  <a:pt x="659716" y="9551"/>
                </a:lnTo>
                <a:lnTo>
                  <a:pt x="658456" y="8359"/>
                </a:lnTo>
                <a:lnTo>
                  <a:pt x="656265" y="8070"/>
                </a:lnTo>
                <a:lnTo>
                  <a:pt x="654316" y="8938"/>
                </a:lnTo>
                <a:close/>
                <a:moveTo>
                  <a:pt x="658366" y="37674"/>
                </a:moveTo>
                <a:lnTo>
                  <a:pt x="657983" y="39530"/>
                </a:lnTo>
                <a:lnTo>
                  <a:pt x="657130" y="39782"/>
                </a:lnTo>
                <a:lnTo>
                  <a:pt x="656159" y="39481"/>
                </a:lnTo>
                <a:lnTo>
                  <a:pt x="655262" y="37879"/>
                </a:lnTo>
                <a:lnTo>
                  <a:pt x="655467" y="36024"/>
                </a:lnTo>
                <a:lnTo>
                  <a:pt x="656368" y="35559"/>
                </a:lnTo>
                <a:lnTo>
                  <a:pt x="657889" y="35793"/>
                </a:lnTo>
                <a:lnTo>
                  <a:pt x="658366" y="37674"/>
                </a:lnTo>
                <a:close/>
                <a:moveTo>
                  <a:pt x="650121" y="54597"/>
                </a:moveTo>
                <a:lnTo>
                  <a:pt x="650881" y="55556"/>
                </a:lnTo>
                <a:lnTo>
                  <a:pt x="650095" y="56871"/>
                </a:lnTo>
                <a:lnTo>
                  <a:pt x="647474" y="57116"/>
                </a:lnTo>
                <a:lnTo>
                  <a:pt x="646375" y="56414"/>
                </a:lnTo>
                <a:lnTo>
                  <a:pt x="646517" y="55701"/>
                </a:lnTo>
                <a:lnTo>
                  <a:pt x="647903" y="54739"/>
                </a:lnTo>
                <a:lnTo>
                  <a:pt x="648964" y="54350"/>
                </a:lnTo>
                <a:lnTo>
                  <a:pt x="650121" y="54597"/>
                </a:lnTo>
                <a:close/>
                <a:moveTo>
                  <a:pt x="673505" y="57441"/>
                </a:moveTo>
                <a:lnTo>
                  <a:pt x="674766" y="58513"/>
                </a:lnTo>
                <a:lnTo>
                  <a:pt x="674711" y="60196"/>
                </a:lnTo>
                <a:lnTo>
                  <a:pt x="672833" y="61266"/>
                </a:lnTo>
                <a:lnTo>
                  <a:pt x="670854" y="61250"/>
                </a:lnTo>
                <a:lnTo>
                  <a:pt x="669232" y="60585"/>
                </a:lnTo>
                <a:lnTo>
                  <a:pt x="667986" y="59362"/>
                </a:lnTo>
                <a:lnTo>
                  <a:pt x="667334" y="57832"/>
                </a:lnTo>
                <a:lnTo>
                  <a:pt x="667286" y="56091"/>
                </a:lnTo>
                <a:lnTo>
                  <a:pt x="670931" y="56592"/>
                </a:lnTo>
                <a:lnTo>
                  <a:pt x="673505" y="57441"/>
                </a:lnTo>
                <a:close/>
                <a:moveTo>
                  <a:pt x="644143" y="57200"/>
                </a:moveTo>
                <a:lnTo>
                  <a:pt x="644551" y="57819"/>
                </a:lnTo>
                <a:lnTo>
                  <a:pt x="644411" y="58632"/>
                </a:lnTo>
                <a:lnTo>
                  <a:pt x="642975" y="60138"/>
                </a:lnTo>
                <a:lnTo>
                  <a:pt x="641259" y="60509"/>
                </a:lnTo>
                <a:lnTo>
                  <a:pt x="639773" y="59894"/>
                </a:lnTo>
                <a:lnTo>
                  <a:pt x="640302" y="58423"/>
                </a:lnTo>
                <a:lnTo>
                  <a:pt x="642010" y="57073"/>
                </a:lnTo>
                <a:lnTo>
                  <a:pt x="642948" y="56771"/>
                </a:lnTo>
                <a:lnTo>
                  <a:pt x="644143" y="57200"/>
                </a:lnTo>
                <a:close/>
                <a:moveTo>
                  <a:pt x="644046" y="74365"/>
                </a:moveTo>
                <a:lnTo>
                  <a:pt x="645087" y="75861"/>
                </a:lnTo>
                <a:lnTo>
                  <a:pt x="644295" y="77080"/>
                </a:lnTo>
                <a:lnTo>
                  <a:pt x="641736" y="77266"/>
                </a:lnTo>
                <a:lnTo>
                  <a:pt x="640549" y="76325"/>
                </a:lnTo>
                <a:lnTo>
                  <a:pt x="640292" y="74659"/>
                </a:lnTo>
                <a:lnTo>
                  <a:pt x="640661" y="73738"/>
                </a:lnTo>
                <a:lnTo>
                  <a:pt x="642366" y="73678"/>
                </a:lnTo>
                <a:lnTo>
                  <a:pt x="644046" y="74365"/>
                </a:lnTo>
                <a:close/>
                <a:moveTo>
                  <a:pt x="671480" y="75329"/>
                </a:moveTo>
                <a:lnTo>
                  <a:pt x="671531" y="76349"/>
                </a:lnTo>
                <a:lnTo>
                  <a:pt x="670721" y="77400"/>
                </a:lnTo>
                <a:lnTo>
                  <a:pt x="669283" y="77653"/>
                </a:lnTo>
                <a:lnTo>
                  <a:pt x="668513" y="77148"/>
                </a:lnTo>
                <a:lnTo>
                  <a:pt x="668369" y="75939"/>
                </a:lnTo>
                <a:lnTo>
                  <a:pt x="669296" y="74823"/>
                </a:lnTo>
                <a:lnTo>
                  <a:pt x="670582" y="74618"/>
                </a:lnTo>
                <a:lnTo>
                  <a:pt x="671480" y="75329"/>
                </a:lnTo>
                <a:close/>
                <a:moveTo>
                  <a:pt x="649929" y="88540"/>
                </a:moveTo>
                <a:lnTo>
                  <a:pt x="649495" y="89504"/>
                </a:lnTo>
                <a:lnTo>
                  <a:pt x="648834" y="89161"/>
                </a:lnTo>
                <a:lnTo>
                  <a:pt x="648609" y="88430"/>
                </a:lnTo>
                <a:lnTo>
                  <a:pt x="649356" y="87581"/>
                </a:lnTo>
                <a:lnTo>
                  <a:pt x="649929" y="88540"/>
                </a:lnTo>
                <a:close/>
                <a:moveTo>
                  <a:pt x="659957" y="92204"/>
                </a:moveTo>
                <a:lnTo>
                  <a:pt x="660839" y="93363"/>
                </a:lnTo>
                <a:lnTo>
                  <a:pt x="660974" y="94866"/>
                </a:lnTo>
                <a:lnTo>
                  <a:pt x="660370" y="96354"/>
                </a:lnTo>
                <a:lnTo>
                  <a:pt x="659254" y="97293"/>
                </a:lnTo>
                <a:lnTo>
                  <a:pt x="657086" y="97538"/>
                </a:lnTo>
                <a:lnTo>
                  <a:pt x="654904" y="97035"/>
                </a:lnTo>
                <a:lnTo>
                  <a:pt x="653319" y="96270"/>
                </a:lnTo>
                <a:lnTo>
                  <a:pt x="652562" y="95103"/>
                </a:lnTo>
                <a:lnTo>
                  <a:pt x="652677" y="92927"/>
                </a:lnTo>
                <a:lnTo>
                  <a:pt x="654337" y="91875"/>
                </a:lnTo>
                <a:lnTo>
                  <a:pt x="657780" y="91525"/>
                </a:lnTo>
                <a:lnTo>
                  <a:pt x="659957" y="92204"/>
                </a:lnTo>
                <a:close/>
                <a:moveTo>
                  <a:pt x="650411" y="109561"/>
                </a:moveTo>
                <a:lnTo>
                  <a:pt x="650772" y="110415"/>
                </a:lnTo>
                <a:lnTo>
                  <a:pt x="650039" y="111228"/>
                </a:lnTo>
                <a:lnTo>
                  <a:pt x="649125" y="111447"/>
                </a:lnTo>
                <a:lnTo>
                  <a:pt x="648157" y="110869"/>
                </a:lnTo>
                <a:lnTo>
                  <a:pt x="648039" y="109842"/>
                </a:lnTo>
                <a:lnTo>
                  <a:pt x="648543" y="108967"/>
                </a:lnTo>
                <a:lnTo>
                  <a:pt x="649422" y="108842"/>
                </a:lnTo>
                <a:lnTo>
                  <a:pt x="650411" y="109561"/>
                </a:lnTo>
                <a:close/>
                <a:moveTo>
                  <a:pt x="666707" y="109609"/>
                </a:moveTo>
                <a:lnTo>
                  <a:pt x="665237" y="110628"/>
                </a:lnTo>
                <a:lnTo>
                  <a:pt x="664183" y="110532"/>
                </a:lnTo>
                <a:lnTo>
                  <a:pt x="663911" y="110091"/>
                </a:lnTo>
                <a:lnTo>
                  <a:pt x="664164" y="109217"/>
                </a:lnTo>
                <a:lnTo>
                  <a:pt x="665009" y="108832"/>
                </a:lnTo>
                <a:lnTo>
                  <a:pt x="666468" y="108911"/>
                </a:lnTo>
                <a:lnTo>
                  <a:pt x="666707" y="109609"/>
                </a:lnTo>
                <a:close/>
                <a:moveTo>
                  <a:pt x="666466" y="121229"/>
                </a:moveTo>
                <a:lnTo>
                  <a:pt x="667446" y="123145"/>
                </a:lnTo>
                <a:lnTo>
                  <a:pt x="667595" y="124776"/>
                </a:lnTo>
                <a:lnTo>
                  <a:pt x="666530" y="126694"/>
                </a:lnTo>
                <a:lnTo>
                  <a:pt x="663037" y="128588"/>
                </a:lnTo>
                <a:lnTo>
                  <a:pt x="664379" y="132535"/>
                </a:lnTo>
                <a:lnTo>
                  <a:pt x="663560" y="134554"/>
                </a:lnTo>
                <a:lnTo>
                  <a:pt x="660445" y="136446"/>
                </a:lnTo>
                <a:lnTo>
                  <a:pt x="657565" y="137453"/>
                </a:lnTo>
                <a:lnTo>
                  <a:pt x="655124" y="136516"/>
                </a:lnTo>
                <a:lnTo>
                  <a:pt x="651570" y="133917"/>
                </a:lnTo>
                <a:lnTo>
                  <a:pt x="651178" y="131999"/>
                </a:lnTo>
                <a:lnTo>
                  <a:pt x="653289" y="128873"/>
                </a:lnTo>
                <a:lnTo>
                  <a:pt x="656105" y="127421"/>
                </a:lnTo>
                <a:lnTo>
                  <a:pt x="661941" y="126947"/>
                </a:lnTo>
                <a:lnTo>
                  <a:pt x="663477" y="120988"/>
                </a:lnTo>
                <a:lnTo>
                  <a:pt x="664917" y="120403"/>
                </a:lnTo>
                <a:lnTo>
                  <a:pt x="666466" y="121229"/>
                </a:lnTo>
                <a:close/>
                <a:moveTo>
                  <a:pt x="648964" y="137911"/>
                </a:moveTo>
                <a:lnTo>
                  <a:pt x="651113" y="140123"/>
                </a:lnTo>
                <a:lnTo>
                  <a:pt x="651106" y="141171"/>
                </a:lnTo>
                <a:lnTo>
                  <a:pt x="650374" y="142390"/>
                </a:lnTo>
                <a:lnTo>
                  <a:pt x="646096" y="146204"/>
                </a:lnTo>
                <a:lnTo>
                  <a:pt x="644903" y="146249"/>
                </a:lnTo>
                <a:lnTo>
                  <a:pt x="643181" y="145362"/>
                </a:lnTo>
                <a:lnTo>
                  <a:pt x="642510" y="144492"/>
                </a:lnTo>
                <a:lnTo>
                  <a:pt x="642419" y="142539"/>
                </a:lnTo>
                <a:lnTo>
                  <a:pt x="643064" y="138888"/>
                </a:lnTo>
                <a:lnTo>
                  <a:pt x="643924" y="137074"/>
                </a:lnTo>
                <a:lnTo>
                  <a:pt x="644486" y="136573"/>
                </a:lnTo>
                <a:lnTo>
                  <a:pt x="645919" y="136355"/>
                </a:lnTo>
                <a:lnTo>
                  <a:pt x="648964" y="137911"/>
                </a:lnTo>
                <a:close/>
                <a:moveTo>
                  <a:pt x="670564" y="137332"/>
                </a:moveTo>
                <a:lnTo>
                  <a:pt x="671149" y="140193"/>
                </a:lnTo>
                <a:lnTo>
                  <a:pt x="670845" y="144062"/>
                </a:lnTo>
                <a:lnTo>
                  <a:pt x="670057" y="145415"/>
                </a:lnTo>
                <a:lnTo>
                  <a:pt x="668278" y="145820"/>
                </a:lnTo>
                <a:lnTo>
                  <a:pt x="663706" y="142454"/>
                </a:lnTo>
                <a:lnTo>
                  <a:pt x="662874" y="141141"/>
                </a:lnTo>
                <a:lnTo>
                  <a:pt x="662772" y="139777"/>
                </a:lnTo>
                <a:lnTo>
                  <a:pt x="663595" y="138423"/>
                </a:lnTo>
                <a:lnTo>
                  <a:pt x="665892" y="137253"/>
                </a:lnTo>
                <a:lnTo>
                  <a:pt x="668626" y="136795"/>
                </a:lnTo>
                <a:lnTo>
                  <a:pt x="670564" y="137332"/>
                </a:lnTo>
                <a:close/>
                <a:moveTo>
                  <a:pt x="645589" y="156136"/>
                </a:moveTo>
                <a:lnTo>
                  <a:pt x="649157" y="159897"/>
                </a:lnTo>
                <a:lnTo>
                  <a:pt x="646873" y="161675"/>
                </a:lnTo>
                <a:lnTo>
                  <a:pt x="641588" y="163465"/>
                </a:lnTo>
                <a:lnTo>
                  <a:pt x="640428" y="161876"/>
                </a:lnTo>
                <a:lnTo>
                  <a:pt x="640006" y="160507"/>
                </a:lnTo>
                <a:lnTo>
                  <a:pt x="639800" y="158034"/>
                </a:lnTo>
                <a:lnTo>
                  <a:pt x="640140" y="156029"/>
                </a:lnTo>
                <a:lnTo>
                  <a:pt x="640704" y="155414"/>
                </a:lnTo>
                <a:lnTo>
                  <a:pt x="642111" y="155095"/>
                </a:lnTo>
                <a:lnTo>
                  <a:pt x="645589" y="156136"/>
                </a:lnTo>
                <a:close/>
                <a:moveTo>
                  <a:pt x="660005" y="163995"/>
                </a:moveTo>
                <a:lnTo>
                  <a:pt x="665581" y="166732"/>
                </a:lnTo>
                <a:lnTo>
                  <a:pt x="666568" y="168098"/>
                </a:lnTo>
                <a:lnTo>
                  <a:pt x="666668" y="170566"/>
                </a:lnTo>
                <a:lnTo>
                  <a:pt x="664971" y="172674"/>
                </a:lnTo>
                <a:lnTo>
                  <a:pt x="660151" y="176232"/>
                </a:lnTo>
                <a:lnTo>
                  <a:pt x="657122" y="177614"/>
                </a:lnTo>
                <a:lnTo>
                  <a:pt x="654380" y="177414"/>
                </a:lnTo>
                <a:lnTo>
                  <a:pt x="652749" y="176393"/>
                </a:lnTo>
                <a:lnTo>
                  <a:pt x="647458" y="171916"/>
                </a:lnTo>
                <a:lnTo>
                  <a:pt x="645171" y="168294"/>
                </a:lnTo>
                <a:lnTo>
                  <a:pt x="645175" y="167372"/>
                </a:lnTo>
                <a:lnTo>
                  <a:pt x="645784" y="166634"/>
                </a:lnTo>
                <a:lnTo>
                  <a:pt x="653891" y="162486"/>
                </a:lnTo>
                <a:lnTo>
                  <a:pt x="656374" y="162387"/>
                </a:lnTo>
                <a:lnTo>
                  <a:pt x="660005" y="163995"/>
                </a:lnTo>
                <a:close/>
                <a:moveTo>
                  <a:pt x="644288" y="175036"/>
                </a:moveTo>
                <a:lnTo>
                  <a:pt x="649309" y="179122"/>
                </a:lnTo>
                <a:lnTo>
                  <a:pt x="650603" y="181441"/>
                </a:lnTo>
                <a:lnTo>
                  <a:pt x="650652" y="183040"/>
                </a:lnTo>
                <a:lnTo>
                  <a:pt x="649798" y="184001"/>
                </a:lnTo>
                <a:lnTo>
                  <a:pt x="646886" y="185662"/>
                </a:lnTo>
                <a:lnTo>
                  <a:pt x="640552" y="190384"/>
                </a:lnTo>
                <a:lnTo>
                  <a:pt x="638502" y="191618"/>
                </a:lnTo>
                <a:lnTo>
                  <a:pt x="637679" y="191566"/>
                </a:lnTo>
                <a:lnTo>
                  <a:pt x="636892" y="190450"/>
                </a:lnTo>
                <a:lnTo>
                  <a:pt x="636449" y="187250"/>
                </a:lnTo>
                <a:lnTo>
                  <a:pt x="637935" y="179032"/>
                </a:lnTo>
                <a:lnTo>
                  <a:pt x="638086" y="175892"/>
                </a:lnTo>
                <a:lnTo>
                  <a:pt x="639503" y="174186"/>
                </a:lnTo>
                <a:lnTo>
                  <a:pt x="641059" y="173467"/>
                </a:lnTo>
                <a:lnTo>
                  <a:pt x="642641" y="173753"/>
                </a:lnTo>
                <a:lnTo>
                  <a:pt x="644288" y="175036"/>
                </a:lnTo>
                <a:close/>
                <a:moveTo>
                  <a:pt x="673698" y="174554"/>
                </a:moveTo>
                <a:lnTo>
                  <a:pt x="674484" y="178158"/>
                </a:lnTo>
                <a:lnTo>
                  <a:pt x="675172" y="189141"/>
                </a:lnTo>
                <a:lnTo>
                  <a:pt x="674894" y="190935"/>
                </a:lnTo>
                <a:lnTo>
                  <a:pt x="673215" y="191608"/>
                </a:lnTo>
                <a:lnTo>
                  <a:pt x="671332" y="190683"/>
                </a:lnTo>
                <a:lnTo>
                  <a:pt x="666150" y="186140"/>
                </a:lnTo>
                <a:lnTo>
                  <a:pt x="663285" y="184336"/>
                </a:lnTo>
                <a:lnTo>
                  <a:pt x="662633" y="182370"/>
                </a:lnTo>
                <a:lnTo>
                  <a:pt x="663454" y="180346"/>
                </a:lnTo>
                <a:lnTo>
                  <a:pt x="668680" y="175912"/>
                </a:lnTo>
                <a:lnTo>
                  <a:pt x="672204" y="173879"/>
                </a:lnTo>
                <a:lnTo>
                  <a:pt x="673698" y="174554"/>
                </a:lnTo>
                <a:close/>
                <a:moveTo>
                  <a:pt x="322120" y="11300"/>
                </a:moveTo>
                <a:lnTo>
                  <a:pt x="320780" y="12225"/>
                </a:lnTo>
                <a:lnTo>
                  <a:pt x="319992" y="13963"/>
                </a:lnTo>
                <a:lnTo>
                  <a:pt x="318620" y="23022"/>
                </a:lnTo>
                <a:lnTo>
                  <a:pt x="316436" y="32985"/>
                </a:lnTo>
                <a:lnTo>
                  <a:pt x="315068" y="43607"/>
                </a:lnTo>
                <a:lnTo>
                  <a:pt x="313347" y="50860"/>
                </a:lnTo>
                <a:lnTo>
                  <a:pt x="311483" y="62283"/>
                </a:lnTo>
                <a:lnTo>
                  <a:pt x="310598" y="64264"/>
                </a:lnTo>
                <a:lnTo>
                  <a:pt x="308317" y="66874"/>
                </a:lnTo>
                <a:lnTo>
                  <a:pt x="306271" y="68255"/>
                </a:lnTo>
                <a:lnTo>
                  <a:pt x="301261" y="70284"/>
                </a:lnTo>
                <a:lnTo>
                  <a:pt x="296974" y="72754"/>
                </a:lnTo>
                <a:lnTo>
                  <a:pt x="284517" y="77829"/>
                </a:lnTo>
                <a:lnTo>
                  <a:pt x="282525" y="79286"/>
                </a:lnTo>
                <a:lnTo>
                  <a:pt x="281113" y="81568"/>
                </a:lnTo>
                <a:lnTo>
                  <a:pt x="281517" y="82775"/>
                </a:lnTo>
                <a:lnTo>
                  <a:pt x="284348" y="83547"/>
                </a:lnTo>
                <a:lnTo>
                  <a:pt x="308021" y="84971"/>
                </a:lnTo>
                <a:lnTo>
                  <a:pt x="310546" y="85972"/>
                </a:lnTo>
                <a:lnTo>
                  <a:pt x="311416" y="86804"/>
                </a:lnTo>
                <a:lnTo>
                  <a:pt x="311408" y="87737"/>
                </a:lnTo>
                <a:lnTo>
                  <a:pt x="308941" y="90414"/>
                </a:lnTo>
                <a:lnTo>
                  <a:pt x="306122" y="92083"/>
                </a:lnTo>
                <a:lnTo>
                  <a:pt x="297940" y="95488"/>
                </a:lnTo>
                <a:lnTo>
                  <a:pt x="291956" y="97345"/>
                </a:lnTo>
                <a:lnTo>
                  <a:pt x="286921" y="99549"/>
                </a:lnTo>
                <a:lnTo>
                  <a:pt x="270719" y="105274"/>
                </a:lnTo>
                <a:lnTo>
                  <a:pt x="267086" y="107243"/>
                </a:lnTo>
                <a:lnTo>
                  <a:pt x="266058" y="108122"/>
                </a:lnTo>
                <a:lnTo>
                  <a:pt x="265544" y="109687"/>
                </a:lnTo>
                <a:lnTo>
                  <a:pt x="266835" y="110697"/>
                </a:lnTo>
                <a:lnTo>
                  <a:pt x="270235" y="110983"/>
                </a:lnTo>
                <a:lnTo>
                  <a:pt x="304576" y="111441"/>
                </a:lnTo>
                <a:lnTo>
                  <a:pt x="307975" y="112157"/>
                </a:lnTo>
                <a:lnTo>
                  <a:pt x="309198" y="113032"/>
                </a:lnTo>
                <a:lnTo>
                  <a:pt x="309700" y="114260"/>
                </a:lnTo>
                <a:lnTo>
                  <a:pt x="309983" y="121248"/>
                </a:lnTo>
                <a:lnTo>
                  <a:pt x="309108" y="128918"/>
                </a:lnTo>
                <a:lnTo>
                  <a:pt x="307525" y="155496"/>
                </a:lnTo>
                <a:lnTo>
                  <a:pt x="305583" y="160665"/>
                </a:lnTo>
                <a:lnTo>
                  <a:pt x="303681" y="178137"/>
                </a:lnTo>
                <a:lnTo>
                  <a:pt x="301282" y="187090"/>
                </a:lnTo>
                <a:lnTo>
                  <a:pt x="299766" y="201512"/>
                </a:lnTo>
                <a:lnTo>
                  <a:pt x="297548" y="210642"/>
                </a:lnTo>
                <a:lnTo>
                  <a:pt x="295855" y="224986"/>
                </a:lnTo>
                <a:lnTo>
                  <a:pt x="293643" y="235146"/>
                </a:lnTo>
                <a:lnTo>
                  <a:pt x="291240" y="254038"/>
                </a:lnTo>
                <a:lnTo>
                  <a:pt x="289911" y="259107"/>
                </a:lnTo>
                <a:lnTo>
                  <a:pt x="289881" y="261497"/>
                </a:lnTo>
                <a:lnTo>
                  <a:pt x="290395" y="262834"/>
                </a:lnTo>
                <a:lnTo>
                  <a:pt x="292120" y="263446"/>
                </a:lnTo>
                <a:lnTo>
                  <a:pt x="295397" y="262325"/>
                </a:lnTo>
                <a:lnTo>
                  <a:pt x="314938" y="248753"/>
                </a:lnTo>
                <a:lnTo>
                  <a:pt x="321329" y="243812"/>
                </a:lnTo>
                <a:lnTo>
                  <a:pt x="323144" y="243042"/>
                </a:lnTo>
                <a:lnTo>
                  <a:pt x="324901" y="242883"/>
                </a:lnTo>
                <a:lnTo>
                  <a:pt x="327402" y="243800"/>
                </a:lnTo>
                <a:lnTo>
                  <a:pt x="341652" y="254710"/>
                </a:lnTo>
                <a:lnTo>
                  <a:pt x="351859" y="261941"/>
                </a:lnTo>
                <a:lnTo>
                  <a:pt x="354393" y="263244"/>
                </a:lnTo>
                <a:lnTo>
                  <a:pt x="356289" y="263454"/>
                </a:lnTo>
                <a:lnTo>
                  <a:pt x="357171" y="262979"/>
                </a:lnTo>
                <a:lnTo>
                  <a:pt x="357583" y="261991"/>
                </a:lnTo>
                <a:lnTo>
                  <a:pt x="357591" y="257737"/>
                </a:lnTo>
                <a:lnTo>
                  <a:pt x="355267" y="243564"/>
                </a:lnTo>
                <a:lnTo>
                  <a:pt x="353733" y="230515"/>
                </a:lnTo>
                <a:lnTo>
                  <a:pt x="351641" y="220470"/>
                </a:lnTo>
                <a:lnTo>
                  <a:pt x="349730" y="204646"/>
                </a:lnTo>
                <a:lnTo>
                  <a:pt x="347255" y="193136"/>
                </a:lnTo>
                <a:lnTo>
                  <a:pt x="345853" y="181117"/>
                </a:lnTo>
                <a:lnTo>
                  <a:pt x="343316" y="166576"/>
                </a:lnTo>
                <a:lnTo>
                  <a:pt x="341755" y="152785"/>
                </a:lnTo>
                <a:lnTo>
                  <a:pt x="341049" y="149933"/>
                </a:lnTo>
                <a:lnTo>
                  <a:pt x="339452" y="146836"/>
                </a:lnTo>
                <a:lnTo>
                  <a:pt x="339079" y="144534"/>
                </a:lnTo>
                <a:lnTo>
                  <a:pt x="338609" y="113900"/>
                </a:lnTo>
                <a:lnTo>
                  <a:pt x="340872" y="112088"/>
                </a:lnTo>
                <a:lnTo>
                  <a:pt x="344672" y="111459"/>
                </a:lnTo>
                <a:lnTo>
                  <a:pt x="381147" y="111733"/>
                </a:lnTo>
                <a:lnTo>
                  <a:pt x="382550" y="111210"/>
                </a:lnTo>
                <a:lnTo>
                  <a:pt x="383575" y="109350"/>
                </a:lnTo>
                <a:lnTo>
                  <a:pt x="381646" y="107861"/>
                </a:lnTo>
                <a:lnTo>
                  <a:pt x="376374" y="105301"/>
                </a:lnTo>
                <a:lnTo>
                  <a:pt x="365203" y="100693"/>
                </a:lnTo>
                <a:lnTo>
                  <a:pt x="350012" y="95259"/>
                </a:lnTo>
                <a:lnTo>
                  <a:pt x="341612" y="91704"/>
                </a:lnTo>
                <a:lnTo>
                  <a:pt x="339809" y="90147"/>
                </a:lnTo>
                <a:lnTo>
                  <a:pt x="339563" y="87207"/>
                </a:lnTo>
                <a:lnTo>
                  <a:pt x="340109" y="86261"/>
                </a:lnTo>
                <a:lnTo>
                  <a:pt x="341282" y="85692"/>
                </a:lnTo>
                <a:lnTo>
                  <a:pt x="350276" y="85272"/>
                </a:lnTo>
                <a:lnTo>
                  <a:pt x="365415" y="86542"/>
                </a:lnTo>
                <a:lnTo>
                  <a:pt x="367345" y="85695"/>
                </a:lnTo>
                <a:lnTo>
                  <a:pt x="368195" y="84573"/>
                </a:lnTo>
                <a:lnTo>
                  <a:pt x="368348" y="83534"/>
                </a:lnTo>
                <a:lnTo>
                  <a:pt x="366417" y="81438"/>
                </a:lnTo>
                <a:lnTo>
                  <a:pt x="358329" y="77083"/>
                </a:lnTo>
                <a:lnTo>
                  <a:pt x="346833" y="69830"/>
                </a:lnTo>
                <a:lnTo>
                  <a:pt x="342749" y="67801"/>
                </a:lnTo>
                <a:lnTo>
                  <a:pt x="339047" y="64456"/>
                </a:lnTo>
                <a:lnTo>
                  <a:pt x="338570" y="63384"/>
                </a:lnTo>
                <a:lnTo>
                  <a:pt x="338187" y="58978"/>
                </a:lnTo>
                <a:lnTo>
                  <a:pt x="336380" y="51508"/>
                </a:lnTo>
                <a:lnTo>
                  <a:pt x="334256" y="38217"/>
                </a:lnTo>
                <a:lnTo>
                  <a:pt x="331973" y="28236"/>
                </a:lnTo>
                <a:lnTo>
                  <a:pt x="329750" y="15314"/>
                </a:lnTo>
                <a:lnTo>
                  <a:pt x="328482" y="12571"/>
                </a:lnTo>
                <a:lnTo>
                  <a:pt x="326321" y="10887"/>
                </a:lnTo>
                <a:lnTo>
                  <a:pt x="324354" y="10496"/>
                </a:lnTo>
                <a:lnTo>
                  <a:pt x="322120" y="11300"/>
                </a:lnTo>
                <a:close/>
                <a:moveTo>
                  <a:pt x="326363" y="34250"/>
                </a:moveTo>
                <a:lnTo>
                  <a:pt x="326809" y="35608"/>
                </a:lnTo>
                <a:lnTo>
                  <a:pt x="326519" y="37319"/>
                </a:lnTo>
                <a:lnTo>
                  <a:pt x="324964" y="37674"/>
                </a:lnTo>
                <a:lnTo>
                  <a:pt x="323423" y="37340"/>
                </a:lnTo>
                <a:lnTo>
                  <a:pt x="323131" y="35792"/>
                </a:lnTo>
                <a:lnTo>
                  <a:pt x="323818" y="34289"/>
                </a:lnTo>
                <a:lnTo>
                  <a:pt x="325088" y="33650"/>
                </a:lnTo>
                <a:lnTo>
                  <a:pt x="326363" y="34250"/>
                </a:lnTo>
                <a:close/>
                <a:moveTo>
                  <a:pt x="326989" y="46931"/>
                </a:moveTo>
                <a:lnTo>
                  <a:pt x="327839" y="49203"/>
                </a:lnTo>
                <a:lnTo>
                  <a:pt x="327568" y="52090"/>
                </a:lnTo>
                <a:lnTo>
                  <a:pt x="325416" y="52861"/>
                </a:lnTo>
                <a:lnTo>
                  <a:pt x="322650" y="52475"/>
                </a:lnTo>
                <a:lnTo>
                  <a:pt x="321577" y="50232"/>
                </a:lnTo>
                <a:lnTo>
                  <a:pt x="321725" y="48031"/>
                </a:lnTo>
                <a:lnTo>
                  <a:pt x="322282" y="46872"/>
                </a:lnTo>
                <a:lnTo>
                  <a:pt x="324382" y="46129"/>
                </a:lnTo>
                <a:lnTo>
                  <a:pt x="326989" y="46931"/>
                </a:lnTo>
                <a:close/>
                <a:moveTo>
                  <a:pt x="319179" y="55031"/>
                </a:moveTo>
                <a:lnTo>
                  <a:pt x="319534" y="56234"/>
                </a:lnTo>
                <a:lnTo>
                  <a:pt x="319050" y="57416"/>
                </a:lnTo>
                <a:lnTo>
                  <a:pt x="318010" y="58061"/>
                </a:lnTo>
                <a:lnTo>
                  <a:pt x="316858" y="57775"/>
                </a:lnTo>
                <a:lnTo>
                  <a:pt x="316369" y="55951"/>
                </a:lnTo>
                <a:lnTo>
                  <a:pt x="316915" y="54694"/>
                </a:lnTo>
                <a:lnTo>
                  <a:pt x="317997" y="54312"/>
                </a:lnTo>
                <a:lnTo>
                  <a:pt x="319179" y="55031"/>
                </a:lnTo>
                <a:close/>
                <a:moveTo>
                  <a:pt x="332871" y="55899"/>
                </a:moveTo>
                <a:lnTo>
                  <a:pt x="333788" y="56574"/>
                </a:lnTo>
                <a:lnTo>
                  <a:pt x="332335" y="56965"/>
                </a:lnTo>
                <a:lnTo>
                  <a:pt x="330954" y="56568"/>
                </a:lnTo>
                <a:lnTo>
                  <a:pt x="330268" y="55754"/>
                </a:lnTo>
                <a:lnTo>
                  <a:pt x="331190" y="55302"/>
                </a:lnTo>
                <a:lnTo>
                  <a:pt x="332871" y="55899"/>
                </a:lnTo>
                <a:close/>
                <a:moveTo>
                  <a:pt x="327375" y="61781"/>
                </a:moveTo>
                <a:lnTo>
                  <a:pt x="328116" y="63685"/>
                </a:lnTo>
                <a:lnTo>
                  <a:pt x="327301" y="64666"/>
                </a:lnTo>
                <a:lnTo>
                  <a:pt x="325674" y="65483"/>
                </a:lnTo>
                <a:lnTo>
                  <a:pt x="324436" y="65503"/>
                </a:lnTo>
                <a:lnTo>
                  <a:pt x="322587" y="64839"/>
                </a:lnTo>
                <a:lnTo>
                  <a:pt x="321204" y="63131"/>
                </a:lnTo>
                <a:lnTo>
                  <a:pt x="321535" y="61893"/>
                </a:lnTo>
                <a:lnTo>
                  <a:pt x="323458" y="60828"/>
                </a:lnTo>
                <a:lnTo>
                  <a:pt x="325979" y="60935"/>
                </a:lnTo>
                <a:lnTo>
                  <a:pt x="327375" y="61781"/>
                </a:lnTo>
                <a:close/>
                <a:moveTo>
                  <a:pt x="334029" y="71279"/>
                </a:moveTo>
                <a:lnTo>
                  <a:pt x="334614" y="73168"/>
                </a:lnTo>
                <a:lnTo>
                  <a:pt x="334246" y="75354"/>
                </a:lnTo>
                <a:lnTo>
                  <a:pt x="333363" y="76090"/>
                </a:lnTo>
                <a:lnTo>
                  <a:pt x="332166" y="75930"/>
                </a:lnTo>
                <a:lnTo>
                  <a:pt x="330945" y="74757"/>
                </a:lnTo>
                <a:lnTo>
                  <a:pt x="330971" y="72646"/>
                </a:lnTo>
                <a:lnTo>
                  <a:pt x="332333" y="71004"/>
                </a:lnTo>
                <a:lnTo>
                  <a:pt x="333206" y="70851"/>
                </a:lnTo>
                <a:lnTo>
                  <a:pt x="334029" y="71279"/>
                </a:lnTo>
                <a:close/>
                <a:moveTo>
                  <a:pt x="318407" y="72774"/>
                </a:moveTo>
                <a:lnTo>
                  <a:pt x="318565" y="74355"/>
                </a:lnTo>
                <a:lnTo>
                  <a:pt x="317277" y="75329"/>
                </a:lnTo>
                <a:lnTo>
                  <a:pt x="314708" y="74877"/>
                </a:lnTo>
                <a:lnTo>
                  <a:pt x="313113" y="73765"/>
                </a:lnTo>
                <a:lnTo>
                  <a:pt x="314031" y="71866"/>
                </a:lnTo>
                <a:lnTo>
                  <a:pt x="315620" y="71166"/>
                </a:lnTo>
                <a:lnTo>
                  <a:pt x="317297" y="71492"/>
                </a:lnTo>
                <a:lnTo>
                  <a:pt x="318407" y="72774"/>
                </a:lnTo>
                <a:close/>
                <a:moveTo>
                  <a:pt x="343864" y="73738"/>
                </a:moveTo>
                <a:lnTo>
                  <a:pt x="350210" y="77862"/>
                </a:lnTo>
                <a:lnTo>
                  <a:pt x="350962" y="78791"/>
                </a:lnTo>
                <a:lnTo>
                  <a:pt x="350736" y="79735"/>
                </a:lnTo>
                <a:lnTo>
                  <a:pt x="349367" y="80446"/>
                </a:lnTo>
                <a:lnTo>
                  <a:pt x="345786" y="80764"/>
                </a:lnTo>
                <a:lnTo>
                  <a:pt x="342279" y="80518"/>
                </a:lnTo>
                <a:lnTo>
                  <a:pt x="340085" y="79716"/>
                </a:lnTo>
                <a:lnTo>
                  <a:pt x="339317" y="78736"/>
                </a:lnTo>
                <a:lnTo>
                  <a:pt x="338983" y="77303"/>
                </a:lnTo>
                <a:lnTo>
                  <a:pt x="339380" y="73754"/>
                </a:lnTo>
                <a:lnTo>
                  <a:pt x="340696" y="72699"/>
                </a:lnTo>
                <a:lnTo>
                  <a:pt x="343864" y="73738"/>
                </a:lnTo>
                <a:close/>
                <a:moveTo>
                  <a:pt x="309584" y="73690"/>
                </a:moveTo>
                <a:lnTo>
                  <a:pt x="311072" y="74353"/>
                </a:lnTo>
                <a:lnTo>
                  <a:pt x="311285" y="75196"/>
                </a:lnTo>
                <a:lnTo>
                  <a:pt x="309584" y="76775"/>
                </a:lnTo>
                <a:lnTo>
                  <a:pt x="307370" y="77889"/>
                </a:lnTo>
                <a:lnTo>
                  <a:pt x="305269" y="78351"/>
                </a:lnTo>
                <a:lnTo>
                  <a:pt x="303499" y="78178"/>
                </a:lnTo>
                <a:lnTo>
                  <a:pt x="301940" y="76770"/>
                </a:lnTo>
                <a:lnTo>
                  <a:pt x="301927" y="75296"/>
                </a:lnTo>
                <a:lnTo>
                  <a:pt x="303360" y="73745"/>
                </a:lnTo>
                <a:lnTo>
                  <a:pt x="306079" y="73163"/>
                </a:lnTo>
                <a:lnTo>
                  <a:pt x="309584" y="73690"/>
                </a:lnTo>
                <a:close/>
                <a:moveTo>
                  <a:pt x="334029" y="88395"/>
                </a:moveTo>
                <a:lnTo>
                  <a:pt x="333212" y="90233"/>
                </a:lnTo>
                <a:lnTo>
                  <a:pt x="332244" y="90490"/>
                </a:lnTo>
                <a:lnTo>
                  <a:pt x="331680" y="90010"/>
                </a:lnTo>
                <a:lnTo>
                  <a:pt x="331450" y="88343"/>
                </a:lnTo>
                <a:lnTo>
                  <a:pt x="332529" y="86792"/>
                </a:lnTo>
                <a:lnTo>
                  <a:pt x="333893" y="86795"/>
                </a:lnTo>
                <a:lnTo>
                  <a:pt x="334029" y="88395"/>
                </a:lnTo>
                <a:close/>
                <a:moveTo>
                  <a:pt x="317636" y="88732"/>
                </a:moveTo>
                <a:lnTo>
                  <a:pt x="317577" y="89780"/>
                </a:lnTo>
                <a:lnTo>
                  <a:pt x="317011" y="90243"/>
                </a:lnTo>
                <a:lnTo>
                  <a:pt x="315804" y="89745"/>
                </a:lnTo>
                <a:lnTo>
                  <a:pt x="315158" y="88780"/>
                </a:lnTo>
                <a:lnTo>
                  <a:pt x="315650" y="87976"/>
                </a:lnTo>
                <a:lnTo>
                  <a:pt x="316455" y="87695"/>
                </a:lnTo>
                <a:lnTo>
                  <a:pt x="317208" y="87965"/>
                </a:lnTo>
                <a:lnTo>
                  <a:pt x="317636" y="88732"/>
                </a:lnTo>
                <a:close/>
                <a:moveTo>
                  <a:pt x="326411" y="96977"/>
                </a:moveTo>
                <a:lnTo>
                  <a:pt x="326773" y="98220"/>
                </a:lnTo>
                <a:lnTo>
                  <a:pt x="325857" y="99028"/>
                </a:lnTo>
                <a:lnTo>
                  <a:pt x="323165" y="98942"/>
                </a:lnTo>
                <a:lnTo>
                  <a:pt x="322103" y="98127"/>
                </a:lnTo>
                <a:lnTo>
                  <a:pt x="322421" y="97104"/>
                </a:lnTo>
                <a:lnTo>
                  <a:pt x="323843" y="96405"/>
                </a:lnTo>
                <a:lnTo>
                  <a:pt x="325552" y="96448"/>
                </a:lnTo>
                <a:lnTo>
                  <a:pt x="326411" y="96977"/>
                </a:lnTo>
                <a:close/>
                <a:moveTo>
                  <a:pt x="310066" y="98182"/>
                </a:moveTo>
                <a:lnTo>
                  <a:pt x="310973" y="99816"/>
                </a:lnTo>
                <a:lnTo>
                  <a:pt x="311145" y="101137"/>
                </a:lnTo>
                <a:lnTo>
                  <a:pt x="310006" y="102558"/>
                </a:lnTo>
                <a:lnTo>
                  <a:pt x="305625" y="103394"/>
                </a:lnTo>
                <a:lnTo>
                  <a:pt x="303913" y="102811"/>
                </a:lnTo>
                <a:lnTo>
                  <a:pt x="303196" y="101987"/>
                </a:lnTo>
                <a:lnTo>
                  <a:pt x="302910" y="98733"/>
                </a:lnTo>
                <a:lnTo>
                  <a:pt x="304067" y="97139"/>
                </a:lnTo>
                <a:lnTo>
                  <a:pt x="308209" y="96984"/>
                </a:lnTo>
                <a:lnTo>
                  <a:pt x="310066" y="98182"/>
                </a:lnTo>
                <a:close/>
                <a:moveTo>
                  <a:pt x="345262" y="98616"/>
                </a:moveTo>
                <a:lnTo>
                  <a:pt x="346666" y="100980"/>
                </a:lnTo>
                <a:lnTo>
                  <a:pt x="346143" y="102853"/>
                </a:lnTo>
                <a:lnTo>
                  <a:pt x="344536" y="103632"/>
                </a:lnTo>
                <a:lnTo>
                  <a:pt x="342514" y="103942"/>
                </a:lnTo>
                <a:lnTo>
                  <a:pt x="339525" y="103390"/>
                </a:lnTo>
                <a:lnTo>
                  <a:pt x="338952" y="100690"/>
                </a:lnTo>
                <a:lnTo>
                  <a:pt x="339718" y="97990"/>
                </a:lnTo>
                <a:lnTo>
                  <a:pt x="340619" y="97402"/>
                </a:lnTo>
                <a:lnTo>
                  <a:pt x="342346" y="97218"/>
                </a:lnTo>
                <a:lnTo>
                  <a:pt x="345262" y="98616"/>
                </a:lnTo>
                <a:close/>
                <a:moveTo>
                  <a:pt x="334559" y="100786"/>
                </a:moveTo>
                <a:lnTo>
                  <a:pt x="335017" y="102384"/>
                </a:lnTo>
                <a:lnTo>
                  <a:pt x="334597" y="103839"/>
                </a:lnTo>
                <a:lnTo>
                  <a:pt x="333311" y="104499"/>
                </a:lnTo>
                <a:lnTo>
                  <a:pt x="331882" y="104117"/>
                </a:lnTo>
                <a:lnTo>
                  <a:pt x="331060" y="102538"/>
                </a:lnTo>
                <a:lnTo>
                  <a:pt x="331549" y="100783"/>
                </a:lnTo>
                <a:lnTo>
                  <a:pt x="332966" y="100011"/>
                </a:lnTo>
                <a:lnTo>
                  <a:pt x="334559" y="100786"/>
                </a:lnTo>
                <a:close/>
                <a:moveTo>
                  <a:pt x="317250" y="102281"/>
                </a:moveTo>
                <a:lnTo>
                  <a:pt x="316641" y="102994"/>
                </a:lnTo>
                <a:lnTo>
                  <a:pt x="315828" y="102648"/>
                </a:lnTo>
                <a:lnTo>
                  <a:pt x="316614" y="101577"/>
                </a:lnTo>
                <a:lnTo>
                  <a:pt x="317250" y="102281"/>
                </a:lnTo>
                <a:close/>
                <a:moveTo>
                  <a:pt x="361993" y="104499"/>
                </a:moveTo>
                <a:lnTo>
                  <a:pt x="363517" y="105392"/>
                </a:lnTo>
                <a:lnTo>
                  <a:pt x="363771" y="106053"/>
                </a:lnTo>
                <a:lnTo>
                  <a:pt x="363417" y="106704"/>
                </a:lnTo>
                <a:lnTo>
                  <a:pt x="361074" y="107658"/>
                </a:lnTo>
                <a:lnTo>
                  <a:pt x="359880" y="107418"/>
                </a:lnTo>
                <a:lnTo>
                  <a:pt x="359040" y="106722"/>
                </a:lnTo>
                <a:lnTo>
                  <a:pt x="358808" y="105328"/>
                </a:lnTo>
                <a:lnTo>
                  <a:pt x="359582" y="104499"/>
                </a:lnTo>
                <a:lnTo>
                  <a:pt x="360450" y="103968"/>
                </a:lnTo>
                <a:lnTo>
                  <a:pt x="361993" y="104499"/>
                </a:lnTo>
                <a:close/>
                <a:moveTo>
                  <a:pt x="334704" y="113949"/>
                </a:moveTo>
                <a:lnTo>
                  <a:pt x="335519" y="115800"/>
                </a:lnTo>
                <a:lnTo>
                  <a:pt x="335050" y="118602"/>
                </a:lnTo>
                <a:lnTo>
                  <a:pt x="333252" y="119779"/>
                </a:lnTo>
                <a:lnTo>
                  <a:pt x="331143" y="119529"/>
                </a:lnTo>
                <a:lnTo>
                  <a:pt x="330284" y="117576"/>
                </a:lnTo>
                <a:lnTo>
                  <a:pt x="330974" y="114835"/>
                </a:lnTo>
                <a:lnTo>
                  <a:pt x="332956" y="113189"/>
                </a:lnTo>
                <a:lnTo>
                  <a:pt x="334704" y="113949"/>
                </a:lnTo>
                <a:close/>
                <a:moveTo>
                  <a:pt x="318696" y="115588"/>
                </a:moveTo>
                <a:lnTo>
                  <a:pt x="319110" y="117536"/>
                </a:lnTo>
                <a:lnTo>
                  <a:pt x="318148" y="118674"/>
                </a:lnTo>
                <a:lnTo>
                  <a:pt x="316913" y="118840"/>
                </a:lnTo>
                <a:lnTo>
                  <a:pt x="315321" y="118432"/>
                </a:lnTo>
                <a:lnTo>
                  <a:pt x="313664" y="117028"/>
                </a:lnTo>
                <a:lnTo>
                  <a:pt x="314029" y="115752"/>
                </a:lnTo>
                <a:lnTo>
                  <a:pt x="315826" y="114706"/>
                </a:lnTo>
                <a:lnTo>
                  <a:pt x="317744" y="114776"/>
                </a:lnTo>
                <a:lnTo>
                  <a:pt x="318696" y="115588"/>
                </a:lnTo>
                <a:close/>
                <a:moveTo>
                  <a:pt x="328773" y="121566"/>
                </a:moveTo>
                <a:lnTo>
                  <a:pt x="330545" y="124147"/>
                </a:lnTo>
                <a:lnTo>
                  <a:pt x="330750" y="125460"/>
                </a:lnTo>
                <a:lnTo>
                  <a:pt x="330168" y="126507"/>
                </a:lnTo>
                <a:lnTo>
                  <a:pt x="328794" y="127339"/>
                </a:lnTo>
                <a:lnTo>
                  <a:pt x="326088" y="128130"/>
                </a:lnTo>
                <a:lnTo>
                  <a:pt x="323995" y="128219"/>
                </a:lnTo>
                <a:lnTo>
                  <a:pt x="319752" y="127463"/>
                </a:lnTo>
                <a:lnTo>
                  <a:pt x="318100" y="126532"/>
                </a:lnTo>
                <a:lnTo>
                  <a:pt x="317892" y="125564"/>
                </a:lnTo>
                <a:lnTo>
                  <a:pt x="318696" y="123254"/>
                </a:lnTo>
                <a:lnTo>
                  <a:pt x="319850" y="121194"/>
                </a:lnTo>
                <a:lnTo>
                  <a:pt x="321154" y="120213"/>
                </a:lnTo>
                <a:lnTo>
                  <a:pt x="327279" y="119879"/>
                </a:lnTo>
                <a:lnTo>
                  <a:pt x="328773" y="121566"/>
                </a:lnTo>
                <a:close/>
                <a:moveTo>
                  <a:pt x="334655" y="128943"/>
                </a:moveTo>
                <a:lnTo>
                  <a:pt x="335704" y="131185"/>
                </a:lnTo>
                <a:lnTo>
                  <a:pt x="335089" y="133572"/>
                </a:lnTo>
                <a:lnTo>
                  <a:pt x="333135" y="134333"/>
                </a:lnTo>
                <a:lnTo>
                  <a:pt x="331189" y="133927"/>
                </a:lnTo>
                <a:lnTo>
                  <a:pt x="330497" y="132170"/>
                </a:lnTo>
                <a:lnTo>
                  <a:pt x="331832" y="128979"/>
                </a:lnTo>
                <a:lnTo>
                  <a:pt x="333058" y="128146"/>
                </a:lnTo>
                <a:lnTo>
                  <a:pt x="334655" y="128943"/>
                </a:lnTo>
                <a:close/>
                <a:moveTo>
                  <a:pt x="316527" y="129522"/>
                </a:moveTo>
                <a:lnTo>
                  <a:pt x="318256" y="131251"/>
                </a:lnTo>
                <a:lnTo>
                  <a:pt x="318432" y="132552"/>
                </a:lnTo>
                <a:lnTo>
                  <a:pt x="318070" y="133234"/>
                </a:lnTo>
                <a:lnTo>
                  <a:pt x="315231" y="133939"/>
                </a:lnTo>
                <a:lnTo>
                  <a:pt x="312573" y="133090"/>
                </a:lnTo>
                <a:lnTo>
                  <a:pt x="312001" y="131511"/>
                </a:lnTo>
                <a:lnTo>
                  <a:pt x="313220" y="129714"/>
                </a:lnTo>
                <a:lnTo>
                  <a:pt x="314429" y="129112"/>
                </a:lnTo>
                <a:lnTo>
                  <a:pt x="316527" y="129522"/>
                </a:lnTo>
                <a:close/>
                <a:moveTo>
                  <a:pt x="316768" y="142781"/>
                </a:moveTo>
                <a:lnTo>
                  <a:pt x="318136" y="144144"/>
                </a:lnTo>
                <a:lnTo>
                  <a:pt x="317626" y="145655"/>
                </a:lnTo>
                <a:lnTo>
                  <a:pt x="315160" y="147094"/>
                </a:lnTo>
                <a:lnTo>
                  <a:pt x="313940" y="147228"/>
                </a:lnTo>
                <a:lnTo>
                  <a:pt x="313037" y="146817"/>
                </a:lnTo>
                <a:lnTo>
                  <a:pt x="312333" y="145211"/>
                </a:lnTo>
                <a:lnTo>
                  <a:pt x="312751" y="142769"/>
                </a:lnTo>
                <a:lnTo>
                  <a:pt x="314630" y="142093"/>
                </a:lnTo>
                <a:lnTo>
                  <a:pt x="316768" y="142781"/>
                </a:lnTo>
                <a:close/>
                <a:moveTo>
                  <a:pt x="335475" y="142829"/>
                </a:moveTo>
                <a:lnTo>
                  <a:pt x="336142" y="143496"/>
                </a:lnTo>
                <a:lnTo>
                  <a:pt x="336409" y="144631"/>
                </a:lnTo>
                <a:lnTo>
                  <a:pt x="334993" y="146397"/>
                </a:lnTo>
                <a:lnTo>
                  <a:pt x="333196" y="146792"/>
                </a:lnTo>
                <a:lnTo>
                  <a:pt x="331923" y="146125"/>
                </a:lnTo>
                <a:lnTo>
                  <a:pt x="331055" y="145072"/>
                </a:lnTo>
                <a:lnTo>
                  <a:pt x="330871" y="143461"/>
                </a:lnTo>
                <a:lnTo>
                  <a:pt x="331840" y="142298"/>
                </a:lnTo>
                <a:lnTo>
                  <a:pt x="333620" y="142115"/>
                </a:lnTo>
                <a:lnTo>
                  <a:pt x="335475" y="142829"/>
                </a:lnTo>
                <a:close/>
                <a:moveTo>
                  <a:pt x="328966" y="149579"/>
                </a:moveTo>
                <a:lnTo>
                  <a:pt x="331651" y="151573"/>
                </a:lnTo>
                <a:lnTo>
                  <a:pt x="331962" y="153658"/>
                </a:lnTo>
                <a:lnTo>
                  <a:pt x="330834" y="155233"/>
                </a:lnTo>
                <a:lnTo>
                  <a:pt x="328629" y="157052"/>
                </a:lnTo>
                <a:lnTo>
                  <a:pt x="325414" y="158447"/>
                </a:lnTo>
                <a:lnTo>
                  <a:pt x="322123" y="158159"/>
                </a:lnTo>
                <a:lnTo>
                  <a:pt x="320030" y="157064"/>
                </a:lnTo>
                <a:lnTo>
                  <a:pt x="317420" y="154412"/>
                </a:lnTo>
                <a:lnTo>
                  <a:pt x="316378" y="152502"/>
                </a:lnTo>
                <a:lnTo>
                  <a:pt x="316618" y="151547"/>
                </a:lnTo>
                <a:lnTo>
                  <a:pt x="317664" y="150633"/>
                </a:lnTo>
                <a:lnTo>
                  <a:pt x="322646" y="148242"/>
                </a:lnTo>
                <a:lnTo>
                  <a:pt x="325108" y="148051"/>
                </a:lnTo>
                <a:lnTo>
                  <a:pt x="328966" y="149579"/>
                </a:lnTo>
                <a:close/>
                <a:moveTo>
                  <a:pt x="316527" y="158257"/>
                </a:moveTo>
                <a:lnTo>
                  <a:pt x="318202" y="160837"/>
                </a:lnTo>
                <a:lnTo>
                  <a:pt x="318474" y="162713"/>
                </a:lnTo>
                <a:lnTo>
                  <a:pt x="318108" y="163879"/>
                </a:lnTo>
                <a:lnTo>
                  <a:pt x="311561" y="168093"/>
                </a:lnTo>
                <a:lnTo>
                  <a:pt x="309808" y="168428"/>
                </a:lnTo>
                <a:lnTo>
                  <a:pt x="308853" y="167072"/>
                </a:lnTo>
                <a:lnTo>
                  <a:pt x="308731" y="164646"/>
                </a:lnTo>
                <a:lnTo>
                  <a:pt x="310187" y="160364"/>
                </a:lnTo>
                <a:lnTo>
                  <a:pt x="311613" y="158587"/>
                </a:lnTo>
                <a:lnTo>
                  <a:pt x="313159" y="157657"/>
                </a:lnTo>
                <a:lnTo>
                  <a:pt x="314811" y="157545"/>
                </a:lnTo>
                <a:lnTo>
                  <a:pt x="316527" y="158257"/>
                </a:lnTo>
                <a:close/>
                <a:moveTo>
                  <a:pt x="337982" y="158209"/>
                </a:moveTo>
                <a:lnTo>
                  <a:pt x="338999" y="161910"/>
                </a:lnTo>
                <a:lnTo>
                  <a:pt x="339341" y="166034"/>
                </a:lnTo>
                <a:lnTo>
                  <a:pt x="338146" y="168055"/>
                </a:lnTo>
                <a:lnTo>
                  <a:pt x="336729" y="168523"/>
                </a:lnTo>
                <a:lnTo>
                  <a:pt x="331632" y="164646"/>
                </a:lnTo>
                <a:lnTo>
                  <a:pt x="331106" y="163874"/>
                </a:lnTo>
                <a:lnTo>
                  <a:pt x="330991" y="162387"/>
                </a:lnTo>
                <a:lnTo>
                  <a:pt x="331697" y="160235"/>
                </a:lnTo>
                <a:lnTo>
                  <a:pt x="333636" y="158310"/>
                </a:lnTo>
                <a:lnTo>
                  <a:pt x="336059" y="157499"/>
                </a:lnTo>
                <a:lnTo>
                  <a:pt x="337982" y="158209"/>
                </a:lnTo>
                <a:close/>
                <a:moveTo>
                  <a:pt x="328773" y="167322"/>
                </a:moveTo>
                <a:lnTo>
                  <a:pt x="333355" y="170124"/>
                </a:lnTo>
                <a:lnTo>
                  <a:pt x="334935" y="171591"/>
                </a:lnTo>
                <a:lnTo>
                  <a:pt x="335650" y="174132"/>
                </a:lnTo>
                <a:lnTo>
                  <a:pt x="334287" y="176429"/>
                </a:lnTo>
                <a:lnTo>
                  <a:pt x="328139" y="180373"/>
                </a:lnTo>
                <a:lnTo>
                  <a:pt x="325477" y="180918"/>
                </a:lnTo>
                <a:lnTo>
                  <a:pt x="322984" y="180161"/>
                </a:lnTo>
                <a:lnTo>
                  <a:pt x="316732" y="175627"/>
                </a:lnTo>
                <a:lnTo>
                  <a:pt x="316296" y="173926"/>
                </a:lnTo>
                <a:lnTo>
                  <a:pt x="316650" y="171519"/>
                </a:lnTo>
                <a:lnTo>
                  <a:pt x="321059" y="168045"/>
                </a:lnTo>
                <a:lnTo>
                  <a:pt x="322917" y="166901"/>
                </a:lnTo>
                <a:lnTo>
                  <a:pt x="325458" y="166110"/>
                </a:lnTo>
                <a:lnTo>
                  <a:pt x="327610" y="166453"/>
                </a:lnTo>
                <a:lnTo>
                  <a:pt x="328773" y="167322"/>
                </a:lnTo>
                <a:close/>
                <a:moveTo>
                  <a:pt x="312043" y="179134"/>
                </a:moveTo>
                <a:lnTo>
                  <a:pt x="316199" y="181919"/>
                </a:lnTo>
                <a:lnTo>
                  <a:pt x="317607" y="183319"/>
                </a:lnTo>
                <a:lnTo>
                  <a:pt x="318160" y="184842"/>
                </a:lnTo>
                <a:lnTo>
                  <a:pt x="317851" y="186358"/>
                </a:lnTo>
                <a:lnTo>
                  <a:pt x="316673" y="187741"/>
                </a:lnTo>
                <a:lnTo>
                  <a:pt x="310668" y="191802"/>
                </a:lnTo>
                <a:lnTo>
                  <a:pt x="307544" y="193159"/>
                </a:lnTo>
                <a:lnTo>
                  <a:pt x="305777" y="193322"/>
                </a:lnTo>
                <a:lnTo>
                  <a:pt x="305025" y="192456"/>
                </a:lnTo>
                <a:lnTo>
                  <a:pt x="304787" y="189738"/>
                </a:lnTo>
                <a:lnTo>
                  <a:pt x="305594" y="184135"/>
                </a:lnTo>
                <a:lnTo>
                  <a:pt x="306672" y="180726"/>
                </a:lnTo>
                <a:lnTo>
                  <a:pt x="307993" y="178652"/>
                </a:lnTo>
                <a:lnTo>
                  <a:pt x="309214" y="177894"/>
                </a:lnTo>
                <a:lnTo>
                  <a:pt x="310263" y="177895"/>
                </a:lnTo>
                <a:lnTo>
                  <a:pt x="312043" y="179134"/>
                </a:lnTo>
                <a:close/>
                <a:moveTo>
                  <a:pt x="342177" y="178797"/>
                </a:moveTo>
                <a:lnTo>
                  <a:pt x="342789" y="182664"/>
                </a:lnTo>
                <a:lnTo>
                  <a:pt x="343286" y="191670"/>
                </a:lnTo>
                <a:lnTo>
                  <a:pt x="340831" y="192620"/>
                </a:lnTo>
                <a:lnTo>
                  <a:pt x="332992" y="187303"/>
                </a:lnTo>
                <a:lnTo>
                  <a:pt x="332102" y="186136"/>
                </a:lnTo>
                <a:lnTo>
                  <a:pt x="331714" y="184052"/>
                </a:lnTo>
                <a:lnTo>
                  <a:pt x="332640" y="182154"/>
                </a:lnTo>
                <a:lnTo>
                  <a:pt x="336313" y="179508"/>
                </a:lnTo>
                <a:lnTo>
                  <a:pt x="340441" y="178242"/>
                </a:lnTo>
                <a:lnTo>
                  <a:pt x="342177" y="178797"/>
                </a:lnTo>
                <a:close/>
                <a:moveTo>
                  <a:pt x="328870" y="190609"/>
                </a:moveTo>
                <a:lnTo>
                  <a:pt x="337164" y="196565"/>
                </a:lnTo>
                <a:lnTo>
                  <a:pt x="338814" y="198462"/>
                </a:lnTo>
                <a:lnTo>
                  <a:pt x="338199" y="199877"/>
                </a:lnTo>
                <a:lnTo>
                  <a:pt x="331097" y="203707"/>
                </a:lnTo>
                <a:lnTo>
                  <a:pt x="325616" y="205897"/>
                </a:lnTo>
                <a:lnTo>
                  <a:pt x="323803" y="206108"/>
                </a:lnTo>
                <a:lnTo>
                  <a:pt x="316289" y="202887"/>
                </a:lnTo>
                <a:lnTo>
                  <a:pt x="312856" y="200612"/>
                </a:lnTo>
                <a:lnTo>
                  <a:pt x="311292" y="199022"/>
                </a:lnTo>
                <a:lnTo>
                  <a:pt x="311320" y="197793"/>
                </a:lnTo>
                <a:lnTo>
                  <a:pt x="312483" y="196617"/>
                </a:lnTo>
                <a:lnTo>
                  <a:pt x="322955" y="189054"/>
                </a:lnTo>
                <a:lnTo>
                  <a:pt x="325382" y="188789"/>
                </a:lnTo>
                <a:lnTo>
                  <a:pt x="328870" y="190609"/>
                </a:lnTo>
                <a:close/>
                <a:moveTo>
                  <a:pt x="309439" y="204206"/>
                </a:moveTo>
                <a:lnTo>
                  <a:pt x="314299" y="207872"/>
                </a:lnTo>
                <a:lnTo>
                  <a:pt x="315694" y="209607"/>
                </a:lnTo>
                <a:lnTo>
                  <a:pt x="315660" y="210430"/>
                </a:lnTo>
                <a:lnTo>
                  <a:pt x="314543" y="211304"/>
                </a:lnTo>
                <a:lnTo>
                  <a:pt x="310325" y="212969"/>
                </a:lnTo>
                <a:lnTo>
                  <a:pt x="306296" y="215171"/>
                </a:lnTo>
                <a:lnTo>
                  <a:pt x="304977" y="215264"/>
                </a:lnTo>
                <a:lnTo>
                  <a:pt x="303034" y="214510"/>
                </a:lnTo>
                <a:lnTo>
                  <a:pt x="302157" y="213378"/>
                </a:lnTo>
                <a:lnTo>
                  <a:pt x="302082" y="211470"/>
                </a:lnTo>
                <a:lnTo>
                  <a:pt x="303312" y="206805"/>
                </a:lnTo>
                <a:lnTo>
                  <a:pt x="304690" y="203661"/>
                </a:lnTo>
                <a:lnTo>
                  <a:pt x="306444" y="202979"/>
                </a:lnTo>
                <a:lnTo>
                  <a:pt x="309439" y="204206"/>
                </a:lnTo>
                <a:close/>
                <a:moveTo>
                  <a:pt x="344443" y="204399"/>
                </a:moveTo>
                <a:lnTo>
                  <a:pt x="345583" y="206447"/>
                </a:lnTo>
                <a:lnTo>
                  <a:pt x="346414" y="211028"/>
                </a:lnTo>
                <a:lnTo>
                  <a:pt x="346086" y="215348"/>
                </a:lnTo>
                <a:lnTo>
                  <a:pt x="345166" y="216934"/>
                </a:lnTo>
                <a:lnTo>
                  <a:pt x="343637" y="216938"/>
                </a:lnTo>
                <a:lnTo>
                  <a:pt x="340127" y="215553"/>
                </a:lnTo>
                <a:lnTo>
                  <a:pt x="331995" y="210406"/>
                </a:lnTo>
                <a:lnTo>
                  <a:pt x="331823" y="209696"/>
                </a:lnTo>
                <a:lnTo>
                  <a:pt x="332544" y="208383"/>
                </a:lnTo>
                <a:lnTo>
                  <a:pt x="337496" y="204518"/>
                </a:lnTo>
                <a:lnTo>
                  <a:pt x="339863" y="203561"/>
                </a:lnTo>
                <a:lnTo>
                  <a:pt x="341975" y="203327"/>
                </a:lnTo>
                <a:lnTo>
                  <a:pt x="344443" y="204399"/>
                </a:lnTo>
                <a:close/>
                <a:moveTo>
                  <a:pt x="329786" y="215584"/>
                </a:moveTo>
                <a:lnTo>
                  <a:pt x="338097" y="220321"/>
                </a:lnTo>
                <a:lnTo>
                  <a:pt x="339210" y="221322"/>
                </a:lnTo>
                <a:lnTo>
                  <a:pt x="339328" y="222461"/>
                </a:lnTo>
                <a:lnTo>
                  <a:pt x="338350" y="224317"/>
                </a:lnTo>
                <a:lnTo>
                  <a:pt x="336291" y="226394"/>
                </a:lnTo>
                <a:lnTo>
                  <a:pt x="325491" y="234133"/>
                </a:lnTo>
                <a:lnTo>
                  <a:pt x="323011" y="233790"/>
                </a:lnTo>
                <a:lnTo>
                  <a:pt x="320396" y="232373"/>
                </a:lnTo>
                <a:lnTo>
                  <a:pt x="310761" y="225058"/>
                </a:lnTo>
                <a:lnTo>
                  <a:pt x="307685" y="221775"/>
                </a:lnTo>
                <a:lnTo>
                  <a:pt x="308055" y="220529"/>
                </a:lnTo>
                <a:lnTo>
                  <a:pt x="310311" y="218823"/>
                </a:lnTo>
                <a:lnTo>
                  <a:pt x="320849" y="213208"/>
                </a:lnTo>
                <a:lnTo>
                  <a:pt x="322544" y="212894"/>
                </a:lnTo>
                <a:lnTo>
                  <a:pt x="324503" y="213170"/>
                </a:lnTo>
                <a:lnTo>
                  <a:pt x="329786" y="215584"/>
                </a:lnTo>
                <a:close/>
                <a:moveTo>
                  <a:pt x="304666" y="227011"/>
                </a:moveTo>
                <a:lnTo>
                  <a:pt x="315811" y="235386"/>
                </a:lnTo>
                <a:lnTo>
                  <a:pt x="317448" y="236972"/>
                </a:lnTo>
                <a:lnTo>
                  <a:pt x="317554" y="238028"/>
                </a:lnTo>
                <a:lnTo>
                  <a:pt x="316453" y="240187"/>
                </a:lnTo>
                <a:lnTo>
                  <a:pt x="314855" y="241752"/>
                </a:lnTo>
                <a:lnTo>
                  <a:pt x="303478" y="250271"/>
                </a:lnTo>
                <a:lnTo>
                  <a:pt x="300004" y="252304"/>
                </a:lnTo>
                <a:lnTo>
                  <a:pt x="298617" y="252623"/>
                </a:lnTo>
                <a:lnTo>
                  <a:pt x="297436" y="251276"/>
                </a:lnTo>
                <a:lnTo>
                  <a:pt x="297247" y="248782"/>
                </a:lnTo>
                <a:lnTo>
                  <a:pt x="298965" y="240728"/>
                </a:lnTo>
                <a:lnTo>
                  <a:pt x="300512" y="228188"/>
                </a:lnTo>
                <a:lnTo>
                  <a:pt x="301698" y="226229"/>
                </a:lnTo>
                <a:lnTo>
                  <a:pt x="302943" y="226187"/>
                </a:lnTo>
                <a:lnTo>
                  <a:pt x="304666" y="227011"/>
                </a:lnTo>
                <a:close/>
                <a:moveTo>
                  <a:pt x="347288" y="228940"/>
                </a:moveTo>
                <a:lnTo>
                  <a:pt x="348214" y="231686"/>
                </a:lnTo>
                <a:lnTo>
                  <a:pt x="349933" y="245905"/>
                </a:lnTo>
                <a:lnTo>
                  <a:pt x="349631" y="251026"/>
                </a:lnTo>
                <a:lnTo>
                  <a:pt x="349216" y="252034"/>
                </a:lnTo>
                <a:lnTo>
                  <a:pt x="348367" y="252399"/>
                </a:lnTo>
                <a:lnTo>
                  <a:pt x="346203" y="251709"/>
                </a:lnTo>
                <a:lnTo>
                  <a:pt x="343977" y="250323"/>
                </a:lnTo>
                <a:lnTo>
                  <a:pt x="331473" y="241090"/>
                </a:lnTo>
                <a:lnTo>
                  <a:pt x="331473" y="236895"/>
                </a:lnTo>
                <a:lnTo>
                  <a:pt x="343834" y="227741"/>
                </a:lnTo>
                <a:lnTo>
                  <a:pt x="345435" y="227554"/>
                </a:lnTo>
                <a:lnTo>
                  <a:pt x="347288" y="228940"/>
                </a:lnTo>
                <a:close/>
                <a:moveTo>
                  <a:pt x="464545" y="82368"/>
                </a:moveTo>
                <a:lnTo>
                  <a:pt x="449711" y="83090"/>
                </a:lnTo>
                <a:lnTo>
                  <a:pt x="406409" y="83600"/>
                </a:lnTo>
                <a:lnTo>
                  <a:pt x="393182" y="85158"/>
                </a:lnTo>
                <a:lnTo>
                  <a:pt x="388982" y="86094"/>
                </a:lnTo>
                <a:lnTo>
                  <a:pt x="388986" y="86537"/>
                </a:lnTo>
                <a:lnTo>
                  <a:pt x="395405" y="88523"/>
                </a:lnTo>
                <a:lnTo>
                  <a:pt x="396484" y="89480"/>
                </a:lnTo>
                <a:lnTo>
                  <a:pt x="396678" y="90691"/>
                </a:lnTo>
                <a:lnTo>
                  <a:pt x="392057" y="99990"/>
                </a:lnTo>
                <a:lnTo>
                  <a:pt x="390840" y="101078"/>
                </a:lnTo>
                <a:lnTo>
                  <a:pt x="387593" y="102546"/>
                </a:lnTo>
                <a:lnTo>
                  <a:pt x="386317" y="104306"/>
                </a:lnTo>
                <a:lnTo>
                  <a:pt x="386343" y="106430"/>
                </a:lnTo>
                <a:lnTo>
                  <a:pt x="388102" y="109262"/>
                </a:lnTo>
                <a:lnTo>
                  <a:pt x="388497" y="110783"/>
                </a:lnTo>
                <a:lnTo>
                  <a:pt x="388345" y="112496"/>
                </a:lnTo>
                <a:lnTo>
                  <a:pt x="387398" y="115048"/>
                </a:lnTo>
                <a:lnTo>
                  <a:pt x="386763" y="115835"/>
                </a:lnTo>
                <a:lnTo>
                  <a:pt x="385563" y="116340"/>
                </a:lnTo>
                <a:lnTo>
                  <a:pt x="371352" y="115612"/>
                </a:lnTo>
                <a:lnTo>
                  <a:pt x="367200" y="116016"/>
                </a:lnTo>
                <a:lnTo>
                  <a:pt x="365684" y="116752"/>
                </a:lnTo>
                <a:lnTo>
                  <a:pt x="364802" y="117961"/>
                </a:lnTo>
                <a:lnTo>
                  <a:pt x="362786" y="122786"/>
                </a:lnTo>
                <a:lnTo>
                  <a:pt x="361378" y="124724"/>
                </a:lnTo>
                <a:lnTo>
                  <a:pt x="359704" y="126130"/>
                </a:lnTo>
                <a:lnTo>
                  <a:pt x="355449" y="127810"/>
                </a:lnTo>
                <a:lnTo>
                  <a:pt x="353802" y="129196"/>
                </a:lnTo>
                <a:lnTo>
                  <a:pt x="352160" y="131838"/>
                </a:lnTo>
                <a:lnTo>
                  <a:pt x="350108" y="137983"/>
                </a:lnTo>
                <a:lnTo>
                  <a:pt x="343105" y="144360"/>
                </a:lnTo>
                <a:lnTo>
                  <a:pt x="342696" y="145359"/>
                </a:lnTo>
                <a:lnTo>
                  <a:pt x="342900" y="146975"/>
                </a:lnTo>
                <a:lnTo>
                  <a:pt x="345791" y="149422"/>
                </a:lnTo>
                <a:lnTo>
                  <a:pt x="349982" y="151691"/>
                </a:lnTo>
                <a:lnTo>
                  <a:pt x="356574" y="154467"/>
                </a:lnTo>
                <a:lnTo>
                  <a:pt x="360751" y="157136"/>
                </a:lnTo>
                <a:lnTo>
                  <a:pt x="364844" y="158348"/>
                </a:lnTo>
                <a:lnTo>
                  <a:pt x="367803" y="160584"/>
                </a:lnTo>
                <a:lnTo>
                  <a:pt x="372754" y="162491"/>
                </a:lnTo>
                <a:lnTo>
                  <a:pt x="387478" y="170879"/>
                </a:lnTo>
                <a:lnTo>
                  <a:pt x="394447" y="174078"/>
                </a:lnTo>
                <a:lnTo>
                  <a:pt x="398606" y="176797"/>
                </a:lnTo>
                <a:lnTo>
                  <a:pt x="429555" y="192392"/>
                </a:lnTo>
                <a:lnTo>
                  <a:pt x="453321" y="203246"/>
                </a:lnTo>
                <a:lnTo>
                  <a:pt x="463669" y="207318"/>
                </a:lnTo>
                <a:lnTo>
                  <a:pt x="504247" y="220590"/>
                </a:lnTo>
                <a:lnTo>
                  <a:pt x="518816" y="226698"/>
                </a:lnTo>
                <a:lnTo>
                  <a:pt x="541163" y="234195"/>
                </a:lnTo>
                <a:lnTo>
                  <a:pt x="548359" y="236190"/>
                </a:lnTo>
                <a:lnTo>
                  <a:pt x="564800" y="241777"/>
                </a:lnTo>
                <a:lnTo>
                  <a:pt x="572273" y="243850"/>
                </a:lnTo>
                <a:lnTo>
                  <a:pt x="589348" y="249620"/>
                </a:lnTo>
                <a:lnTo>
                  <a:pt x="596523" y="251574"/>
                </a:lnTo>
                <a:lnTo>
                  <a:pt x="624917" y="260982"/>
                </a:lnTo>
                <a:lnTo>
                  <a:pt x="657866" y="270995"/>
                </a:lnTo>
                <a:lnTo>
                  <a:pt x="687033" y="280523"/>
                </a:lnTo>
                <a:lnTo>
                  <a:pt x="694726" y="282463"/>
                </a:lnTo>
                <a:lnTo>
                  <a:pt x="700674" y="284720"/>
                </a:lnTo>
                <a:lnTo>
                  <a:pt x="706383" y="285994"/>
                </a:lnTo>
                <a:lnTo>
                  <a:pt x="708259" y="285837"/>
                </a:lnTo>
                <a:lnTo>
                  <a:pt x="709036" y="284737"/>
                </a:lnTo>
                <a:lnTo>
                  <a:pt x="709060" y="283288"/>
                </a:lnTo>
                <a:lnTo>
                  <a:pt x="707185" y="281722"/>
                </a:lnTo>
                <a:lnTo>
                  <a:pt x="702440" y="280505"/>
                </a:lnTo>
                <a:lnTo>
                  <a:pt x="673649" y="270502"/>
                </a:lnTo>
                <a:lnTo>
                  <a:pt x="534835" y="224674"/>
                </a:lnTo>
                <a:lnTo>
                  <a:pt x="459182" y="199120"/>
                </a:lnTo>
                <a:lnTo>
                  <a:pt x="425405" y="184186"/>
                </a:lnTo>
                <a:lnTo>
                  <a:pt x="400076" y="172072"/>
                </a:lnTo>
                <a:lnTo>
                  <a:pt x="399334" y="171146"/>
                </a:lnTo>
                <a:lnTo>
                  <a:pt x="399737" y="170290"/>
                </a:lnTo>
                <a:lnTo>
                  <a:pt x="402388" y="169363"/>
                </a:lnTo>
                <a:lnTo>
                  <a:pt x="407025" y="168913"/>
                </a:lnTo>
                <a:lnTo>
                  <a:pt x="408958" y="166094"/>
                </a:lnTo>
                <a:lnTo>
                  <a:pt x="410822" y="165140"/>
                </a:lnTo>
                <a:lnTo>
                  <a:pt x="413082" y="165538"/>
                </a:lnTo>
                <a:lnTo>
                  <a:pt x="415718" y="167278"/>
                </a:lnTo>
                <a:lnTo>
                  <a:pt x="421489" y="173879"/>
                </a:lnTo>
                <a:lnTo>
                  <a:pt x="428191" y="173252"/>
                </a:lnTo>
                <a:lnTo>
                  <a:pt x="451287" y="184420"/>
                </a:lnTo>
                <a:lnTo>
                  <a:pt x="468775" y="191521"/>
                </a:lnTo>
                <a:lnTo>
                  <a:pt x="495528" y="199290"/>
                </a:lnTo>
                <a:lnTo>
                  <a:pt x="504719" y="201319"/>
                </a:lnTo>
                <a:lnTo>
                  <a:pt x="510481" y="203229"/>
                </a:lnTo>
                <a:lnTo>
                  <a:pt x="519191" y="205054"/>
                </a:lnTo>
                <a:lnTo>
                  <a:pt x="523113" y="206821"/>
                </a:lnTo>
                <a:lnTo>
                  <a:pt x="530609" y="209244"/>
                </a:lnTo>
                <a:lnTo>
                  <a:pt x="534571" y="211255"/>
                </a:lnTo>
                <a:lnTo>
                  <a:pt x="545484" y="215418"/>
                </a:lnTo>
                <a:lnTo>
                  <a:pt x="575960" y="226289"/>
                </a:lnTo>
                <a:lnTo>
                  <a:pt x="604070" y="235655"/>
                </a:lnTo>
                <a:lnTo>
                  <a:pt x="618330" y="239848"/>
                </a:lnTo>
                <a:lnTo>
                  <a:pt x="623585" y="241861"/>
                </a:lnTo>
                <a:lnTo>
                  <a:pt x="650268" y="249916"/>
                </a:lnTo>
                <a:lnTo>
                  <a:pt x="677736" y="257627"/>
                </a:lnTo>
                <a:lnTo>
                  <a:pt x="738371" y="272788"/>
                </a:lnTo>
                <a:lnTo>
                  <a:pt x="776484" y="280930"/>
                </a:lnTo>
                <a:lnTo>
                  <a:pt x="780878" y="280930"/>
                </a:lnTo>
                <a:lnTo>
                  <a:pt x="782286" y="280287"/>
                </a:lnTo>
                <a:lnTo>
                  <a:pt x="783153" y="279349"/>
                </a:lnTo>
                <a:lnTo>
                  <a:pt x="783902" y="276650"/>
                </a:lnTo>
                <a:lnTo>
                  <a:pt x="783386" y="275707"/>
                </a:lnTo>
                <a:lnTo>
                  <a:pt x="782402" y="275296"/>
                </a:lnTo>
                <a:lnTo>
                  <a:pt x="750988" y="268942"/>
                </a:lnTo>
                <a:lnTo>
                  <a:pt x="726339" y="262594"/>
                </a:lnTo>
                <a:lnTo>
                  <a:pt x="686387" y="253427"/>
                </a:lnTo>
                <a:lnTo>
                  <a:pt x="670275" y="249224"/>
                </a:lnTo>
                <a:lnTo>
                  <a:pt x="637509" y="239393"/>
                </a:lnTo>
                <a:lnTo>
                  <a:pt x="579283" y="220273"/>
                </a:lnTo>
                <a:lnTo>
                  <a:pt x="560101" y="214483"/>
                </a:lnTo>
                <a:lnTo>
                  <a:pt x="544063" y="209017"/>
                </a:lnTo>
                <a:lnTo>
                  <a:pt x="537399" y="207470"/>
                </a:lnTo>
                <a:lnTo>
                  <a:pt x="535866" y="206659"/>
                </a:lnTo>
                <a:lnTo>
                  <a:pt x="535588" y="206170"/>
                </a:lnTo>
                <a:lnTo>
                  <a:pt x="536003" y="204985"/>
                </a:lnTo>
                <a:lnTo>
                  <a:pt x="542055" y="200393"/>
                </a:lnTo>
                <a:lnTo>
                  <a:pt x="543128" y="199143"/>
                </a:lnTo>
                <a:lnTo>
                  <a:pt x="543786" y="196779"/>
                </a:lnTo>
                <a:lnTo>
                  <a:pt x="543857" y="190609"/>
                </a:lnTo>
                <a:lnTo>
                  <a:pt x="547996" y="185495"/>
                </a:lnTo>
                <a:lnTo>
                  <a:pt x="548623" y="183361"/>
                </a:lnTo>
                <a:lnTo>
                  <a:pt x="548598" y="179351"/>
                </a:lnTo>
                <a:lnTo>
                  <a:pt x="549616" y="178215"/>
                </a:lnTo>
                <a:lnTo>
                  <a:pt x="551523" y="177768"/>
                </a:lnTo>
                <a:lnTo>
                  <a:pt x="554253" y="178021"/>
                </a:lnTo>
                <a:lnTo>
                  <a:pt x="561950" y="180147"/>
                </a:lnTo>
                <a:lnTo>
                  <a:pt x="571520" y="182124"/>
                </a:lnTo>
                <a:lnTo>
                  <a:pt x="592927" y="188030"/>
                </a:lnTo>
                <a:lnTo>
                  <a:pt x="621604" y="195132"/>
                </a:lnTo>
                <a:lnTo>
                  <a:pt x="623917" y="195430"/>
                </a:lnTo>
                <a:lnTo>
                  <a:pt x="625641" y="195063"/>
                </a:lnTo>
                <a:lnTo>
                  <a:pt x="626612" y="194112"/>
                </a:lnTo>
                <a:lnTo>
                  <a:pt x="626669" y="192657"/>
                </a:lnTo>
                <a:lnTo>
                  <a:pt x="625697" y="190959"/>
                </a:lnTo>
                <a:lnTo>
                  <a:pt x="624098" y="189940"/>
                </a:lnTo>
                <a:lnTo>
                  <a:pt x="610298" y="186336"/>
                </a:lnTo>
                <a:lnTo>
                  <a:pt x="597231" y="183667"/>
                </a:lnTo>
                <a:lnTo>
                  <a:pt x="595421" y="182706"/>
                </a:lnTo>
                <a:lnTo>
                  <a:pt x="594945" y="181567"/>
                </a:lnTo>
                <a:lnTo>
                  <a:pt x="595513" y="180382"/>
                </a:lnTo>
                <a:lnTo>
                  <a:pt x="597046" y="179237"/>
                </a:lnTo>
                <a:lnTo>
                  <a:pt x="605276" y="176133"/>
                </a:lnTo>
                <a:lnTo>
                  <a:pt x="606101" y="174464"/>
                </a:lnTo>
                <a:lnTo>
                  <a:pt x="607221" y="168815"/>
                </a:lnTo>
                <a:lnTo>
                  <a:pt x="609203" y="166803"/>
                </a:lnTo>
                <a:lnTo>
                  <a:pt x="611362" y="166306"/>
                </a:lnTo>
                <a:lnTo>
                  <a:pt x="626277" y="166127"/>
                </a:lnTo>
                <a:lnTo>
                  <a:pt x="630217" y="165588"/>
                </a:lnTo>
                <a:lnTo>
                  <a:pt x="631513" y="164990"/>
                </a:lnTo>
                <a:lnTo>
                  <a:pt x="631987" y="164090"/>
                </a:lnTo>
                <a:lnTo>
                  <a:pt x="631269" y="157448"/>
                </a:lnTo>
                <a:lnTo>
                  <a:pt x="631603" y="154496"/>
                </a:lnTo>
                <a:lnTo>
                  <a:pt x="632718" y="151450"/>
                </a:lnTo>
                <a:lnTo>
                  <a:pt x="635478" y="146474"/>
                </a:lnTo>
                <a:lnTo>
                  <a:pt x="636007" y="143636"/>
                </a:lnTo>
                <a:lnTo>
                  <a:pt x="635450" y="140453"/>
                </a:lnTo>
                <a:lnTo>
                  <a:pt x="633823" y="139236"/>
                </a:lnTo>
                <a:lnTo>
                  <a:pt x="631619" y="139677"/>
                </a:lnTo>
                <a:lnTo>
                  <a:pt x="627161" y="143659"/>
                </a:lnTo>
                <a:lnTo>
                  <a:pt x="621096" y="150760"/>
                </a:lnTo>
                <a:lnTo>
                  <a:pt x="620187" y="152487"/>
                </a:lnTo>
                <a:lnTo>
                  <a:pt x="619602" y="154906"/>
                </a:lnTo>
                <a:lnTo>
                  <a:pt x="617524" y="156890"/>
                </a:lnTo>
                <a:lnTo>
                  <a:pt x="615014" y="157297"/>
                </a:lnTo>
                <a:lnTo>
                  <a:pt x="609788" y="156270"/>
                </a:lnTo>
                <a:lnTo>
                  <a:pt x="606307" y="156166"/>
                </a:lnTo>
                <a:lnTo>
                  <a:pt x="602956" y="156804"/>
                </a:lnTo>
                <a:lnTo>
                  <a:pt x="599120" y="158658"/>
                </a:lnTo>
                <a:lnTo>
                  <a:pt x="597996" y="160541"/>
                </a:lnTo>
                <a:lnTo>
                  <a:pt x="596725" y="166199"/>
                </a:lnTo>
                <a:lnTo>
                  <a:pt x="596164" y="167093"/>
                </a:lnTo>
                <a:lnTo>
                  <a:pt x="595412" y="167350"/>
                </a:lnTo>
                <a:lnTo>
                  <a:pt x="591915" y="165954"/>
                </a:lnTo>
                <a:lnTo>
                  <a:pt x="585754" y="164849"/>
                </a:lnTo>
                <a:lnTo>
                  <a:pt x="581332" y="161777"/>
                </a:lnTo>
                <a:lnTo>
                  <a:pt x="576788" y="160222"/>
                </a:lnTo>
                <a:lnTo>
                  <a:pt x="569799" y="155448"/>
                </a:lnTo>
                <a:lnTo>
                  <a:pt x="563484" y="153224"/>
                </a:lnTo>
                <a:lnTo>
                  <a:pt x="561043" y="153274"/>
                </a:lnTo>
                <a:lnTo>
                  <a:pt x="559021" y="154111"/>
                </a:lnTo>
                <a:lnTo>
                  <a:pt x="549202" y="163204"/>
                </a:lnTo>
                <a:lnTo>
                  <a:pt x="542288" y="167866"/>
                </a:lnTo>
                <a:lnTo>
                  <a:pt x="540420" y="168744"/>
                </a:lnTo>
                <a:lnTo>
                  <a:pt x="538439" y="169088"/>
                </a:lnTo>
                <a:lnTo>
                  <a:pt x="534908" y="168619"/>
                </a:lnTo>
                <a:lnTo>
                  <a:pt x="528755" y="166687"/>
                </a:lnTo>
                <a:lnTo>
                  <a:pt x="518846" y="164598"/>
                </a:lnTo>
                <a:lnTo>
                  <a:pt x="511493" y="162356"/>
                </a:lnTo>
                <a:lnTo>
                  <a:pt x="502843" y="160886"/>
                </a:lnTo>
                <a:lnTo>
                  <a:pt x="496437" y="158843"/>
                </a:lnTo>
                <a:lnTo>
                  <a:pt x="486458" y="157239"/>
                </a:lnTo>
                <a:lnTo>
                  <a:pt x="479681" y="155014"/>
                </a:lnTo>
                <a:lnTo>
                  <a:pt x="470007" y="153745"/>
                </a:lnTo>
                <a:lnTo>
                  <a:pt x="469612" y="154281"/>
                </a:lnTo>
                <a:lnTo>
                  <a:pt x="469843" y="155419"/>
                </a:lnTo>
                <a:lnTo>
                  <a:pt x="471919" y="156721"/>
                </a:lnTo>
                <a:lnTo>
                  <a:pt x="480715" y="158565"/>
                </a:lnTo>
                <a:lnTo>
                  <a:pt x="486653" y="161237"/>
                </a:lnTo>
                <a:lnTo>
                  <a:pt x="494468" y="162609"/>
                </a:lnTo>
                <a:lnTo>
                  <a:pt x="502666" y="165007"/>
                </a:lnTo>
                <a:lnTo>
                  <a:pt x="511554" y="166207"/>
                </a:lnTo>
                <a:lnTo>
                  <a:pt x="516366" y="168866"/>
                </a:lnTo>
                <a:lnTo>
                  <a:pt x="521950" y="169684"/>
                </a:lnTo>
                <a:lnTo>
                  <a:pt x="535021" y="173935"/>
                </a:lnTo>
                <a:lnTo>
                  <a:pt x="535918" y="174513"/>
                </a:lnTo>
                <a:lnTo>
                  <a:pt x="536950" y="176061"/>
                </a:lnTo>
                <a:lnTo>
                  <a:pt x="536563" y="179253"/>
                </a:lnTo>
                <a:lnTo>
                  <a:pt x="532650" y="184928"/>
                </a:lnTo>
                <a:lnTo>
                  <a:pt x="530387" y="186951"/>
                </a:lnTo>
                <a:lnTo>
                  <a:pt x="529831" y="186989"/>
                </a:lnTo>
                <a:lnTo>
                  <a:pt x="528814" y="186175"/>
                </a:lnTo>
                <a:lnTo>
                  <a:pt x="526332" y="182051"/>
                </a:lnTo>
                <a:lnTo>
                  <a:pt x="522186" y="177417"/>
                </a:lnTo>
                <a:lnTo>
                  <a:pt x="518625" y="174510"/>
                </a:lnTo>
                <a:lnTo>
                  <a:pt x="512921" y="170975"/>
                </a:lnTo>
                <a:lnTo>
                  <a:pt x="510774" y="171085"/>
                </a:lnTo>
                <a:lnTo>
                  <a:pt x="504545" y="175102"/>
                </a:lnTo>
                <a:lnTo>
                  <a:pt x="502126" y="175705"/>
                </a:lnTo>
                <a:lnTo>
                  <a:pt x="498909" y="174578"/>
                </a:lnTo>
                <a:lnTo>
                  <a:pt x="491613" y="173649"/>
                </a:lnTo>
                <a:lnTo>
                  <a:pt x="486964" y="171854"/>
                </a:lnTo>
                <a:lnTo>
                  <a:pt x="486877" y="168214"/>
                </a:lnTo>
                <a:lnTo>
                  <a:pt x="486139" y="166671"/>
                </a:lnTo>
                <a:lnTo>
                  <a:pt x="479491" y="162066"/>
                </a:lnTo>
                <a:lnTo>
                  <a:pt x="464020" y="161337"/>
                </a:lnTo>
                <a:lnTo>
                  <a:pt x="458301" y="160739"/>
                </a:lnTo>
                <a:lnTo>
                  <a:pt x="455672" y="160042"/>
                </a:lnTo>
                <a:lnTo>
                  <a:pt x="454202" y="158543"/>
                </a:lnTo>
                <a:lnTo>
                  <a:pt x="453842" y="156523"/>
                </a:lnTo>
                <a:lnTo>
                  <a:pt x="454661" y="154256"/>
                </a:lnTo>
                <a:lnTo>
                  <a:pt x="456227" y="152403"/>
                </a:lnTo>
                <a:lnTo>
                  <a:pt x="457915" y="152005"/>
                </a:lnTo>
                <a:lnTo>
                  <a:pt x="461067" y="152989"/>
                </a:lnTo>
                <a:lnTo>
                  <a:pt x="465735" y="153480"/>
                </a:lnTo>
                <a:lnTo>
                  <a:pt x="467347" y="153101"/>
                </a:lnTo>
                <a:lnTo>
                  <a:pt x="467402" y="152314"/>
                </a:lnTo>
                <a:lnTo>
                  <a:pt x="457762" y="149397"/>
                </a:lnTo>
                <a:lnTo>
                  <a:pt x="447520" y="141101"/>
                </a:lnTo>
                <a:lnTo>
                  <a:pt x="445675" y="140081"/>
                </a:lnTo>
                <a:lnTo>
                  <a:pt x="443974" y="139894"/>
                </a:lnTo>
                <a:lnTo>
                  <a:pt x="439352" y="141284"/>
                </a:lnTo>
                <a:lnTo>
                  <a:pt x="437967" y="141262"/>
                </a:lnTo>
                <a:lnTo>
                  <a:pt x="434808" y="136730"/>
                </a:lnTo>
                <a:lnTo>
                  <a:pt x="431711" y="133473"/>
                </a:lnTo>
                <a:lnTo>
                  <a:pt x="431701" y="131825"/>
                </a:lnTo>
                <a:lnTo>
                  <a:pt x="432709" y="131137"/>
                </a:lnTo>
                <a:lnTo>
                  <a:pt x="437263" y="130578"/>
                </a:lnTo>
                <a:lnTo>
                  <a:pt x="460880" y="129731"/>
                </a:lnTo>
                <a:lnTo>
                  <a:pt x="489982" y="127378"/>
                </a:lnTo>
                <a:lnTo>
                  <a:pt x="503546" y="126022"/>
                </a:lnTo>
                <a:lnTo>
                  <a:pt x="509336" y="123640"/>
                </a:lnTo>
                <a:lnTo>
                  <a:pt x="521998" y="124598"/>
                </a:lnTo>
                <a:lnTo>
                  <a:pt x="530624" y="123459"/>
                </a:lnTo>
                <a:lnTo>
                  <a:pt x="547521" y="122680"/>
                </a:lnTo>
                <a:lnTo>
                  <a:pt x="560065" y="121179"/>
                </a:lnTo>
                <a:lnTo>
                  <a:pt x="568628" y="119539"/>
                </a:lnTo>
                <a:lnTo>
                  <a:pt x="588313" y="118692"/>
                </a:lnTo>
                <a:lnTo>
                  <a:pt x="591855" y="118016"/>
                </a:lnTo>
                <a:lnTo>
                  <a:pt x="593085" y="117136"/>
                </a:lnTo>
                <a:lnTo>
                  <a:pt x="591751" y="116618"/>
                </a:lnTo>
                <a:lnTo>
                  <a:pt x="586757" y="116379"/>
                </a:lnTo>
                <a:lnTo>
                  <a:pt x="568945" y="116795"/>
                </a:lnTo>
                <a:lnTo>
                  <a:pt x="552388" y="118699"/>
                </a:lnTo>
                <a:lnTo>
                  <a:pt x="521120" y="120058"/>
                </a:lnTo>
                <a:lnTo>
                  <a:pt x="512483" y="121546"/>
                </a:lnTo>
                <a:lnTo>
                  <a:pt x="505177" y="121452"/>
                </a:lnTo>
                <a:lnTo>
                  <a:pt x="497819" y="122663"/>
                </a:lnTo>
                <a:lnTo>
                  <a:pt x="454481" y="124577"/>
                </a:lnTo>
                <a:lnTo>
                  <a:pt x="444913" y="126071"/>
                </a:lnTo>
                <a:lnTo>
                  <a:pt x="441498" y="125857"/>
                </a:lnTo>
                <a:lnTo>
                  <a:pt x="438735" y="122704"/>
                </a:lnTo>
                <a:lnTo>
                  <a:pt x="437490" y="121934"/>
                </a:lnTo>
                <a:lnTo>
                  <a:pt x="432397" y="123579"/>
                </a:lnTo>
                <a:lnTo>
                  <a:pt x="431204" y="123634"/>
                </a:lnTo>
                <a:lnTo>
                  <a:pt x="429901" y="123056"/>
                </a:lnTo>
                <a:lnTo>
                  <a:pt x="429154" y="121213"/>
                </a:lnTo>
                <a:lnTo>
                  <a:pt x="429806" y="118335"/>
                </a:lnTo>
                <a:lnTo>
                  <a:pt x="432401" y="115915"/>
                </a:lnTo>
                <a:lnTo>
                  <a:pt x="435128" y="114649"/>
                </a:lnTo>
                <a:lnTo>
                  <a:pt x="442000" y="113155"/>
                </a:lnTo>
                <a:lnTo>
                  <a:pt x="452456" y="111895"/>
                </a:lnTo>
                <a:lnTo>
                  <a:pt x="467438" y="112924"/>
                </a:lnTo>
                <a:lnTo>
                  <a:pt x="478121" y="111760"/>
                </a:lnTo>
                <a:lnTo>
                  <a:pt x="512787" y="111106"/>
                </a:lnTo>
                <a:lnTo>
                  <a:pt x="530387" y="109947"/>
                </a:lnTo>
                <a:lnTo>
                  <a:pt x="546479" y="109579"/>
                </a:lnTo>
                <a:lnTo>
                  <a:pt x="556018" y="108198"/>
                </a:lnTo>
                <a:lnTo>
                  <a:pt x="582847" y="107677"/>
                </a:lnTo>
                <a:lnTo>
                  <a:pt x="607385" y="106595"/>
                </a:lnTo>
                <a:lnTo>
                  <a:pt x="613075" y="106156"/>
                </a:lnTo>
                <a:lnTo>
                  <a:pt x="615938" y="105316"/>
                </a:lnTo>
                <a:lnTo>
                  <a:pt x="615572" y="104291"/>
                </a:lnTo>
                <a:lnTo>
                  <a:pt x="614431" y="103902"/>
                </a:lnTo>
                <a:lnTo>
                  <a:pt x="599762" y="103221"/>
                </a:lnTo>
                <a:lnTo>
                  <a:pt x="586412" y="104119"/>
                </a:lnTo>
                <a:lnTo>
                  <a:pt x="539784" y="104771"/>
                </a:lnTo>
                <a:lnTo>
                  <a:pt x="536112" y="105067"/>
                </a:lnTo>
                <a:lnTo>
                  <a:pt x="530014" y="106288"/>
                </a:lnTo>
                <a:lnTo>
                  <a:pt x="511023" y="106548"/>
                </a:lnTo>
                <a:lnTo>
                  <a:pt x="498504" y="107748"/>
                </a:lnTo>
                <a:lnTo>
                  <a:pt x="470728" y="108211"/>
                </a:lnTo>
                <a:lnTo>
                  <a:pt x="449717" y="109935"/>
                </a:lnTo>
                <a:lnTo>
                  <a:pt x="430302" y="109569"/>
                </a:lnTo>
                <a:lnTo>
                  <a:pt x="429204" y="109320"/>
                </a:lnTo>
                <a:lnTo>
                  <a:pt x="427796" y="108117"/>
                </a:lnTo>
                <a:lnTo>
                  <a:pt x="426799" y="106352"/>
                </a:lnTo>
                <a:lnTo>
                  <a:pt x="426274" y="104273"/>
                </a:lnTo>
                <a:lnTo>
                  <a:pt x="426283" y="102126"/>
                </a:lnTo>
                <a:lnTo>
                  <a:pt x="427594" y="98108"/>
                </a:lnTo>
                <a:lnTo>
                  <a:pt x="428031" y="94926"/>
                </a:lnTo>
                <a:lnTo>
                  <a:pt x="427689" y="93451"/>
                </a:lnTo>
                <a:lnTo>
                  <a:pt x="425684" y="90324"/>
                </a:lnTo>
                <a:lnTo>
                  <a:pt x="427564" y="88395"/>
                </a:lnTo>
                <a:lnTo>
                  <a:pt x="479704" y="88054"/>
                </a:lnTo>
                <a:lnTo>
                  <a:pt x="539499" y="86545"/>
                </a:lnTo>
                <a:lnTo>
                  <a:pt x="558575" y="85110"/>
                </a:lnTo>
                <a:lnTo>
                  <a:pt x="591086" y="84205"/>
                </a:lnTo>
                <a:lnTo>
                  <a:pt x="597313" y="83385"/>
                </a:lnTo>
                <a:lnTo>
                  <a:pt x="597616" y="82754"/>
                </a:lnTo>
                <a:lnTo>
                  <a:pt x="596063" y="82268"/>
                </a:lnTo>
                <a:lnTo>
                  <a:pt x="579745" y="81747"/>
                </a:lnTo>
                <a:lnTo>
                  <a:pt x="487803" y="81639"/>
                </a:lnTo>
                <a:lnTo>
                  <a:pt x="464545" y="82368"/>
                </a:lnTo>
                <a:close/>
                <a:moveTo>
                  <a:pt x="410111" y="101413"/>
                </a:moveTo>
                <a:lnTo>
                  <a:pt x="411579" y="103683"/>
                </a:lnTo>
                <a:lnTo>
                  <a:pt x="415031" y="107549"/>
                </a:lnTo>
                <a:lnTo>
                  <a:pt x="415352" y="108946"/>
                </a:lnTo>
                <a:lnTo>
                  <a:pt x="414691" y="110284"/>
                </a:lnTo>
                <a:lnTo>
                  <a:pt x="413775" y="111441"/>
                </a:lnTo>
                <a:lnTo>
                  <a:pt x="405621" y="111782"/>
                </a:lnTo>
                <a:lnTo>
                  <a:pt x="402701" y="111141"/>
                </a:lnTo>
                <a:lnTo>
                  <a:pt x="401818" y="108500"/>
                </a:lnTo>
                <a:lnTo>
                  <a:pt x="401789" y="105763"/>
                </a:lnTo>
                <a:lnTo>
                  <a:pt x="402440" y="103336"/>
                </a:lnTo>
                <a:lnTo>
                  <a:pt x="403665" y="101391"/>
                </a:lnTo>
                <a:lnTo>
                  <a:pt x="406345" y="99750"/>
                </a:lnTo>
                <a:lnTo>
                  <a:pt x="409387" y="99629"/>
                </a:lnTo>
                <a:lnTo>
                  <a:pt x="410111" y="101413"/>
                </a:lnTo>
                <a:close/>
                <a:moveTo>
                  <a:pt x="412473" y="114865"/>
                </a:moveTo>
                <a:lnTo>
                  <a:pt x="415876" y="115952"/>
                </a:lnTo>
                <a:lnTo>
                  <a:pt x="417578" y="117336"/>
                </a:lnTo>
                <a:lnTo>
                  <a:pt x="418765" y="119170"/>
                </a:lnTo>
                <a:lnTo>
                  <a:pt x="419384" y="121392"/>
                </a:lnTo>
                <a:lnTo>
                  <a:pt x="419395" y="124175"/>
                </a:lnTo>
                <a:lnTo>
                  <a:pt x="418966" y="125348"/>
                </a:lnTo>
                <a:lnTo>
                  <a:pt x="417774" y="126224"/>
                </a:lnTo>
                <a:lnTo>
                  <a:pt x="416335" y="126420"/>
                </a:lnTo>
                <a:lnTo>
                  <a:pt x="415298" y="125999"/>
                </a:lnTo>
                <a:lnTo>
                  <a:pt x="410490" y="121639"/>
                </a:lnTo>
                <a:lnTo>
                  <a:pt x="404701" y="119809"/>
                </a:lnTo>
                <a:lnTo>
                  <a:pt x="403077" y="118661"/>
                </a:lnTo>
                <a:lnTo>
                  <a:pt x="402131" y="117340"/>
                </a:lnTo>
                <a:lnTo>
                  <a:pt x="402008" y="115989"/>
                </a:lnTo>
                <a:lnTo>
                  <a:pt x="403023" y="114238"/>
                </a:lnTo>
                <a:lnTo>
                  <a:pt x="412473" y="114865"/>
                </a:lnTo>
                <a:close/>
                <a:moveTo>
                  <a:pt x="383545" y="124218"/>
                </a:moveTo>
                <a:lnTo>
                  <a:pt x="383993" y="124871"/>
                </a:lnTo>
                <a:lnTo>
                  <a:pt x="384090" y="126976"/>
                </a:lnTo>
                <a:lnTo>
                  <a:pt x="382593" y="131283"/>
                </a:lnTo>
                <a:lnTo>
                  <a:pt x="379697" y="135615"/>
                </a:lnTo>
                <a:lnTo>
                  <a:pt x="377049" y="138113"/>
                </a:lnTo>
                <a:lnTo>
                  <a:pt x="373692" y="140692"/>
                </a:lnTo>
                <a:lnTo>
                  <a:pt x="372077" y="141405"/>
                </a:lnTo>
                <a:lnTo>
                  <a:pt x="370696" y="141426"/>
                </a:lnTo>
                <a:lnTo>
                  <a:pt x="367230" y="140226"/>
                </a:lnTo>
                <a:lnTo>
                  <a:pt x="364741" y="140611"/>
                </a:lnTo>
                <a:lnTo>
                  <a:pt x="364908" y="141997"/>
                </a:lnTo>
                <a:lnTo>
                  <a:pt x="366126" y="143940"/>
                </a:lnTo>
                <a:lnTo>
                  <a:pt x="371043" y="148472"/>
                </a:lnTo>
                <a:lnTo>
                  <a:pt x="372899" y="154700"/>
                </a:lnTo>
                <a:lnTo>
                  <a:pt x="373007" y="156491"/>
                </a:lnTo>
                <a:lnTo>
                  <a:pt x="372616" y="157624"/>
                </a:lnTo>
                <a:lnTo>
                  <a:pt x="371269" y="158298"/>
                </a:lnTo>
                <a:lnTo>
                  <a:pt x="368857" y="157932"/>
                </a:lnTo>
                <a:lnTo>
                  <a:pt x="364265" y="155208"/>
                </a:lnTo>
                <a:lnTo>
                  <a:pt x="358991" y="152994"/>
                </a:lnTo>
                <a:lnTo>
                  <a:pt x="357926" y="150556"/>
                </a:lnTo>
                <a:lnTo>
                  <a:pt x="358166" y="146403"/>
                </a:lnTo>
                <a:lnTo>
                  <a:pt x="360033" y="142679"/>
                </a:lnTo>
                <a:lnTo>
                  <a:pt x="363162" y="140352"/>
                </a:lnTo>
                <a:lnTo>
                  <a:pt x="363137" y="137722"/>
                </a:lnTo>
                <a:lnTo>
                  <a:pt x="364084" y="135916"/>
                </a:lnTo>
                <a:lnTo>
                  <a:pt x="367851" y="132891"/>
                </a:lnTo>
                <a:lnTo>
                  <a:pt x="371815" y="128364"/>
                </a:lnTo>
                <a:lnTo>
                  <a:pt x="377420" y="123916"/>
                </a:lnTo>
                <a:lnTo>
                  <a:pt x="380531" y="123465"/>
                </a:lnTo>
                <a:lnTo>
                  <a:pt x="383545" y="124218"/>
                </a:lnTo>
                <a:close/>
                <a:moveTo>
                  <a:pt x="397864" y="139888"/>
                </a:moveTo>
                <a:lnTo>
                  <a:pt x="400486" y="144256"/>
                </a:lnTo>
                <a:lnTo>
                  <a:pt x="402517" y="149123"/>
                </a:lnTo>
                <a:lnTo>
                  <a:pt x="402046" y="151730"/>
                </a:lnTo>
                <a:lnTo>
                  <a:pt x="400211" y="153102"/>
                </a:lnTo>
                <a:lnTo>
                  <a:pt x="398805" y="153038"/>
                </a:lnTo>
                <a:lnTo>
                  <a:pt x="397810" y="152369"/>
                </a:lnTo>
                <a:lnTo>
                  <a:pt x="396214" y="146848"/>
                </a:lnTo>
                <a:lnTo>
                  <a:pt x="395085" y="145172"/>
                </a:lnTo>
                <a:lnTo>
                  <a:pt x="393205" y="144021"/>
                </a:lnTo>
                <a:lnTo>
                  <a:pt x="389812" y="142781"/>
                </a:lnTo>
                <a:lnTo>
                  <a:pt x="390103" y="140228"/>
                </a:lnTo>
                <a:lnTo>
                  <a:pt x="390883" y="139227"/>
                </a:lnTo>
                <a:lnTo>
                  <a:pt x="392681" y="138134"/>
                </a:lnTo>
                <a:lnTo>
                  <a:pt x="395878" y="138013"/>
                </a:lnTo>
                <a:lnTo>
                  <a:pt x="397864" y="139888"/>
                </a:lnTo>
                <a:close/>
                <a:moveTo>
                  <a:pt x="436532" y="143793"/>
                </a:moveTo>
                <a:lnTo>
                  <a:pt x="436796" y="146937"/>
                </a:lnTo>
                <a:lnTo>
                  <a:pt x="436068" y="148741"/>
                </a:lnTo>
                <a:lnTo>
                  <a:pt x="431025" y="151663"/>
                </a:lnTo>
                <a:lnTo>
                  <a:pt x="426581" y="157265"/>
                </a:lnTo>
                <a:lnTo>
                  <a:pt x="425687" y="157341"/>
                </a:lnTo>
                <a:lnTo>
                  <a:pt x="424940" y="156887"/>
                </a:lnTo>
                <a:lnTo>
                  <a:pt x="423823" y="155026"/>
                </a:lnTo>
                <a:lnTo>
                  <a:pt x="423562" y="151990"/>
                </a:lnTo>
                <a:lnTo>
                  <a:pt x="427167" y="149718"/>
                </a:lnTo>
                <a:lnTo>
                  <a:pt x="429460" y="145462"/>
                </a:lnTo>
                <a:lnTo>
                  <a:pt x="431208" y="143844"/>
                </a:lnTo>
                <a:lnTo>
                  <a:pt x="434121" y="143022"/>
                </a:lnTo>
                <a:lnTo>
                  <a:pt x="435815" y="143209"/>
                </a:lnTo>
                <a:lnTo>
                  <a:pt x="436532" y="143793"/>
                </a:lnTo>
                <a:close/>
                <a:moveTo>
                  <a:pt x="562179" y="169588"/>
                </a:moveTo>
                <a:lnTo>
                  <a:pt x="562649" y="172113"/>
                </a:lnTo>
                <a:lnTo>
                  <a:pt x="561304" y="173649"/>
                </a:lnTo>
                <a:lnTo>
                  <a:pt x="558699" y="173727"/>
                </a:lnTo>
                <a:lnTo>
                  <a:pt x="556231" y="172242"/>
                </a:lnTo>
                <a:lnTo>
                  <a:pt x="556122" y="171402"/>
                </a:lnTo>
                <a:lnTo>
                  <a:pt x="556678" y="170498"/>
                </a:lnTo>
                <a:lnTo>
                  <a:pt x="559290" y="168813"/>
                </a:lnTo>
                <a:lnTo>
                  <a:pt x="561224" y="168554"/>
                </a:lnTo>
                <a:lnTo>
                  <a:pt x="562179" y="169588"/>
                </a:lnTo>
                <a:close/>
                <a:moveTo>
                  <a:pt x="463339" y="170938"/>
                </a:moveTo>
                <a:lnTo>
                  <a:pt x="466320" y="171431"/>
                </a:lnTo>
                <a:lnTo>
                  <a:pt x="467974" y="172278"/>
                </a:lnTo>
                <a:lnTo>
                  <a:pt x="471453" y="178246"/>
                </a:lnTo>
                <a:lnTo>
                  <a:pt x="473911" y="180228"/>
                </a:lnTo>
                <a:lnTo>
                  <a:pt x="477604" y="181677"/>
                </a:lnTo>
                <a:lnTo>
                  <a:pt x="485108" y="182768"/>
                </a:lnTo>
                <a:lnTo>
                  <a:pt x="493966" y="184837"/>
                </a:lnTo>
                <a:lnTo>
                  <a:pt x="495448" y="185669"/>
                </a:lnTo>
                <a:lnTo>
                  <a:pt x="499201" y="189024"/>
                </a:lnTo>
                <a:lnTo>
                  <a:pt x="502055" y="190368"/>
                </a:lnTo>
                <a:lnTo>
                  <a:pt x="508462" y="188371"/>
                </a:lnTo>
                <a:lnTo>
                  <a:pt x="513422" y="185312"/>
                </a:lnTo>
                <a:lnTo>
                  <a:pt x="514871" y="185071"/>
                </a:lnTo>
                <a:lnTo>
                  <a:pt x="517859" y="187947"/>
                </a:lnTo>
                <a:lnTo>
                  <a:pt x="523662" y="197292"/>
                </a:lnTo>
                <a:lnTo>
                  <a:pt x="524080" y="199192"/>
                </a:lnTo>
                <a:lnTo>
                  <a:pt x="523770" y="201662"/>
                </a:lnTo>
                <a:lnTo>
                  <a:pt x="522788" y="202513"/>
                </a:lnTo>
                <a:lnTo>
                  <a:pt x="521744" y="202452"/>
                </a:lnTo>
                <a:lnTo>
                  <a:pt x="507126" y="197577"/>
                </a:lnTo>
                <a:lnTo>
                  <a:pt x="500079" y="195822"/>
                </a:lnTo>
                <a:lnTo>
                  <a:pt x="493934" y="193478"/>
                </a:lnTo>
                <a:lnTo>
                  <a:pt x="474423" y="187789"/>
                </a:lnTo>
                <a:lnTo>
                  <a:pt x="463586" y="183871"/>
                </a:lnTo>
                <a:lnTo>
                  <a:pt x="451334" y="178411"/>
                </a:lnTo>
                <a:lnTo>
                  <a:pt x="447985" y="176511"/>
                </a:lnTo>
                <a:lnTo>
                  <a:pt x="446988" y="175082"/>
                </a:lnTo>
                <a:lnTo>
                  <a:pt x="448115" y="173632"/>
                </a:lnTo>
                <a:lnTo>
                  <a:pt x="452202" y="170841"/>
                </a:lnTo>
                <a:lnTo>
                  <a:pt x="455131" y="170166"/>
                </a:lnTo>
                <a:lnTo>
                  <a:pt x="463339" y="170938"/>
                </a:lnTo>
                <a:close/>
                <a:moveTo>
                  <a:pt x="588889" y="177881"/>
                </a:moveTo>
                <a:lnTo>
                  <a:pt x="589613" y="179472"/>
                </a:lnTo>
                <a:lnTo>
                  <a:pt x="588120" y="180461"/>
                </a:lnTo>
                <a:lnTo>
                  <a:pt x="584673" y="180187"/>
                </a:lnTo>
                <a:lnTo>
                  <a:pt x="583393" y="178990"/>
                </a:lnTo>
                <a:lnTo>
                  <a:pt x="583802" y="178143"/>
                </a:lnTo>
                <a:lnTo>
                  <a:pt x="585508" y="177368"/>
                </a:lnTo>
                <a:lnTo>
                  <a:pt x="587670" y="177362"/>
                </a:lnTo>
                <a:lnTo>
                  <a:pt x="588889" y="177881"/>
                </a:lnTo>
                <a:close/>
                <a:moveTo>
                  <a:pt x="432338" y="100931"/>
                </a:moveTo>
                <a:lnTo>
                  <a:pt x="432042" y="102431"/>
                </a:lnTo>
                <a:lnTo>
                  <a:pt x="432723" y="103968"/>
                </a:lnTo>
                <a:lnTo>
                  <a:pt x="433716" y="104340"/>
                </a:lnTo>
                <a:lnTo>
                  <a:pt x="435116" y="103709"/>
                </a:lnTo>
                <a:lnTo>
                  <a:pt x="435747" y="102310"/>
                </a:lnTo>
                <a:lnTo>
                  <a:pt x="435375" y="101316"/>
                </a:lnTo>
                <a:lnTo>
                  <a:pt x="433838" y="100635"/>
                </a:lnTo>
                <a:lnTo>
                  <a:pt x="432338" y="100931"/>
                </a:lnTo>
                <a:close/>
                <a:moveTo>
                  <a:pt x="634259" y="111441"/>
                </a:moveTo>
                <a:lnTo>
                  <a:pt x="625104" y="112473"/>
                </a:lnTo>
                <a:lnTo>
                  <a:pt x="622861" y="113248"/>
                </a:lnTo>
                <a:lnTo>
                  <a:pt x="622624" y="113909"/>
                </a:lnTo>
                <a:lnTo>
                  <a:pt x="623555" y="114624"/>
                </a:lnTo>
                <a:lnTo>
                  <a:pt x="625772" y="114938"/>
                </a:lnTo>
                <a:lnTo>
                  <a:pt x="631505" y="114768"/>
                </a:lnTo>
                <a:lnTo>
                  <a:pt x="636912" y="114077"/>
                </a:lnTo>
                <a:lnTo>
                  <a:pt x="638654" y="113295"/>
                </a:lnTo>
                <a:lnTo>
                  <a:pt x="638828" y="112477"/>
                </a:lnTo>
                <a:lnTo>
                  <a:pt x="638331" y="111490"/>
                </a:lnTo>
                <a:lnTo>
                  <a:pt x="637055" y="110905"/>
                </a:lnTo>
                <a:lnTo>
                  <a:pt x="634259" y="111441"/>
                </a:lnTo>
                <a:close/>
                <a:moveTo>
                  <a:pt x="611357" y="113852"/>
                </a:moveTo>
                <a:lnTo>
                  <a:pt x="611213" y="115076"/>
                </a:lnTo>
                <a:lnTo>
                  <a:pt x="613238" y="115540"/>
                </a:lnTo>
                <a:lnTo>
                  <a:pt x="615381" y="115131"/>
                </a:lnTo>
                <a:lnTo>
                  <a:pt x="616560" y="113958"/>
                </a:lnTo>
                <a:lnTo>
                  <a:pt x="616227" y="113489"/>
                </a:lnTo>
                <a:lnTo>
                  <a:pt x="614669" y="113154"/>
                </a:lnTo>
                <a:lnTo>
                  <a:pt x="612689" y="113283"/>
                </a:lnTo>
                <a:lnTo>
                  <a:pt x="611357" y="113852"/>
                </a:lnTo>
                <a:close/>
                <a:moveTo>
                  <a:pt x="597279" y="116118"/>
                </a:moveTo>
                <a:lnTo>
                  <a:pt x="595978" y="117138"/>
                </a:lnTo>
                <a:lnTo>
                  <a:pt x="597566" y="117843"/>
                </a:lnTo>
                <a:lnTo>
                  <a:pt x="601471" y="117762"/>
                </a:lnTo>
                <a:lnTo>
                  <a:pt x="602378" y="117367"/>
                </a:lnTo>
                <a:lnTo>
                  <a:pt x="602679" y="116745"/>
                </a:lnTo>
                <a:lnTo>
                  <a:pt x="602358" y="116129"/>
                </a:lnTo>
                <a:lnTo>
                  <a:pt x="600919" y="115636"/>
                </a:lnTo>
                <a:lnTo>
                  <a:pt x="597279" y="116118"/>
                </a:lnTo>
                <a:close/>
                <a:moveTo>
                  <a:pt x="276027" y="116986"/>
                </a:moveTo>
                <a:lnTo>
                  <a:pt x="275915" y="117692"/>
                </a:lnTo>
                <a:lnTo>
                  <a:pt x="276593" y="118309"/>
                </a:lnTo>
                <a:lnTo>
                  <a:pt x="280602" y="119845"/>
                </a:lnTo>
                <a:lnTo>
                  <a:pt x="284079" y="122169"/>
                </a:lnTo>
                <a:lnTo>
                  <a:pt x="288406" y="123917"/>
                </a:lnTo>
                <a:lnTo>
                  <a:pt x="292245" y="126068"/>
                </a:lnTo>
                <a:lnTo>
                  <a:pt x="296807" y="127810"/>
                </a:lnTo>
                <a:lnTo>
                  <a:pt x="300429" y="130181"/>
                </a:lnTo>
                <a:lnTo>
                  <a:pt x="302755" y="130551"/>
                </a:lnTo>
                <a:lnTo>
                  <a:pt x="304079" y="129687"/>
                </a:lnTo>
                <a:lnTo>
                  <a:pt x="304133" y="128647"/>
                </a:lnTo>
                <a:lnTo>
                  <a:pt x="303364" y="127575"/>
                </a:lnTo>
                <a:lnTo>
                  <a:pt x="297879" y="124238"/>
                </a:lnTo>
                <a:lnTo>
                  <a:pt x="293452" y="122864"/>
                </a:lnTo>
                <a:lnTo>
                  <a:pt x="289788" y="120603"/>
                </a:lnTo>
                <a:lnTo>
                  <a:pt x="284689" y="118935"/>
                </a:lnTo>
                <a:lnTo>
                  <a:pt x="280773" y="117035"/>
                </a:lnTo>
                <a:lnTo>
                  <a:pt x="277881" y="116460"/>
                </a:lnTo>
                <a:lnTo>
                  <a:pt x="276027" y="116986"/>
                </a:lnTo>
                <a:close/>
                <a:moveTo>
                  <a:pt x="875668" y="132945"/>
                </a:moveTo>
                <a:lnTo>
                  <a:pt x="872953" y="134908"/>
                </a:lnTo>
                <a:lnTo>
                  <a:pt x="871929" y="137160"/>
                </a:lnTo>
                <a:lnTo>
                  <a:pt x="866567" y="167063"/>
                </a:lnTo>
                <a:lnTo>
                  <a:pt x="864155" y="178223"/>
                </a:lnTo>
                <a:lnTo>
                  <a:pt x="862680" y="189850"/>
                </a:lnTo>
                <a:lnTo>
                  <a:pt x="860336" y="199306"/>
                </a:lnTo>
                <a:lnTo>
                  <a:pt x="858275" y="212816"/>
                </a:lnTo>
                <a:lnTo>
                  <a:pt x="857232" y="215837"/>
                </a:lnTo>
                <a:lnTo>
                  <a:pt x="855616" y="217898"/>
                </a:lnTo>
                <a:lnTo>
                  <a:pt x="853128" y="219577"/>
                </a:lnTo>
                <a:lnTo>
                  <a:pt x="815399" y="236724"/>
                </a:lnTo>
                <a:lnTo>
                  <a:pt x="811606" y="239150"/>
                </a:lnTo>
                <a:lnTo>
                  <a:pt x="810482" y="240656"/>
                </a:lnTo>
                <a:lnTo>
                  <a:pt x="811805" y="242280"/>
                </a:lnTo>
                <a:lnTo>
                  <a:pt x="814094" y="243127"/>
                </a:lnTo>
                <a:lnTo>
                  <a:pt x="851223" y="244079"/>
                </a:lnTo>
                <a:lnTo>
                  <a:pt x="854449" y="245810"/>
                </a:lnTo>
                <a:lnTo>
                  <a:pt x="855915" y="247869"/>
                </a:lnTo>
                <a:lnTo>
                  <a:pt x="856032" y="252247"/>
                </a:lnTo>
                <a:lnTo>
                  <a:pt x="855125" y="254674"/>
                </a:lnTo>
                <a:lnTo>
                  <a:pt x="853853" y="255894"/>
                </a:lnTo>
                <a:lnTo>
                  <a:pt x="851878" y="256948"/>
                </a:lnTo>
                <a:lnTo>
                  <a:pt x="841320" y="261164"/>
                </a:lnTo>
                <a:lnTo>
                  <a:pt x="815860" y="270012"/>
                </a:lnTo>
                <a:lnTo>
                  <a:pt x="810193" y="272604"/>
                </a:lnTo>
                <a:lnTo>
                  <a:pt x="791910" y="279165"/>
                </a:lnTo>
                <a:lnTo>
                  <a:pt x="788100" y="281027"/>
                </a:lnTo>
                <a:lnTo>
                  <a:pt x="786409" y="282838"/>
                </a:lnTo>
                <a:lnTo>
                  <a:pt x="786843" y="284219"/>
                </a:lnTo>
                <a:lnTo>
                  <a:pt x="788304" y="285736"/>
                </a:lnTo>
                <a:lnTo>
                  <a:pt x="854213" y="285929"/>
                </a:lnTo>
                <a:lnTo>
                  <a:pt x="855539" y="286942"/>
                </a:lnTo>
                <a:lnTo>
                  <a:pt x="855914" y="289090"/>
                </a:lnTo>
                <a:lnTo>
                  <a:pt x="856181" y="298934"/>
                </a:lnTo>
                <a:lnTo>
                  <a:pt x="855600" y="303148"/>
                </a:lnTo>
                <a:lnTo>
                  <a:pt x="853451" y="304940"/>
                </a:lnTo>
                <a:lnTo>
                  <a:pt x="848902" y="307370"/>
                </a:lnTo>
                <a:lnTo>
                  <a:pt x="821041" y="318184"/>
                </a:lnTo>
                <a:lnTo>
                  <a:pt x="810506" y="315671"/>
                </a:lnTo>
                <a:lnTo>
                  <a:pt x="803977" y="312745"/>
                </a:lnTo>
                <a:lnTo>
                  <a:pt x="774615" y="303649"/>
                </a:lnTo>
                <a:lnTo>
                  <a:pt x="754602" y="296944"/>
                </a:lnTo>
                <a:lnTo>
                  <a:pt x="747692" y="295924"/>
                </a:lnTo>
                <a:lnTo>
                  <a:pt x="746598" y="296391"/>
                </a:lnTo>
                <a:lnTo>
                  <a:pt x="746424" y="297323"/>
                </a:lnTo>
                <a:lnTo>
                  <a:pt x="746975" y="298781"/>
                </a:lnTo>
                <a:lnTo>
                  <a:pt x="748288" y="299850"/>
                </a:lnTo>
                <a:lnTo>
                  <a:pt x="755289" y="301797"/>
                </a:lnTo>
                <a:lnTo>
                  <a:pt x="769813" y="307680"/>
                </a:lnTo>
                <a:lnTo>
                  <a:pt x="779989" y="311210"/>
                </a:lnTo>
                <a:lnTo>
                  <a:pt x="794951" y="315351"/>
                </a:lnTo>
                <a:lnTo>
                  <a:pt x="808274" y="318458"/>
                </a:lnTo>
                <a:lnTo>
                  <a:pt x="810300" y="319609"/>
                </a:lnTo>
                <a:lnTo>
                  <a:pt x="811801" y="321316"/>
                </a:lnTo>
                <a:lnTo>
                  <a:pt x="811720" y="322192"/>
                </a:lnTo>
                <a:lnTo>
                  <a:pt x="810060" y="325290"/>
                </a:lnTo>
                <a:lnTo>
                  <a:pt x="810316" y="326221"/>
                </a:lnTo>
                <a:lnTo>
                  <a:pt x="811387" y="327041"/>
                </a:lnTo>
                <a:lnTo>
                  <a:pt x="847052" y="328277"/>
                </a:lnTo>
                <a:lnTo>
                  <a:pt x="853806" y="328842"/>
                </a:lnTo>
                <a:lnTo>
                  <a:pt x="854669" y="329358"/>
                </a:lnTo>
                <a:lnTo>
                  <a:pt x="854954" y="331198"/>
                </a:lnTo>
                <a:lnTo>
                  <a:pt x="854703" y="334111"/>
                </a:lnTo>
                <a:lnTo>
                  <a:pt x="852948" y="342605"/>
                </a:lnTo>
                <a:lnTo>
                  <a:pt x="850412" y="360789"/>
                </a:lnTo>
                <a:lnTo>
                  <a:pt x="848728" y="369177"/>
                </a:lnTo>
                <a:lnTo>
                  <a:pt x="847341" y="381259"/>
                </a:lnTo>
                <a:lnTo>
                  <a:pt x="844901" y="392416"/>
                </a:lnTo>
                <a:lnTo>
                  <a:pt x="839228" y="431063"/>
                </a:lnTo>
                <a:lnTo>
                  <a:pt x="833139" y="467029"/>
                </a:lnTo>
                <a:lnTo>
                  <a:pt x="828244" y="500323"/>
                </a:lnTo>
                <a:lnTo>
                  <a:pt x="825675" y="513904"/>
                </a:lnTo>
                <a:lnTo>
                  <a:pt x="825648" y="516110"/>
                </a:lnTo>
                <a:lnTo>
                  <a:pt x="826425" y="518263"/>
                </a:lnTo>
                <a:lnTo>
                  <a:pt x="828023" y="518902"/>
                </a:lnTo>
                <a:lnTo>
                  <a:pt x="831225" y="517655"/>
                </a:lnTo>
                <a:lnTo>
                  <a:pt x="873940" y="486961"/>
                </a:lnTo>
                <a:lnTo>
                  <a:pt x="875983" y="485744"/>
                </a:lnTo>
                <a:lnTo>
                  <a:pt x="877886" y="485343"/>
                </a:lnTo>
                <a:lnTo>
                  <a:pt x="879935" y="485676"/>
                </a:lnTo>
                <a:lnTo>
                  <a:pt x="881471" y="486491"/>
                </a:lnTo>
                <a:lnTo>
                  <a:pt x="915396" y="512048"/>
                </a:lnTo>
                <a:lnTo>
                  <a:pt x="922326" y="516807"/>
                </a:lnTo>
                <a:lnTo>
                  <a:pt x="926871" y="519190"/>
                </a:lnTo>
                <a:lnTo>
                  <a:pt x="928040" y="517641"/>
                </a:lnTo>
                <a:lnTo>
                  <a:pt x="928451" y="516215"/>
                </a:lnTo>
                <a:lnTo>
                  <a:pt x="928364" y="510736"/>
                </a:lnTo>
                <a:lnTo>
                  <a:pt x="925919" y="498679"/>
                </a:lnTo>
                <a:lnTo>
                  <a:pt x="924509" y="486169"/>
                </a:lnTo>
                <a:lnTo>
                  <a:pt x="922466" y="475092"/>
                </a:lnTo>
                <a:lnTo>
                  <a:pt x="920597" y="460041"/>
                </a:lnTo>
                <a:lnTo>
                  <a:pt x="918838" y="451286"/>
                </a:lnTo>
                <a:lnTo>
                  <a:pt x="916583" y="432517"/>
                </a:lnTo>
                <a:lnTo>
                  <a:pt x="914715" y="424340"/>
                </a:lnTo>
                <a:lnTo>
                  <a:pt x="912582" y="407700"/>
                </a:lnTo>
                <a:lnTo>
                  <a:pt x="910708" y="399575"/>
                </a:lnTo>
                <a:lnTo>
                  <a:pt x="908894" y="384190"/>
                </a:lnTo>
                <a:lnTo>
                  <a:pt x="906913" y="373296"/>
                </a:lnTo>
                <a:lnTo>
                  <a:pt x="905374" y="359546"/>
                </a:lnTo>
                <a:lnTo>
                  <a:pt x="902814" y="345320"/>
                </a:lnTo>
                <a:lnTo>
                  <a:pt x="901463" y="332986"/>
                </a:lnTo>
                <a:lnTo>
                  <a:pt x="903198" y="331057"/>
                </a:lnTo>
                <a:lnTo>
                  <a:pt x="925479" y="331164"/>
                </a:lnTo>
                <a:lnTo>
                  <a:pt x="941952" y="331887"/>
                </a:lnTo>
                <a:lnTo>
                  <a:pt x="945407" y="331073"/>
                </a:lnTo>
                <a:lnTo>
                  <a:pt x="947025" y="329177"/>
                </a:lnTo>
                <a:lnTo>
                  <a:pt x="942254" y="325754"/>
                </a:lnTo>
                <a:lnTo>
                  <a:pt x="904745" y="307098"/>
                </a:lnTo>
                <a:lnTo>
                  <a:pt x="899196" y="302949"/>
                </a:lnTo>
                <a:lnTo>
                  <a:pt x="899542" y="288269"/>
                </a:lnTo>
                <a:lnTo>
                  <a:pt x="900068" y="287079"/>
                </a:lnTo>
                <a:lnTo>
                  <a:pt x="901472" y="286310"/>
                </a:lnTo>
                <a:lnTo>
                  <a:pt x="908322" y="285756"/>
                </a:lnTo>
                <a:lnTo>
                  <a:pt x="966262" y="285832"/>
                </a:lnTo>
                <a:lnTo>
                  <a:pt x="967753" y="284353"/>
                </a:lnTo>
                <a:lnTo>
                  <a:pt x="968126" y="283062"/>
                </a:lnTo>
                <a:lnTo>
                  <a:pt x="967564" y="281975"/>
                </a:lnTo>
                <a:lnTo>
                  <a:pt x="963587" y="280137"/>
                </a:lnTo>
                <a:lnTo>
                  <a:pt x="954878" y="276959"/>
                </a:lnTo>
                <a:lnTo>
                  <a:pt x="940091" y="270574"/>
                </a:lnTo>
                <a:lnTo>
                  <a:pt x="933718" y="268602"/>
                </a:lnTo>
                <a:lnTo>
                  <a:pt x="904680" y="257135"/>
                </a:lnTo>
                <a:lnTo>
                  <a:pt x="901494" y="255201"/>
                </a:lnTo>
                <a:lnTo>
                  <a:pt x="899504" y="252890"/>
                </a:lnTo>
                <a:lnTo>
                  <a:pt x="898873" y="250498"/>
                </a:lnTo>
                <a:lnTo>
                  <a:pt x="899119" y="249364"/>
                </a:lnTo>
                <a:lnTo>
                  <a:pt x="900836" y="247406"/>
                </a:lnTo>
                <a:lnTo>
                  <a:pt x="902644" y="246776"/>
                </a:lnTo>
                <a:lnTo>
                  <a:pt x="910873" y="246612"/>
                </a:lnTo>
                <a:lnTo>
                  <a:pt x="943795" y="247309"/>
                </a:lnTo>
                <a:lnTo>
                  <a:pt x="945516" y="245785"/>
                </a:lnTo>
                <a:lnTo>
                  <a:pt x="945863" y="244758"/>
                </a:lnTo>
                <a:lnTo>
                  <a:pt x="941348" y="241173"/>
                </a:lnTo>
                <a:lnTo>
                  <a:pt x="902426" y="218674"/>
                </a:lnTo>
                <a:lnTo>
                  <a:pt x="900013" y="216404"/>
                </a:lnTo>
                <a:lnTo>
                  <a:pt x="898657" y="213114"/>
                </a:lnTo>
                <a:lnTo>
                  <a:pt x="897545" y="201661"/>
                </a:lnTo>
                <a:lnTo>
                  <a:pt x="895605" y="193523"/>
                </a:lnTo>
                <a:lnTo>
                  <a:pt x="893658" y="181418"/>
                </a:lnTo>
                <a:lnTo>
                  <a:pt x="889333" y="158584"/>
                </a:lnTo>
                <a:lnTo>
                  <a:pt x="887517" y="151037"/>
                </a:lnTo>
                <a:lnTo>
                  <a:pt x="885296" y="137924"/>
                </a:lnTo>
                <a:lnTo>
                  <a:pt x="883886" y="135049"/>
                </a:lnTo>
                <a:lnTo>
                  <a:pt x="881044" y="132313"/>
                </a:lnTo>
                <a:lnTo>
                  <a:pt x="879034" y="131918"/>
                </a:lnTo>
                <a:lnTo>
                  <a:pt x="875668" y="132945"/>
                </a:lnTo>
                <a:close/>
                <a:moveTo>
                  <a:pt x="878705" y="152182"/>
                </a:moveTo>
                <a:lnTo>
                  <a:pt x="877880" y="153545"/>
                </a:lnTo>
                <a:lnTo>
                  <a:pt x="877101" y="153471"/>
                </a:lnTo>
                <a:lnTo>
                  <a:pt x="876729" y="152954"/>
                </a:lnTo>
                <a:lnTo>
                  <a:pt x="876668" y="151652"/>
                </a:lnTo>
                <a:lnTo>
                  <a:pt x="877329" y="150868"/>
                </a:lnTo>
                <a:lnTo>
                  <a:pt x="878393" y="151127"/>
                </a:lnTo>
                <a:lnTo>
                  <a:pt x="878705" y="152182"/>
                </a:lnTo>
                <a:close/>
                <a:moveTo>
                  <a:pt x="880779" y="167370"/>
                </a:moveTo>
                <a:lnTo>
                  <a:pt x="882833" y="169918"/>
                </a:lnTo>
                <a:lnTo>
                  <a:pt x="882948" y="172341"/>
                </a:lnTo>
                <a:lnTo>
                  <a:pt x="881967" y="173748"/>
                </a:lnTo>
                <a:lnTo>
                  <a:pt x="880152" y="174891"/>
                </a:lnTo>
                <a:lnTo>
                  <a:pt x="878181" y="175540"/>
                </a:lnTo>
                <a:lnTo>
                  <a:pt x="876673" y="175339"/>
                </a:lnTo>
                <a:lnTo>
                  <a:pt x="873500" y="172108"/>
                </a:lnTo>
                <a:lnTo>
                  <a:pt x="873275" y="171318"/>
                </a:lnTo>
                <a:lnTo>
                  <a:pt x="873751" y="169879"/>
                </a:lnTo>
                <a:lnTo>
                  <a:pt x="875137" y="167678"/>
                </a:lnTo>
                <a:lnTo>
                  <a:pt x="876835" y="166287"/>
                </a:lnTo>
                <a:lnTo>
                  <a:pt x="878710" y="166187"/>
                </a:lnTo>
                <a:lnTo>
                  <a:pt x="880779" y="167370"/>
                </a:lnTo>
                <a:close/>
                <a:moveTo>
                  <a:pt x="872582" y="178797"/>
                </a:moveTo>
                <a:lnTo>
                  <a:pt x="873076" y="179912"/>
                </a:lnTo>
                <a:lnTo>
                  <a:pt x="872184" y="181206"/>
                </a:lnTo>
                <a:lnTo>
                  <a:pt x="870350" y="182745"/>
                </a:lnTo>
                <a:lnTo>
                  <a:pt x="869046" y="182773"/>
                </a:lnTo>
                <a:lnTo>
                  <a:pt x="868317" y="180769"/>
                </a:lnTo>
                <a:lnTo>
                  <a:pt x="868802" y="178693"/>
                </a:lnTo>
                <a:lnTo>
                  <a:pt x="870385" y="177918"/>
                </a:lnTo>
                <a:lnTo>
                  <a:pt x="872582" y="178797"/>
                </a:lnTo>
                <a:close/>
                <a:moveTo>
                  <a:pt x="886082" y="178797"/>
                </a:moveTo>
                <a:lnTo>
                  <a:pt x="886599" y="180824"/>
                </a:lnTo>
                <a:lnTo>
                  <a:pt x="886175" y="181642"/>
                </a:lnTo>
                <a:lnTo>
                  <a:pt x="885379" y="181793"/>
                </a:lnTo>
                <a:lnTo>
                  <a:pt x="884072" y="180726"/>
                </a:lnTo>
                <a:lnTo>
                  <a:pt x="883803" y="179294"/>
                </a:lnTo>
                <a:lnTo>
                  <a:pt x="884788" y="178210"/>
                </a:lnTo>
                <a:lnTo>
                  <a:pt x="886082" y="178797"/>
                </a:lnTo>
                <a:close/>
                <a:moveTo>
                  <a:pt x="882659" y="188488"/>
                </a:moveTo>
                <a:lnTo>
                  <a:pt x="884732" y="190980"/>
                </a:lnTo>
                <a:lnTo>
                  <a:pt x="885183" y="192910"/>
                </a:lnTo>
                <a:lnTo>
                  <a:pt x="883382" y="195527"/>
                </a:lnTo>
                <a:lnTo>
                  <a:pt x="880672" y="197451"/>
                </a:lnTo>
                <a:lnTo>
                  <a:pt x="877596" y="198613"/>
                </a:lnTo>
                <a:lnTo>
                  <a:pt x="873421" y="196029"/>
                </a:lnTo>
                <a:lnTo>
                  <a:pt x="871795" y="194458"/>
                </a:lnTo>
                <a:lnTo>
                  <a:pt x="871299" y="192205"/>
                </a:lnTo>
                <a:lnTo>
                  <a:pt x="871710" y="190354"/>
                </a:lnTo>
                <a:lnTo>
                  <a:pt x="876747" y="186215"/>
                </a:lnTo>
                <a:lnTo>
                  <a:pt x="878021" y="185853"/>
                </a:lnTo>
                <a:lnTo>
                  <a:pt x="879397" y="186106"/>
                </a:lnTo>
                <a:lnTo>
                  <a:pt x="882659" y="188488"/>
                </a:lnTo>
                <a:close/>
                <a:moveTo>
                  <a:pt x="890229" y="199047"/>
                </a:moveTo>
                <a:lnTo>
                  <a:pt x="891461" y="202042"/>
                </a:lnTo>
                <a:lnTo>
                  <a:pt x="892375" y="206049"/>
                </a:lnTo>
                <a:lnTo>
                  <a:pt x="891805" y="207369"/>
                </a:lnTo>
                <a:lnTo>
                  <a:pt x="890744" y="207655"/>
                </a:lnTo>
                <a:lnTo>
                  <a:pt x="888549" y="207020"/>
                </a:lnTo>
                <a:lnTo>
                  <a:pt x="886927" y="205941"/>
                </a:lnTo>
                <a:lnTo>
                  <a:pt x="885014" y="203972"/>
                </a:lnTo>
                <a:lnTo>
                  <a:pt x="884365" y="202500"/>
                </a:lnTo>
                <a:lnTo>
                  <a:pt x="884952" y="201042"/>
                </a:lnTo>
                <a:lnTo>
                  <a:pt x="887642" y="198446"/>
                </a:lnTo>
                <a:lnTo>
                  <a:pt x="888898" y="198055"/>
                </a:lnTo>
                <a:lnTo>
                  <a:pt x="890229" y="199047"/>
                </a:lnTo>
                <a:close/>
                <a:moveTo>
                  <a:pt x="870895" y="200300"/>
                </a:moveTo>
                <a:lnTo>
                  <a:pt x="872097" y="202120"/>
                </a:lnTo>
                <a:lnTo>
                  <a:pt x="871374" y="204097"/>
                </a:lnTo>
                <a:lnTo>
                  <a:pt x="868124" y="207362"/>
                </a:lnTo>
                <a:lnTo>
                  <a:pt x="866320" y="208298"/>
                </a:lnTo>
                <a:lnTo>
                  <a:pt x="864943" y="208226"/>
                </a:lnTo>
                <a:lnTo>
                  <a:pt x="864076" y="207150"/>
                </a:lnTo>
                <a:lnTo>
                  <a:pt x="863807" y="205074"/>
                </a:lnTo>
                <a:lnTo>
                  <a:pt x="864243" y="201906"/>
                </a:lnTo>
                <a:lnTo>
                  <a:pt x="865295" y="199755"/>
                </a:lnTo>
                <a:lnTo>
                  <a:pt x="866838" y="198710"/>
                </a:lnTo>
                <a:lnTo>
                  <a:pt x="867754" y="198631"/>
                </a:lnTo>
                <a:lnTo>
                  <a:pt x="870895" y="200300"/>
                </a:lnTo>
                <a:close/>
                <a:moveTo>
                  <a:pt x="881261" y="208256"/>
                </a:moveTo>
                <a:lnTo>
                  <a:pt x="885774" y="213111"/>
                </a:lnTo>
                <a:lnTo>
                  <a:pt x="886179" y="213897"/>
                </a:lnTo>
                <a:lnTo>
                  <a:pt x="885647" y="214738"/>
                </a:lnTo>
                <a:lnTo>
                  <a:pt x="883700" y="215160"/>
                </a:lnTo>
                <a:lnTo>
                  <a:pt x="877982" y="215247"/>
                </a:lnTo>
                <a:lnTo>
                  <a:pt x="872156" y="214934"/>
                </a:lnTo>
                <a:lnTo>
                  <a:pt x="870527" y="214385"/>
                </a:lnTo>
                <a:lnTo>
                  <a:pt x="870321" y="213941"/>
                </a:lnTo>
                <a:lnTo>
                  <a:pt x="871010" y="212605"/>
                </a:lnTo>
                <a:lnTo>
                  <a:pt x="875957" y="207629"/>
                </a:lnTo>
                <a:lnTo>
                  <a:pt x="879136" y="207722"/>
                </a:lnTo>
                <a:lnTo>
                  <a:pt x="881261" y="208256"/>
                </a:lnTo>
                <a:close/>
                <a:moveTo>
                  <a:pt x="880875" y="221418"/>
                </a:moveTo>
                <a:lnTo>
                  <a:pt x="881153" y="221973"/>
                </a:lnTo>
                <a:lnTo>
                  <a:pt x="880708" y="222967"/>
                </a:lnTo>
                <a:lnTo>
                  <a:pt x="878501" y="223866"/>
                </a:lnTo>
                <a:lnTo>
                  <a:pt x="875985" y="223566"/>
                </a:lnTo>
                <a:lnTo>
                  <a:pt x="874782" y="222165"/>
                </a:lnTo>
                <a:lnTo>
                  <a:pt x="875089" y="221370"/>
                </a:lnTo>
                <a:lnTo>
                  <a:pt x="876546" y="220743"/>
                </a:lnTo>
                <a:lnTo>
                  <a:pt x="879419" y="220770"/>
                </a:lnTo>
                <a:lnTo>
                  <a:pt x="880875" y="221418"/>
                </a:lnTo>
                <a:close/>
                <a:moveTo>
                  <a:pt x="893893" y="222865"/>
                </a:moveTo>
                <a:lnTo>
                  <a:pt x="894652" y="226123"/>
                </a:lnTo>
                <a:lnTo>
                  <a:pt x="894741" y="231117"/>
                </a:lnTo>
                <a:lnTo>
                  <a:pt x="893634" y="234219"/>
                </a:lnTo>
                <a:lnTo>
                  <a:pt x="892154" y="234606"/>
                </a:lnTo>
                <a:lnTo>
                  <a:pt x="890063" y="233665"/>
                </a:lnTo>
                <a:lnTo>
                  <a:pt x="885864" y="230662"/>
                </a:lnTo>
                <a:lnTo>
                  <a:pt x="885039" y="228822"/>
                </a:lnTo>
                <a:lnTo>
                  <a:pt x="886273" y="226402"/>
                </a:lnTo>
                <a:lnTo>
                  <a:pt x="889312" y="223732"/>
                </a:lnTo>
                <a:lnTo>
                  <a:pt x="892254" y="222178"/>
                </a:lnTo>
                <a:lnTo>
                  <a:pt x="893001" y="222195"/>
                </a:lnTo>
                <a:lnTo>
                  <a:pt x="893893" y="222865"/>
                </a:lnTo>
                <a:close/>
                <a:moveTo>
                  <a:pt x="867713" y="224022"/>
                </a:moveTo>
                <a:lnTo>
                  <a:pt x="870479" y="227104"/>
                </a:lnTo>
                <a:lnTo>
                  <a:pt x="871179" y="228509"/>
                </a:lnTo>
                <a:lnTo>
                  <a:pt x="871101" y="229442"/>
                </a:lnTo>
                <a:lnTo>
                  <a:pt x="869347" y="231121"/>
                </a:lnTo>
                <a:lnTo>
                  <a:pt x="865509" y="233287"/>
                </a:lnTo>
                <a:lnTo>
                  <a:pt x="864132" y="233598"/>
                </a:lnTo>
                <a:lnTo>
                  <a:pt x="862751" y="233194"/>
                </a:lnTo>
                <a:lnTo>
                  <a:pt x="861829" y="232258"/>
                </a:lnTo>
                <a:lnTo>
                  <a:pt x="861344" y="230426"/>
                </a:lnTo>
                <a:lnTo>
                  <a:pt x="861454" y="224565"/>
                </a:lnTo>
                <a:lnTo>
                  <a:pt x="862880" y="223219"/>
                </a:lnTo>
                <a:lnTo>
                  <a:pt x="864387" y="222744"/>
                </a:lnTo>
                <a:lnTo>
                  <a:pt x="866008" y="223009"/>
                </a:lnTo>
                <a:lnTo>
                  <a:pt x="867713" y="224022"/>
                </a:lnTo>
                <a:close/>
                <a:moveTo>
                  <a:pt x="906091" y="227059"/>
                </a:moveTo>
                <a:lnTo>
                  <a:pt x="921000" y="236271"/>
                </a:lnTo>
                <a:lnTo>
                  <a:pt x="922444" y="238189"/>
                </a:lnTo>
                <a:lnTo>
                  <a:pt x="922291" y="239547"/>
                </a:lnTo>
                <a:lnTo>
                  <a:pt x="919342" y="240356"/>
                </a:lnTo>
                <a:lnTo>
                  <a:pt x="913347" y="240304"/>
                </a:lnTo>
                <a:lnTo>
                  <a:pt x="902970" y="239036"/>
                </a:lnTo>
                <a:lnTo>
                  <a:pt x="900113" y="238052"/>
                </a:lnTo>
                <a:lnTo>
                  <a:pt x="899052" y="237184"/>
                </a:lnTo>
                <a:lnTo>
                  <a:pt x="899677" y="225741"/>
                </a:lnTo>
                <a:lnTo>
                  <a:pt x="900437" y="225165"/>
                </a:lnTo>
                <a:lnTo>
                  <a:pt x="902029" y="225227"/>
                </a:lnTo>
                <a:lnTo>
                  <a:pt x="906091" y="227059"/>
                </a:lnTo>
                <a:close/>
                <a:moveTo>
                  <a:pt x="855032" y="226722"/>
                </a:moveTo>
                <a:lnTo>
                  <a:pt x="856099" y="228849"/>
                </a:lnTo>
                <a:lnTo>
                  <a:pt x="856244" y="231589"/>
                </a:lnTo>
                <a:lnTo>
                  <a:pt x="855643" y="235330"/>
                </a:lnTo>
                <a:lnTo>
                  <a:pt x="854544" y="236322"/>
                </a:lnTo>
                <a:lnTo>
                  <a:pt x="850561" y="236980"/>
                </a:lnTo>
                <a:lnTo>
                  <a:pt x="842619" y="237270"/>
                </a:lnTo>
                <a:lnTo>
                  <a:pt x="837000" y="237199"/>
                </a:lnTo>
                <a:lnTo>
                  <a:pt x="835647" y="236709"/>
                </a:lnTo>
                <a:lnTo>
                  <a:pt x="836298" y="234967"/>
                </a:lnTo>
                <a:lnTo>
                  <a:pt x="839315" y="232169"/>
                </a:lnTo>
                <a:lnTo>
                  <a:pt x="844780" y="230129"/>
                </a:lnTo>
                <a:lnTo>
                  <a:pt x="853629" y="226041"/>
                </a:lnTo>
                <a:lnTo>
                  <a:pt x="855032" y="226722"/>
                </a:lnTo>
                <a:close/>
                <a:moveTo>
                  <a:pt x="880393" y="234243"/>
                </a:moveTo>
                <a:lnTo>
                  <a:pt x="882425" y="236201"/>
                </a:lnTo>
                <a:lnTo>
                  <a:pt x="882593" y="237251"/>
                </a:lnTo>
                <a:lnTo>
                  <a:pt x="881840" y="238016"/>
                </a:lnTo>
                <a:lnTo>
                  <a:pt x="878002" y="238436"/>
                </a:lnTo>
                <a:lnTo>
                  <a:pt x="876372" y="238053"/>
                </a:lnTo>
                <a:lnTo>
                  <a:pt x="875373" y="237323"/>
                </a:lnTo>
                <a:lnTo>
                  <a:pt x="875132" y="235666"/>
                </a:lnTo>
                <a:lnTo>
                  <a:pt x="876489" y="233595"/>
                </a:lnTo>
                <a:lnTo>
                  <a:pt x="878187" y="233271"/>
                </a:lnTo>
                <a:lnTo>
                  <a:pt x="880393" y="234243"/>
                </a:lnTo>
                <a:close/>
                <a:moveTo>
                  <a:pt x="878946" y="247116"/>
                </a:moveTo>
                <a:lnTo>
                  <a:pt x="877831" y="247916"/>
                </a:lnTo>
                <a:lnTo>
                  <a:pt x="877025" y="247297"/>
                </a:lnTo>
                <a:lnTo>
                  <a:pt x="877725" y="246698"/>
                </a:lnTo>
                <a:lnTo>
                  <a:pt x="878946" y="247116"/>
                </a:lnTo>
                <a:close/>
                <a:moveTo>
                  <a:pt x="893893" y="247647"/>
                </a:moveTo>
                <a:lnTo>
                  <a:pt x="894740" y="249288"/>
                </a:lnTo>
                <a:lnTo>
                  <a:pt x="894795" y="250947"/>
                </a:lnTo>
                <a:lnTo>
                  <a:pt x="894005" y="253634"/>
                </a:lnTo>
                <a:lnTo>
                  <a:pt x="893086" y="254713"/>
                </a:lnTo>
                <a:lnTo>
                  <a:pt x="891064" y="255363"/>
                </a:lnTo>
                <a:lnTo>
                  <a:pt x="889320" y="255144"/>
                </a:lnTo>
                <a:lnTo>
                  <a:pt x="886462" y="253979"/>
                </a:lnTo>
                <a:lnTo>
                  <a:pt x="885414" y="253121"/>
                </a:lnTo>
                <a:lnTo>
                  <a:pt x="885178" y="252173"/>
                </a:lnTo>
                <a:lnTo>
                  <a:pt x="885764" y="251057"/>
                </a:lnTo>
                <a:lnTo>
                  <a:pt x="889939" y="247691"/>
                </a:lnTo>
                <a:lnTo>
                  <a:pt x="892244" y="246776"/>
                </a:lnTo>
                <a:lnTo>
                  <a:pt x="893893" y="247647"/>
                </a:lnTo>
                <a:close/>
                <a:moveTo>
                  <a:pt x="868484" y="249141"/>
                </a:moveTo>
                <a:lnTo>
                  <a:pt x="870244" y="250655"/>
                </a:lnTo>
                <a:lnTo>
                  <a:pt x="871013" y="252001"/>
                </a:lnTo>
                <a:lnTo>
                  <a:pt x="870796" y="253165"/>
                </a:lnTo>
                <a:lnTo>
                  <a:pt x="869598" y="254129"/>
                </a:lnTo>
                <a:lnTo>
                  <a:pt x="867423" y="254879"/>
                </a:lnTo>
                <a:lnTo>
                  <a:pt x="864644" y="255065"/>
                </a:lnTo>
                <a:lnTo>
                  <a:pt x="862532" y="254178"/>
                </a:lnTo>
                <a:lnTo>
                  <a:pt x="861540" y="253014"/>
                </a:lnTo>
                <a:lnTo>
                  <a:pt x="860759" y="250227"/>
                </a:lnTo>
                <a:lnTo>
                  <a:pt x="860882" y="249237"/>
                </a:lnTo>
                <a:lnTo>
                  <a:pt x="861850" y="247860"/>
                </a:lnTo>
                <a:lnTo>
                  <a:pt x="864680" y="247426"/>
                </a:lnTo>
                <a:lnTo>
                  <a:pt x="868484" y="249141"/>
                </a:lnTo>
                <a:close/>
                <a:moveTo>
                  <a:pt x="885021" y="261870"/>
                </a:moveTo>
                <a:lnTo>
                  <a:pt x="886001" y="262311"/>
                </a:lnTo>
                <a:lnTo>
                  <a:pt x="886460" y="263028"/>
                </a:lnTo>
                <a:lnTo>
                  <a:pt x="885862" y="264769"/>
                </a:lnTo>
                <a:lnTo>
                  <a:pt x="880651" y="267948"/>
                </a:lnTo>
                <a:lnTo>
                  <a:pt x="878174" y="268844"/>
                </a:lnTo>
                <a:lnTo>
                  <a:pt x="872998" y="266896"/>
                </a:lnTo>
                <a:lnTo>
                  <a:pt x="869894" y="265035"/>
                </a:lnTo>
                <a:lnTo>
                  <a:pt x="868886" y="263829"/>
                </a:lnTo>
                <a:lnTo>
                  <a:pt x="869438" y="262366"/>
                </a:lnTo>
                <a:lnTo>
                  <a:pt x="871443" y="261545"/>
                </a:lnTo>
                <a:lnTo>
                  <a:pt x="885021" y="261870"/>
                </a:lnTo>
                <a:close/>
                <a:moveTo>
                  <a:pt x="855080" y="262882"/>
                </a:moveTo>
                <a:lnTo>
                  <a:pt x="855989" y="263718"/>
                </a:lnTo>
                <a:lnTo>
                  <a:pt x="856322" y="264781"/>
                </a:lnTo>
                <a:lnTo>
                  <a:pt x="856416" y="268591"/>
                </a:lnTo>
                <a:lnTo>
                  <a:pt x="855616" y="274344"/>
                </a:lnTo>
                <a:lnTo>
                  <a:pt x="854289" y="276323"/>
                </a:lnTo>
                <a:lnTo>
                  <a:pt x="853035" y="276350"/>
                </a:lnTo>
                <a:lnTo>
                  <a:pt x="844866" y="272168"/>
                </a:lnTo>
                <a:lnTo>
                  <a:pt x="842037" y="270244"/>
                </a:lnTo>
                <a:lnTo>
                  <a:pt x="840695" y="268484"/>
                </a:lnTo>
                <a:lnTo>
                  <a:pt x="840901" y="267490"/>
                </a:lnTo>
                <a:lnTo>
                  <a:pt x="842258" y="266621"/>
                </a:lnTo>
                <a:lnTo>
                  <a:pt x="847788" y="264877"/>
                </a:lnTo>
                <a:lnTo>
                  <a:pt x="852584" y="262782"/>
                </a:lnTo>
                <a:lnTo>
                  <a:pt x="855080" y="262882"/>
                </a:lnTo>
                <a:close/>
                <a:moveTo>
                  <a:pt x="906670" y="264907"/>
                </a:moveTo>
                <a:lnTo>
                  <a:pt x="914478" y="267876"/>
                </a:lnTo>
                <a:lnTo>
                  <a:pt x="914962" y="269123"/>
                </a:lnTo>
                <a:lnTo>
                  <a:pt x="914288" y="270886"/>
                </a:lnTo>
                <a:lnTo>
                  <a:pt x="912607" y="272559"/>
                </a:lnTo>
                <a:lnTo>
                  <a:pt x="904802" y="276494"/>
                </a:lnTo>
                <a:lnTo>
                  <a:pt x="901890" y="277088"/>
                </a:lnTo>
                <a:lnTo>
                  <a:pt x="900156" y="276754"/>
                </a:lnTo>
                <a:lnTo>
                  <a:pt x="899520" y="275930"/>
                </a:lnTo>
                <a:lnTo>
                  <a:pt x="899152" y="272060"/>
                </a:lnTo>
                <a:lnTo>
                  <a:pt x="899335" y="267180"/>
                </a:lnTo>
                <a:lnTo>
                  <a:pt x="900016" y="264281"/>
                </a:lnTo>
                <a:lnTo>
                  <a:pt x="902439" y="263690"/>
                </a:lnTo>
                <a:lnTo>
                  <a:pt x="906670" y="264907"/>
                </a:lnTo>
                <a:close/>
                <a:moveTo>
                  <a:pt x="893555" y="268765"/>
                </a:moveTo>
                <a:lnTo>
                  <a:pt x="894574" y="271582"/>
                </a:lnTo>
                <a:lnTo>
                  <a:pt x="894431" y="275796"/>
                </a:lnTo>
                <a:lnTo>
                  <a:pt x="893693" y="276888"/>
                </a:lnTo>
                <a:lnTo>
                  <a:pt x="892369" y="277432"/>
                </a:lnTo>
                <a:lnTo>
                  <a:pt x="889885" y="276938"/>
                </a:lnTo>
                <a:lnTo>
                  <a:pt x="888179" y="275814"/>
                </a:lnTo>
                <a:lnTo>
                  <a:pt x="886661" y="274116"/>
                </a:lnTo>
                <a:lnTo>
                  <a:pt x="885921" y="272534"/>
                </a:lnTo>
                <a:lnTo>
                  <a:pt x="886082" y="271627"/>
                </a:lnTo>
                <a:lnTo>
                  <a:pt x="887374" y="270323"/>
                </a:lnTo>
                <a:lnTo>
                  <a:pt x="891240" y="268302"/>
                </a:lnTo>
                <a:lnTo>
                  <a:pt x="892464" y="268020"/>
                </a:lnTo>
                <a:lnTo>
                  <a:pt x="893555" y="268765"/>
                </a:lnTo>
                <a:close/>
                <a:moveTo>
                  <a:pt x="867857" y="270741"/>
                </a:moveTo>
                <a:lnTo>
                  <a:pt x="868897" y="271826"/>
                </a:lnTo>
                <a:lnTo>
                  <a:pt x="869149" y="273064"/>
                </a:lnTo>
                <a:lnTo>
                  <a:pt x="868603" y="274557"/>
                </a:lnTo>
                <a:lnTo>
                  <a:pt x="867287" y="276223"/>
                </a:lnTo>
                <a:lnTo>
                  <a:pt x="866223" y="276948"/>
                </a:lnTo>
                <a:lnTo>
                  <a:pt x="864013" y="277384"/>
                </a:lnTo>
                <a:lnTo>
                  <a:pt x="862095" y="276625"/>
                </a:lnTo>
                <a:lnTo>
                  <a:pt x="861396" y="275857"/>
                </a:lnTo>
                <a:lnTo>
                  <a:pt x="860817" y="273663"/>
                </a:lnTo>
                <a:lnTo>
                  <a:pt x="861381" y="271483"/>
                </a:lnTo>
                <a:lnTo>
                  <a:pt x="862354" y="270293"/>
                </a:lnTo>
                <a:lnTo>
                  <a:pt x="863681" y="269669"/>
                </a:lnTo>
                <a:lnTo>
                  <a:pt x="865256" y="269635"/>
                </a:lnTo>
                <a:lnTo>
                  <a:pt x="867857" y="270741"/>
                </a:lnTo>
                <a:close/>
                <a:moveTo>
                  <a:pt x="828032" y="273490"/>
                </a:moveTo>
                <a:lnTo>
                  <a:pt x="828640" y="274505"/>
                </a:lnTo>
                <a:lnTo>
                  <a:pt x="828726" y="275725"/>
                </a:lnTo>
                <a:lnTo>
                  <a:pt x="828032" y="277443"/>
                </a:lnTo>
                <a:lnTo>
                  <a:pt x="827153" y="278212"/>
                </a:lnTo>
                <a:lnTo>
                  <a:pt x="820589" y="278344"/>
                </a:lnTo>
                <a:lnTo>
                  <a:pt x="818628" y="277848"/>
                </a:lnTo>
                <a:lnTo>
                  <a:pt x="817770" y="276993"/>
                </a:lnTo>
                <a:lnTo>
                  <a:pt x="818307" y="275287"/>
                </a:lnTo>
                <a:lnTo>
                  <a:pt x="820417" y="274190"/>
                </a:lnTo>
                <a:lnTo>
                  <a:pt x="825613" y="272847"/>
                </a:lnTo>
                <a:lnTo>
                  <a:pt x="827079" y="272895"/>
                </a:lnTo>
                <a:lnTo>
                  <a:pt x="828032" y="273490"/>
                </a:lnTo>
                <a:close/>
                <a:moveTo>
                  <a:pt x="937768" y="275707"/>
                </a:moveTo>
                <a:lnTo>
                  <a:pt x="944450" y="278475"/>
                </a:lnTo>
                <a:lnTo>
                  <a:pt x="945640" y="279754"/>
                </a:lnTo>
                <a:lnTo>
                  <a:pt x="944904" y="280481"/>
                </a:lnTo>
                <a:lnTo>
                  <a:pt x="942956" y="280933"/>
                </a:lnTo>
                <a:lnTo>
                  <a:pt x="935784" y="281345"/>
                </a:lnTo>
                <a:lnTo>
                  <a:pt x="930584" y="280915"/>
                </a:lnTo>
                <a:lnTo>
                  <a:pt x="928752" y="278624"/>
                </a:lnTo>
                <a:lnTo>
                  <a:pt x="927643" y="275756"/>
                </a:lnTo>
                <a:lnTo>
                  <a:pt x="928145" y="274501"/>
                </a:lnTo>
                <a:lnTo>
                  <a:pt x="930608" y="273779"/>
                </a:lnTo>
                <a:lnTo>
                  <a:pt x="934581" y="274463"/>
                </a:lnTo>
                <a:lnTo>
                  <a:pt x="937768" y="275707"/>
                </a:lnTo>
                <a:close/>
                <a:moveTo>
                  <a:pt x="839314" y="274743"/>
                </a:moveTo>
                <a:lnTo>
                  <a:pt x="839855" y="276750"/>
                </a:lnTo>
                <a:lnTo>
                  <a:pt x="838665" y="278228"/>
                </a:lnTo>
                <a:lnTo>
                  <a:pt x="836978" y="277892"/>
                </a:lnTo>
                <a:lnTo>
                  <a:pt x="835114" y="276224"/>
                </a:lnTo>
                <a:lnTo>
                  <a:pt x="835402" y="275225"/>
                </a:lnTo>
                <a:lnTo>
                  <a:pt x="836759" y="274400"/>
                </a:lnTo>
                <a:lnTo>
                  <a:pt x="838429" y="274291"/>
                </a:lnTo>
                <a:lnTo>
                  <a:pt x="839314" y="274743"/>
                </a:lnTo>
                <a:close/>
                <a:moveTo>
                  <a:pt x="920411" y="275129"/>
                </a:moveTo>
                <a:lnTo>
                  <a:pt x="921364" y="276134"/>
                </a:lnTo>
                <a:lnTo>
                  <a:pt x="922028" y="278177"/>
                </a:lnTo>
                <a:lnTo>
                  <a:pt x="921857" y="279516"/>
                </a:lnTo>
                <a:lnTo>
                  <a:pt x="920998" y="280471"/>
                </a:lnTo>
                <a:lnTo>
                  <a:pt x="919741" y="281110"/>
                </a:lnTo>
                <a:lnTo>
                  <a:pt x="917453" y="281398"/>
                </a:lnTo>
                <a:lnTo>
                  <a:pt x="915890" y="281089"/>
                </a:lnTo>
                <a:lnTo>
                  <a:pt x="914040" y="279978"/>
                </a:lnTo>
                <a:lnTo>
                  <a:pt x="914469" y="278598"/>
                </a:lnTo>
                <a:lnTo>
                  <a:pt x="918347" y="275278"/>
                </a:lnTo>
                <a:lnTo>
                  <a:pt x="919339" y="274740"/>
                </a:lnTo>
                <a:lnTo>
                  <a:pt x="920411" y="275129"/>
                </a:lnTo>
                <a:close/>
                <a:moveTo>
                  <a:pt x="879188" y="278166"/>
                </a:moveTo>
                <a:lnTo>
                  <a:pt x="879760" y="279211"/>
                </a:lnTo>
                <a:lnTo>
                  <a:pt x="878629" y="279857"/>
                </a:lnTo>
                <a:lnTo>
                  <a:pt x="876005" y="279786"/>
                </a:lnTo>
                <a:lnTo>
                  <a:pt x="875213" y="279095"/>
                </a:lnTo>
                <a:lnTo>
                  <a:pt x="875828" y="278015"/>
                </a:lnTo>
                <a:lnTo>
                  <a:pt x="876830" y="277597"/>
                </a:lnTo>
                <a:lnTo>
                  <a:pt x="879188" y="278166"/>
                </a:lnTo>
                <a:close/>
                <a:moveTo>
                  <a:pt x="882514" y="286797"/>
                </a:moveTo>
                <a:lnTo>
                  <a:pt x="882702" y="287372"/>
                </a:lnTo>
                <a:lnTo>
                  <a:pt x="882175" y="288448"/>
                </a:lnTo>
                <a:lnTo>
                  <a:pt x="878861" y="289772"/>
                </a:lnTo>
                <a:lnTo>
                  <a:pt x="875909" y="289449"/>
                </a:lnTo>
                <a:lnTo>
                  <a:pt x="873922" y="288254"/>
                </a:lnTo>
                <a:lnTo>
                  <a:pt x="873475" y="287377"/>
                </a:lnTo>
                <a:lnTo>
                  <a:pt x="874421" y="286202"/>
                </a:lnTo>
                <a:lnTo>
                  <a:pt x="877210" y="285762"/>
                </a:lnTo>
                <a:lnTo>
                  <a:pt x="880530" y="285984"/>
                </a:lnTo>
                <a:lnTo>
                  <a:pt x="882514" y="286797"/>
                </a:lnTo>
                <a:close/>
                <a:moveTo>
                  <a:pt x="893700" y="288677"/>
                </a:moveTo>
                <a:lnTo>
                  <a:pt x="894572" y="291614"/>
                </a:lnTo>
                <a:lnTo>
                  <a:pt x="894560" y="297405"/>
                </a:lnTo>
                <a:lnTo>
                  <a:pt x="893700" y="300007"/>
                </a:lnTo>
                <a:lnTo>
                  <a:pt x="892266" y="300621"/>
                </a:lnTo>
                <a:lnTo>
                  <a:pt x="885052" y="295962"/>
                </a:lnTo>
                <a:lnTo>
                  <a:pt x="884586" y="295412"/>
                </a:lnTo>
                <a:lnTo>
                  <a:pt x="884437" y="294030"/>
                </a:lnTo>
                <a:lnTo>
                  <a:pt x="886005" y="291561"/>
                </a:lnTo>
                <a:lnTo>
                  <a:pt x="889457" y="289111"/>
                </a:lnTo>
                <a:lnTo>
                  <a:pt x="892410" y="287791"/>
                </a:lnTo>
                <a:lnTo>
                  <a:pt x="893700" y="288677"/>
                </a:lnTo>
                <a:close/>
                <a:moveTo>
                  <a:pt x="867713" y="289641"/>
                </a:moveTo>
                <a:lnTo>
                  <a:pt x="870535" y="292589"/>
                </a:lnTo>
                <a:lnTo>
                  <a:pt x="871184" y="294218"/>
                </a:lnTo>
                <a:lnTo>
                  <a:pt x="870947" y="295433"/>
                </a:lnTo>
                <a:lnTo>
                  <a:pt x="868912" y="297068"/>
                </a:lnTo>
                <a:lnTo>
                  <a:pt x="864496" y="299536"/>
                </a:lnTo>
                <a:lnTo>
                  <a:pt x="862442" y="300156"/>
                </a:lnTo>
                <a:lnTo>
                  <a:pt x="861064" y="299895"/>
                </a:lnTo>
                <a:lnTo>
                  <a:pt x="860351" y="298414"/>
                </a:lnTo>
                <a:lnTo>
                  <a:pt x="860166" y="293443"/>
                </a:lnTo>
                <a:lnTo>
                  <a:pt x="860513" y="289982"/>
                </a:lnTo>
                <a:lnTo>
                  <a:pt x="861300" y="288050"/>
                </a:lnTo>
                <a:lnTo>
                  <a:pt x="864929" y="288559"/>
                </a:lnTo>
                <a:lnTo>
                  <a:pt x="867713" y="289641"/>
                </a:lnTo>
                <a:close/>
                <a:moveTo>
                  <a:pt x="882755" y="299815"/>
                </a:moveTo>
                <a:lnTo>
                  <a:pt x="885516" y="302718"/>
                </a:lnTo>
                <a:lnTo>
                  <a:pt x="885504" y="303117"/>
                </a:lnTo>
                <a:lnTo>
                  <a:pt x="884586" y="303636"/>
                </a:lnTo>
                <a:lnTo>
                  <a:pt x="876556" y="303948"/>
                </a:lnTo>
                <a:lnTo>
                  <a:pt x="873818" y="303570"/>
                </a:lnTo>
                <a:lnTo>
                  <a:pt x="872540" y="302750"/>
                </a:lnTo>
                <a:lnTo>
                  <a:pt x="872411" y="302150"/>
                </a:lnTo>
                <a:lnTo>
                  <a:pt x="873098" y="300523"/>
                </a:lnTo>
                <a:lnTo>
                  <a:pt x="875620" y="297307"/>
                </a:lnTo>
                <a:lnTo>
                  <a:pt x="879541" y="297565"/>
                </a:lnTo>
                <a:lnTo>
                  <a:pt x="882755" y="299815"/>
                </a:lnTo>
                <a:close/>
                <a:moveTo>
                  <a:pt x="882225" y="309457"/>
                </a:moveTo>
                <a:lnTo>
                  <a:pt x="882878" y="310545"/>
                </a:lnTo>
                <a:lnTo>
                  <a:pt x="882187" y="311596"/>
                </a:lnTo>
                <a:lnTo>
                  <a:pt x="877018" y="313411"/>
                </a:lnTo>
                <a:lnTo>
                  <a:pt x="873757" y="311735"/>
                </a:lnTo>
                <a:lnTo>
                  <a:pt x="872706" y="310538"/>
                </a:lnTo>
                <a:lnTo>
                  <a:pt x="873257" y="309554"/>
                </a:lnTo>
                <a:lnTo>
                  <a:pt x="875717" y="308844"/>
                </a:lnTo>
                <a:lnTo>
                  <a:pt x="880008" y="308801"/>
                </a:lnTo>
                <a:lnTo>
                  <a:pt x="882225" y="309457"/>
                </a:lnTo>
                <a:close/>
                <a:moveTo>
                  <a:pt x="866604" y="312640"/>
                </a:moveTo>
                <a:lnTo>
                  <a:pt x="868169" y="313584"/>
                </a:lnTo>
                <a:lnTo>
                  <a:pt x="870021" y="315466"/>
                </a:lnTo>
                <a:lnTo>
                  <a:pt x="870922" y="317413"/>
                </a:lnTo>
                <a:lnTo>
                  <a:pt x="870798" y="318474"/>
                </a:lnTo>
                <a:lnTo>
                  <a:pt x="869569" y="319554"/>
                </a:lnTo>
                <a:lnTo>
                  <a:pt x="866405" y="320384"/>
                </a:lnTo>
                <a:lnTo>
                  <a:pt x="862967" y="320134"/>
                </a:lnTo>
                <a:lnTo>
                  <a:pt x="861252" y="319293"/>
                </a:lnTo>
                <a:lnTo>
                  <a:pt x="860294" y="318192"/>
                </a:lnTo>
                <a:lnTo>
                  <a:pt x="859974" y="316666"/>
                </a:lnTo>
                <a:lnTo>
                  <a:pt x="860188" y="313229"/>
                </a:lnTo>
                <a:lnTo>
                  <a:pt x="860862" y="311897"/>
                </a:lnTo>
                <a:lnTo>
                  <a:pt x="862931" y="311427"/>
                </a:lnTo>
                <a:lnTo>
                  <a:pt x="866604" y="312640"/>
                </a:lnTo>
                <a:close/>
                <a:moveTo>
                  <a:pt x="894375" y="313507"/>
                </a:moveTo>
                <a:lnTo>
                  <a:pt x="894824" y="316454"/>
                </a:lnTo>
                <a:lnTo>
                  <a:pt x="894588" y="319771"/>
                </a:lnTo>
                <a:lnTo>
                  <a:pt x="893983" y="321334"/>
                </a:lnTo>
                <a:lnTo>
                  <a:pt x="892964" y="322137"/>
                </a:lnTo>
                <a:lnTo>
                  <a:pt x="890965" y="322014"/>
                </a:lnTo>
                <a:lnTo>
                  <a:pt x="886254" y="319492"/>
                </a:lnTo>
                <a:lnTo>
                  <a:pt x="885130" y="318335"/>
                </a:lnTo>
                <a:lnTo>
                  <a:pt x="885065" y="317411"/>
                </a:lnTo>
                <a:lnTo>
                  <a:pt x="885938" y="315629"/>
                </a:lnTo>
                <a:lnTo>
                  <a:pt x="889572" y="312567"/>
                </a:lnTo>
                <a:lnTo>
                  <a:pt x="892531" y="311687"/>
                </a:lnTo>
                <a:lnTo>
                  <a:pt x="893484" y="312184"/>
                </a:lnTo>
                <a:lnTo>
                  <a:pt x="894375" y="313507"/>
                </a:lnTo>
                <a:close/>
                <a:moveTo>
                  <a:pt x="854839" y="313218"/>
                </a:moveTo>
                <a:lnTo>
                  <a:pt x="855698" y="314853"/>
                </a:lnTo>
                <a:lnTo>
                  <a:pt x="855773" y="316870"/>
                </a:lnTo>
                <a:lnTo>
                  <a:pt x="855088" y="318716"/>
                </a:lnTo>
                <a:lnTo>
                  <a:pt x="853586" y="320306"/>
                </a:lnTo>
                <a:lnTo>
                  <a:pt x="839133" y="320842"/>
                </a:lnTo>
                <a:lnTo>
                  <a:pt x="837605" y="320614"/>
                </a:lnTo>
                <a:lnTo>
                  <a:pt x="836373" y="319534"/>
                </a:lnTo>
                <a:lnTo>
                  <a:pt x="837334" y="318126"/>
                </a:lnTo>
                <a:lnTo>
                  <a:pt x="838513" y="317274"/>
                </a:lnTo>
                <a:lnTo>
                  <a:pt x="845272" y="315161"/>
                </a:lnTo>
                <a:lnTo>
                  <a:pt x="850672" y="312807"/>
                </a:lnTo>
                <a:lnTo>
                  <a:pt x="852882" y="312349"/>
                </a:lnTo>
                <a:lnTo>
                  <a:pt x="854839" y="313218"/>
                </a:lnTo>
                <a:close/>
                <a:moveTo>
                  <a:pt x="906911" y="313749"/>
                </a:moveTo>
                <a:lnTo>
                  <a:pt x="920859" y="321034"/>
                </a:lnTo>
                <a:lnTo>
                  <a:pt x="921990" y="321975"/>
                </a:lnTo>
                <a:lnTo>
                  <a:pt x="922083" y="323254"/>
                </a:lnTo>
                <a:lnTo>
                  <a:pt x="920481" y="324056"/>
                </a:lnTo>
                <a:lnTo>
                  <a:pt x="912504" y="324018"/>
                </a:lnTo>
                <a:lnTo>
                  <a:pt x="904047" y="323420"/>
                </a:lnTo>
                <a:lnTo>
                  <a:pt x="901210" y="322481"/>
                </a:lnTo>
                <a:lnTo>
                  <a:pt x="900259" y="321430"/>
                </a:lnTo>
                <a:lnTo>
                  <a:pt x="899457" y="319141"/>
                </a:lnTo>
                <a:lnTo>
                  <a:pt x="899236" y="315491"/>
                </a:lnTo>
                <a:lnTo>
                  <a:pt x="899694" y="313413"/>
                </a:lnTo>
                <a:lnTo>
                  <a:pt x="900415" y="312672"/>
                </a:lnTo>
                <a:lnTo>
                  <a:pt x="902294" y="312211"/>
                </a:lnTo>
                <a:lnTo>
                  <a:pt x="904615" y="312593"/>
                </a:lnTo>
                <a:lnTo>
                  <a:pt x="906911" y="313749"/>
                </a:lnTo>
                <a:close/>
                <a:moveTo>
                  <a:pt x="880441" y="329611"/>
                </a:moveTo>
                <a:lnTo>
                  <a:pt x="881303" y="330871"/>
                </a:lnTo>
                <a:lnTo>
                  <a:pt x="880104" y="332456"/>
                </a:lnTo>
                <a:lnTo>
                  <a:pt x="878104" y="333387"/>
                </a:lnTo>
                <a:lnTo>
                  <a:pt x="876970" y="333257"/>
                </a:lnTo>
                <a:lnTo>
                  <a:pt x="876113" y="332578"/>
                </a:lnTo>
                <a:lnTo>
                  <a:pt x="875571" y="330624"/>
                </a:lnTo>
                <a:lnTo>
                  <a:pt x="876268" y="329627"/>
                </a:lnTo>
                <a:lnTo>
                  <a:pt x="878560" y="329149"/>
                </a:lnTo>
                <a:lnTo>
                  <a:pt x="880441" y="329611"/>
                </a:lnTo>
                <a:close/>
                <a:moveTo>
                  <a:pt x="864482" y="332022"/>
                </a:moveTo>
                <a:lnTo>
                  <a:pt x="869839" y="335534"/>
                </a:lnTo>
                <a:lnTo>
                  <a:pt x="870638" y="337659"/>
                </a:lnTo>
                <a:lnTo>
                  <a:pt x="869685" y="338907"/>
                </a:lnTo>
                <a:lnTo>
                  <a:pt x="863624" y="342465"/>
                </a:lnTo>
                <a:lnTo>
                  <a:pt x="860947" y="342906"/>
                </a:lnTo>
                <a:lnTo>
                  <a:pt x="859890" y="341893"/>
                </a:lnTo>
                <a:lnTo>
                  <a:pt x="859389" y="339800"/>
                </a:lnTo>
                <a:lnTo>
                  <a:pt x="860000" y="332843"/>
                </a:lnTo>
                <a:lnTo>
                  <a:pt x="861249" y="331260"/>
                </a:lnTo>
                <a:lnTo>
                  <a:pt x="862604" y="331267"/>
                </a:lnTo>
                <a:lnTo>
                  <a:pt x="864482" y="332022"/>
                </a:lnTo>
                <a:close/>
                <a:moveTo>
                  <a:pt x="895580" y="332697"/>
                </a:moveTo>
                <a:lnTo>
                  <a:pt x="896963" y="334809"/>
                </a:lnTo>
                <a:lnTo>
                  <a:pt x="897640" y="337294"/>
                </a:lnTo>
                <a:lnTo>
                  <a:pt x="897332" y="340661"/>
                </a:lnTo>
                <a:lnTo>
                  <a:pt x="896244" y="341962"/>
                </a:lnTo>
                <a:lnTo>
                  <a:pt x="894900" y="342066"/>
                </a:lnTo>
                <a:lnTo>
                  <a:pt x="892169" y="341065"/>
                </a:lnTo>
                <a:lnTo>
                  <a:pt x="888005" y="338956"/>
                </a:lnTo>
                <a:lnTo>
                  <a:pt x="886436" y="337707"/>
                </a:lnTo>
                <a:lnTo>
                  <a:pt x="886316" y="336435"/>
                </a:lnTo>
                <a:lnTo>
                  <a:pt x="887175" y="334897"/>
                </a:lnTo>
                <a:lnTo>
                  <a:pt x="890489" y="332209"/>
                </a:lnTo>
                <a:lnTo>
                  <a:pt x="893266" y="331537"/>
                </a:lnTo>
                <a:lnTo>
                  <a:pt x="895580" y="332697"/>
                </a:lnTo>
                <a:close/>
                <a:moveTo>
                  <a:pt x="882032" y="342436"/>
                </a:moveTo>
                <a:lnTo>
                  <a:pt x="889737" y="347159"/>
                </a:lnTo>
                <a:lnTo>
                  <a:pt x="891193" y="348511"/>
                </a:lnTo>
                <a:lnTo>
                  <a:pt x="891420" y="349365"/>
                </a:lnTo>
                <a:lnTo>
                  <a:pt x="890777" y="350904"/>
                </a:lnTo>
                <a:lnTo>
                  <a:pt x="888976" y="352715"/>
                </a:lnTo>
                <a:lnTo>
                  <a:pt x="882645" y="357411"/>
                </a:lnTo>
                <a:lnTo>
                  <a:pt x="880148" y="358689"/>
                </a:lnTo>
                <a:lnTo>
                  <a:pt x="877476" y="359285"/>
                </a:lnTo>
                <a:lnTo>
                  <a:pt x="874598" y="358463"/>
                </a:lnTo>
                <a:lnTo>
                  <a:pt x="867339" y="353383"/>
                </a:lnTo>
                <a:lnTo>
                  <a:pt x="863825" y="349475"/>
                </a:lnTo>
                <a:lnTo>
                  <a:pt x="863819" y="348513"/>
                </a:lnTo>
                <a:lnTo>
                  <a:pt x="865019" y="347245"/>
                </a:lnTo>
                <a:lnTo>
                  <a:pt x="876373" y="341042"/>
                </a:lnTo>
                <a:lnTo>
                  <a:pt x="878007" y="340813"/>
                </a:lnTo>
                <a:lnTo>
                  <a:pt x="882032" y="342436"/>
                </a:lnTo>
                <a:close/>
                <a:moveTo>
                  <a:pt x="861734" y="355213"/>
                </a:moveTo>
                <a:lnTo>
                  <a:pt x="869326" y="360640"/>
                </a:lnTo>
                <a:lnTo>
                  <a:pt x="870946" y="362996"/>
                </a:lnTo>
                <a:lnTo>
                  <a:pt x="871088" y="364470"/>
                </a:lnTo>
                <a:lnTo>
                  <a:pt x="859299" y="373100"/>
                </a:lnTo>
                <a:lnTo>
                  <a:pt x="854598" y="374932"/>
                </a:lnTo>
                <a:lnTo>
                  <a:pt x="853230" y="373150"/>
                </a:lnTo>
                <a:lnTo>
                  <a:pt x="852971" y="371877"/>
                </a:lnTo>
                <a:lnTo>
                  <a:pt x="855098" y="364548"/>
                </a:lnTo>
                <a:lnTo>
                  <a:pt x="856538" y="356338"/>
                </a:lnTo>
                <a:lnTo>
                  <a:pt x="857877" y="354809"/>
                </a:lnTo>
                <a:lnTo>
                  <a:pt x="859568" y="354710"/>
                </a:lnTo>
                <a:lnTo>
                  <a:pt x="861734" y="355213"/>
                </a:lnTo>
                <a:close/>
                <a:moveTo>
                  <a:pt x="897895" y="355550"/>
                </a:moveTo>
                <a:lnTo>
                  <a:pt x="899894" y="359983"/>
                </a:lnTo>
                <a:lnTo>
                  <a:pt x="901647" y="368084"/>
                </a:lnTo>
                <a:lnTo>
                  <a:pt x="901958" y="373519"/>
                </a:lnTo>
                <a:lnTo>
                  <a:pt x="901679" y="374517"/>
                </a:lnTo>
                <a:lnTo>
                  <a:pt x="900529" y="375335"/>
                </a:lnTo>
                <a:lnTo>
                  <a:pt x="898564" y="374631"/>
                </a:lnTo>
                <a:lnTo>
                  <a:pt x="887474" y="366915"/>
                </a:lnTo>
                <a:lnTo>
                  <a:pt x="884732" y="364325"/>
                </a:lnTo>
                <a:lnTo>
                  <a:pt x="887502" y="360968"/>
                </a:lnTo>
                <a:lnTo>
                  <a:pt x="894806" y="355087"/>
                </a:lnTo>
                <a:lnTo>
                  <a:pt x="896415" y="354740"/>
                </a:lnTo>
                <a:lnTo>
                  <a:pt x="897895" y="355550"/>
                </a:lnTo>
                <a:close/>
                <a:moveTo>
                  <a:pt x="882707" y="369581"/>
                </a:moveTo>
                <a:lnTo>
                  <a:pt x="892949" y="376659"/>
                </a:lnTo>
                <a:lnTo>
                  <a:pt x="896977" y="378623"/>
                </a:lnTo>
                <a:lnTo>
                  <a:pt x="897540" y="379488"/>
                </a:lnTo>
                <a:lnTo>
                  <a:pt x="897663" y="381330"/>
                </a:lnTo>
                <a:lnTo>
                  <a:pt x="897099" y="382791"/>
                </a:lnTo>
                <a:lnTo>
                  <a:pt x="895702" y="384045"/>
                </a:lnTo>
                <a:lnTo>
                  <a:pt x="891228" y="386653"/>
                </a:lnTo>
                <a:lnTo>
                  <a:pt x="882617" y="392755"/>
                </a:lnTo>
                <a:lnTo>
                  <a:pt x="879634" y="393371"/>
                </a:lnTo>
                <a:lnTo>
                  <a:pt x="876955" y="392281"/>
                </a:lnTo>
                <a:lnTo>
                  <a:pt x="865763" y="384521"/>
                </a:lnTo>
                <a:lnTo>
                  <a:pt x="863209" y="381827"/>
                </a:lnTo>
                <a:lnTo>
                  <a:pt x="862912" y="380225"/>
                </a:lnTo>
                <a:lnTo>
                  <a:pt x="864546" y="377899"/>
                </a:lnTo>
                <a:lnTo>
                  <a:pt x="876668" y="369014"/>
                </a:lnTo>
                <a:lnTo>
                  <a:pt x="879091" y="368182"/>
                </a:lnTo>
                <a:lnTo>
                  <a:pt x="882707" y="369581"/>
                </a:lnTo>
                <a:close/>
                <a:moveTo>
                  <a:pt x="856382" y="386890"/>
                </a:moveTo>
                <a:lnTo>
                  <a:pt x="868399" y="395429"/>
                </a:lnTo>
                <a:lnTo>
                  <a:pt x="870750" y="397617"/>
                </a:lnTo>
                <a:lnTo>
                  <a:pt x="871272" y="399204"/>
                </a:lnTo>
                <a:lnTo>
                  <a:pt x="869255" y="401306"/>
                </a:lnTo>
                <a:lnTo>
                  <a:pt x="852610" y="412349"/>
                </a:lnTo>
                <a:lnTo>
                  <a:pt x="849395" y="413473"/>
                </a:lnTo>
                <a:lnTo>
                  <a:pt x="848249" y="412414"/>
                </a:lnTo>
                <a:lnTo>
                  <a:pt x="847854" y="407940"/>
                </a:lnTo>
                <a:lnTo>
                  <a:pt x="849189" y="396461"/>
                </a:lnTo>
                <a:lnTo>
                  <a:pt x="850454" y="390392"/>
                </a:lnTo>
                <a:lnTo>
                  <a:pt x="851953" y="386983"/>
                </a:lnTo>
                <a:lnTo>
                  <a:pt x="853269" y="385817"/>
                </a:lnTo>
                <a:lnTo>
                  <a:pt x="854622" y="385682"/>
                </a:lnTo>
                <a:lnTo>
                  <a:pt x="856382" y="386890"/>
                </a:lnTo>
                <a:close/>
                <a:moveTo>
                  <a:pt x="904404" y="387179"/>
                </a:moveTo>
                <a:lnTo>
                  <a:pt x="905138" y="389069"/>
                </a:lnTo>
                <a:lnTo>
                  <a:pt x="906493" y="401775"/>
                </a:lnTo>
                <a:lnTo>
                  <a:pt x="908116" y="409599"/>
                </a:lnTo>
                <a:lnTo>
                  <a:pt x="907590" y="411456"/>
                </a:lnTo>
                <a:lnTo>
                  <a:pt x="906210" y="412076"/>
                </a:lnTo>
                <a:lnTo>
                  <a:pt x="903086" y="411133"/>
                </a:lnTo>
                <a:lnTo>
                  <a:pt x="888724" y="400864"/>
                </a:lnTo>
                <a:lnTo>
                  <a:pt x="887103" y="399344"/>
                </a:lnTo>
                <a:lnTo>
                  <a:pt x="886796" y="398456"/>
                </a:lnTo>
                <a:lnTo>
                  <a:pt x="887252" y="396706"/>
                </a:lnTo>
                <a:lnTo>
                  <a:pt x="888786" y="394848"/>
                </a:lnTo>
                <a:lnTo>
                  <a:pt x="896587" y="389686"/>
                </a:lnTo>
                <a:lnTo>
                  <a:pt x="900398" y="386406"/>
                </a:lnTo>
                <a:lnTo>
                  <a:pt x="902234" y="386215"/>
                </a:lnTo>
                <a:lnTo>
                  <a:pt x="904404" y="387179"/>
                </a:lnTo>
                <a:close/>
                <a:moveTo>
                  <a:pt x="881598" y="404247"/>
                </a:moveTo>
                <a:lnTo>
                  <a:pt x="901597" y="417831"/>
                </a:lnTo>
                <a:lnTo>
                  <a:pt x="901818" y="418582"/>
                </a:lnTo>
                <a:lnTo>
                  <a:pt x="901190" y="419754"/>
                </a:lnTo>
                <a:lnTo>
                  <a:pt x="897199" y="423009"/>
                </a:lnTo>
                <a:lnTo>
                  <a:pt x="880529" y="430849"/>
                </a:lnTo>
                <a:lnTo>
                  <a:pt x="876666" y="431393"/>
                </a:lnTo>
                <a:lnTo>
                  <a:pt x="873736" y="430525"/>
                </a:lnTo>
                <a:lnTo>
                  <a:pt x="860594" y="423560"/>
                </a:lnTo>
                <a:lnTo>
                  <a:pt x="857977" y="421862"/>
                </a:lnTo>
                <a:lnTo>
                  <a:pt x="855663" y="419670"/>
                </a:lnTo>
                <a:lnTo>
                  <a:pt x="855368" y="418597"/>
                </a:lnTo>
                <a:lnTo>
                  <a:pt x="856659" y="417144"/>
                </a:lnTo>
                <a:lnTo>
                  <a:pt x="874486" y="404597"/>
                </a:lnTo>
                <a:lnTo>
                  <a:pt x="878042" y="403269"/>
                </a:lnTo>
                <a:lnTo>
                  <a:pt x="881598" y="404247"/>
                </a:lnTo>
                <a:close/>
                <a:moveTo>
                  <a:pt x="908887" y="424400"/>
                </a:moveTo>
                <a:lnTo>
                  <a:pt x="909660" y="426833"/>
                </a:lnTo>
                <a:lnTo>
                  <a:pt x="911093" y="437617"/>
                </a:lnTo>
                <a:lnTo>
                  <a:pt x="912644" y="444604"/>
                </a:lnTo>
                <a:lnTo>
                  <a:pt x="912369" y="447465"/>
                </a:lnTo>
                <a:lnTo>
                  <a:pt x="911225" y="449061"/>
                </a:lnTo>
                <a:lnTo>
                  <a:pt x="909573" y="448929"/>
                </a:lnTo>
                <a:lnTo>
                  <a:pt x="906525" y="447609"/>
                </a:lnTo>
                <a:lnTo>
                  <a:pt x="889092" y="438726"/>
                </a:lnTo>
                <a:lnTo>
                  <a:pt x="887173" y="437291"/>
                </a:lnTo>
                <a:lnTo>
                  <a:pt x="886692" y="434872"/>
                </a:lnTo>
                <a:lnTo>
                  <a:pt x="887218" y="433599"/>
                </a:lnTo>
                <a:lnTo>
                  <a:pt x="887994" y="432939"/>
                </a:lnTo>
                <a:lnTo>
                  <a:pt x="892939" y="431040"/>
                </a:lnTo>
                <a:lnTo>
                  <a:pt x="901179" y="426797"/>
                </a:lnTo>
                <a:lnTo>
                  <a:pt x="905423" y="424095"/>
                </a:lnTo>
                <a:lnTo>
                  <a:pt x="907465" y="423731"/>
                </a:lnTo>
                <a:lnTo>
                  <a:pt x="908887" y="424400"/>
                </a:lnTo>
                <a:close/>
                <a:moveTo>
                  <a:pt x="852429" y="425847"/>
                </a:moveTo>
                <a:lnTo>
                  <a:pt x="865477" y="433105"/>
                </a:lnTo>
                <a:lnTo>
                  <a:pt x="866693" y="434388"/>
                </a:lnTo>
                <a:lnTo>
                  <a:pt x="866708" y="435895"/>
                </a:lnTo>
                <a:lnTo>
                  <a:pt x="865748" y="437430"/>
                </a:lnTo>
                <a:lnTo>
                  <a:pt x="863876" y="438679"/>
                </a:lnTo>
                <a:lnTo>
                  <a:pt x="858081" y="440828"/>
                </a:lnTo>
                <a:lnTo>
                  <a:pt x="847223" y="446347"/>
                </a:lnTo>
                <a:lnTo>
                  <a:pt x="844762" y="446609"/>
                </a:lnTo>
                <a:lnTo>
                  <a:pt x="843745" y="445477"/>
                </a:lnTo>
                <a:lnTo>
                  <a:pt x="843557" y="444120"/>
                </a:lnTo>
                <a:lnTo>
                  <a:pt x="844473" y="432669"/>
                </a:lnTo>
                <a:lnTo>
                  <a:pt x="845679" y="424834"/>
                </a:lnTo>
                <a:lnTo>
                  <a:pt x="846543" y="424259"/>
                </a:lnTo>
                <a:lnTo>
                  <a:pt x="848439" y="424147"/>
                </a:lnTo>
                <a:lnTo>
                  <a:pt x="852429" y="425847"/>
                </a:lnTo>
                <a:close/>
                <a:moveTo>
                  <a:pt x="880634" y="441420"/>
                </a:moveTo>
                <a:lnTo>
                  <a:pt x="900753" y="452479"/>
                </a:lnTo>
                <a:lnTo>
                  <a:pt x="902095" y="453666"/>
                </a:lnTo>
                <a:lnTo>
                  <a:pt x="902556" y="455779"/>
                </a:lnTo>
                <a:lnTo>
                  <a:pt x="902274" y="457103"/>
                </a:lnTo>
                <a:lnTo>
                  <a:pt x="901185" y="458277"/>
                </a:lnTo>
                <a:lnTo>
                  <a:pt x="880850" y="473370"/>
                </a:lnTo>
                <a:lnTo>
                  <a:pt x="878969" y="474428"/>
                </a:lnTo>
                <a:lnTo>
                  <a:pt x="877163" y="474561"/>
                </a:lnTo>
                <a:lnTo>
                  <a:pt x="873771" y="472861"/>
                </a:lnTo>
                <a:lnTo>
                  <a:pt x="857048" y="459942"/>
                </a:lnTo>
                <a:lnTo>
                  <a:pt x="852091" y="455709"/>
                </a:lnTo>
                <a:lnTo>
                  <a:pt x="850571" y="453391"/>
                </a:lnTo>
                <a:lnTo>
                  <a:pt x="850934" y="452365"/>
                </a:lnTo>
                <a:lnTo>
                  <a:pt x="852297" y="451432"/>
                </a:lnTo>
                <a:lnTo>
                  <a:pt x="869595" y="442738"/>
                </a:lnTo>
                <a:lnTo>
                  <a:pt x="873668" y="440241"/>
                </a:lnTo>
                <a:lnTo>
                  <a:pt x="877035" y="439849"/>
                </a:lnTo>
                <a:lnTo>
                  <a:pt x="880634" y="441420"/>
                </a:lnTo>
                <a:close/>
                <a:moveTo>
                  <a:pt x="848571" y="462297"/>
                </a:moveTo>
                <a:lnTo>
                  <a:pt x="867306" y="476144"/>
                </a:lnTo>
                <a:lnTo>
                  <a:pt x="869527" y="478216"/>
                </a:lnTo>
                <a:lnTo>
                  <a:pt x="870268" y="479799"/>
                </a:lnTo>
                <a:lnTo>
                  <a:pt x="869329" y="481295"/>
                </a:lnTo>
                <a:lnTo>
                  <a:pt x="866188" y="484086"/>
                </a:lnTo>
                <a:lnTo>
                  <a:pt x="860824" y="487604"/>
                </a:lnTo>
                <a:lnTo>
                  <a:pt x="839208" y="503677"/>
                </a:lnTo>
                <a:lnTo>
                  <a:pt x="837698" y="503954"/>
                </a:lnTo>
                <a:lnTo>
                  <a:pt x="836376" y="503082"/>
                </a:lnTo>
                <a:lnTo>
                  <a:pt x="836211" y="500021"/>
                </a:lnTo>
                <a:lnTo>
                  <a:pt x="840846" y="462286"/>
                </a:lnTo>
                <a:lnTo>
                  <a:pt x="841695" y="459915"/>
                </a:lnTo>
                <a:lnTo>
                  <a:pt x="843107" y="459209"/>
                </a:lnTo>
                <a:lnTo>
                  <a:pt x="845321" y="460043"/>
                </a:lnTo>
                <a:lnTo>
                  <a:pt x="848571" y="462297"/>
                </a:lnTo>
                <a:close/>
                <a:moveTo>
                  <a:pt x="913516" y="462827"/>
                </a:moveTo>
                <a:lnTo>
                  <a:pt x="914399" y="466918"/>
                </a:lnTo>
                <a:lnTo>
                  <a:pt x="916715" y="487166"/>
                </a:lnTo>
                <a:lnTo>
                  <a:pt x="917734" y="501086"/>
                </a:lnTo>
                <a:lnTo>
                  <a:pt x="917610" y="503344"/>
                </a:lnTo>
                <a:lnTo>
                  <a:pt x="916885" y="504545"/>
                </a:lnTo>
                <a:lnTo>
                  <a:pt x="916302" y="504742"/>
                </a:lnTo>
                <a:lnTo>
                  <a:pt x="913698" y="503698"/>
                </a:lnTo>
                <a:lnTo>
                  <a:pt x="890312" y="485390"/>
                </a:lnTo>
                <a:lnTo>
                  <a:pt x="886569" y="482029"/>
                </a:lnTo>
                <a:lnTo>
                  <a:pt x="885214" y="479991"/>
                </a:lnTo>
                <a:lnTo>
                  <a:pt x="886944" y="478026"/>
                </a:lnTo>
                <a:lnTo>
                  <a:pt x="892405" y="473840"/>
                </a:lnTo>
                <a:lnTo>
                  <a:pt x="908758" y="462383"/>
                </a:lnTo>
                <a:lnTo>
                  <a:pt x="912070" y="461091"/>
                </a:lnTo>
                <a:lnTo>
                  <a:pt x="913516" y="462827"/>
                </a:lnTo>
                <a:close/>
                <a:moveTo>
                  <a:pt x="297482" y="149097"/>
                </a:moveTo>
                <a:lnTo>
                  <a:pt x="294233" y="150770"/>
                </a:lnTo>
                <a:lnTo>
                  <a:pt x="290859" y="153798"/>
                </a:lnTo>
                <a:lnTo>
                  <a:pt x="286218" y="155319"/>
                </a:lnTo>
                <a:lnTo>
                  <a:pt x="283246" y="157133"/>
                </a:lnTo>
                <a:lnTo>
                  <a:pt x="274091" y="169045"/>
                </a:lnTo>
                <a:lnTo>
                  <a:pt x="273075" y="170919"/>
                </a:lnTo>
                <a:lnTo>
                  <a:pt x="272918" y="172740"/>
                </a:lnTo>
                <a:lnTo>
                  <a:pt x="276534" y="185216"/>
                </a:lnTo>
                <a:lnTo>
                  <a:pt x="276474" y="187264"/>
                </a:lnTo>
                <a:lnTo>
                  <a:pt x="268837" y="196509"/>
                </a:lnTo>
                <a:lnTo>
                  <a:pt x="264537" y="204918"/>
                </a:lnTo>
                <a:lnTo>
                  <a:pt x="263194" y="205862"/>
                </a:lnTo>
                <a:lnTo>
                  <a:pt x="259503" y="206072"/>
                </a:lnTo>
                <a:lnTo>
                  <a:pt x="256288" y="207945"/>
                </a:lnTo>
                <a:lnTo>
                  <a:pt x="251058" y="213830"/>
                </a:lnTo>
                <a:lnTo>
                  <a:pt x="249426" y="217722"/>
                </a:lnTo>
                <a:lnTo>
                  <a:pt x="249362" y="219620"/>
                </a:lnTo>
                <a:lnTo>
                  <a:pt x="250601" y="222949"/>
                </a:lnTo>
                <a:lnTo>
                  <a:pt x="256396" y="232885"/>
                </a:lnTo>
                <a:lnTo>
                  <a:pt x="255955" y="233928"/>
                </a:lnTo>
                <a:lnTo>
                  <a:pt x="252871" y="236449"/>
                </a:lnTo>
                <a:lnTo>
                  <a:pt x="251600" y="238444"/>
                </a:lnTo>
                <a:lnTo>
                  <a:pt x="251410" y="240660"/>
                </a:lnTo>
                <a:lnTo>
                  <a:pt x="252552" y="245435"/>
                </a:lnTo>
                <a:lnTo>
                  <a:pt x="250699" y="251181"/>
                </a:lnTo>
                <a:lnTo>
                  <a:pt x="250626" y="254532"/>
                </a:lnTo>
                <a:lnTo>
                  <a:pt x="254330" y="261399"/>
                </a:lnTo>
                <a:lnTo>
                  <a:pt x="258424" y="267281"/>
                </a:lnTo>
                <a:lnTo>
                  <a:pt x="259181" y="269741"/>
                </a:lnTo>
                <a:lnTo>
                  <a:pt x="259712" y="275635"/>
                </a:lnTo>
                <a:lnTo>
                  <a:pt x="262111" y="281505"/>
                </a:lnTo>
                <a:lnTo>
                  <a:pt x="262940" y="285845"/>
                </a:lnTo>
                <a:lnTo>
                  <a:pt x="263883" y="287381"/>
                </a:lnTo>
                <a:lnTo>
                  <a:pt x="265044" y="287903"/>
                </a:lnTo>
                <a:lnTo>
                  <a:pt x="268951" y="288115"/>
                </a:lnTo>
                <a:lnTo>
                  <a:pt x="272001" y="287237"/>
                </a:lnTo>
                <a:lnTo>
                  <a:pt x="273280" y="285586"/>
                </a:lnTo>
                <a:lnTo>
                  <a:pt x="274027" y="282072"/>
                </a:lnTo>
                <a:lnTo>
                  <a:pt x="273145" y="277542"/>
                </a:lnTo>
                <a:lnTo>
                  <a:pt x="270115" y="272007"/>
                </a:lnTo>
                <a:lnTo>
                  <a:pt x="268892" y="265547"/>
                </a:lnTo>
                <a:lnTo>
                  <a:pt x="267119" y="260586"/>
                </a:lnTo>
                <a:lnTo>
                  <a:pt x="264799" y="256185"/>
                </a:lnTo>
                <a:lnTo>
                  <a:pt x="261804" y="252324"/>
                </a:lnTo>
                <a:lnTo>
                  <a:pt x="262720" y="243163"/>
                </a:lnTo>
                <a:lnTo>
                  <a:pt x="268010" y="234745"/>
                </a:lnTo>
                <a:lnTo>
                  <a:pt x="269934" y="229657"/>
                </a:lnTo>
                <a:lnTo>
                  <a:pt x="269944" y="225597"/>
                </a:lnTo>
                <a:lnTo>
                  <a:pt x="267541" y="221659"/>
                </a:lnTo>
                <a:lnTo>
                  <a:pt x="273730" y="218575"/>
                </a:lnTo>
                <a:lnTo>
                  <a:pt x="276796" y="215728"/>
                </a:lnTo>
                <a:lnTo>
                  <a:pt x="277122" y="213075"/>
                </a:lnTo>
                <a:lnTo>
                  <a:pt x="275159" y="207677"/>
                </a:lnTo>
                <a:lnTo>
                  <a:pt x="277550" y="202122"/>
                </a:lnTo>
                <a:lnTo>
                  <a:pt x="284202" y="194493"/>
                </a:lnTo>
                <a:lnTo>
                  <a:pt x="286574" y="190038"/>
                </a:lnTo>
                <a:lnTo>
                  <a:pt x="287015" y="187809"/>
                </a:lnTo>
                <a:lnTo>
                  <a:pt x="286932" y="184604"/>
                </a:lnTo>
                <a:lnTo>
                  <a:pt x="285377" y="179810"/>
                </a:lnTo>
                <a:lnTo>
                  <a:pt x="284851" y="175831"/>
                </a:lnTo>
                <a:lnTo>
                  <a:pt x="285043" y="173252"/>
                </a:lnTo>
                <a:lnTo>
                  <a:pt x="285682" y="171535"/>
                </a:lnTo>
                <a:lnTo>
                  <a:pt x="287435" y="168762"/>
                </a:lnTo>
                <a:lnTo>
                  <a:pt x="289567" y="166497"/>
                </a:lnTo>
                <a:lnTo>
                  <a:pt x="295150" y="163730"/>
                </a:lnTo>
                <a:lnTo>
                  <a:pt x="298302" y="161343"/>
                </a:lnTo>
                <a:lnTo>
                  <a:pt x="302008" y="157351"/>
                </a:lnTo>
                <a:lnTo>
                  <a:pt x="303839" y="154352"/>
                </a:lnTo>
                <a:lnTo>
                  <a:pt x="304211" y="152544"/>
                </a:lnTo>
                <a:lnTo>
                  <a:pt x="304039" y="150640"/>
                </a:lnTo>
                <a:lnTo>
                  <a:pt x="302863" y="148215"/>
                </a:lnTo>
                <a:lnTo>
                  <a:pt x="300928" y="148030"/>
                </a:lnTo>
                <a:lnTo>
                  <a:pt x="297482" y="149097"/>
                </a:lnTo>
                <a:close/>
                <a:moveTo>
                  <a:pt x="717525" y="285254"/>
                </a:moveTo>
                <a:lnTo>
                  <a:pt x="716127" y="286507"/>
                </a:lnTo>
                <a:lnTo>
                  <a:pt x="716741" y="289170"/>
                </a:lnTo>
                <a:lnTo>
                  <a:pt x="719183" y="292692"/>
                </a:lnTo>
                <a:lnTo>
                  <a:pt x="721172" y="293269"/>
                </a:lnTo>
                <a:lnTo>
                  <a:pt x="727424" y="293363"/>
                </a:lnTo>
                <a:lnTo>
                  <a:pt x="730969" y="292722"/>
                </a:lnTo>
                <a:lnTo>
                  <a:pt x="734384" y="289806"/>
                </a:lnTo>
                <a:lnTo>
                  <a:pt x="735750" y="287327"/>
                </a:lnTo>
                <a:lnTo>
                  <a:pt x="735293" y="286011"/>
                </a:lnTo>
                <a:lnTo>
                  <a:pt x="733225" y="284934"/>
                </a:lnTo>
                <a:lnTo>
                  <a:pt x="730336" y="285095"/>
                </a:lnTo>
                <a:lnTo>
                  <a:pt x="725908" y="287098"/>
                </a:lnTo>
                <a:lnTo>
                  <a:pt x="720136" y="284966"/>
                </a:lnTo>
                <a:lnTo>
                  <a:pt x="717525" y="285254"/>
                </a:lnTo>
                <a:close/>
                <a:moveTo>
                  <a:pt x="10221" y="295331"/>
                </a:moveTo>
                <a:lnTo>
                  <a:pt x="6935" y="295755"/>
                </a:lnTo>
                <a:lnTo>
                  <a:pt x="4968" y="297012"/>
                </a:lnTo>
                <a:lnTo>
                  <a:pt x="4381" y="298272"/>
                </a:lnTo>
                <a:lnTo>
                  <a:pt x="3807" y="302688"/>
                </a:lnTo>
                <a:lnTo>
                  <a:pt x="4098" y="329563"/>
                </a:lnTo>
                <a:lnTo>
                  <a:pt x="6279" y="331292"/>
                </a:lnTo>
                <a:lnTo>
                  <a:pt x="8721" y="331745"/>
                </a:lnTo>
                <a:lnTo>
                  <a:pt x="11306" y="331494"/>
                </a:lnTo>
                <a:lnTo>
                  <a:pt x="13982" y="330093"/>
                </a:lnTo>
                <a:lnTo>
                  <a:pt x="13982" y="306082"/>
                </a:lnTo>
                <a:lnTo>
                  <a:pt x="15814" y="303816"/>
                </a:lnTo>
                <a:lnTo>
                  <a:pt x="24407" y="303360"/>
                </a:lnTo>
                <a:lnTo>
                  <a:pt x="26646" y="302897"/>
                </a:lnTo>
                <a:lnTo>
                  <a:pt x="28268" y="301541"/>
                </a:lnTo>
                <a:lnTo>
                  <a:pt x="29216" y="299488"/>
                </a:lnTo>
                <a:lnTo>
                  <a:pt x="28732" y="297580"/>
                </a:lnTo>
                <a:lnTo>
                  <a:pt x="26153" y="295749"/>
                </a:lnTo>
                <a:lnTo>
                  <a:pt x="18534" y="295055"/>
                </a:lnTo>
                <a:lnTo>
                  <a:pt x="10221" y="295331"/>
                </a:lnTo>
                <a:close/>
                <a:moveTo>
                  <a:pt x="51734" y="295427"/>
                </a:moveTo>
                <a:lnTo>
                  <a:pt x="50342" y="296468"/>
                </a:lnTo>
                <a:lnTo>
                  <a:pt x="48986" y="298416"/>
                </a:lnTo>
                <a:lnTo>
                  <a:pt x="49179" y="329852"/>
                </a:lnTo>
                <a:lnTo>
                  <a:pt x="51427" y="331572"/>
                </a:lnTo>
                <a:lnTo>
                  <a:pt x="54025" y="331979"/>
                </a:lnTo>
                <a:lnTo>
                  <a:pt x="58580" y="330334"/>
                </a:lnTo>
                <a:lnTo>
                  <a:pt x="59062" y="321270"/>
                </a:lnTo>
                <a:lnTo>
                  <a:pt x="61666" y="319784"/>
                </a:lnTo>
                <a:lnTo>
                  <a:pt x="67462" y="318640"/>
                </a:lnTo>
                <a:lnTo>
                  <a:pt x="71032" y="317443"/>
                </a:lnTo>
                <a:lnTo>
                  <a:pt x="75311" y="314809"/>
                </a:lnTo>
                <a:lnTo>
                  <a:pt x="77053" y="311626"/>
                </a:lnTo>
                <a:lnTo>
                  <a:pt x="77489" y="309715"/>
                </a:lnTo>
                <a:lnTo>
                  <a:pt x="77535" y="305643"/>
                </a:lnTo>
                <a:lnTo>
                  <a:pt x="76545" y="301749"/>
                </a:lnTo>
                <a:lnTo>
                  <a:pt x="75686" y="300063"/>
                </a:lnTo>
                <a:lnTo>
                  <a:pt x="74596" y="298653"/>
                </a:lnTo>
                <a:lnTo>
                  <a:pt x="71956" y="297020"/>
                </a:lnTo>
                <a:lnTo>
                  <a:pt x="67798" y="296010"/>
                </a:lnTo>
                <a:lnTo>
                  <a:pt x="59848" y="295059"/>
                </a:lnTo>
                <a:lnTo>
                  <a:pt x="54984" y="294963"/>
                </a:lnTo>
                <a:lnTo>
                  <a:pt x="51734" y="295427"/>
                </a:lnTo>
                <a:close/>
                <a:moveTo>
                  <a:pt x="66054" y="304057"/>
                </a:moveTo>
                <a:lnTo>
                  <a:pt x="67889" y="305448"/>
                </a:lnTo>
                <a:lnTo>
                  <a:pt x="68299" y="306656"/>
                </a:lnTo>
                <a:lnTo>
                  <a:pt x="67934" y="308107"/>
                </a:lnTo>
                <a:lnTo>
                  <a:pt x="66209" y="310185"/>
                </a:lnTo>
                <a:lnTo>
                  <a:pt x="65073" y="310794"/>
                </a:lnTo>
                <a:lnTo>
                  <a:pt x="62618" y="311175"/>
                </a:lnTo>
                <a:lnTo>
                  <a:pt x="60407" y="310474"/>
                </a:lnTo>
                <a:lnTo>
                  <a:pt x="59575" y="309731"/>
                </a:lnTo>
                <a:lnTo>
                  <a:pt x="59022" y="308731"/>
                </a:lnTo>
                <a:lnTo>
                  <a:pt x="58918" y="306394"/>
                </a:lnTo>
                <a:lnTo>
                  <a:pt x="60242" y="304040"/>
                </a:lnTo>
                <a:lnTo>
                  <a:pt x="62769" y="303196"/>
                </a:lnTo>
                <a:lnTo>
                  <a:pt x="66054" y="304057"/>
                </a:lnTo>
                <a:close/>
                <a:moveTo>
                  <a:pt x="98357" y="295186"/>
                </a:moveTo>
                <a:lnTo>
                  <a:pt x="96841" y="296529"/>
                </a:lnTo>
                <a:lnTo>
                  <a:pt x="96471" y="297874"/>
                </a:lnTo>
                <a:lnTo>
                  <a:pt x="96627" y="299439"/>
                </a:lnTo>
                <a:lnTo>
                  <a:pt x="104394" y="314969"/>
                </a:lnTo>
                <a:lnTo>
                  <a:pt x="107036" y="321463"/>
                </a:lnTo>
                <a:lnTo>
                  <a:pt x="106644" y="322800"/>
                </a:lnTo>
                <a:lnTo>
                  <a:pt x="105567" y="323778"/>
                </a:lnTo>
                <a:lnTo>
                  <a:pt x="102068" y="324479"/>
                </a:lnTo>
                <a:lnTo>
                  <a:pt x="100696" y="325362"/>
                </a:lnTo>
                <a:lnTo>
                  <a:pt x="99947" y="326961"/>
                </a:lnTo>
                <a:lnTo>
                  <a:pt x="99894" y="329539"/>
                </a:lnTo>
                <a:lnTo>
                  <a:pt x="100603" y="331311"/>
                </a:lnTo>
                <a:lnTo>
                  <a:pt x="101985" y="332407"/>
                </a:lnTo>
                <a:lnTo>
                  <a:pt x="104004" y="332809"/>
                </a:lnTo>
                <a:lnTo>
                  <a:pt x="106622" y="332498"/>
                </a:lnTo>
                <a:lnTo>
                  <a:pt x="111120" y="330662"/>
                </a:lnTo>
                <a:lnTo>
                  <a:pt x="113459" y="328668"/>
                </a:lnTo>
                <a:lnTo>
                  <a:pt x="114674" y="326994"/>
                </a:lnTo>
                <a:lnTo>
                  <a:pt x="125972" y="301716"/>
                </a:lnTo>
                <a:lnTo>
                  <a:pt x="126691" y="299286"/>
                </a:lnTo>
                <a:lnTo>
                  <a:pt x="126629" y="297271"/>
                </a:lnTo>
                <a:lnTo>
                  <a:pt x="125820" y="295800"/>
                </a:lnTo>
                <a:lnTo>
                  <a:pt x="124300" y="295003"/>
                </a:lnTo>
                <a:lnTo>
                  <a:pt x="122420" y="294979"/>
                </a:lnTo>
                <a:lnTo>
                  <a:pt x="120791" y="295647"/>
                </a:lnTo>
                <a:lnTo>
                  <a:pt x="119270" y="297018"/>
                </a:lnTo>
                <a:lnTo>
                  <a:pt x="117831" y="299130"/>
                </a:lnTo>
                <a:lnTo>
                  <a:pt x="114558" y="306519"/>
                </a:lnTo>
                <a:lnTo>
                  <a:pt x="113424" y="307736"/>
                </a:lnTo>
                <a:lnTo>
                  <a:pt x="112827" y="307752"/>
                </a:lnTo>
                <a:lnTo>
                  <a:pt x="110642" y="305353"/>
                </a:lnTo>
                <a:lnTo>
                  <a:pt x="105751" y="297009"/>
                </a:lnTo>
                <a:lnTo>
                  <a:pt x="102651" y="295541"/>
                </a:lnTo>
                <a:lnTo>
                  <a:pt x="98357" y="295186"/>
                </a:lnTo>
                <a:close/>
                <a:moveTo>
                  <a:pt x="153466" y="295379"/>
                </a:moveTo>
                <a:lnTo>
                  <a:pt x="149606" y="295969"/>
                </a:lnTo>
                <a:lnTo>
                  <a:pt x="147054" y="297934"/>
                </a:lnTo>
                <a:lnTo>
                  <a:pt x="147103" y="321280"/>
                </a:lnTo>
                <a:lnTo>
                  <a:pt x="147536" y="330093"/>
                </a:lnTo>
                <a:lnTo>
                  <a:pt x="149604" y="331520"/>
                </a:lnTo>
                <a:lnTo>
                  <a:pt x="152833" y="331982"/>
                </a:lnTo>
                <a:lnTo>
                  <a:pt x="155755" y="331344"/>
                </a:lnTo>
                <a:lnTo>
                  <a:pt x="157564" y="329756"/>
                </a:lnTo>
                <a:lnTo>
                  <a:pt x="157468" y="305407"/>
                </a:lnTo>
                <a:lnTo>
                  <a:pt x="159281" y="304061"/>
                </a:lnTo>
                <a:lnTo>
                  <a:pt x="162037" y="303613"/>
                </a:lnTo>
                <a:lnTo>
                  <a:pt x="164844" y="304274"/>
                </a:lnTo>
                <a:lnTo>
                  <a:pt x="166166" y="305231"/>
                </a:lnTo>
                <a:lnTo>
                  <a:pt x="166587" y="306134"/>
                </a:lnTo>
                <a:lnTo>
                  <a:pt x="166629" y="329756"/>
                </a:lnTo>
                <a:lnTo>
                  <a:pt x="168483" y="331104"/>
                </a:lnTo>
                <a:lnTo>
                  <a:pt x="171469" y="331891"/>
                </a:lnTo>
                <a:lnTo>
                  <a:pt x="174564" y="331710"/>
                </a:lnTo>
                <a:lnTo>
                  <a:pt x="176044" y="331058"/>
                </a:lnTo>
                <a:lnTo>
                  <a:pt x="176548" y="330233"/>
                </a:lnTo>
                <a:lnTo>
                  <a:pt x="176814" y="325519"/>
                </a:lnTo>
                <a:lnTo>
                  <a:pt x="176946" y="297452"/>
                </a:lnTo>
                <a:lnTo>
                  <a:pt x="174777" y="295475"/>
                </a:lnTo>
                <a:lnTo>
                  <a:pt x="153466" y="295379"/>
                </a:lnTo>
                <a:close/>
                <a:moveTo>
                  <a:pt x="204284" y="295331"/>
                </a:moveTo>
                <a:lnTo>
                  <a:pt x="202096" y="296239"/>
                </a:lnTo>
                <a:lnTo>
                  <a:pt x="200427" y="297741"/>
                </a:lnTo>
                <a:lnTo>
                  <a:pt x="200475" y="329659"/>
                </a:lnTo>
                <a:lnTo>
                  <a:pt x="201978" y="331110"/>
                </a:lnTo>
                <a:lnTo>
                  <a:pt x="205119" y="331868"/>
                </a:lnTo>
                <a:lnTo>
                  <a:pt x="208542" y="331445"/>
                </a:lnTo>
                <a:lnTo>
                  <a:pt x="210504" y="329949"/>
                </a:lnTo>
                <a:lnTo>
                  <a:pt x="210938" y="305407"/>
                </a:lnTo>
                <a:lnTo>
                  <a:pt x="212968" y="303935"/>
                </a:lnTo>
                <a:lnTo>
                  <a:pt x="215993" y="303473"/>
                </a:lnTo>
                <a:lnTo>
                  <a:pt x="218691" y="304547"/>
                </a:lnTo>
                <a:lnTo>
                  <a:pt x="219857" y="306806"/>
                </a:lnTo>
                <a:lnTo>
                  <a:pt x="219809" y="329563"/>
                </a:lnTo>
                <a:lnTo>
                  <a:pt x="221344" y="330952"/>
                </a:lnTo>
                <a:lnTo>
                  <a:pt x="224059" y="331783"/>
                </a:lnTo>
                <a:lnTo>
                  <a:pt x="227196" y="331702"/>
                </a:lnTo>
                <a:lnTo>
                  <a:pt x="229645" y="330672"/>
                </a:lnTo>
                <a:lnTo>
                  <a:pt x="230464" y="329949"/>
                </a:lnTo>
                <a:lnTo>
                  <a:pt x="230435" y="305331"/>
                </a:lnTo>
                <a:lnTo>
                  <a:pt x="230067" y="298356"/>
                </a:lnTo>
                <a:lnTo>
                  <a:pt x="229401" y="296473"/>
                </a:lnTo>
                <a:lnTo>
                  <a:pt x="228238" y="295809"/>
                </a:lnTo>
                <a:lnTo>
                  <a:pt x="224103" y="295429"/>
                </a:lnTo>
                <a:lnTo>
                  <a:pt x="204284" y="295331"/>
                </a:lnTo>
                <a:close/>
                <a:moveTo>
                  <a:pt x="263154" y="295668"/>
                </a:moveTo>
                <a:lnTo>
                  <a:pt x="261013" y="297898"/>
                </a:lnTo>
                <a:lnTo>
                  <a:pt x="259104" y="302147"/>
                </a:lnTo>
                <a:lnTo>
                  <a:pt x="253339" y="321166"/>
                </a:lnTo>
                <a:lnTo>
                  <a:pt x="250961" y="327372"/>
                </a:lnTo>
                <a:lnTo>
                  <a:pt x="251040" y="330316"/>
                </a:lnTo>
                <a:lnTo>
                  <a:pt x="252915" y="331815"/>
                </a:lnTo>
                <a:lnTo>
                  <a:pt x="256870" y="331454"/>
                </a:lnTo>
                <a:lnTo>
                  <a:pt x="258473" y="330119"/>
                </a:lnTo>
                <a:lnTo>
                  <a:pt x="260602" y="326485"/>
                </a:lnTo>
                <a:lnTo>
                  <a:pt x="262171" y="324814"/>
                </a:lnTo>
                <a:lnTo>
                  <a:pt x="264014" y="323975"/>
                </a:lnTo>
                <a:lnTo>
                  <a:pt x="266328" y="323850"/>
                </a:lnTo>
                <a:lnTo>
                  <a:pt x="268386" y="324276"/>
                </a:lnTo>
                <a:lnTo>
                  <a:pt x="269446" y="324929"/>
                </a:lnTo>
                <a:lnTo>
                  <a:pt x="273857" y="331174"/>
                </a:lnTo>
                <a:lnTo>
                  <a:pt x="276442" y="331952"/>
                </a:lnTo>
                <a:lnTo>
                  <a:pt x="280189" y="331352"/>
                </a:lnTo>
                <a:lnTo>
                  <a:pt x="282102" y="329225"/>
                </a:lnTo>
                <a:lnTo>
                  <a:pt x="281330" y="325947"/>
                </a:lnTo>
                <a:lnTo>
                  <a:pt x="272369" y="298444"/>
                </a:lnTo>
                <a:lnTo>
                  <a:pt x="270643" y="296506"/>
                </a:lnTo>
                <a:lnTo>
                  <a:pt x="267972" y="295298"/>
                </a:lnTo>
                <a:lnTo>
                  <a:pt x="265419" y="294997"/>
                </a:lnTo>
                <a:lnTo>
                  <a:pt x="263154" y="295668"/>
                </a:lnTo>
                <a:close/>
                <a:moveTo>
                  <a:pt x="267011" y="312688"/>
                </a:moveTo>
                <a:lnTo>
                  <a:pt x="267630" y="313528"/>
                </a:lnTo>
                <a:lnTo>
                  <a:pt x="266985" y="314582"/>
                </a:lnTo>
                <a:lnTo>
                  <a:pt x="264998" y="314875"/>
                </a:lnTo>
                <a:lnTo>
                  <a:pt x="263936" y="314344"/>
                </a:lnTo>
                <a:lnTo>
                  <a:pt x="263911" y="313189"/>
                </a:lnTo>
                <a:lnTo>
                  <a:pt x="264697" y="312447"/>
                </a:lnTo>
                <a:lnTo>
                  <a:pt x="265783" y="312260"/>
                </a:lnTo>
                <a:lnTo>
                  <a:pt x="267011" y="312688"/>
                </a:lnTo>
                <a:close/>
                <a:moveTo>
                  <a:pt x="336102" y="295524"/>
                </a:moveTo>
                <a:lnTo>
                  <a:pt x="334538" y="296998"/>
                </a:lnTo>
                <a:lnTo>
                  <a:pt x="333849" y="300706"/>
                </a:lnTo>
                <a:lnTo>
                  <a:pt x="333643" y="329081"/>
                </a:lnTo>
                <a:lnTo>
                  <a:pt x="335299" y="330949"/>
                </a:lnTo>
                <a:lnTo>
                  <a:pt x="336488" y="331577"/>
                </a:lnTo>
                <a:lnTo>
                  <a:pt x="339347" y="331709"/>
                </a:lnTo>
                <a:lnTo>
                  <a:pt x="341398" y="331128"/>
                </a:lnTo>
                <a:lnTo>
                  <a:pt x="342485" y="329615"/>
                </a:lnTo>
                <a:lnTo>
                  <a:pt x="343016" y="324272"/>
                </a:lnTo>
                <a:lnTo>
                  <a:pt x="343668" y="322280"/>
                </a:lnTo>
                <a:lnTo>
                  <a:pt x="344784" y="320975"/>
                </a:lnTo>
                <a:lnTo>
                  <a:pt x="347383" y="320034"/>
                </a:lnTo>
                <a:lnTo>
                  <a:pt x="348505" y="320294"/>
                </a:lnTo>
                <a:lnTo>
                  <a:pt x="349454" y="321143"/>
                </a:lnTo>
                <a:lnTo>
                  <a:pt x="352693" y="327463"/>
                </a:lnTo>
                <a:lnTo>
                  <a:pt x="355809" y="331287"/>
                </a:lnTo>
                <a:lnTo>
                  <a:pt x="358914" y="332035"/>
                </a:lnTo>
                <a:lnTo>
                  <a:pt x="364125" y="331181"/>
                </a:lnTo>
                <a:lnTo>
                  <a:pt x="364795" y="330244"/>
                </a:lnTo>
                <a:lnTo>
                  <a:pt x="364002" y="327465"/>
                </a:lnTo>
                <a:lnTo>
                  <a:pt x="355460" y="311778"/>
                </a:lnTo>
                <a:lnTo>
                  <a:pt x="354995" y="310024"/>
                </a:lnTo>
                <a:lnTo>
                  <a:pt x="355321" y="308077"/>
                </a:lnTo>
                <a:lnTo>
                  <a:pt x="356509" y="305754"/>
                </a:lnTo>
                <a:lnTo>
                  <a:pt x="361199" y="299365"/>
                </a:lnTo>
                <a:lnTo>
                  <a:pt x="361563" y="297667"/>
                </a:lnTo>
                <a:lnTo>
                  <a:pt x="361196" y="296242"/>
                </a:lnTo>
                <a:lnTo>
                  <a:pt x="360137" y="295262"/>
                </a:lnTo>
                <a:lnTo>
                  <a:pt x="358425" y="294897"/>
                </a:lnTo>
                <a:lnTo>
                  <a:pt x="356275" y="295475"/>
                </a:lnTo>
                <a:lnTo>
                  <a:pt x="353721" y="296865"/>
                </a:lnTo>
                <a:lnTo>
                  <a:pt x="351662" y="298552"/>
                </a:lnTo>
                <a:lnTo>
                  <a:pt x="347233" y="304600"/>
                </a:lnTo>
                <a:lnTo>
                  <a:pt x="344491" y="307432"/>
                </a:lnTo>
                <a:lnTo>
                  <a:pt x="343616" y="306949"/>
                </a:lnTo>
                <a:lnTo>
                  <a:pt x="343064" y="305443"/>
                </a:lnTo>
                <a:lnTo>
                  <a:pt x="342694" y="298764"/>
                </a:lnTo>
                <a:lnTo>
                  <a:pt x="341995" y="296895"/>
                </a:lnTo>
                <a:lnTo>
                  <a:pt x="340795" y="295812"/>
                </a:lnTo>
                <a:lnTo>
                  <a:pt x="339031" y="295150"/>
                </a:lnTo>
                <a:lnTo>
                  <a:pt x="336102" y="295524"/>
                </a:lnTo>
                <a:close/>
                <a:moveTo>
                  <a:pt x="395936" y="295620"/>
                </a:moveTo>
                <a:lnTo>
                  <a:pt x="392641" y="296850"/>
                </a:lnTo>
                <a:lnTo>
                  <a:pt x="389900" y="298549"/>
                </a:lnTo>
                <a:lnTo>
                  <a:pt x="386719" y="302096"/>
                </a:lnTo>
                <a:lnTo>
                  <a:pt x="385148" y="305202"/>
                </a:lnTo>
                <a:lnTo>
                  <a:pt x="383808" y="309510"/>
                </a:lnTo>
                <a:lnTo>
                  <a:pt x="383494" y="314876"/>
                </a:lnTo>
                <a:lnTo>
                  <a:pt x="385685" y="323768"/>
                </a:lnTo>
                <a:lnTo>
                  <a:pt x="386969" y="326140"/>
                </a:lnTo>
                <a:lnTo>
                  <a:pt x="388945" y="328406"/>
                </a:lnTo>
                <a:lnTo>
                  <a:pt x="391084" y="330286"/>
                </a:lnTo>
                <a:lnTo>
                  <a:pt x="393538" y="331417"/>
                </a:lnTo>
                <a:lnTo>
                  <a:pt x="398518" y="332741"/>
                </a:lnTo>
                <a:lnTo>
                  <a:pt x="401276" y="332751"/>
                </a:lnTo>
                <a:lnTo>
                  <a:pt x="406688" y="331491"/>
                </a:lnTo>
                <a:lnTo>
                  <a:pt x="408327" y="330720"/>
                </a:lnTo>
                <a:lnTo>
                  <a:pt x="411940" y="327475"/>
                </a:lnTo>
                <a:lnTo>
                  <a:pt x="414312" y="324197"/>
                </a:lnTo>
                <a:lnTo>
                  <a:pt x="416330" y="320209"/>
                </a:lnTo>
                <a:lnTo>
                  <a:pt x="416134" y="308371"/>
                </a:lnTo>
                <a:lnTo>
                  <a:pt x="414684" y="303750"/>
                </a:lnTo>
                <a:lnTo>
                  <a:pt x="411554" y="299508"/>
                </a:lnTo>
                <a:lnTo>
                  <a:pt x="409265" y="297424"/>
                </a:lnTo>
                <a:lnTo>
                  <a:pt x="405628" y="296007"/>
                </a:lnTo>
                <a:lnTo>
                  <a:pt x="402150" y="295266"/>
                </a:lnTo>
                <a:lnTo>
                  <a:pt x="398906" y="295140"/>
                </a:lnTo>
                <a:lnTo>
                  <a:pt x="395936" y="295620"/>
                </a:lnTo>
                <a:close/>
                <a:moveTo>
                  <a:pt x="403216" y="304540"/>
                </a:moveTo>
                <a:lnTo>
                  <a:pt x="404771" y="306473"/>
                </a:lnTo>
                <a:lnTo>
                  <a:pt x="405816" y="309232"/>
                </a:lnTo>
                <a:lnTo>
                  <a:pt x="406328" y="314247"/>
                </a:lnTo>
                <a:lnTo>
                  <a:pt x="405898" y="317725"/>
                </a:lnTo>
                <a:lnTo>
                  <a:pt x="404670" y="321253"/>
                </a:lnTo>
                <a:lnTo>
                  <a:pt x="403312" y="323168"/>
                </a:lnTo>
                <a:lnTo>
                  <a:pt x="401591" y="324134"/>
                </a:lnTo>
                <a:lnTo>
                  <a:pt x="398815" y="324144"/>
                </a:lnTo>
                <a:lnTo>
                  <a:pt x="397099" y="323211"/>
                </a:lnTo>
                <a:lnTo>
                  <a:pt x="396090" y="322063"/>
                </a:lnTo>
                <a:lnTo>
                  <a:pt x="394056" y="318079"/>
                </a:lnTo>
                <a:lnTo>
                  <a:pt x="393461" y="315328"/>
                </a:lnTo>
                <a:lnTo>
                  <a:pt x="393861" y="311108"/>
                </a:lnTo>
                <a:lnTo>
                  <a:pt x="395316" y="307014"/>
                </a:lnTo>
                <a:lnTo>
                  <a:pt x="397382" y="304347"/>
                </a:lnTo>
                <a:lnTo>
                  <a:pt x="400299" y="303611"/>
                </a:lnTo>
                <a:lnTo>
                  <a:pt x="403216" y="304540"/>
                </a:lnTo>
                <a:close/>
                <a:moveTo>
                  <a:pt x="441257" y="295379"/>
                </a:moveTo>
                <a:lnTo>
                  <a:pt x="439822" y="296784"/>
                </a:lnTo>
                <a:lnTo>
                  <a:pt x="439147" y="300892"/>
                </a:lnTo>
                <a:lnTo>
                  <a:pt x="438991" y="330190"/>
                </a:lnTo>
                <a:lnTo>
                  <a:pt x="441126" y="331661"/>
                </a:lnTo>
                <a:lnTo>
                  <a:pt x="442848" y="331974"/>
                </a:lnTo>
                <a:lnTo>
                  <a:pt x="444570" y="331661"/>
                </a:lnTo>
                <a:lnTo>
                  <a:pt x="446705" y="330190"/>
                </a:lnTo>
                <a:lnTo>
                  <a:pt x="447428" y="318483"/>
                </a:lnTo>
                <a:lnTo>
                  <a:pt x="447621" y="317413"/>
                </a:lnTo>
                <a:lnTo>
                  <a:pt x="448495" y="316576"/>
                </a:lnTo>
                <a:lnTo>
                  <a:pt x="449796" y="318336"/>
                </a:lnTo>
                <a:lnTo>
                  <a:pt x="452802" y="327701"/>
                </a:lnTo>
                <a:lnTo>
                  <a:pt x="454281" y="330129"/>
                </a:lnTo>
                <a:lnTo>
                  <a:pt x="455997" y="331435"/>
                </a:lnTo>
                <a:lnTo>
                  <a:pt x="459193" y="331491"/>
                </a:lnTo>
                <a:lnTo>
                  <a:pt x="461127" y="330283"/>
                </a:lnTo>
                <a:lnTo>
                  <a:pt x="462013" y="328427"/>
                </a:lnTo>
                <a:lnTo>
                  <a:pt x="463610" y="322065"/>
                </a:lnTo>
                <a:lnTo>
                  <a:pt x="464843" y="320335"/>
                </a:lnTo>
                <a:lnTo>
                  <a:pt x="466329" y="319582"/>
                </a:lnTo>
                <a:lnTo>
                  <a:pt x="467435" y="319837"/>
                </a:lnTo>
                <a:lnTo>
                  <a:pt x="467835" y="320601"/>
                </a:lnTo>
                <a:lnTo>
                  <a:pt x="467534" y="329177"/>
                </a:lnTo>
                <a:lnTo>
                  <a:pt x="468643" y="330334"/>
                </a:lnTo>
                <a:lnTo>
                  <a:pt x="470337" y="331462"/>
                </a:lnTo>
                <a:lnTo>
                  <a:pt x="472403" y="331913"/>
                </a:lnTo>
                <a:lnTo>
                  <a:pt x="475421" y="331390"/>
                </a:lnTo>
                <a:lnTo>
                  <a:pt x="476860" y="330283"/>
                </a:lnTo>
                <a:lnTo>
                  <a:pt x="477370" y="329078"/>
                </a:lnTo>
                <a:lnTo>
                  <a:pt x="477606" y="326079"/>
                </a:lnTo>
                <a:lnTo>
                  <a:pt x="477803" y="308452"/>
                </a:lnTo>
                <a:lnTo>
                  <a:pt x="477492" y="299273"/>
                </a:lnTo>
                <a:lnTo>
                  <a:pt x="476648" y="296578"/>
                </a:lnTo>
                <a:lnTo>
                  <a:pt x="474940" y="295504"/>
                </a:lnTo>
                <a:lnTo>
                  <a:pt x="469767" y="294993"/>
                </a:lnTo>
                <a:lnTo>
                  <a:pt x="467490" y="295610"/>
                </a:lnTo>
                <a:lnTo>
                  <a:pt x="464932" y="297118"/>
                </a:lnTo>
                <a:lnTo>
                  <a:pt x="463354" y="299726"/>
                </a:lnTo>
                <a:lnTo>
                  <a:pt x="460856" y="308963"/>
                </a:lnTo>
                <a:lnTo>
                  <a:pt x="459782" y="310509"/>
                </a:lnTo>
                <a:lnTo>
                  <a:pt x="457409" y="311868"/>
                </a:lnTo>
                <a:lnTo>
                  <a:pt x="455814" y="309583"/>
                </a:lnTo>
                <a:lnTo>
                  <a:pt x="452829" y="299718"/>
                </a:lnTo>
                <a:lnTo>
                  <a:pt x="450884" y="296662"/>
                </a:lnTo>
                <a:lnTo>
                  <a:pt x="449828" y="295802"/>
                </a:lnTo>
                <a:lnTo>
                  <a:pt x="447179" y="295153"/>
                </a:lnTo>
                <a:lnTo>
                  <a:pt x="443859" y="294973"/>
                </a:lnTo>
                <a:lnTo>
                  <a:pt x="441257" y="295379"/>
                </a:lnTo>
                <a:close/>
                <a:moveTo>
                  <a:pt x="505045" y="295282"/>
                </a:moveTo>
                <a:lnTo>
                  <a:pt x="503188" y="295991"/>
                </a:lnTo>
                <a:lnTo>
                  <a:pt x="501429" y="297452"/>
                </a:lnTo>
                <a:lnTo>
                  <a:pt x="501429" y="329949"/>
                </a:lnTo>
                <a:lnTo>
                  <a:pt x="503615" y="331458"/>
                </a:lnTo>
                <a:lnTo>
                  <a:pt x="505831" y="331817"/>
                </a:lnTo>
                <a:lnTo>
                  <a:pt x="509306" y="330978"/>
                </a:lnTo>
                <a:lnTo>
                  <a:pt x="510301" y="329920"/>
                </a:lnTo>
                <a:lnTo>
                  <a:pt x="511035" y="323810"/>
                </a:lnTo>
                <a:lnTo>
                  <a:pt x="511071" y="306082"/>
                </a:lnTo>
                <a:lnTo>
                  <a:pt x="514187" y="303859"/>
                </a:lnTo>
                <a:lnTo>
                  <a:pt x="517472" y="303604"/>
                </a:lnTo>
                <a:lnTo>
                  <a:pt x="519403" y="304071"/>
                </a:lnTo>
                <a:lnTo>
                  <a:pt x="520048" y="304666"/>
                </a:lnTo>
                <a:lnTo>
                  <a:pt x="520831" y="306970"/>
                </a:lnTo>
                <a:lnTo>
                  <a:pt x="520955" y="329515"/>
                </a:lnTo>
                <a:lnTo>
                  <a:pt x="522496" y="331037"/>
                </a:lnTo>
                <a:lnTo>
                  <a:pt x="524270" y="331694"/>
                </a:lnTo>
                <a:lnTo>
                  <a:pt x="527336" y="331611"/>
                </a:lnTo>
                <a:lnTo>
                  <a:pt x="529130" y="330899"/>
                </a:lnTo>
                <a:lnTo>
                  <a:pt x="530309" y="329707"/>
                </a:lnTo>
                <a:lnTo>
                  <a:pt x="530641" y="326571"/>
                </a:lnTo>
                <a:lnTo>
                  <a:pt x="530839" y="298175"/>
                </a:lnTo>
                <a:lnTo>
                  <a:pt x="528667" y="296134"/>
                </a:lnTo>
                <a:lnTo>
                  <a:pt x="526886" y="295331"/>
                </a:lnTo>
                <a:lnTo>
                  <a:pt x="505045" y="295282"/>
                </a:lnTo>
                <a:close/>
                <a:moveTo>
                  <a:pt x="563625" y="295957"/>
                </a:moveTo>
                <a:lnTo>
                  <a:pt x="561185" y="298346"/>
                </a:lnTo>
                <a:lnTo>
                  <a:pt x="559915" y="301027"/>
                </a:lnTo>
                <a:lnTo>
                  <a:pt x="557564" y="309850"/>
                </a:lnTo>
                <a:lnTo>
                  <a:pt x="551710" y="326686"/>
                </a:lnTo>
                <a:lnTo>
                  <a:pt x="551501" y="329805"/>
                </a:lnTo>
                <a:lnTo>
                  <a:pt x="553319" y="331769"/>
                </a:lnTo>
                <a:lnTo>
                  <a:pt x="557118" y="331760"/>
                </a:lnTo>
                <a:lnTo>
                  <a:pt x="558939" y="330304"/>
                </a:lnTo>
                <a:lnTo>
                  <a:pt x="560962" y="326512"/>
                </a:lnTo>
                <a:lnTo>
                  <a:pt x="562323" y="324964"/>
                </a:lnTo>
                <a:lnTo>
                  <a:pt x="564153" y="324159"/>
                </a:lnTo>
                <a:lnTo>
                  <a:pt x="567560" y="323894"/>
                </a:lnTo>
                <a:lnTo>
                  <a:pt x="569561" y="324458"/>
                </a:lnTo>
                <a:lnTo>
                  <a:pt x="570570" y="325296"/>
                </a:lnTo>
                <a:lnTo>
                  <a:pt x="573057" y="329597"/>
                </a:lnTo>
                <a:lnTo>
                  <a:pt x="574648" y="331039"/>
                </a:lnTo>
                <a:lnTo>
                  <a:pt x="577463" y="331877"/>
                </a:lnTo>
                <a:lnTo>
                  <a:pt x="580964" y="331407"/>
                </a:lnTo>
                <a:lnTo>
                  <a:pt x="582043" y="330327"/>
                </a:lnTo>
                <a:lnTo>
                  <a:pt x="582332" y="329274"/>
                </a:lnTo>
                <a:lnTo>
                  <a:pt x="581699" y="324856"/>
                </a:lnTo>
                <a:lnTo>
                  <a:pt x="575411" y="306229"/>
                </a:lnTo>
                <a:lnTo>
                  <a:pt x="573271" y="298604"/>
                </a:lnTo>
                <a:lnTo>
                  <a:pt x="572207" y="296952"/>
                </a:lnTo>
                <a:lnTo>
                  <a:pt x="569881" y="295528"/>
                </a:lnTo>
                <a:lnTo>
                  <a:pt x="565798" y="295013"/>
                </a:lnTo>
                <a:lnTo>
                  <a:pt x="563625" y="295957"/>
                </a:lnTo>
                <a:close/>
                <a:moveTo>
                  <a:pt x="567675" y="312688"/>
                </a:moveTo>
                <a:lnTo>
                  <a:pt x="568200" y="313989"/>
                </a:lnTo>
                <a:lnTo>
                  <a:pt x="567521" y="315022"/>
                </a:lnTo>
                <a:lnTo>
                  <a:pt x="565421" y="315459"/>
                </a:lnTo>
                <a:lnTo>
                  <a:pt x="564352" y="314796"/>
                </a:lnTo>
                <a:lnTo>
                  <a:pt x="564168" y="313137"/>
                </a:lnTo>
                <a:lnTo>
                  <a:pt x="564946" y="312011"/>
                </a:lnTo>
                <a:lnTo>
                  <a:pt x="566266" y="311822"/>
                </a:lnTo>
                <a:lnTo>
                  <a:pt x="567675" y="312688"/>
                </a:lnTo>
                <a:close/>
                <a:moveTo>
                  <a:pt x="606632" y="295379"/>
                </a:moveTo>
                <a:lnTo>
                  <a:pt x="605091" y="296781"/>
                </a:lnTo>
                <a:lnTo>
                  <a:pt x="604355" y="300767"/>
                </a:lnTo>
                <a:lnTo>
                  <a:pt x="604185" y="322627"/>
                </a:lnTo>
                <a:lnTo>
                  <a:pt x="604371" y="329140"/>
                </a:lnTo>
                <a:lnTo>
                  <a:pt x="604729" y="330180"/>
                </a:lnTo>
                <a:lnTo>
                  <a:pt x="606718" y="331592"/>
                </a:lnTo>
                <a:lnTo>
                  <a:pt x="609477" y="331957"/>
                </a:lnTo>
                <a:lnTo>
                  <a:pt x="611240" y="331512"/>
                </a:lnTo>
                <a:lnTo>
                  <a:pt x="613189" y="330093"/>
                </a:lnTo>
                <a:lnTo>
                  <a:pt x="613507" y="321391"/>
                </a:lnTo>
                <a:lnTo>
                  <a:pt x="614021" y="318678"/>
                </a:lnTo>
                <a:lnTo>
                  <a:pt x="615892" y="317237"/>
                </a:lnTo>
                <a:lnTo>
                  <a:pt x="619138" y="316828"/>
                </a:lnTo>
                <a:lnTo>
                  <a:pt x="622214" y="317500"/>
                </a:lnTo>
                <a:lnTo>
                  <a:pt x="623411" y="318522"/>
                </a:lnTo>
                <a:lnTo>
                  <a:pt x="623893" y="329659"/>
                </a:lnTo>
                <a:lnTo>
                  <a:pt x="625691" y="331338"/>
                </a:lnTo>
                <a:lnTo>
                  <a:pt x="627095" y="331879"/>
                </a:lnTo>
                <a:lnTo>
                  <a:pt x="629541" y="331923"/>
                </a:lnTo>
                <a:lnTo>
                  <a:pt x="631680" y="331061"/>
                </a:lnTo>
                <a:lnTo>
                  <a:pt x="633054" y="329515"/>
                </a:lnTo>
                <a:lnTo>
                  <a:pt x="633054" y="298513"/>
                </a:lnTo>
                <a:lnTo>
                  <a:pt x="631897" y="296666"/>
                </a:lnTo>
                <a:lnTo>
                  <a:pt x="630763" y="295561"/>
                </a:lnTo>
                <a:lnTo>
                  <a:pt x="629582" y="295138"/>
                </a:lnTo>
                <a:lnTo>
                  <a:pt x="627460" y="295112"/>
                </a:lnTo>
                <a:lnTo>
                  <a:pt x="625804" y="295871"/>
                </a:lnTo>
                <a:lnTo>
                  <a:pt x="624284" y="298375"/>
                </a:lnTo>
                <a:lnTo>
                  <a:pt x="624053" y="305166"/>
                </a:lnTo>
                <a:lnTo>
                  <a:pt x="623470" y="307124"/>
                </a:lnTo>
                <a:lnTo>
                  <a:pt x="622208" y="308320"/>
                </a:lnTo>
                <a:lnTo>
                  <a:pt x="618872" y="308854"/>
                </a:lnTo>
                <a:lnTo>
                  <a:pt x="615544" y="308423"/>
                </a:lnTo>
                <a:lnTo>
                  <a:pt x="613973" y="307348"/>
                </a:lnTo>
                <a:lnTo>
                  <a:pt x="613364" y="304945"/>
                </a:lnTo>
                <a:lnTo>
                  <a:pt x="613286" y="297693"/>
                </a:lnTo>
                <a:lnTo>
                  <a:pt x="610003" y="295112"/>
                </a:lnTo>
                <a:lnTo>
                  <a:pt x="608420" y="294942"/>
                </a:lnTo>
                <a:lnTo>
                  <a:pt x="606632" y="295379"/>
                </a:lnTo>
                <a:close/>
                <a:moveTo>
                  <a:pt x="659716" y="295861"/>
                </a:moveTo>
                <a:lnTo>
                  <a:pt x="657959" y="297321"/>
                </a:lnTo>
                <a:lnTo>
                  <a:pt x="657578" y="298673"/>
                </a:lnTo>
                <a:lnTo>
                  <a:pt x="657257" y="329177"/>
                </a:lnTo>
                <a:lnTo>
                  <a:pt x="658755" y="330837"/>
                </a:lnTo>
                <a:lnTo>
                  <a:pt x="660623" y="331690"/>
                </a:lnTo>
                <a:lnTo>
                  <a:pt x="662850" y="331923"/>
                </a:lnTo>
                <a:lnTo>
                  <a:pt x="664827" y="331443"/>
                </a:lnTo>
                <a:lnTo>
                  <a:pt x="667430" y="328400"/>
                </a:lnTo>
                <a:lnTo>
                  <a:pt x="671528" y="321632"/>
                </a:lnTo>
                <a:lnTo>
                  <a:pt x="676157" y="316449"/>
                </a:lnTo>
                <a:lnTo>
                  <a:pt x="677500" y="318224"/>
                </a:lnTo>
                <a:lnTo>
                  <a:pt x="677827" y="319402"/>
                </a:lnTo>
                <a:lnTo>
                  <a:pt x="677653" y="327030"/>
                </a:lnTo>
                <a:lnTo>
                  <a:pt x="677989" y="329852"/>
                </a:lnTo>
                <a:lnTo>
                  <a:pt x="679051" y="331056"/>
                </a:lnTo>
                <a:lnTo>
                  <a:pt x="680687" y="331756"/>
                </a:lnTo>
                <a:lnTo>
                  <a:pt x="683498" y="331794"/>
                </a:lnTo>
                <a:lnTo>
                  <a:pt x="685131" y="331101"/>
                </a:lnTo>
                <a:lnTo>
                  <a:pt x="686571" y="329515"/>
                </a:lnTo>
                <a:lnTo>
                  <a:pt x="686571" y="297693"/>
                </a:lnTo>
                <a:lnTo>
                  <a:pt x="683298" y="295048"/>
                </a:lnTo>
                <a:lnTo>
                  <a:pt x="681337" y="294940"/>
                </a:lnTo>
                <a:lnTo>
                  <a:pt x="679320" y="295951"/>
                </a:lnTo>
                <a:lnTo>
                  <a:pt x="676257" y="299529"/>
                </a:lnTo>
                <a:lnTo>
                  <a:pt x="670295" y="308915"/>
                </a:lnTo>
                <a:lnTo>
                  <a:pt x="668510" y="310614"/>
                </a:lnTo>
                <a:lnTo>
                  <a:pt x="667800" y="310304"/>
                </a:lnTo>
                <a:lnTo>
                  <a:pt x="667061" y="308415"/>
                </a:lnTo>
                <a:lnTo>
                  <a:pt x="666636" y="299454"/>
                </a:lnTo>
                <a:lnTo>
                  <a:pt x="665829" y="296488"/>
                </a:lnTo>
                <a:lnTo>
                  <a:pt x="664586" y="295427"/>
                </a:lnTo>
                <a:lnTo>
                  <a:pt x="663096" y="294971"/>
                </a:lnTo>
                <a:lnTo>
                  <a:pt x="661680" y="295007"/>
                </a:lnTo>
                <a:lnTo>
                  <a:pt x="659716" y="295861"/>
                </a:lnTo>
                <a:close/>
                <a:moveTo>
                  <a:pt x="712077" y="296777"/>
                </a:moveTo>
                <a:lnTo>
                  <a:pt x="710679" y="298224"/>
                </a:lnTo>
                <a:lnTo>
                  <a:pt x="710920" y="324693"/>
                </a:lnTo>
                <a:lnTo>
                  <a:pt x="711185" y="329417"/>
                </a:lnTo>
                <a:lnTo>
                  <a:pt x="711743" y="330406"/>
                </a:lnTo>
                <a:lnTo>
                  <a:pt x="713309" y="331344"/>
                </a:lnTo>
                <a:lnTo>
                  <a:pt x="715325" y="331775"/>
                </a:lnTo>
                <a:lnTo>
                  <a:pt x="717382" y="331667"/>
                </a:lnTo>
                <a:lnTo>
                  <a:pt x="719069" y="330991"/>
                </a:lnTo>
                <a:lnTo>
                  <a:pt x="725565" y="320121"/>
                </a:lnTo>
                <a:lnTo>
                  <a:pt x="727391" y="318600"/>
                </a:lnTo>
                <a:lnTo>
                  <a:pt x="729517" y="317658"/>
                </a:lnTo>
                <a:lnTo>
                  <a:pt x="730237" y="317861"/>
                </a:lnTo>
                <a:lnTo>
                  <a:pt x="730597" y="318877"/>
                </a:lnTo>
                <a:lnTo>
                  <a:pt x="731555" y="330431"/>
                </a:lnTo>
                <a:lnTo>
                  <a:pt x="733363" y="331543"/>
                </a:lnTo>
                <a:lnTo>
                  <a:pt x="736120" y="331882"/>
                </a:lnTo>
                <a:lnTo>
                  <a:pt x="738696" y="331377"/>
                </a:lnTo>
                <a:lnTo>
                  <a:pt x="740571" y="330045"/>
                </a:lnTo>
                <a:lnTo>
                  <a:pt x="740432" y="301937"/>
                </a:lnTo>
                <a:lnTo>
                  <a:pt x="739509" y="296622"/>
                </a:lnTo>
                <a:lnTo>
                  <a:pt x="738084" y="295540"/>
                </a:lnTo>
                <a:lnTo>
                  <a:pt x="735750" y="295379"/>
                </a:lnTo>
                <a:lnTo>
                  <a:pt x="734304" y="295622"/>
                </a:lnTo>
                <a:lnTo>
                  <a:pt x="732194" y="296837"/>
                </a:lnTo>
                <a:lnTo>
                  <a:pt x="730267" y="298964"/>
                </a:lnTo>
                <a:lnTo>
                  <a:pt x="723938" y="309216"/>
                </a:lnTo>
                <a:lnTo>
                  <a:pt x="722262" y="310289"/>
                </a:lnTo>
                <a:lnTo>
                  <a:pt x="721296" y="310000"/>
                </a:lnTo>
                <a:lnTo>
                  <a:pt x="720661" y="308831"/>
                </a:lnTo>
                <a:lnTo>
                  <a:pt x="720321" y="297741"/>
                </a:lnTo>
                <a:lnTo>
                  <a:pt x="718538" y="296105"/>
                </a:lnTo>
                <a:lnTo>
                  <a:pt x="716423" y="295340"/>
                </a:lnTo>
                <a:lnTo>
                  <a:pt x="714111" y="295569"/>
                </a:lnTo>
                <a:lnTo>
                  <a:pt x="712077" y="296777"/>
                </a:lnTo>
                <a:close/>
                <a:moveTo>
                  <a:pt x="952039" y="298320"/>
                </a:moveTo>
                <a:lnTo>
                  <a:pt x="951702" y="300249"/>
                </a:lnTo>
                <a:lnTo>
                  <a:pt x="954512" y="306484"/>
                </a:lnTo>
                <a:lnTo>
                  <a:pt x="953908" y="307749"/>
                </a:lnTo>
                <a:lnTo>
                  <a:pt x="950526" y="308599"/>
                </a:lnTo>
                <a:lnTo>
                  <a:pt x="941771" y="307873"/>
                </a:lnTo>
                <a:lnTo>
                  <a:pt x="936673" y="308532"/>
                </a:lnTo>
                <a:lnTo>
                  <a:pt x="933621" y="310201"/>
                </a:lnTo>
                <a:lnTo>
                  <a:pt x="933176" y="312428"/>
                </a:lnTo>
                <a:lnTo>
                  <a:pt x="934217" y="314684"/>
                </a:lnTo>
                <a:lnTo>
                  <a:pt x="936527" y="316120"/>
                </a:lnTo>
                <a:lnTo>
                  <a:pt x="941879" y="317702"/>
                </a:lnTo>
                <a:lnTo>
                  <a:pt x="948194" y="318410"/>
                </a:lnTo>
                <a:lnTo>
                  <a:pt x="949882" y="319046"/>
                </a:lnTo>
                <a:lnTo>
                  <a:pt x="951710" y="320649"/>
                </a:lnTo>
                <a:lnTo>
                  <a:pt x="955237" y="328258"/>
                </a:lnTo>
                <a:lnTo>
                  <a:pt x="960063" y="341840"/>
                </a:lnTo>
                <a:lnTo>
                  <a:pt x="966865" y="351696"/>
                </a:lnTo>
                <a:lnTo>
                  <a:pt x="971351" y="362236"/>
                </a:lnTo>
                <a:lnTo>
                  <a:pt x="972331" y="368231"/>
                </a:lnTo>
                <a:lnTo>
                  <a:pt x="972673" y="388370"/>
                </a:lnTo>
                <a:lnTo>
                  <a:pt x="974073" y="395327"/>
                </a:lnTo>
                <a:lnTo>
                  <a:pt x="972452" y="405573"/>
                </a:lnTo>
                <a:lnTo>
                  <a:pt x="970429" y="428035"/>
                </a:lnTo>
                <a:lnTo>
                  <a:pt x="969435" y="432623"/>
                </a:lnTo>
                <a:lnTo>
                  <a:pt x="967187" y="438068"/>
                </a:lnTo>
                <a:lnTo>
                  <a:pt x="965715" y="440326"/>
                </a:lnTo>
                <a:lnTo>
                  <a:pt x="963695" y="442047"/>
                </a:lnTo>
                <a:lnTo>
                  <a:pt x="961154" y="443212"/>
                </a:lnTo>
                <a:lnTo>
                  <a:pt x="958120" y="443804"/>
                </a:lnTo>
                <a:lnTo>
                  <a:pt x="953775" y="443879"/>
                </a:lnTo>
                <a:lnTo>
                  <a:pt x="948983" y="437837"/>
                </a:lnTo>
                <a:lnTo>
                  <a:pt x="949025" y="436694"/>
                </a:lnTo>
                <a:lnTo>
                  <a:pt x="949858" y="435809"/>
                </a:lnTo>
                <a:lnTo>
                  <a:pt x="955627" y="434734"/>
                </a:lnTo>
                <a:lnTo>
                  <a:pt x="957373" y="433873"/>
                </a:lnTo>
                <a:lnTo>
                  <a:pt x="958307" y="432693"/>
                </a:lnTo>
                <a:lnTo>
                  <a:pt x="958452" y="410370"/>
                </a:lnTo>
                <a:lnTo>
                  <a:pt x="955903" y="403724"/>
                </a:lnTo>
                <a:lnTo>
                  <a:pt x="954493" y="394445"/>
                </a:lnTo>
                <a:lnTo>
                  <a:pt x="953276" y="390689"/>
                </a:lnTo>
                <a:lnTo>
                  <a:pt x="950109" y="385758"/>
                </a:lnTo>
                <a:lnTo>
                  <a:pt x="943794" y="380241"/>
                </a:lnTo>
                <a:lnTo>
                  <a:pt x="940859" y="378942"/>
                </a:lnTo>
                <a:lnTo>
                  <a:pt x="938632" y="379626"/>
                </a:lnTo>
                <a:lnTo>
                  <a:pt x="928242" y="395003"/>
                </a:lnTo>
                <a:lnTo>
                  <a:pt x="925921" y="397095"/>
                </a:lnTo>
                <a:lnTo>
                  <a:pt x="923591" y="397292"/>
                </a:lnTo>
                <a:lnTo>
                  <a:pt x="919775" y="394537"/>
                </a:lnTo>
                <a:lnTo>
                  <a:pt x="917861" y="393670"/>
                </a:lnTo>
                <a:lnTo>
                  <a:pt x="916169" y="393753"/>
                </a:lnTo>
                <a:lnTo>
                  <a:pt x="914480" y="395086"/>
                </a:lnTo>
                <a:lnTo>
                  <a:pt x="918386" y="407604"/>
                </a:lnTo>
                <a:lnTo>
                  <a:pt x="919844" y="408686"/>
                </a:lnTo>
                <a:lnTo>
                  <a:pt x="923549" y="409385"/>
                </a:lnTo>
                <a:lnTo>
                  <a:pt x="926904" y="408908"/>
                </a:lnTo>
                <a:lnTo>
                  <a:pt x="929600" y="407322"/>
                </a:lnTo>
                <a:lnTo>
                  <a:pt x="934356" y="402835"/>
                </a:lnTo>
                <a:lnTo>
                  <a:pt x="941963" y="394598"/>
                </a:lnTo>
                <a:lnTo>
                  <a:pt x="943011" y="394569"/>
                </a:lnTo>
                <a:lnTo>
                  <a:pt x="943999" y="395729"/>
                </a:lnTo>
                <a:lnTo>
                  <a:pt x="944458" y="397995"/>
                </a:lnTo>
                <a:lnTo>
                  <a:pt x="944518" y="404488"/>
                </a:lnTo>
                <a:lnTo>
                  <a:pt x="948134" y="410852"/>
                </a:lnTo>
                <a:lnTo>
                  <a:pt x="948471" y="422134"/>
                </a:lnTo>
                <a:lnTo>
                  <a:pt x="946129" y="424197"/>
                </a:lnTo>
                <a:lnTo>
                  <a:pt x="941421" y="425018"/>
                </a:lnTo>
                <a:lnTo>
                  <a:pt x="939388" y="426478"/>
                </a:lnTo>
                <a:lnTo>
                  <a:pt x="936056" y="432313"/>
                </a:lnTo>
                <a:lnTo>
                  <a:pt x="934967" y="435013"/>
                </a:lnTo>
                <a:lnTo>
                  <a:pt x="934718" y="436954"/>
                </a:lnTo>
                <a:lnTo>
                  <a:pt x="936031" y="439534"/>
                </a:lnTo>
                <a:lnTo>
                  <a:pt x="942905" y="447489"/>
                </a:lnTo>
                <a:lnTo>
                  <a:pt x="944845" y="452017"/>
                </a:lnTo>
                <a:lnTo>
                  <a:pt x="944393" y="454696"/>
                </a:lnTo>
                <a:lnTo>
                  <a:pt x="939622" y="460715"/>
                </a:lnTo>
                <a:lnTo>
                  <a:pt x="939576" y="462815"/>
                </a:lnTo>
                <a:lnTo>
                  <a:pt x="942042" y="465387"/>
                </a:lnTo>
                <a:lnTo>
                  <a:pt x="944263" y="466301"/>
                </a:lnTo>
                <a:lnTo>
                  <a:pt x="948117" y="466942"/>
                </a:lnTo>
                <a:lnTo>
                  <a:pt x="951345" y="466547"/>
                </a:lnTo>
                <a:lnTo>
                  <a:pt x="952596" y="465652"/>
                </a:lnTo>
                <a:lnTo>
                  <a:pt x="955254" y="462037"/>
                </a:lnTo>
                <a:lnTo>
                  <a:pt x="957376" y="456899"/>
                </a:lnTo>
                <a:lnTo>
                  <a:pt x="959766" y="454595"/>
                </a:lnTo>
                <a:lnTo>
                  <a:pt x="963587" y="452993"/>
                </a:lnTo>
                <a:lnTo>
                  <a:pt x="970373" y="451344"/>
                </a:lnTo>
                <a:lnTo>
                  <a:pt x="974342" y="445898"/>
                </a:lnTo>
                <a:lnTo>
                  <a:pt x="978798" y="438624"/>
                </a:lnTo>
                <a:lnTo>
                  <a:pt x="981818" y="417633"/>
                </a:lnTo>
                <a:lnTo>
                  <a:pt x="983030" y="402124"/>
                </a:lnTo>
                <a:lnTo>
                  <a:pt x="982848" y="361674"/>
                </a:lnTo>
                <a:lnTo>
                  <a:pt x="977767" y="350301"/>
                </a:lnTo>
                <a:lnTo>
                  <a:pt x="974933" y="345720"/>
                </a:lnTo>
                <a:lnTo>
                  <a:pt x="972127" y="342237"/>
                </a:lnTo>
                <a:lnTo>
                  <a:pt x="968186" y="335286"/>
                </a:lnTo>
                <a:lnTo>
                  <a:pt x="967720" y="333377"/>
                </a:lnTo>
                <a:lnTo>
                  <a:pt x="968195" y="330669"/>
                </a:lnTo>
                <a:lnTo>
                  <a:pt x="969177" y="330235"/>
                </a:lnTo>
                <a:lnTo>
                  <a:pt x="971719" y="332137"/>
                </a:lnTo>
                <a:lnTo>
                  <a:pt x="980672" y="343931"/>
                </a:lnTo>
                <a:lnTo>
                  <a:pt x="985130" y="350555"/>
                </a:lnTo>
                <a:lnTo>
                  <a:pt x="988240" y="354028"/>
                </a:lnTo>
                <a:lnTo>
                  <a:pt x="990951" y="356331"/>
                </a:lnTo>
                <a:lnTo>
                  <a:pt x="993265" y="360060"/>
                </a:lnTo>
                <a:lnTo>
                  <a:pt x="995450" y="365096"/>
                </a:lnTo>
                <a:lnTo>
                  <a:pt x="997891" y="369372"/>
                </a:lnTo>
                <a:lnTo>
                  <a:pt x="1000941" y="373245"/>
                </a:lnTo>
                <a:lnTo>
                  <a:pt x="1004257" y="376331"/>
                </a:lnTo>
                <a:lnTo>
                  <a:pt x="1007496" y="378247"/>
                </a:lnTo>
                <a:lnTo>
                  <a:pt x="1008980" y="378645"/>
                </a:lnTo>
                <a:lnTo>
                  <a:pt x="1011563" y="378289"/>
                </a:lnTo>
                <a:lnTo>
                  <a:pt x="1012979" y="376240"/>
                </a:lnTo>
                <a:lnTo>
                  <a:pt x="1013609" y="371943"/>
                </a:lnTo>
                <a:lnTo>
                  <a:pt x="1016405" y="370864"/>
                </a:lnTo>
                <a:lnTo>
                  <a:pt x="1019815" y="370272"/>
                </a:lnTo>
                <a:lnTo>
                  <a:pt x="1020751" y="368779"/>
                </a:lnTo>
                <a:lnTo>
                  <a:pt x="1019877" y="366440"/>
                </a:lnTo>
                <a:lnTo>
                  <a:pt x="1016771" y="363313"/>
                </a:lnTo>
                <a:lnTo>
                  <a:pt x="1004080" y="357046"/>
                </a:lnTo>
                <a:lnTo>
                  <a:pt x="1001547" y="355065"/>
                </a:lnTo>
                <a:lnTo>
                  <a:pt x="999645" y="352447"/>
                </a:lnTo>
                <a:lnTo>
                  <a:pt x="998036" y="347016"/>
                </a:lnTo>
                <a:lnTo>
                  <a:pt x="997420" y="342500"/>
                </a:lnTo>
                <a:lnTo>
                  <a:pt x="998207" y="340682"/>
                </a:lnTo>
                <a:lnTo>
                  <a:pt x="1002592" y="337428"/>
                </a:lnTo>
                <a:lnTo>
                  <a:pt x="1002664" y="334625"/>
                </a:lnTo>
                <a:lnTo>
                  <a:pt x="1001705" y="332775"/>
                </a:lnTo>
                <a:lnTo>
                  <a:pt x="975254" y="314213"/>
                </a:lnTo>
                <a:lnTo>
                  <a:pt x="972896" y="311775"/>
                </a:lnTo>
                <a:lnTo>
                  <a:pt x="968273" y="305690"/>
                </a:lnTo>
                <a:lnTo>
                  <a:pt x="960959" y="298706"/>
                </a:lnTo>
                <a:lnTo>
                  <a:pt x="959050" y="297805"/>
                </a:lnTo>
                <a:lnTo>
                  <a:pt x="955866" y="297211"/>
                </a:lnTo>
                <a:lnTo>
                  <a:pt x="953138" y="297555"/>
                </a:lnTo>
                <a:lnTo>
                  <a:pt x="952039" y="298320"/>
                </a:lnTo>
                <a:close/>
                <a:moveTo>
                  <a:pt x="648241" y="347932"/>
                </a:moveTo>
                <a:lnTo>
                  <a:pt x="642794" y="348762"/>
                </a:lnTo>
                <a:lnTo>
                  <a:pt x="637670" y="350133"/>
                </a:lnTo>
                <a:lnTo>
                  <a:pt x="632905" y="352017"/>
                </a:lnTo>
                <a:lnTo>
                  <a:pt x="628532" y="354385"/>
                </a:lnTo>
                <a:lnTo>
                  <a:pt x="624586" y="357208"/>
                </a:lnTo>
                <a:lnTo>
                  <a:pt x="621101" y="360457"/>
                </a:lnTo>
                <a:lnTo>
                  <a:pt x="618113" y="364105"/>
                </a:lnTo>
                <a:lnTo>
                  <a:pt x="615654" y="368122"/>
                </a:lnTo>
                <a:lnTo>
                  <a:pt x="613761" y="372480"/>
                </a:lnTo>
                <a:lnTo>
                  <a:pt x="612466" y="377150"/>
                </a:lnTo>
                <a:lnTo>
                  <a:pt x="611598" y="381441"/>
                </a:lnTo>
                <a:lnTo>
                  <a:pt x="611598" y="451352"/>
                </a:lnTo>
                <a:lnTo>
                  <a:pt x="613317" y="459657"/>
                </a:lnTo>
                <a:lnTo>
                  <a:pt x="616071" y="466314"/>
                </a:lnTo>
                <a:lnTo>
                  <a:pt x="617931" y="469386"/>
                </a:lnTo>
                <a:lnTo>
                  <a:pt x="622509" y="474888"/>
                </a:lnTo>
                <a:lnTo>
                  <a:pt x="628089" y="479361"/>
                </a:lnTo>
                <a:lnTo>
                  <a:pt x="634500" y="482595"/>
                </a:lnTo>
                <a:lnTo>
                  <a:pt x="642274" y="485017"/>
                </a:lnTo>
                <a:lnTo>
                  <a:pt x="657769" y="485634"/>
                </a:lnTo>
                <a:lnTo>
                  <a:pt x="704356" y="485548"/>
                </a:lnTo>
                <a:lnTo>
                  <a:pt x="710843" y="484724"/>
                </a:lnTo>
                <a:lnTo>
                  <a:pt x="720089" y="481248"/>
                </a:lnTo>
                <a:lnTo>
                  <a:pt x="726366" y="477026"/>
                </a:lnTo>
                <a:lnTo>
                  <a:pt x="731603" y="472064"/>
                </a:lnTo>
                <a:lnTo>
                  <a:pt x="736078" y="465049"/>
                </a:lnTo>
                <a:lnTo>
                  <a:pt x="739418" y="454961"/>
                </a:lnTo>
                <a:lnTo>
                  <a:pt x="740071" y="445910"/>
                </a:lnTo>
                <a:lnTo>
                  <a:pt x="740217" y="435217"/>
                </a:lnTo>
                <a:lnTo>
                  <a:pt x="739848" y="378066"/>
                </a:lnTo>
                <a:lnTo>
                  <a:pt x="735483" y="367532"/>
                </a:lnTo>
                <a:lnTo>
                  <a:pt x="732875" y="363548"/>
                </a:lnTo>
                <a:lnTo>
                  <a:pt x="729578" y="359551"/>
                </a:lnTo>
                <a:lnTo>
                  <a:pt x="723745" y="354700"/>
                </a:lnTo>
                <a:lnTo>
                  <a:pt x="717348" y="351338"/>
                </a:lnTo>
                <a:lnTo>
                  <a:pt x="705616" y="347740"/>
                </a:lnTo>
                <a:lnTo>
                  <a:pt x="648241" y="347932"/>
                </a:lnTo>
                <a:close/>
                <a:moveTo>
                  <a:pt x="701566" y="378066"/>
                </a:moveTo>
                <a:lnTo>
                  <a:pt x="704329" y="379657"/>
                </a:lnTo>
                <a:lnTo>
                  <a:pt x="707757" y="383127"/>
                </a:lnTo>
                <a:lnTo>
                  <a:pt x="709184" y="385781"/>
                </a:lnTo>
                <a:lnTo>
                  <a:pt x="709391" y="388140"/>
                </a:lnTo>
                <a:lnTo>
                  <a:pt x="709722" y="408119"/>
                </a:lnTo>
                <a:lnTo>
                  <a:pt x="709511" y="440696"/>
                </a:lnTo>
                <a:lnTo>
                  <a:pt x="709136" y="447881"/>
                </a:lnTo>
                <a:lnTo>
                  <a:pt x="707395" y="450942"/>
                </a:lnTo>
                <a:lnTo>
                  <a:pt x="703977" y="454775"/>
                </a:lnTo>
                <a:lnTo>
                  <a:pt x="695395" y="457427"/>
                </a:lnTo>
                <a:lnTo>
                  <a:pt x="654027" y="457138"/>
                </a:lnTo>
                <a:lnTo>
                  <a:pt x="646795" y="454155"/>
                </a:lnTo>
                <a:lnTo>
                  <a:pt x="644080" y="451198"/>
                </a:lnTo>
                <a:lnTo>
                  <a:pt x="641105" y="445566"/>
                </a:lnTo>
                <a:lnTo>
                  <a:pt x="641202" y="388529"/>
                </a:lnTo>
                <a:lnTo>
                  <a:pt x="644507" y="382038"/>
                </a:lnTo>
                <a:lnTo>
                  <a:pt x="648056" y="378824"/>
                </a:lnTo>
                <a:lnTo>
                  <a:pt x="649880" y="378018"/>
                </a:lnTo>
                <a:lnTo>
                  <a:pt x="651928" y="377747"/>
                </a:lnTo>
                <a:lnTo>
                  <a:pt x="682908" y="377341"/>
                </a:lnTo>
                <a:lnTo>
                  <a:pt x="701566" y="378066"/>
                </a:lnTo>
                <a:close/>
                <a:moveTo>
                  <a:pt x="29266" y="350825"/>
                </a:moveTo>
                <a:lnTo>
                  <a:pt x="1832" y="351066"/>
                </a:lnTo>
                <a:lnTo>
                  <a:pt x="0" y="353332"/>
                </a:lnTo>
                <a:lnTo>
                  <a:pt x="0" y="376765"/>
                </a:lnTo>
                <a:lnTo>
                  <a:pt x="1832" y="379031"/>
                </a:lnTo>
                <a:lnTo>
                  <a:pt x="69959" y="379272"/>
                </a:lnTo>
                <a:lnTo>
                  <a:pt x="74599" y="381245"/>
                </a:lnTo>
                <a:lnTo>
                  <a:pt x="76550" y="382535"/>
                </a:lnTo>
                <a:lnTo>
                  <a:pt x="80036" y="387131"/>
                </a:lnTo>
                <a:lnTo>
                  <a:pt x="79915" y="397647"/>
                </a:lnTo>
                <a:lnTo>
                  <a:pt x="79312" y="400232"/>
                </a:lnTo>
                <a:lnTo>
                  <a:pt x="76999" y="401055"/>
                </a:lnTo>
                <a:lnTo>
                  <a:pt x="73266" y="401318"/>
                </a:lnTo>
                <a:lnTo>
                  <a:pt x="35341" y="401836"/>
                </a:lnTo>
                <a:lnTo>
                  <a:pt x="34423" y="403197"/>
                </a:lnTo>
                <a:lnTo>
                  <a:pt x="33935" y="406477"/>
                </a:lnTo>
                <a:lnTo>
                  <a:pt x="33875" y="423531"/>
                </a:lnTo>
                <a:lnTo>
                  <a:pt x="34582" y="428925"/>
                </a:lnTo>
                <a:lnTo>
                  <a:pt x="35250" y="430066"/>
                </a:lnTo>
                <a:lnTo>
                  <a:pt x="36072" y="430463"/>
                </a:lnTo>
                <a:lnTo>
                  <a:pt x="78011" y="430861"/>
                </a:lnTo>
                <a:lnTo>
                  <a:pt x="80277" y="432693"/>
                </a:lnTo>
                <a:lnTo>
                  <a:pt x="79550" y="447009"/>
                </a:lnTo>
                <a:lnTo>
                  <a:pt x="78522" y="448922"/>
                </a:lnTo>
                <a:lnTo>
                  <a:pt x="76084" y="451270"/>
                </a:lnTo>
                <a:lnTo>
                  <a:pt x="70634" y="454245"/>
                </a:lnTo>
                <a:lnTo>
                  <a:pt x="2025" y="454727"/>
                </a:lnTo>
                <a:lnTo>
                  <a:pt x="0" y="456559"/>
                </a:lnTo>
                <a:lnTo>
                  <a:pt x="0" y="480907"/>
                </a:lnTo>
                <a:lnTo>
                  <a:pt x="1832" y="483174"/>
                </a:lnTo>
                <a:lnTo>
                  <a:pt x="68296" y="483210"/>
                </a:lnTo>
                <a:lnTo>
                  <a:pt x="77628" y="482610"/>
                </a:lnTo>
                <a:lnTo>
                  <a:pt x="84714" y="481646"/>
                </a:lnTo>
                <a:lnTo>
                  <a:pt x="89438" y="480275"/>
                </a:lnTo>
                <a:lnTo>
                  <a:pt x="95899" y="477539"/>
                </a:lnTo>
                <a:lnTo>
                  <a:pt x="101748" y="472575"/>
                </a:lnTo>
                <a:lnTo>
                  <a:pt x="105541" y="467039"/>
                </a:lnTo>
                <a:lnTo>
                  <a:pt x="107538" y="462347"/>
                </a:lnTo>
                <a:lnTo>
                  <a:pt x="109850" y="454768"/>
                </a:lnTo>
                <a:lnTo>
                  <a:pt x="110438" y="450441"/>
                </a:lnTo>
                <a:lnTo>
                  <a:pt x="111158" y="427596"/>
                </a:lnTo>
                <a:lnTo>
                  <a:pt x="110640" y="387299"/>
                </a:lnTo>
                <a:lnTo>
                  <a:pt x="109783" y="378229"/>
                </a:lnTo>
                <a:lnTo>
                  <a:pt x="106276" y="367275"/>
                </a:lnTo>
                <a:lnTo>
                  <a:pt x="103724" y="363007"/>
                </a:lnTo>
                <a:lnTo>
                  <a:pt x="102112" y="361107"/>
                </a:lnTo>
                <a:lnTo>
                  <a:pt x="98204" y="357766"/>
                </a:lnTo>
                <a:lnTo>
                  <a:pt x="93368" y="355019"/>
                </a:lnTo>
                <a:lnTo>
                  <a:pt x="85591" y="352246"/>
                </a:lnTo>
                <a:lnTo>
                  <a:pt x="79310" y="351252"/>
                </a:lnTo>
                <a:lnTo>
                  <a:pt x="69398" y="350763"/>
                </a:lnTo>
                <a:lnTo>
                  <a:pt x="29266" y="350825"/>
                </a:lnTo>
                <a:close/>
                <a:moveTo>
                  <a:pt x="220002" y="350729"/>
                </a:moveTo>
                <a:lnTo>
                  <a:pt x="216985" y="351231"/>
                </a:lnTo>
                <a:lnTo>
                  <a:pt x="216386" y="351645"/>
                </a:lnTo>
                <a:lnTo>
                  <a:pt x="216129" y="352606"/>
                </a:lnTo>
                <a:lnTo>
                  <a:pt x="215277" y="397979"/>
                </a:lnTo>
                <a:lnTo>
                  <a:pt x="213445" y="400004"/>
                </a:lnTo>
                <a:lnTo>
                  <a:pt x="170408" y="399954"/>
                </a:lnTo>
                <a:lnTo>
                  <a:pt x="155250" y="399522"/>
                </a:lnTo>
                <a:lnTo>
                  <a:pt x="154068" y="397769"/>
                </a:lnTo>
                <a:lnTo>
                  <a:pt x="153500" y="392218"/>
                </a:lnTo>
                <a:lnTo>
                  <a:pt x="153321" y="352320"/>
                </a:lnTo>
                <a:lnTo>
                  <a:pt x="151494" y="351257"/>
                </a:lnTo>
                <a:lnTo>
                  <a:pt x="148964" y="350958"/>
                </a:lnTo>
                <a:lnTo>
                  <a:pt x="124875" y="350825"/>
                </a:lnTo>
                <a:lnTo>
                  <a:pt x="122946" y="352754"/>
                </a:lnTo>
                <a:lnTo>
                  <a:pt x="122946" y="481004"/>
                </a:lnTo>
                <a:lnTo>
                  <a:pt x="124310" y="482292"/>
                </a:lnTo>
                <a:lnTo>
                  <a:pt x="126586" y="483051"/>
                </a:lnTo>
                <a:lnTo>
                  <a:pt x="129417" y="483298"/>
                </a:lnTo>
                <a:lnTo>
                  <a:pt x="151345" y="483174"/>
                </a:lnTo>
                <a:lnTo>
                  <a:pt x="153418" y="481100"/>
                </a:lnTo>
                <a:lnTo>
                  <a:pt x="153396" y="440774"/>
                </a:lnTo>
                <a:lnTo>
                  <a:pt x="154039" y="431263"/>
                </a:lnTo>
                <a:lnTo>
                  <a:pt x="154761" y="429772"/>
                </a:lnTo>
                <a:lnTo>
                  <a:pt x="155718" y="429331"/>
                </a:lnTo>
                <a:lnTo>
                  <a:pt x="166581" y="429019"/>
                </a:lnTo>
                <a:lnTo>
                  <a:pt x="213541" y="428932"/>
                </a:lnTo>
                <a:lnTo>
                  <a:pt x="215518" y="431488"/>
                </a:lnTo>
                <a:lnTo>
                  <a:pt x="215518" y="481052"/>
                </a:lnTo>
                <a:lnTo>
                  <a:pt x="217929" y="483463"/>
                </a:lnTo>
                <a:lnTo>
                  <a:pt x="243434" y="483174"/>
                </a:lnTo>
                <a:lnTo>
                  <a:pt x="245604" y="481004"/>
                </a:lnTo>
                <a:lnTo>
                  <a:pt x="245411" y="353236"/>
                </a:lnTo>
                <a:lnTo>
                  <a:pt x="244117" y="351601"/>
                </a:lnTo>
                <a:lnTo>
                  <a:pt x="241619" y="351170"/>
                </a:lnTo>
                <a:lnTo>
                  <a:pt x="220002" y="350729"/>
                </a:lnTo>
                <a:close/>
                <a:moveTo>
                  <a:pt x="288080" y="351356"/>
                </a:moveTo>
                <a:lnTo>
                  <a:pt x="282940" y="352596"/>
                </a:lnTo>
                <a:lnTo>
                  <a:pt x="275966" y="355208"/>
                </a:lnTo>
                <a:lnTo>
                  <a:pt x="272314" y="357238"/>
                </a:lnTo>
                <a:lnTo>
                  <a:pt x="269012" y="360147"/>
                </a:lnTo>
                <a:lnTo>
                  <a:pt x="266194" y="363561"/>
                </a:lnTo>
                <a:lnTo>
                  <a:pt x="262969" y="369466"/>
                </a:lnTo>
                <a:lnTo>
                  <a:pt x="261552" y="373817"/>
                </a:lnTo>
                <a:lnTo>
                  <a:pt x="259875" y="382116"/>
                </a:lnTo>
                <a:lnTo>
                  <a:pt x="259466" y="400248"/>
                </a:lnTo>
                <a:lnTo>
                  <a:pt x="259634" y="451352"/>
                </a:lnTo>
                <a:lnTo>
                  <a:pt x="261816" y="460716"/>
                </a:lnTo>
                <a:lnTo>
                  <a:pt x="265146" y="468552"/>
                </a:lnTo>
                <a:lnTo>
                  <a:pt x="268274" y="472693"/>
                </a:lnTo>
                <a:lnTo>
                  <a:pt x="274511" y="477535"/>
                </a:lnTo>
                <a:lnTo>
                  <a:pt x="281993" y="480878"/>
                </a:lnTo>
                <a:lnTo>
                  <a:pt x="287663" y="482153"/>
                </a:lnTo>
                <a:lnTo>
                  <a:pt x="296313" y="482840"/>
                </a:lnTo>
                <a:lnTo>
                  <a:pt x="310209" y="483120"/>
                </a:lnTo>
                <a:lnTo>
                  <a:pt x="367489" y="483174"/>
                </a:lnTo>
                <a:lnTo>
                  <a:pt x="369321" y="480907"/>
                </a:lnTo>
                <a:lnTo>
                  <a:pt x="369243" y="459994"/>
                </a:lnTo>
                <a:lnTo>
                  <a:pt x="368984" y="456999"/>
                </a:lnTo>
                <a:lnTo>
                  <a:pt x="367995" y="455140"/>
                </a:lnTo>
                <a:lnTo>
                  <a:pt x="366162" y="454684"/>
                </a:lnTo>
                <a:lnTo>
                  <a:pt x="359752" y="454560"/>
                </a:lnTo>
                <a:lnTo>
                  <a:pt x="299652" y="454245"/>
                </a:lnTo>
                <a:lnTo>
                  <a:pt x="294909" y="451901"/>
                </a:lnTo>
                <a:lnTo>
                  <a:pt x="291577" y="448897"/>
                </a:lnTo>
                <a:lnTo>
                  <a:pt x="289806" y="444491"/>
                </a:lnTo>
                <a:lnTo>
                  <a:pt x="289286" y="438045"/>
                </a:lnTo>
                <a:lnTo>
                  <a:pt x="289546" y="433175"/>
                </a:lnTo>
                <a:lnTo>
                  <a:pt x="291311" y="431102"/>
                </a:lnTo>
                <a:lnTo>
                  <a:pt x="367441" y="430234"/>
                </a:lnTo>
                <a:lnTo>
                  <a:pt x="368570" y="428989"/>
                </a:lnTo>
                <a:lnTo>
                  <a:pt x="368996" y="427136"/>
                </a:lnTo>
                <a:lnTo>
                  <a:pt x="369321" y="415722"/>
                </a:lnTo>
                <a:lnTo>
                  <a:pt x="369321" y="403957"/>
                </a:lnTo>
                <a:lnTo>
                  <a:pt x="367489" y="401691"/>
                </a:lnTo>
                <a:lnTo>
                  <a:pt x="291229" y="400849"/>
                </a:lnTo>
                <a:lnTo>
                  <a:pt x="290254" y="400571"/>
                </a:lnTo>
                <a:lnTo>
                  <a:pt x="289750" y="399928"/>
                </a:lnTo>
                <a:lnTo>
                  <a:pt x="289299" y="396122"/>
                </a:lnTo>
                <a:lnTo>
                  <a:pt x="289792" y="388945"/>
                </a:lnTo>
                <a:lnTo>
                  <a:pt x="292207" y="383837"/>
                </a:lnTo>
                <a:lnTo>
                  <a:pt x="293649" y="382159"/>
                </a:lnTo>
                <a:lnTo>
                  <a:pt x="294911" y="381390"/>
                </a:lnTo>
                <a:lnTo>
                  <a:pt x="300809" y="379272"/>
                </a:lnTo>
                <a:lnTo>
                  <a:pt x="366766" y="379272"/>
                </a:lnTo>
                <a:lnTo>
                  <a:pt x="369321" y="377295"/>
                </a:lnTo>
                <a:lnTo>
                  <a:pt x="369321" y="352320"/>
                </a:lnTo>
                <a:lnTo>
                  <a:pt x="367052" y="351258"/>
                </a:lnTo>
                <a:lnTo>
                  <a:pt x="357110" y="350913"/>
                </a:lnTo>
                <a:lnTo>
                  <a:pt x="288080" y="351356"/>
                </a:lnTo>
                <a:close/>
                <a:moveTo>
                  <a:pt x="385570" y="351693"/>
                </a:moveTo>
                <a:lnTo>
                  <a:pt x="384750" y="352609"/>
                </a:lnTo>
                <a:lnTo>
                  <a:pt x="384750" y="481052"/>
                </a:lnTo>
                <a:lnTo>
                  <a:pt x="387113" y="483415"/>
                </a:lnTo>
                <a:lnTo>
                  <a:pt x="405133" y="483375"/>
                </a:lnTo>
                <a:lnTo>
                  <a:pt x="411932" y="482863"/>
                </a:lnTo>
                <a:lnTo>
                  <a:pt x="413524" y="482261"/>
                </a:lnTo>
                <a:lnTo>
                  <a:pt x="414546" y="481341"/>
                </a:lnTo>
                <a:lnTo>
                  <a:pt x="414914" y="479524"/>
                </a:lnTo>
                <a:lnTo>
                  <a:pt x="415274" y="440977"/>
                </a:lnTo>
                <a:lnTo>
                  <a:pt x="415684" y="437163"/>
                </a:lnTo>
                <a:lnTo>
                  <a:pt x="416478" y="435448"/>
                </a:lnTo>
                <a:lnTo>
                  <a:pt x="417777" y="434718"/>
                </a:lnTo>
                <a:lnTo>
                  <a:pt x="420759" y="434518"/>
                </a:lnTo>
                <a:lnTo>
                  <a:pt x="458465" y="434238"/>
                </a:lnTo>
                <a:lnTo>
                  <a:pt x="470297" y="433622"/>
                </a:lnTo>
                <a:lnTo>
                  <a:pt x="480890" y="431101"/>
                </a:lnTo>
                <a:lnTo>
                  <a:pt x="484985" y="429315"/>
                </a:lnTo>
                <a:lnTo>
                  <a:pt x="488622" y="427110"/>
                </a:lnTo>
                <a:lnTo>
                  <a:pt x="493172" y="423052"/>
                </a:lnTo>
                <a:lnTo>
                  <a:pt x="496061" y="419100"/>
                </a:lnTo>
                <a:lnTo>
                  <a:pt x="497645" y="415473"/>
                </a:lnTo>
                <a:lnTo>
                  <a:pt x="500079" y="406995"/>
                </a:lnTo>
                <a:lnTo>
                  <a:pt x="500356" y="383525"/>
                </a:lnTo>
                <a:lnTo>
                  <a:pt x="499903" y="377809"/>
                </a:lnTo>
                <a:lnTo>
                  <a:pt x="497071" y="367867"/>
                </a:lnTo>
                <a:lnTo>
                  <a:pt x="495068" y="364149"/>
                </a:lnTo>
                <a:lnTo>
                  <a:pt x="492400" y="360727"/>
                </a:lnTo>
                <a:lnTo>
                  <a:pt x="489259" y="357809"/>
                </a:lnTo>
                <a:lnTo>
                  <a:pt x="485832" y="355601"/>
                </a:lnTo>
                <a:lnTo>
                  <a:pt x="476739" y="352010"/>
                </a:lnTo>
                <a:lnTo>
                  <a:pt x="469366" y="351115"/>
                </a:lnTo>
                <a:lnTo>
                  <a:pt x="451214" y="350844"/>
                </a:lnTo>
                <a:lnTo>
                  <a:pt x="386341" y="350825"/>
                </a:lnTo>
                <a:lnTo>
                  <a:pt x="385570" y="351693"/>
                </a:lnTo>
                <a:close/>
                <a:moveTo>
                  <a:pt x="460205" y="379802"/>
                </a:moveTo>
                <a:lnTo>
                  <a:pt x="464999" y="381664"/>
                </a:lnTo>
                <a:lnTo>
                  <a:pt x="467202" y="383280"/>
                </a:lnTo>
                <a:lnTo>
                  <a:pt x="468717" y="385294"/>
                </a:lnTo>
                <a:lnTo>
                  <a:pt x="469896" y="389252"/>
                </a:lnTo>
                <a:lnTo>
                  <a:pt x="469987" y="393604"/>
                </a:lnTo>
                <a:lnTo>
                  <a:pt x="469192" y="398375"/>
                </a:lnTo>
                <a:lnTo>
                  <a:pt x="467471" y="400921"/>
                </a:lnTo>
                <a:lnTo>
                  <a:pt x="463881" y="403716"/>
                </a:lnTo>
                <a:lnTo>
                  <a:pt x="461952" y="404392"/>
                </a:lnTo>
                <a:lnTo>
                  <a:pt x="455480" y="404687"/>
                </a:lnTo>
                <a:lnTo>
                  <a:pt x="417102" y="404825"/>
                </a:lnTo>
                <a:lnTo>
                  <a:pt x="415125" y="402270"/>
                </a:lnTo>
                <a:lnTo>
                  <a:pt x="415423" y="384060"/>
                </a:lnTo>
                <a:lnTo>
                  <a:pt x="416242" y="380953"/>
                </a:lnTo>
                <a:lnTo>
                  <a:pt x="417825" y="379513"/>
                </a:lnTo>
                <a:lnTo>
                  <a:pt x="438581" y="379133"/>
                </a:lnTo>
                <a:lnTo>
                  <a:pt x="460205" y="379802"/>
                </a:lnTo>
                <a:close/>
                <a:moveTo>
                  <a:pt x="539759" y="351549"/>
                </a:moveTo>
                <a:lnTo>
                  <a:pt x="535238" y="352710"/>
                </a:lnTo>
                <a:lnTo>
                  <a:pt x="528752" y="355089"/>
                </a:lnTo>
                <a:lnTo>
                  <a:pt x="525446" y="357075"/>
                </a:lnTo>
                <a:lnTo>
                  <a:pt x="522155" y="359847"/>
                </a:lnTo>
                <a:lnTo>
                  <a:pt x="519205" y="363088"/>
                </a:lnTo>
                <a:lnTo>
                  <a:pt x="516923" y="366480"/>
                </a:lnTo>
                <a:lnTo>
                  <a:pt x="513245" y="375866"/>
                </a:lnTo>
                <a:lnTo>
                  <a:pt x="512385" y="385775"/>
                </a:lnTo>
                <a:lnTo>
                  <a:pt x="512132" y="398793"/>
                </a:lnTo>
                <a:lnTo>
                  <a:pt x="512036" y="481052"/>
                </a:lnTo>
                <a:lnTo>
                  <a:pt x="514398" y="483415"/>
                </a:lnTo>
                <a:lnTo>
                  <a:pt x="536458" y="483183"/>
                </a:lnTo>
                <a:lnTo>
                  <a:pt x="539941" y="482493"/>
                </a:lnTo>
                <a:lnTo>
                  <a:pt x="541398" y="481100"/>
                </a:lnTo>
                <a:lnTo>
                  <a:pt x="541808" y="469758"/>
                </a:lnTo>
                <a:lnTo>
                  <a:pt x="542206" y="394254"/>
                </a:lnTo>
                <a:lnTo>
                  <a:pt x="542689" y="388623"/>
                </a:lnTo>
                <a:lnTo>
                  <a:pt x="544469" y="383984"/>
                </a:lnTo>
                <a:lnTo>
                  <a:pt x="547719" y="381549"/>
                </a:lnTo>
                <a:lnTo>
                  <a:pt x="553523" y="379583"/>
                </a:lnTo>
                <a:lnTo>
                  <a:pt x="563369" y="379151"/>
                </a:lnTo>
                <a:lnTo>
                  <a:pt x="599400" y="379031"/>
                </a:lnTo>
                <a:lnTo>
                  <a:pt x="601232" y="376765"/>
                </a:lnTo>
                <a:lnTo>
                  <a:pt x="601100" y="354972"/>
                </a:lnTo>
                <a:lnTo>
                  <a:pt x="600800" y="352629"/>
                </a:lnTo>
                <a:lnTo>
                  <a:pt x="599738" y="350825"/>
                </a:lnTo>
                <a:lnTo>
                  <a:pt x="551864" y="350993"/>
                </a:lnTo>
                <a:lnTo>
                  <a:pt x="539759" y="351549"/>
                </a:lnTo>
                <a:close/>
                <a:moveTo>
                  <a:pt x="839170" y="362927"/>
                </a:moveTo>
                <a:lnTo>
                  <a:pt x="835115" y="365348"/>
                </a:lnTo>
                <a:lnTo>
                  <a:pt x="831061" y="366908"/>
                </a:lnTo>
                <a:lnTo>
                  <a:pt x="828117" y="368773"/>
                </a:lnTo>
                <a:lnTo>
                  <a:pt x="819589" y="376421"/>
                </a:lnTo>
                <a:lnTo>
                  <a:pt x="815303" y="379343"/>
                </a:lnTo>
                <a:lnTo>
                  <a:pt x="813750" y="381414"/>
                </a:lnTo>
                <a:lnTo>
                  <a:pt x="813375" y="383129"/>
                </a:lnTo>
                <a:lnTo>
                  <a:pt x="813753" y="383978"/>
                </a:lnTo>
                <a:lnTo>
                  <a:pt x="820208" y="390960"/>
                </a:lnTo>
                <a:lnTo>
                  <a:pt x="821405" y="393464"/>
                </a:lnTo>
                <a:lnTo>
                  <a:pt x="820330" y="400956"/>
                </a:lnTo>
                <a:lnTo>
                  <a:pt x="819785" y="411825"/>
                </a:lnTo>
                <a:lnTo>
                  <a:pt x="819268" y="413748"/>
                </a:lnTo>
                <a:lnTo>
                  <a:pt x="817804" y="416027"/>
                </a:lnTo>
                <a:lnTo>
                  <a:pt x="814966" y="418904"/>
                </a:lnTo>
                <a:lnTo>
                  <a:pt x="807782" y="417313"/>
                </a:lnTo>
                <a:lnTo>
                  <a:pt x="802004" y="419345"/>
                </a:lnTo>
                <a:lnTo>
                  <a:pt x="799652" y="419633"/>
                </a:lnTo>
                <a:lnTo>
                  <a:pt x="791978" y="417535"/>
                </a:lnTo>
                <a:lnTo>
                  <a:pt x="789040" y="417361"/>
                </a:lnTo>
                <a:lnTo>
                  <a:pt x="787779" y="417699"/>
                </a:lnTo>
                <a:lnTo>
                  <a:pt x="785332" y="419354"/>
                </a:lnTo>
                <a:lnTo>
                  <a:pt x="779499" y="426316"/>
                </a:lnTo>
                <a:lnTo>
                  <a:pt x="775133" y="430466"/>
                </a:lnTo>
                <a:lnTo>
                  <a:pt x="770638" y="433231"/>
                </a:lnTo>
                <a:lnTo>
                  <a:pt x="767839" y="434120"/>
                </a:lnTo>
                <a:lnTo>
                  <a:pt x="765343" y="434382"/>
                </a:lnTo>
                <a:lnTo>
                  <a:pt x="762521" y="436268"/>
                </a:lnTo>
                <a:lnTo>
                  <a:pt x="761515" y="438360"/>
                </a:lnTo>
                <a:lnTo>
                  <a:pt x="761381" y="440772"/>
                </a:lnTo>
                <a:lnTo>
                  <a:pt x="762268" y="443204"/>
                </a:lnTo>
                <a:lnTo>
                  <a:pt x="763763" y="444852"/>
                </a:lnTo>
                <a:lnTo>
                  <a:pt x="765680" y="445983"/>
                </a:lnTo>
                <a:lnTo>
                  <a:pt x="767721" y="446523"/>
                </a:lnTo>
                <a:lnTo>
                  <a:pt x="770370" y="446053"/>
                </a:lnTo>
                <a:lnTo>
                  <a:pt x="772289" y="444498"/>
                </a:lnTo>
                <a:lnTo>
                  <a:pt x="783475" y="437792"/>
                </a:lnTo>
                <a:lnTo>
                  <a:pt x="790022" y="430165"/>
                </a:lnTo>
                <a:lnTo>
                  <a:pt x="792106" y="428559"/>
                </a:lnTo>
                <a:lnTo>
                  <a:pt x="793594" y="428507"/>
                </a:lnTo>
                <a:lnTo>
                  <a:pt x="798994" y="430561"/>
                </a:lnTo>
                <a:lnTo>
                  <a:pt x="801888" y="431048"/>
                </a:lnTo>
                <a:lnTo>
                  <a:pt x="804288" y="430585"/>
                </a:lnTo>
                <a:lnTo>
                  <a:pt x="807204" y="428450"/>
                </a:lnTo>
                <a:lnTo>
                  <a:pt x="815663" y="428866"/>
                </a:lnTo>
                <a:lnTo>
                  <a:pt x="818298" y="428629"/>
                </a:lnTo>
                <a:lnTo>
                  <a:pt x="821476" y="427279"/>
                </a:lnTo>
                <a:lnTo>
                  <a:pt x="831356" y="419073"/>
                </a:lnTo>
                <a:lnTo>
                  <a:pt x="832088" y="417543"/>
                </a:lnTo>
                <a:lnTo>
                  <a:pt x="832102" y="416340"/>
                </a:lnTo>
                <a:lnTo>
                  <a:pt x="830086" y="410888"/>
                </a:lnTo>
                <a:lnTo>
                  <a:pt x="829734" y="404914"/>
                </a:lnTo>
                <a:lnTo>
                  <a:pt x="830676" y="400422"/>
                </a:lnTo>
                <a:lnTo>
                  <a:pt x="833006" y="394452"/>
                </a:lnTo>
                <a:lnTo>
                  <a:pt x="833288" y="392043"/>
                </a:lnTo>
                <a:lnTo>
                  <a:pt x="832319" y="388865"/>
                </a:lnTo>
                <a:lnTo>
                  <a:pt x="829533" y="385128"/>
                </a:lnTo>
                <a:lnTo>
                  <a:pt x="828804" y="383225"/>
                </a:lnTo>
                <a:lnTo>
                  <a:pt x="829866" y="381039"/>
                </a:lnTo>
                <a:lnTo>
                  <a:pt x="832667" y="378386"/>
                </a:lnTo>
                <a:lnTo>
                  <a:pt x="841796" y="372915"/>
                </a:lnTo>
                <a:lnTo>
                  <a:pt x="843331" y="371310"/>
                </a:lnTo>
                <a:lnTo>
                  <a:pt x="844290" y="366830"/>
                </a:lnTo>
                <a:lnTo>
                  <a:pt x="844088" y="363843"/>
                </a:lnTo>
                <a:lnTo>
                  <a:pt x="842008" y="362535"/>
                </a:lnTo>
                <a:lnTo>
                  <a:pt x="839170" y="362927"/>
                </a:lnTo>
                <a:close/>
                <a:moveTo>
                  <a:pt x="639948" y="508438"/>
                </a:moveTo>
                <a:lnTo>
                  <a:pt x="620566" y="508727"/>
                </a:lnTo>
                <a:lnTo>
                  <a:pt x="618348" y="510945"/>
                </a:lnTo>
                <a:lnTo>
                  <a:pt x="618244" y="630942"/>
                </a:lnTo>
                <a:lnTo>
                  <a:pt x="618348" y="638520"/>
                </a:lnTo>
                <a:lnTo>
                  <a:pt x="618916" y="639726"/>
                </a:lnTo>
                <a:lnTo>
                  <a:pt x="621362" y="640762"/>
                </a:lnTo>
                <a:lnTo>
                  <a:pt x="624770" y="641059"/>
                </a:lnTo>
                <a:lnTo>
                  <a:pt x="645830" y="641027"/>
                </a:lnTo>
                <a:lnTo>
                  <a:pt x="648000" y="639002"/>
                </a:lnTo>
                <a:lnTo>
                  <a:pt x="648121" y="552433"/>
                </a:lnTo>
                <a:lnTo>
                  <a:pt x="648327" y="542340"/>
                </a:lnTo>
                <a:lnTo>
                  <a:pt x="648905" y="539545"/>
                </a:lnTo>
                <a:lnTo>
                  <a:pt x="650266" y="538427"/>
                </a:lnTo>
                <a:lnTo>
                  <a:pt x="656561" y="538124"/>
                </a:lnTo>
                <a:lnTo>
                  <a:pt x="701134" y="537933"/>
                </a:lnTo>
                <a:lnTo>
                  <a:pt x="708144" y="538447"/>
                </a:lnTo>
                <a:lnTo>
                  <a:pt x="708991" y="539960"/>
                </a:lnTo>
                <a:lnTo>
                  <a:pt x="709266" y="541867"/>
                </a:lnTo>
                <a:lnTo>
                  <a:pt x="709665" y="556123"/>
                </a:lnTo>
                <a:lnTo>
                  <a:pt x="710100" y="639436"/>
                </a:lnTo>
                <a:lnTo>
                  <a:pt x="711443" y="640428"/>
                </a:lnTo>
                <a:lnTo>
                  <a:pt x="714856" y="640915"/>
                </a:lnTo>
                <a:lnTo>
                  <a:pt x="738498" y="641075"/>
                </a:lnTo>
                <a:lnTo>
                  <a:pt x="740137" y="639243"/>
                </a:lnTo>
                <a:lnTo>
                  <a:pt x="740208" y="537616"/>
                </a:lnTo>
                <a:lnTo>
                  <a:pt x="740053" y="514161"/>
                </a:lnTo>
                <a:lnTo>
                  <a:pt x="739698" y="510089"/>
                </a:lnTo>
                <a:lnTo>
                  <a:pt x="737196" y="508854"/>
                </a:lnTo>
                <a:lnTo>
                  <a:pt x="733145" y="508503"/>
                </a:lnTo>
                <a:lnTo>
                  <a:pt x="639948" y="508438"/>
                </a:lnTo>
                <a:close/>
                <a:moveTo>
                  <a:pt x="155732" y="509691"/>
                </a:moveTo>
                <a:lnTo>
                  <a:pt x="146635" y="511681"/>
                </a:lnTo>
                <a:lnTo>
                  <a:pt x="142742" y="513060"/>
                </a:lnTo>
                <a:lnTo>
                  <a:pt x="136175" y="516646"/>
                </a:lnTo>
                <a:lnTo>
                  <a:pt x="133463" y="518880"/>
                </a:lnTo>
                <a:lnTo>
                  <a:pt x="131106" y="521425"/>
                </a:lnTo>
                <a:lnTo>
                  <a:pt x="127386" y="527497"/>
                </a:lnTo>
                <a:lnTo>
                  <a:pt x="124169" y="537449"/>
                </a:lnTo>
                <a:lnTo>
                  <a:pt x="123576" y="543611"/>
                </a:lnTo>
                <a:lnTo>
                  <a:pt x="123278" y="563284"/>
                </a:lnTo>
                <a:lnTo>
                  <a:pt x="123183" y="629608"/>
                </a:lnTo>
                <a:lnTo>
                  <a:pt x="123477" y="640207"/>
                </a:lnTo>
                <a:lnTo>
                  <a:pt x="124111" y="641162"/>
                </a:lnTo>
                <a:lnTo>
                  <a:pt x="125411" y="641755"/>
                </a:lnTo>
                <a:lnTo>
                  <a:pt x="132307" y="642127"/>
                </a:lnTo>
                <a:lnTo>
                  <a:pt x="151538" y="641799"/>
                </a:lnTo>
                <a:lnTo>
                  <a:pt x="153321" y="639388"/>
                </a:lnTo>
                <a:lnTo>
                  <a:pt x="153843" y="550730"/>
                </a:lnTo>
                <a:lnTo>
                  <a:pt x="154141" y="546238"/>
                </a:lnTo>
                <a:lnTo>
                  <a:pt x="156371" y="542652"/>
                </a:lnTo>
                <a:lnTo>
                  <a:pt x="158963" y="540115"/>
                </a:lnTo>
                <a:lnTo>
                  <a:pt x="163467" y="539187"/>
                </a:lnTo>
                <a:lnTo>
                  <a:pt x="175426" y="538517"/>
                </a:lnTo>
                <a:lnTo>
                  <a:pt x="210066" y="538133"/>
                </a:lnTo>
                <a:lnTo>
                  <a:pt x="211422" y="537434"/>
                </a:lnTo>
                <a:lnTo>
                  <a:pt x="212052" y="536087"/>
                </a:lnTo>
                <a:lnTo>
                  <a:pt x="212584" y="529474"/>
                </a:lnTo>
                <a:lnTo>
                  <a:pt x="212625" y="511475"/>
                </a:lnTo>
                <a:lnTo>
                  <a:pt x="210793" y="509209"/>
                </a:lnTo>
                <a:lnTo>
                  <a:pt x="167705" y="509202"/>
                </a:lnTo>
                <a:lnTo>
                  <a:pt x="155732" y="509691"/>
                </a:lnTo>
                <a:close/>
                <a:moveTo>
                  <a:pt x="228680" y="509547"/>
                </a:moveTo>
                <a:lnTo>
                  <a:pt x="227330" y="510849"/>
                </a:lnTo>
                <a:lnTo>
                  <a:pt x="227120" y="519604"/>
                </a:lnTo>
                <a:lnTo>
                  <a:pt x="227798" y="637460"/>
                </a:lnTo>
                <a:lnTo>
                  <a:pt x="228968" y="640558"/>
                </a:lnTo>
                <a:lnTo>
                  <a:pt x="229645" y="641268"/>
                </a:lnTo>
                <a:lnTo>
                  <a:pt x="231035" y="641681"/>
                </a:lnTo>
                <a:lnTo>
                  <a:pt x="255783" y="642059"/>
                </a:lnTo>
                <a:lnTo>
                  <a:pt x="257469" y="640450"/>
                </a:lnTo>
                <a:lnTo>
                  <a:pt x="257852" y="637922"/>
                </a:lnTo>
                <a:lnTo>
                  <a:pt x="258070" y="600426"/>
                </a:lnTo>
                <a:lnTo>
                  <a:pt x="258363" y="596539"/>
                </a:lnTo>
                <a:lnTo>
                  <a:pt x="258923" y="594721"/>
                </a:lnTo>
                <a:lnTo>
                  <a:pt x="259827" y="594018"/>
                </a:lnTo>
                <a:lnTo>
                  <a:pt x="261308" y="593903"/>
                </a:lnTo>
                <a:lnTo>
                  <a:pt x="302407" y="593305"/>
                </a:lnTo>
                <a:lnTo>
                  <a:pt x="312282" y="592731"/>
                </a:lnTo>
                <a:lnTo>
                  <a:pt x="316825" y="591987"/>
                </a:lnTo>
                <a:lnTo>
                  <a:pt x="324011" y="590005"/>
                </a:lnTo>
                <a:lnTo>
                  <a:pt x="328758" y="587937"/>
                </a:lnTo>
                <a:lnTo>
                  <a:pt x="332781" y="585291"/>
                </a:lnTo>
                <a:lnTo>
                  <a:pt x="336139" y="582021"/>
                </a:lnTo>
                <a:lnTo>
                  <a:pt x="338890" y="578079"/>
                </a:lnTo>
                <a:lnTo>
                  <a:pt x="341349" y="572744"/>
                </a:lnTo>
                <a:lnTo>
                  <a:pt x="342169" y="569511"/>
                </a:lnTo>
                <a:lnTo>
                  <a:pt x="342755" y="558710"/>
                </a:lnTo>
                <a:lnTo>
                  <a:pt x="342562" y="532352"/>
                </a:lnTo>
                <a:lnTo>
                  <a:pt x="339042" y="524680"/>
                </a:lnTo>
                <a:lnTo>
                  <a:pt x="337306" y="522060"/>
                </a:lnTo>
                <a:lnTo>
                  <a:pt x="332979" y="517523"/>
                </a:lnTo>
                <a:lnTo>
                  <a:pt x="327534" y="513937"/>
                </a:lnTo>
                <a:lnTo>
                  <a:pt x="324400" y="512506"/>
                </a:lnTo>
                <a:lnTo>
                  <a:pt x="317327" y="510381"/>
                </a:lnTo>
                <a:lnTo>
                  <a:pt x="309625" y="509466"/>
                </a:lnTo>
                <a:lnTo>
                  <a:pt x="292799" y="509144"/>
                </a:lnTo>
                <a:lnTo>
                  <a:pt x="246602" y="509062"/>
                </a:lnTo>
                <a:lnTo>
                  <a:pt x="228680" y="509547"/>
                </a:lnTo>
                <a:close/>
                <a:moveTo>
                  <a:pt x="302593" y="538620"/>
                </a:moveTo>
                <a:lnTo>
                  <a:pt x="306383" y="539715"/>
                </a:lnTo>
                <a:lnTo>
                  <a:pt x="309012" y="541026"/>
                </a:lnTo>
                <a:lnTo>
                  <a:pt x="310776" y="542717"/>
                </a:lnTo>
                <a:lnTo>
                  <a:pt x="312429" y="545466"/>
                </a:lnTo>
                <a:lnTo>
                  <a:pt x="312429" y="557038"/>
                </a:lnTo>
                <a:lnTo>
                  <a:pt x="309879" y="560238"/>
                </a:lnTo>
                <a:lnTo>
                  <a:pt x="305534" y="563209"/>
                </a:lnTo>
                <a:lnTo>
                  <a:pt x="259971" y="563499"/>
                </a:lnTo>
                <a:lnTo>
                  <a:pt x="257946" y="560895"/>
                </a:lnTo>
                <a:lnTo>
                  <a:pt x="258149" y="542498"/>
                </a:lnTo>
                <a:lnTo>
                  <a:pt x="258764" y="539671"/>
                </a:lnTo>
                <a:lnTo>
                  <a:pt x="260020" y="538524"/>
                </a:lnTo>
                <a:lnTo>
                  <a:pt x="288388" y="537918"/>
                </a:lnTo>
                <a:lnTo>
                  <a:pt x="298124" y="538084"/>
                </a:lnTo>
                <a:lnTo>
                  <a:pt x="302593" y="538620"/>
                </a:lnTo>
                <a:close/>
                <a:moveTo>
                  <a:pt x="482095" y="509884"/>
                </a:moveTo>
                <a:lnTo>
                  <a:pt x="480938" y="510800"/>
                </a:lnTo>
                <a:lnTo>
                  <a:pt x="480821" y="619139"/>
                </a:lnTo>
                <a:lnTo>
                  <a:pt x="481004" y="633572"/>
                </a:lnTo>
                <a:lnTo>
                  <a:pt x="481869" y="641074"/>
                </a:lnTo>
                <a:lnTo>
                  <a:pt x="483011" y="641750"/>
                </a:lnTo>
                <a:lnTo>
                  <a:pt x="484990" y="641892"/>
                </a:lnTo>
                <a:lnTo>
                  <a:pt x="504984" y="642104"/>
                </a:lnTo>
                <a:lnTo>
                  <a:pt x="507993" y="641560"/>
                </a:lnTo>
                <a:lnTo>
                  <a:pt x="510348" y="639725"/>
                </a:lnTo>
                <a:lnTo>
                  <a:pt x="510598" y="550531"/>
                </a:lnTo>
                <a:lnTo>
                  <a:pt x="510782" y="540404"/>
                </a:lnTo>
                <a:lnTo>
                  <a:pt x="511439" y="539180"/>
                </a:lnTo>
                <a:lnTo>
                  <a:pt x="515296" y="538210"/>
                </a:lnTo>
                <a:lnTo>
                  <a:pt x="521885" y="537964"/>
                </a:lnTo>
                <a:lnTo>
                  <a:pt x="568929" y="537897"/>
                </a:lnTo>
                <a:lnTo>
                  <a:pt x="571918" y="540597"/>
                </a:lnTo>
                <a:lnTo>
                  <a:pt x="571967" y="613497"/>
                </a:lnTo>
                <a:lnTo>
                  <a:pt x="572400" y="639291"/>
                </a:lnTo>
                <a:lnTo>
                  <a:pt x="575920" y="642040"/>
                </a:lnTo>
                <a:lnTo>
                  <a:pt x="593214" y="641993"/>
                </a:lnTo>
                <a:lnTo>
                  <a:pt x="600158" y="641582"/>
                </a:lnTo>
                <a:lnTo>
                  <a:pt x="602196" y="638954"/>
                </a:lnTo>
                <a:lnTo>
                  <a:pt x="602196" y="511331"/>
                </a:lnTo>
                <a:lnTo>
                  <a:pt x="599834" y="508968"/>
                </a:lnTo>
                <a:lnTo>
                  <a:pt x="483204" y="508968"/>
                </a:lnTo>
                <a:lnTo>
                  <a:pt x="482095" y="509884"/>
                </a:lnTo>
                <a:close/>
                <a:moveTo>
                  <a:pt x="355146" y="511041"/>
                </a:moveTo>
                <a:lnTo>
                  <a:pt x="353816" y="513279"/>
                </a:lnTo>
                <a:lnTo>
                  <a:pt x="353572" y="515731"/>
                </a:lnTo>
                <a:lnTo>
                  <a:pt x="353666" y="556733"/>
                </a:lnTo>
                <a:lnTo>
                  <a:pt x="354098" y="568663"/>
                </a:lnTo>
                <a:lnTo>
                  <a:pt x="355388" y="574098"/>
                </a:lnTo>
                <a:lnTo>
                  <a:pt x="358254" y="578951"/>
                </a:lnTo>
                <a:lnTo>
                  <a:pt x="361049" y="582386"/>
                </a:lnTo>
                <a:lnTo>
                  <a:pt x="364319" y="585340"/>
                </a:lnTo>
                <a:lnTo>
                  <a:pt x="370164" y="588908"/>
                </a:lnTo>
                <a:lnTo>
                  <a:pt x="380461" y="592435"/>
                </a:lnTo>
                <a:lnTo>
                  <a:pt x="391393" y="593346"/>
                </a:lnTo>
                <a:lnTo>
                  <a:pt x="434700" y="594066"/>
                </a:lnTo>
                <a:lnTo>
                  <a:pt x="436641" y="594776"/>
                </a:lnTo>
                <a:lnTo>
                  <a:pt x="437388" y="595778"/>
                </a:lnTo>
                <a:lnTo>
                  <a:pt x="437962" y="600008"/>
                </a:lnTo>
                <a:lnTo>
                  <a:pt x="438027" y="607084"/>
                </a:lnTo>
                <a:lnTo>
                  <a:pt x="433988" y="611699"/>
                </a:lnTo>
                <a:lnTo>
                  <a:pt x="430777" y="613086"/>
                </a:lnTo>
                <a:lnTo>
                  <a:pt x="419506" y="613958"/>
                </a:lnTo>
                <a:lnTo>
                  <a:pt x="370714" y="614208"/>
                </a:lnTo>
                <a:lnTo>
                  <a:pt x="361952" y="614474"/>
                </a:lnTo>
                <a:lnTo>
                  <a:pt x="360729" y="614857"/>
                </a:lnTo>
                <a:lnTo>
                  <a:pt x="359773" y="615848"/>
                </a:lnTo>
                <a:lnTo>
                  <a:pt x="359172" y="617709"/>
                </a:lnTo>
                <a:lnTo>
                  <a:pt x="358768" y="623052"/>
                </a:lnTo>
                <a:lnTo>
                  <a:pt x="358944" y="638745"/>
                </a:lnTo>
                <a:lnTo>
                  <a:pt x="359360" y="641086"/>
                </a:lnTo>
                <a:lnTo>
                  <a:pt x="360091" y="642334"/>
                </a:lnTo>
                <a:lnTo>
                  <a:pt x="361871" y="643064"/>
                </a:lnTo>
                <a:lnTo>
                  <a:pt x="371527" y="643365"/>
                </a:lnTo>
                <a:lnTo>
                  <a:pt x="437545" y="643486"/>
                </a:lnTo>
                <a:lnTo>
                  <a:pt x="450984" y="639346"/>
                </a:lnTo>
                <a:lnTo>
                  <a:pt x="456503" y="636181"/>
                </a:lnTo>
                <a:lnTo>
                  <a:pt x="459773" y="633307"/>
                </a:lnTo>
                <a:lnTo>
                  <a:pt x="463586" y="628534"/>
                </a:lnTo>
                <a:lnTo>
                  <a:pt x="465998" y="623344"/>
                </a:lnTo>
                <a:lnTo>
                  <a:pt x="467293" y="617740"/>
                </a:lnTo>
                <a:lnTo>
                  <a:pt x="467373" y="529513"/>
                </a:lnTo>
                <a:lnTo>
                  <a:pt x="467160" y="517677"/>
                </a:lnTo>
                <a:lnTo>
                  <a:pt x="466215" y="511313"/>
                </a:lnTo>
                <a:lnTo>
                  <a:pt x="463933" y="510268"/>
                </a:lnTo>
                <a:lnTo>
                  <a:pt x="452467" y="509920"/>
                </a:lnTo>
                <a:lnTo>
                  <a:pt x="441093" y="510268"/>
                </a:lnTo>
                <a:lnTo>
                  <a:pt x="440100" y="510463"/>
                </a:lnTo>
                <a:lnTo>
                  <a:pt x="439008" y="511355"/>
                </a:lnTo>
                <a:lnTo>
                  <a:pt x="438123" y="515182"/>
                </a:lnTo>
                <a:lnTo>
                  <a:pt x="437900" y="521123"/>
                </a:lnTo>
                <a:lnTo>
                  <a:pt x="437930" y="562004"/>
                </a:lnTo>
                <a:lnTo>
                  <a:pt x="436590" y="563417"/>
                </a:lnTo>
                <a:lnTo>
                  <a:pt x="433972" y="564310"/>
                </a:lnTo>
                <a:lnTo>
                  <a:pt x="430304" y="564617"/>
                </a:lnTo>
                <a:lnTo>
                  <a:pt x="397334" y="564945"/>
                </a:lnTo>
                <a:lnTo>
                  <a:pt x="390167" y="563186"/>
                </a:lnTo>
                <a:lnTo>
                  <a:pt x="387317" y="561986"/>
                </a:lnTo>
                <a:lnTo>
                  <a:pt x="385176" y="559408"/>
                </a:lnTo>
                <a:lnTo>
                  <a:pt x="383423" y="555038"/>
                </a:lnTo>
                <a:lnTo>
                  <a:pt x="382988" y="550994"/>
                </a:lnTo>
                <a:lnTo>
                  <a:pt x="384310" y="543164"/>
                </a:lnTo>
                <a:lnTo>
                  <a:pt x="384594" y="522332"/>
                </a:lnTo>
                <a:lnTo>
                  <a:pt x="384316" y="515357"/>
                </a:lnTo>
                <a:lnTo>
                  <a:pt x="383361" y="512338"/>
                </a:lnTo>
                <a:lnTo>
                  <a:pt x="380652" y="510174"/>
                </a:lnTo>
                <a:lnTo>
                  <a:pt x="356304" y="509884"/>
                </a:lnTo>
                <a:lnTo>
                  <a:pt x="355146" y="511041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plate"/>
          <p:cNvSpPr/>
          <p:nvPr/>
        </p:nvSpPr>
        <p:spPr>
          <a:xfrm>
            <a:off x="6754829" y="10276252"/>
            <a:ext cx="337171" cy="415747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folio: 09"/>
          <p:cNvSpPr txBox="1"/>
          <p:nvPr/>
        </p:nvSpPr>
        <p:spPr>
          <a:xfrm>
            <a:off x="648000" y="10355540"/>
            <a:ext cx="6336000" cy="1377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75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A39EB0"/>
                </a:solidFill>
                <a:latin typeface="Onest SemiBold"/>
                <a:ea typeface="Onest SemiBold"/>
                <a:cs typeface="Onest SemiBol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3F1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itle: КАБЕЛЬНЫЕ"/>
          <p:cNvSpPr txBox="1"/>
          <p:nvPr/>
        </p:nvSpPr>
        <p:spPr>
          <a:xfrm>
            <a:off x="576000" y="1674521"/>
            <a:ext cx="5448960" cy="8435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916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121">
                <a:solidFill>
                  <a:srgbClr val="2A2440"/>
                </a:solidFill>
                <a:latin typeface="PT Serif"/>
                <a:ea typeface="PT Serif"/>
                <a:cs typeface="PT Serif"/>
              </a:rPr>
              <a:t>КАБЕЛЬНЫЕ</a:t>
            </a:r>
          </a:p>
          <a:p>
            <a:pPr algn="l">
              <a:lnSpc>
                <a:spcPts val="2916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121">
                <a:solidFill>
                  <a:srgbClr val="2A2440"/>
                </a:solidFill>
                <a:latin typeface="PT Serif"/>
                <a:ea typeface="PT Serif"/>
                <a:cs typeface="PT Serif"/>
              </a:rPr>
              <a:t>ЛИНИИ</a:t>
            </a:r>
          </a:p>
        </p:txBody>
      </p:sp>
      <p:cxnSp>
        <p:nvCxnSpPr>
          <p:cNvPr id="4" name="motif"/>
          <p:cNvCxnSpPr/>
          <p:nvPr/>
        </p:nvCxnSpPr>
        <p:spPr>
          <a:xfrm>
            <a:off x="576000" y="2876674"/>
            <a:ext cx="5195520" cy="0"/>
          </a:xfrm>
          <a:prstGeom prst="line">
            <a:avLst/>
          </a:prstGeom>
          <a:ln w="5080">
            <a:solidFill>
              <a:srgbClr val="C7C4C6"/>
            </a:solidFill>
          </a:ln>
          <a:effectLst/>
        </p:spPr>
      </p:cxnSp>
      <p:sp>
        <p:nvSpPr>
          <p:cNvPr id="5" name="marker"/>
          <p:cNvSpPr/>
          <p:nvPr/>
        </p:nvSpPr>
        <p:spPr>
          <a:xfrm>
            <a:off x="576000" y="3010914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item: Собственная спецтехника"/>
          <p:cNvSpPr txBox="1"/>
          <p:nvPr/>
        </p:nvSpPr>
        <p:spPr>
          <a:xfrm>
            <a:off x="792000" y="2953764"/>
            <a:ext cx="4979520" cy="203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A2440"/>
                </a:solidFill>
                <a:latin typeface="Onest"/>
                <a:ea typeface="Onest"/>
                <a:cs typeface="Onest"/>
              </a:rPr>
              <a:t>Собственная спецтехника</a:t>
            </a:r>
          </a:p>
        </p:txBody>
      </p:sp>
      <p:cxnSp>
        <p:nvCxnSpPr>
          <p:cNvPr id="7" name="motif"/>
          <p:cNvCxnSpPr/>
          <p:nvPr/>
        </p:nvCxnSpPr>
        <p:spPr>
          <a:xfrm>
            <a:off x="576000" y="3225799"/>
            <a:ext cx="5195520" cy="0"/>
          </a:xfrm>
          <a:prstGeom prst="line">
            <a:avLst/>
          </a:prstGeom>
          <a:ln w="5080">
            <a:solidFill>
              <a:srgbClr val="C7C4C6"/>
            </a:solidFill>
          </a:ln>
          <a:effectLst/>
        </p:spPr>
      </p:cxnSp>
      <p:sp>
        <p:nvSpPr>
          <p:cNvPr id="8" name="marker"/>
          <p:cNvSpPr/>
          <p:nvPr/>
        </p:nvSpPr>
        <p:spPr>
          <a:xfrm>
            <a:off x="576000" y="3360039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item: Профессиональный инженерный со"/>
          <p:cNvSpPr txBox="1"/>
          <p:nvPr/>
        </p:nvSpPr>
        <p:spPr>
          <a:xfrm>
            <a:off x="792000" y="3302889"/>
            <a:ext cx="4979520" cy="203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A2440"/>
                </a:solidFill>
                <a:latin typeface="Onest"/>
                <a:ea typeface="Onest"/>
                <a:cs typeface="Onest"/>
              </a:rPr>
              <a:t>Профессиональный инженерный состав</a:t>
            </a:r>
          </a:p>
        </p:txBody>
      </p:sp>
      <p:cxnSp>
        <p:nvCxnSpPr>
          <p:cNvPr id="10" name="motif"/>
          <p:cNvCxnSpPr/>
          <p:nvPr/>
        </p:nvCxnSpPr>
        <p:spPr>
          <a:xfrm>
            <a:off x="576000" y="3574924"/>
            <a:ext cx="5195520" cy="0"/>
          </a:xfrm>
          <a:prstGeom prst="line">
            <a:avLst/>
          </a:prstGeom>
          <a:ln w="5080">
            <a:solidFill>
              <a:srgbClr val="C7C4C6"/>
            </a:solidFill>
          </a:ln>
          <a:effectLst/>
        </p:spPr>
      </p:cxnSp>
      <p:sp>
        <p:nvSpPr>
          <p:cNvPr id="11" name="marker"/>
          <p:cNvSpPr/>
          <p:nvPr/>
        </p:nvSpPr>
        <p:spPr>
          <a:xfrm>
            <a:off x="576000" y="3709164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item: Аккредитация заводов изготовит"/>
          <p:cNvSpPr txBox="1"/>
          <p:nvPr/>
        </p:nvSpPr>
        <p:spPr>
          <a:xfrm>
            <a:off x="792000" y="3652014"/>
            <a:ext cx="4979520" cy="203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A2440"/>
                </a:solidFill>
                <a:latin typeface="Onest"/>
                <a:ea typeface="Onest"/>
                <a:cs typeface="Onest"/>
              </a:rPr>
              <a:t>Аккредитация заводов изготовителей</a:t>
            </a:r>
          </a:p>
        </p:txBody>
      </p:sp>
      <p:cxnSp>
        <p:nvCxnSpPr>
          <p:cNvPr id="13" name="motif"/>
          <p:cNvCxnSpPr/>
          <p:nvPr/>
        </p:nvCxnSpPr>
        <p:spPr>
          <a:xfrm>
            <a:off x="576000" y="3924049"/>
            <a:ext cx="5195520" cy="0"/>
          </a:xfrm>
          <a:prstGeom prst="line">
            <a:avLst/>
          </a:prstGeom>
          <a:ln w="5080">
            <a:solidFill>
              <a:srgbClr val="C7C4C6"/>
            </a:solidFill>
          </a:ln>
          <a:effectLst/>
        </p:spPr>
      </p:cxnSp>
      <p:sp>
        <p:nvSpPr>
          <p:cNvPr id="14" name="marker"/>
          <p:cNvSpPr/>
          <p:nvPr/>
        </p:nvSpPr>
        <p:spPr>
          <a:xfrm>
            <a:off x="576000" y="4058289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item: Оптимизация сроков"/>
          <p:cNvSpPr txBox="1"/>
          <p:nvPr/>
        </p:nvSpPr>
        <p:spPr>
          <a:xfrm>
            <a:off x="792000" y="4001139"/>
            <a:ext cx="4979520" cy="203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A2440"/>
                </a:solidFill>
                <a:latin typeface="Onest"/>
                <a:ea typeface="Onest"/>
                <a:cs typeface="Onest"/>
              </a:rPr>
              <a:t>Оптимизация сроков</a:t>
            </a:r>
          </a:p>
        </p:txBody>
      </p:sp>
      <p:cxnSp>
        <p:nvCxnSpPr>
          <p:cNvPr id="16" name="motif"/>
          <p:cNvCxnSpPr/>
          <p:nvPr/>
        </p:nvCxnSpPr>
        <p:spPr>
          <a:xfrm>
            <a:off x="576000" y="4273174"/>
            <a:ext cx="5195520" cy="0"/>
          </a:xfrm>
          <a:prstGeom prst="line">
            <a:avLst/>
          </a:prstGeom>
          <a:ln w="5080">
            <a:solidFill>
              <a:srgbClr val="C7C4C6"/>
            </a:solidFill>
          </a:ln>
          <a:effectLst/>
        </p:spPr>
      </p:cxnSp>
      <p:sp>
        <p:nvSpPr>
          <p:cNvPr id="17" name="marker"/>
          <p:cNvSpPr/>
          <p:nvPr/>
        </p:nvSpPr>
        <p:spPr>
          <a:xfrm>
            <a:off x="576000" y="4407414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item: Многолетний опыт строительства"/>
          <p:cNvSpPr txBox="1"/>
          <p:nvPr/>
        </p:nvSpPr>
        <p:spPr>
          <a:xfrm>
            <a:off x="792000" y="4350264"/>
            <a:ext cx="4979520" cy="203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A2440"/>
                </a:solidFill>
                <a:latin typeface="Onest"/>
                <a:ea typeface="Onest"/>
                <a:cs typeface="Onest"/>
              </a:rPr>
              <a:t>Многолетний опыт строительства</a:t>
            </a:r>
          </a:p>
        </p:txBody>
      </p:sp>
      <p:cxnSp>
        <p:nvCxnSpPr>
          <p:cNvPr id="19" name="motif"/>
          <p:cNvCxnSpPr/>
          <p:nvPr/>
        </p:nvCxnSpPr>
        <p:spPr>
          <a:xfrm>
            <a:off x="576000" y="4622299"/>
            <a:ext cx="5195520" cy="0"/>
          </a:xfrm>
          <a:prstGeom prst="line">
            <a:avLst/>
          </a:prstGeom>
          <a:ln w="5080">
            <a:solidFill>
              <a:srgbClr val="C7C4C6"/>
            </a:solidFill>
          </a:ln>
          <a:effectLst/>
        </p:spPr>
      </p:cxnSp>
      <p:pic>
        <p:nvPicPr>
          <p:cNvPr id="20" name="image" descr="ca2c9684ac69c940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5559840"/>
            <a:ext cx="7560000" cy="5132160"/>
          </a:xfrm>
          <a:prstGeom prst="rect">
            <a:avLst/>
          </a:prstGeom>
        </p:spPr>
      </p:pic>
      <p:sp>
        <p:nvSpPr>
          <p:cNvPr id="21" name="plate"/>
          <p:cNvSpPr/>
          <p:nvPr/>
        </p:nvSpPr>
        <p:spPr>
          <a:xfrm>
            <a:off x="468000" y="10276252"/>
            <a:ext cx="315835" cy="415747"/>
          </a:xfrm>
          <a:prstGeom prst="rect">
            <a:avLst/>
          </a:prstGeom>
          <a:solidFill>
            <a:srgbClr val="F3F1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folio: 10"/>
          <p:cNvSpPr txBox="1"/>
          <p:nvPr/>
        </p:nvSpPr>
        <p:spPr>
          <a:xfrm>
            <a:off x="576000" y="10355540"/>
            <a:ext cx="6336000" cy="1377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A6672"/>
                </a:solidFill>
                <a:latin typeface="Onest SemiBold"/>
                <a:ea typeface="Onest SemiBold"/>
                <a:cs typeface="Onest SemiBold"/>
              </a:rPr>
              <a:t>10</a:t>
            </a:r>
          </a:p>
        </p:txBody>
      </p:sp>
      <p:sp>
        <p:nvSpPr>
          <p:cNvPr id="23" name="arc"/>
          <p:cNvSpPr/>
          <p:nvPr/>
        </p:nvSpPr>
        <p:spPr>
          <a:xfrm>
            <a:off x="9979" y="14208"/>
            <a:ext cx="1591988" cy="1396136"/>
          </a:xfrm>
          <a:custGeom>
            <a:avLst/>
            <a:gdLst/>
            <a:ahLst/>
            <a:cxnLst/>
            <a:rect l="0" t="0" r="r" b="b"/>
            <a:pathLst>
              <a:path w="1591988" h="1396136">
                <a:moveTo>
                  <a:pt x="1591988" y="0"/>
                </a:moveTo>
                <a:lnTo>
                  <a:pt x="1583593" y="19539"/>
                </a:lnTo>
                <a:lnTo>
                  <a:pt x="1575028" y="39005"/>
                </a:lnTo>
                <a:lnTo>
                  <a:pt x="1566294" y="58395"/>
                </a:lnTo>
                <a:lnTo>
                  <a:pt x="1557390" y="77708"/>
                </a:lnTo>
                <a:lnTo>
                  <a:pt x="1548319" y="96942"/>
                </a:lnTo>
                <a:lnTo>
                  <a:pt x="1539080" y="116097"/>
                </a:lnTo>
                <a:lnTo>
                  <a:pt x="1529674" y="135170"/>
                </a:lnTo>
                <a:lnTo>
                  <a:pt x="1520102" y="154161"/>
                </a:lnTo>
                <a:lnTo>
                  <a:pt x="1510364" y="173067"/>
                </a:lnTo>
                <a:lnTo>
                  <a:pt x="1500462" y="191888"/>
                </a:lnTo>
                <a:lnTo>
                  <a:pt x="1490397" y="210621"/>
                </a:lnTo>
                <a:lnTo>
                  <a:pt x="1480168" y="229266"/>
                </a:lnTo>
                <a:lnTo>
                  <a:pt x="1469776" y="247821"/>
                </a:lnTo>
                <a:lnTo>
                  <a:pt x="1459224" y="266285"/>
                </a:lnTo>
                <a:lnTo>
                  <a:pt x="1448510" y="284655"/>
                </a:lnTo>
                <a:lnTo>
                  <a:pt x="1437637" y="302932"/>
                </a:lnTo>
                <a:lnTo>
                  <a:pt x="1426604" y="321113"/>
                </a:lnTo>
                <a:lnTo>
                  <a:pt x="1415414" y="339197"/>
                </a:lnTo>
                <a:lnTo>
                  <a:pt x="1404065" y="357182"/>
                </a:lnTo>
                <a:lnTo>
                  <a:pt x="1392561" y="375068"/>
                </a:lnTo>
                <a:lnTo>
                  <a:pt x="1380901" y="392853"/>
                </a:lnTo>
                <a:lnTo>
                  <a:pt x="1369086" y="410536"/>
                </a:lnTo>
                <a:lnTo>
                  <a:pt x="1357117" y="428114"/>
                </a:lnTo>
                <a:lnTo>
                  <a:pt x="1344995" y="445588"/>
                </a:lnTo>
                <a:lnTo>
                  <a:pt x="1332721" y="462955"/>
                </a:lnTo>
                <a:lnTo>
                  <a:pt x="1320296" y="480214"/>
                </a:lnTo>
                <a:lnTo>
                  <a:pt x="1307721" y="497364"/>
                </a:lnTo>
                <a:lnTo>
                  <a:pt x="1294997" y="514404"/>
                </a:lnTo>
                <a:lnTo>
                  <a:pt x="1282124" y="531332"/>
                </a:lnTo>
                <a:lnTo>
                  <a:pt x="1269105" y="548148"/>
                </a:lnTo>
                <a:lnTo>
                  <a:pt x="1255939" y="564849"/>
                </a:lnTo>
                <a:lnTo>
                  <a:pt x="1242627" y="581434"/>
                </a:lnTo>
                <a:lnTo>
                  <a:pt x="1229172" y="597903"/>
                </a:lnTo>
                <a:lnTo>
                  <a:pt x="1215573" y="614253"/>
                </a:lnTo>
                <a:lnTo>
                  <a:pt x="1201833" y="630484"/>
                </a:lnTo>
                <a:lnTo>
                  <a:pt x="1187951" y="646595"/>
                </a:lnTo>
                <a:lnTo>
                  <a:pt x="1173929" y="662584"/>
                </a:lnTo>
                <a:lnTo>
                  <a:pt x="1159768" y="678450"/>
                </a:lnTo>
                <a:lnTo>
                  <a:pt x="1145469" y="694192"/>
                </a:lnTo>
                <a:lnTo>
                  <a:pt x="1131033" y="709808"/>
                </a:lnTo>
                <a:lnTo>
                  <a:pt x="1116462" y="725298"/>
                </a:lnTo>
                <a:lnTo>
                  <a:pt x="1101756" y="740660"/>
                </a:lnTo>
                <a:lnTo>
                  <a:pt x="1086916" y="755894"/>
                </a:lnTo>
                <a:lnTo>
                  <a:pt x="1071944" y="770997"/>
                </a:lnTo>
                <a:lnTo>
                  <a:pt x="1056841" y="785969"/>
                </a:lnTo>
                <a:lnTo>
                  <a:pt x="1041608" y="800808"/>
                </a:lnTo>
                <a:lnTo>
                  <a:pt x="1026246" y="815514"/>
                </a:lnTo>
                <a:lnTo>
                  <a:pt x="1010756" y="830086"/>
                </a:lnTo>
                <a:lnTo>
                  <a:pt x="995140" y="844521"/>
                </a:lnTo>
                <a:lnTo>
                  <a:pt x="979398" y="858820"/>
                </a:lnTo>
                <a:lnTo>
                  <a:pt x="963532" y="872981"/>
                </a:lnTo>
                <a:lnTo>
                  <a:pt x="947543" y="887003"/>
                </a:lnTo>
                <a:lnTo>
                  <a:pt x="931432" y="900885"/>
                </a:lnTo>
                <a:lnTo>
                  <a:pt x="915201" y="914626"/>
                </a:lnTo>
                <a:lnTo>
                  <a:pt x="898850" y="928224"/>
                </a:lnTo>
                <a:lnTo>
                  <a:pt x="882382" y="941680"/>
                </a:lnTo>
                <a:lnTo>
                  <a:pt x="865796" y="954991"/>
                </a:lnTo>
                <a:lnTo>
                  <a:pt x="849095" y="968157"/>
                </a:lnTo>
                <a:lnTo>
                  <a:pt x="832280" y="981177"/>
                </a:lnTo>
                <a:lnTo>
                  <a:pt x="815352" y="994049"/>
                </a:lnTo>
                <a:lnTo>
                  <a:pt x="798312" y="1006773"/>
                </a:lnTo>
                <a:lnTo>
                  <a:pt x="781162" y="1019348"/>
                </a:lnTo>
                <a:lnTo>
                  <a:pt x="763903" y="1031773"/>
                </a:lnTo>
                <a:lnTo>
                  <a:pt x="746535" y="1044047"/>
                </a:lnTo>
                <a:lnTo>
                  <a:pt x="729062" y="1056169"/>
                </a:lnTo>
                <a:lnTo>
                  <a:pt x="711483" y="1068138"/>
                </a:lnTo>
                <a:lnTo>
                  <a:pt x="693801" y="1079953"/>
                </a:lnTo>
                <a:lnTo>
                  <a:pt x="676016" y="1091613"/>
                </a:lnTo>
                <a:lnTo>
                  <a:pt x="658130" y="1103118"/>
                </a:lnTo>
                <a:lnTo>
                  <a:pt x="640144" y="1114466"/>
                </a:lnTo>
                <a:lnTo>
                  <a:pt x="622060" y="1125657"/>
                </a:lnTo>
                <a:lnTo>
                  <a:pt x="603879" y="1136689"/>
                </a:lnTo>
                <a:lnTo>
                  <a:pt x="585603" y="1147563"/>
                </a:lnTo>
                <a:lnTo>
                  <a:pt x="567232" y="1158276"/>
                </a:lnTo>
                <a:lnTo>
                  <a:pt x="548769" y="1168829"/>
                </a:lnTo>
                <a:lnTo>
                  <a:pt x="530214" y="1179220"/>
                </a:lnTo>
                <a:lnTo>
                  <a:pt x="511569" y="1189449"/>
                </a:lnTo>
                <a:lnTo>
                  <a:pt x="492835" y="1199515"/>
                </a:lnTo>
                <a:lnTo>
                  <a:pt x="474015" y="1209417"/>
                </a:lnTo>
                <a:lnTo>
                  <a:pt x="455109" y="1219154"/>
                </a:lnTo>
                <a:lnTo>
                  <a:pt x="436118" y="1228726"/>
                </a:lnTo>
                <a:lnTo>
                  <a:pt x="417045" y="1238132"/>
                </a:lnTo>
                <a:lnTo>
                  <a:pt x="397890" y="1247371"/>
                </a:lnTo>
                <a:lnTo>
                  <a:pt x="378656" y="1256443"/>
                </a:lnTo>
                <a:lnTo>
                  <a:pt x="359343" y="1265346"/>
                </a:lnTo>
                <a:lnTo>
                  <a:pt x="339953" y="1274081"/>
                </a:lnTo>
                <a:lnTo>
                  <a:pt x="320487" y="1282646"/>
                </a:lnTo>
                <a:lnTo>
                  <a:pt x="300948" y="1291041"/>
                </a:lnTo>
                <a:lnTo>
                  <a:pt x="281336" y="1299265"/>
                </a:lnTo>
                <a:lnTo>
                  <a:pt x="261653" y="1307317"/>
                </a:lnTo>
                <a:lnTo>
                  <a:pt x="241900" y="1315198"/>
                </a:lnTo>
                <a:lnTo>
                  <a:pt x="222080" y="1322905"/>
                </a:lnTo>
                <a:lnTo>
                  <a:pt x="202193" y="1330440"/>
                </a:lnTo>
                <a:lnTo>
                  <a:pt x="182241" y="1337801"/>
                </a:lnTo>
                <a:lnTo>
                  <a:pt x="162225" y="1344987"/>
                </a:lnTo>
                <a:lnTo>
                  <a:pt x="142148" y="1351998"/>
                </a:lnTo>
                <a:lnTo>
                  <a:pt x="122010" y="1358834"/>
                </a:lnTo>
                <a:lnTo>
                  <a:pt x="101813" y="1365494"/>
                </a:lnTo>
                <a:lnTo>
                  <a:pt x="81559" y="1371977"/>
                </a:lnTo>
                <a:lnTo>
                  <a:pt x="61249" y="1378284"/>
                </a:lnTo>
                <a:lnTo>
                  <a:pt x="40885" y="1384413"/>
                </a:lnTo>
                <a:lnTo>
                  <a:pt x="20468" y="1390364"/>
                </a:lnTo>
                <a:lnTo>
                  <a:pt x="0" y="1396136"/>
                </a:lnTo>
              </a:path>
            </a:pathLst>
          </a:custGeom>
          <a:noFill/>
          <a:ln w="11430">
            <a:solidFill>
              <a:srgbClr val="C7C4C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F3F1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3F1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image" descr="79e0bea7d035779e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7560000" cy="5505840"/>
          </a:xfrm>
          <a:prstGeom prst="rect">
            <a:avLst/>
          </a:prstGeom>
        </p:spPr>
      </p:pic>
      <p:pic>
        <p:nvPicPr>
          <p:cNvPr id="5" name="image" descr="b400e33fab2f2adc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5613840"/>
            <a:ext cx="7560000" cy="5078160"/>
          </a:xfrm>
          <a:prstGeom prst="rect">
            <a:avLst/>
          </a:prstGeom>
        </p:spPr>
      </p:pic>
      <p:sp>
        <p:nvSpPr>
          <p:cNvPr id="6" name="logo"/>
          <p:cNvSpPr/>
          <p:nvPr/>
        </p:nvSpPr>
        <p:spPr>
          <a:xfrm>
            <a:off x="5919911" y="582603"/>
            <a:ext cx="1056269" cy="643486"/>
          </a:xfrm>
          <a:custGeom>
            <a:avLst/>
            <a:gdLst/>
            <a:ahLst/>
            <a:cxnLst/>
            <a:rect l="0" t="0" r="r" b="b"/>
            <a:pathLst>
              <a:path w="1056269" h="643486">
                <a:moveTo>
                  <a:pt x="990129" y="307"/>
                </a:moveTo>
                <a:lnTo>
                  <a:pt x="984765" y="2441"/>
                </a:lnTo>
                <a:lnTo>
                  <a:pt x="980334" y="4783"/>
                </a:lnTo>
                <a:lnTo>
                  <a:pt x="973784" y="15399"/>
                </a:lnTo>
                <a:lnTo>
                  <a:pt x="945108" y="29884"/>
                </a:lnTo>
                <a:lnTo>
                  <a:pt x="936215" y="35779"/>
                </a:lnTo>
                <a:lnTo>
                  <a:pt x="925637" y="44186"/>
                </a:lnTo>
                <a:lnTo>
                  <a:pt x="922678" y="47590"/>
                </a:lnTo>
                <a:lnTo>
                  <a:pt x="919642" y="52792"/>
                </a:lnTo>
                <a:lnTo>
                  <a:pt x="914571" y="59051"/>
                </a:lnTo>
                <a:lnTo>
                  <a:pt x="913179" y="62022"/>
                </a:lnTo>
                <a:lnTo>
                  <a:pt x="913123" y="64251"/>
                </a:lnTo>
                <a:lnTo>
                  <a:pt x="914088" y="66524"/>
                </a:lnTo>
                <a:lnTo>
                  <a:pt x="918250" y="70371"/>
                </a:lnTo>
                <a:lnTo>
                  <a:pt x="918820" y="71628"/>
                </a:lnTo>
                <a:lnTo>
                  <a:pt x="917254" y="72548"/>
                </a:lnTo>
                <a:lnTo>
                  <a:pt x="912540" y="73833"/>
                </a:lnTo>
                <a:lnTo>
                  <a:pt x="910998" y="74930"/>
                </a:lnTo>
                <a:lnTo>
                  <a:pt x="907953" y="81097"/>
                </a:lnTo>
                <a:lnTo>
                  <a:pt x="901179" y="88226"/>
                </a:lnTo>
                <a:lnTo>
                  <a:pt x="898935" y="91512"/>
                </a:lnTo>
                <a:lnTo>
                  <a:pt x="896496" y="96302"/>
                </a:lnTo>
                <a:lnTo>
                  <a:pt x="894904" y="96871"/>
                </a:lnTo>
                <a:lnTo>
                  <a:pt x="892716" y="96691"/>
                </a:lnTo>
                <a:lnTo>
                  <a:pt x="886793" y="93872"/>
                </a:lnTo>
                <a:lnTo>
                  <a:pt x="885232" y="93566"/>
                </a:lnTo>
                <a:lnTo>
                  <a:pt x="879043" y="95049"/>
                </a:lnTo>
                <a:lnTo>
                  <a:pt x="874648" y="96727"/>
                </a:lnTo>
                <a:lnTo>
                  <a:pt x="871795" y="98579"/>
                </a:lnTo>
                <a:lnTo>
                  <a:pt x="870301" y="100254"/>
                </a:lnTo>
                <a:lnTo>
                  <a:pt x="863433" y="110615"/>
                </a:lnTo>
                <a:lnTo>
                  <a:pt x="859275" y="113693"/>
                </a:lnTo>
                <a:lnTo>
                  <a:pt x="856327" y="114619"/>
                </a:lnTo>
                <a:lnTo>
                  <a:pt x="854159" y="114634"/>
                </a:lnTo>
                <a:lnTo>
                  <a:pt x="848178" y="110817"/>
                </a:lnTo>
                <a:lnTo>
                  <a:pt x="844691" y="109921"/>
                </a:lnTo>
                <a:lnTo>
                  <a:pt x="840996" y="110094"/>
                </a:lnTo>
                <a:lnTo>
                  <a:pt x="837278" y="111327"/>
                </a:lnTo>
                <a:lnTo>
                  <a:pt x="830309" y="115701"/>
                </a:lnTo>
                <a:lnTo>
                  <a:pt x="812274" y="124472"/>
                </a:lnTo>
                <a:lnTo>
                  <a:pt x="810392" y="125926"/>
                </a:lnTo>
                <a:lnTo>
                  <a:pt x="808602" y="128847"/>
                </a:lnTo>
                <a:lnTo>
                  <a:pt x="809498" y="136259"/>
                </a:lnTo>
                <a:lnTo>
                  <a:pt x="811743" y="141043"/>
                </a:lnTo>
                <a:lnTo>
                  <a:pt x="811639" y="143299"/>
                </a:lnTo>
                <a:lnTo>
                  <a:pt x="809504" y="144904"/>
                </a:lnTo>
                <a:lnTo>
                  <a:pt x="803387" y="146819"/>
                </a:lnTo>
                <a:lnTo>
                  <a:pt x="799989" y="149218"/>
                </a:lnTo>
                <a:lnTo>
                  <a:pt x="798039" y="148765"/>
                </a:lnTo>
                <a:lnTo>
                  <a:pt x="794559" y="146688"/>
                </a:lnTo>
                <a:lnTo>
                  <a:pt x="786966" y="141660"/>
                </a:lnTo>
                <a:lnTo>
                  <a:pt x="777514" y="134651"/>
                </a:lnTo>
                <a:lnTo>
                  <a:pt x="758690" y="122136"/>
                </a:lnTo>
                <a:lnTo>
                  <a:pt x="747605" y="114310"/>
                </a:lnTo>
                <a:lnTo>
                  <a:pt x="734049" y="103713"/>
                </a:lnTo>
                <a:lnTo>
                  <a:pt x="711398" y="87282"/>
                </a:lnTo>
                <a:lnTo>
                  <a:pt x="707893" y="85299"/>
                </a:lnTo>
                <a:lnTo>
                  <a:pt x="706225" y="85513"/>
                </a:lnTo>
                <a:lnTo>
                  <a:pt x="705447" y="86702"/>
                </a:lnTo>
                <a:lnTo>
                  <a:pt x="706106" y="89234"/>
                </a:lnTo>
                <a:lnTo>
                  <a:pt x="707056" y="90691"/>
                </a:lnTo>
                <a:lnTo>
                  <a:pt x="709522" y="92736"/>
                </a:lnTo>
                <a:lnTo>
                  <a:pt x="728697" y="106781"/>
                </a:lnTo>
                <a:lnTo>
                  <a:pt x="751732" y="122897"/>
                </a:lnTo>
                <a:lnTo>
                  <a:pt x="765770" y="133493"/>
                </a:lnTo>
                <a:lnTo>
                  <a:pt x="771437" y="137312"/>
                </a:lnTo>
                <a:lnTo>
                  <a:pt x="776142" y="139562"/>
                </a:lnTo>
                <a:lnTo>
                  <a:pt x="781474" y="142851"/>
                </a:lnTo>
                <a:lnTo>
                  <a:pt x="785655" y="146180"/>
                </a:lnTo>
                <a:lnTo>
                  <a:pt x="787681" y="148503"/>
                </a:lnTo>
                <a:lnTo>
                  <a:pt x="788375" y="150255"/>
                </a:lnTo>
                <a:lnTo>
                  <a:pt x="789027" y="160620"/>
                </a:lnTo>
                <a:lnTo>
                  <a:pt x="786500" y="160654"/>
                </a:lnTo>
                <a:lnTo>
                  <a:pt x="784862" y="159571"/>
                </a:lnTo>
                <a:lnTo>
                  <a:pt x="783393" y="157474"/>
                </a:lnTo>
                <a:lnTo>
                  <a:pt x="781622" y="153577"/>
                </a:lnTo>
                <a:lnTo>
                  <a:pt x="779910" y="151326"/>
                </a:lnTo>
                <a:lnTo>
                  <a:pt x="771756" y="142974"/>
                </a:lnTo>
                <a:lnTo>
                  <a:pt x="769312" y="140932"/>
                </a:lnTo>
                <a:lnTo>
                  <a:pt x="767499" y="140113"/>
                </a:lnTo>
                <a:lnTo>
                  <a:pt x="765865" y="140315"/>
                </a:lnTo>
                <a:lnTo>
                  <a:pt x="761593" y="142299"/>
                </a:lnTo>
                <a:lnTo>
                  <a:pt x="753204" y="142540"/>
                </a:lnTo>
                <a:lnTo>
                  <a:pt x="749509" y="147584"/>
                </a:lnTo>
                <a:lnTo>
                  <a:pt x="748063" y="153309"/>
                </a:lnTo>
                <a:lnTo>
                  <a:pt x="746768" y="154275"/>
                </a:lnTo>
                <a:lnTo>
                  <a:pt x="743981" y="155306"/>
                </a:lnTo>
                <a:lnTo>
                  <a:pt x="741838" y="155282"/>
                </a:lnTo>
                <a:lnTo>
                  <a:pt x="736928" y="152601"/>
                </a:lnTo>
                <a:lnTo>
                  <a:pt x="734080" y="151761"/>
                </a:lnTo>
                <a:lnTo>
                  <a:pt x="726005" y="153635"/>
                </a:lnTo>
                <a:lnTo>
                  <a:pt x="722608" y="153980"/>
                </a:lnTo>
                <a:lnTo>
                  <a:pt x="720441" y="153701"/>
                </a:lnTo>
                <a:lnTo>
                  <a:pt x="716327" y="150447"/>
                </a:lnTo>
                <a:lnTo>
                  <a:pt x="714536" y="147843"/>
                </a:lnTo>
                <a:lnTo>
                  <a:pt x="716034" y="142306"/>
                </a:lnTo>
                <a:lnTo>
                  <a:pt x="716782" y="133751"/>
                </a:lnTo>
                <a:lnTo>
                  <a:pt x="716512" y="130100"/>
                </a:lnTo>
                <a:lnTo>
                  <a:pt x="714936" y="127653"/>
                </a:lnTo>
                <a:lnTo>
                  <a:pt x="709232" y="122338"/>
                </a:lnTo>
                <a:lnTo>
                  <a:pt x="705776" y="120054"/>
                </a:lnTo>
                <a:lnTo>
                  <a:pt x="702875" y="119395"/>
                </a:lnTo>
                <a:lnTo>
                  <a:pt x="694655" y="119133"/>
                </a:lnTo>
                <a:lnTo>
                  <a:pt x="691652" y="118631"/>
                </a:lnTo>
                <a:lnTo>
                  <a:pt x="690721" y="117815"/>
                </a:lnTo>
                <a:lnTo>
                  <a:pt x="689830" y="114026"/>
                </a:lnTo>
                <a:lnTo>
                  <a:pt x="688886" y="112448"/>
                </a:lnTo>
                <a:lnTo>
                  <a:pt x="687004" y="111273"/>
                </a:lnTo>
                <a:lnTo>
                  <a:pt x="682377" y="109609"/>
                </a:lnTo>
                <a:lnTo>
                  <a:pt x="677103" y="111550"/>
                </a:lnTo>
                <a:lnTo>
                  <a:pt x="673891" y="114190"/>
                </a:lnTo>
                <a:lnTo>
                  <a:pt x="674455" y="125887"/>
                </a:lnTo>
                <a:lnTo>
                  <a:pt x="675211" y="129461"/>
                </a:lnTo>
                <a:lnTo>
                  <a:pt x="675614" y="129920"/>
                </a:lnTo>
                <a:lnTo>
                  <a:pt x="676735" y="129886"/>
                </a:lnTo>
                <a:lnTo>
                  <a:pt x="680641" y="127610"/>
                </a:lnTo>
                <a:lnTo>
                  <a:pt x="682286" y="127672"/>
                </a:lnTo>
                <a:lnTo>
                  <a:pt x="684122" y="128410"/>
                </a:lnTo>
                <a:lnTo>
                  <a:pt x="693709" y="135525"/>
                </a:lnTo>
                <a:lnTo>
                  <a:pt x="700980" y="142389"/>
                </a:lnTo>
                <a:lnTo>
                  <a:pt x="701464" y="144697"/>
                </a:lnTo>
                <a:lnTo>
                  <a:pt x="701117" y="146026"/>
                </a:lnTo>
                <a:lnTo>
                  <a:pt x="699209" y="149325"/>
                </a:lnTo>
                <a:lnTo>
                  <a:pt x="694313" y="155679"/>
                </a:lnTo>
                <a:lnTo>
                  <a:pt x="693043" y="158983"/>
                </a:lnTo>
                <a:lnTo>
                  <a:pt x="693053" y="160668"/>
                </a:lnTo>
                <a:lnTo>
                  <a:pt x="693789" y="163376"/>
                </a:lnTo>
                <a:lnTo>
                  <a:pt x="695126" y="165711"/>
                </a:lnTo>
                <a:lnTo>
                  <a:pt x="696911" y="167504"/>
                </a:lnTo>
                <a:lnTo>
                  <a:pt x="699998" y="168866"/>
                </a:lnTo>
                <a:lnTo>
                  <a:pt x="703861" y="169063"/>
                </a:lnTo>
                <a:lnTo>
                  <a:pt x="709414" y="168253"/>
                </a:lnTo>
                <a:lnTo>
                  <a:pt x="714843" y="166243"/>
                </a:lnTo>
                <a:lnTo>
                  <a:pt x="719020" y="166852"/>
                </a:lnTo>
                <a:lnTo>
                  <a:pt x="724160" y="165624"/>
                </a:lnTo>
                <a:lnTo>
                  <a:pt x="726519" y="166565"/>
                </a:lnTo>
                <a:lnTo>
                  <a:pt x="758636" y="193750"/>
                </a:lnTo>
                <a:lnTo>
                  <a:pt x="760031" y="195403"/>
                </a:lnTo>
                <a:lnTo>
                  <a:pt x="763630" y="197962"/>
                </a:lnTo>
                <a:lnTo>
                  <a:pt x="773369" y="206281"/>
                </a:lnTo>
                <a:lnTo>
                  <a:pt x="782988" y="215012"/>
                </a:lnTo>
                <a:lnTo>
                  <a:pt x="789551" y="219837"/>
                </a:lnTo>
                <a:lnTo>
                  <a:pt x="792119" y="222990"/>
                </a:lnTo>
                <a:lnTo>
                  <a:pt x="799661" y="229348"/>
                </a:lnTo>
                <a:lnTo>
                  <a:pt x="804582" y="232935"/>
                </a:lnTo>
                <a:lnTo>
                  <a:pt x="805727" y="234276"/>
                </a:lnTo>
                <a:lnTo>
                  <a:pt x="808260" y="234750"/>
                </a:lnTo>
                <a:lnTo>
                  <a:pt x="809348" y="233928"/>
                </a:lnTo>
                <a:lnTo>
                  <a:pt x="809290" y="232777"/>
                </a:lnTo>
                <a:lnTo>
                  <a:pt x="805379" y="229009"/>
                </a:lnTo>
                <a:lnTo>
                  <a:pt x="801566" y="226225"/>
                </a:lnTo>
                <a:lnTo>
                  <a:pt x="795704" y="220743"/>
                </a:lnTo>
                <a:lnTo>
                  <a:pt x="790840" y="217943"/>
                </a:lnTo>
                <a:lnTo>
                  <a:pt x="787394" y="215349"/>
                </a:lnTo>
                <a:lnTo>
                  <a:pt x="785465" y="213054"/>
                </a:lnTo>
                <a:lnTo>
                  <a:pt x="777561" y="207340"/>
                </a:lnTo>
                <a:lnTo>
                  <a:pt x="740372" y="172697"/>
                </a:lnTo>
                <a:lnTo>
                  <a:pt x="738770" y="170436"/>
                </a:lnTo>
                <a:lnTo>
                  <a:pt x="738772" y="167988"/>
                </a:lnTo>
                <a:lnTo>
                  <a:pt x="740850" y="166539"/>
                </a:lnTo>
                <a:lnTo>
                  <a:pt x="749328" y="164908"/>
                </a:lnTo>
                <a:lnTo>
                  <a:pt x="753778" y="163198"/>
                </a:lnTo>
                <a:lnTo>
                  <a:pt x="756160" y="161451"/>
                </a:lnTo>
                <a:lnTo>
                  <a:pt x="757962" y="159299"/>
                </a:lnTo>
                <a:lnTo>
                  <a:pt x="760514" y="153798"/>
                </a:lnTo>
                <a:lnTo>
                  <a:pt x="762438" y="152921"/>
                </a:lnTo>
                <a:lnTo>
                  <a:pt x="764667" y="152882"/>
                </a:lnTo>
                <a:lnTo>
                  <a:pt x="768169" y="154153"/>
                </a:lnTo>
                <a:lnTo>
                  <a:pt x="770561" y="156136"/>
                </a:lnTo>
                <a:lnTo>
                  <a:pt x="771670" y="163947"/>
                </a:lnTo>
                <a:lnTo>
                  <a:pt x="782991" y="172282"/>
                </a:lnTo>
                <a:lnTo>
                  <a:pt x="786576" y="173075"/>
                </a:lnTo>
                <a:lnTo>
                  <a:pt x="802334" y="173975"/>
                </a:lnTo>
                <a:lnTo>
                  <a:pt x="803870" y="172444"/>
                </a:lnTo>
                <a:lnTo>
                  <a:pt x="804148" y="171311"/>
                </a:lnTo>
                <a:lnTo>
                  <a:pt x="802065" y="166040"/>
                </a:lnTo>
                <a:lnTo>
                  <a:pt x="801984" y="163519"/>
                </a:lnTo>
                <a:lnTo>
                  <a:pt x="803492" y="162104"/>
                </a:lnTo>
                <a:lnTo>
                  <a:pt x="806984" y="162014"/>
                </a:lnTo>
                <a:lnTo>
                  <a:pt x="814619" y="166384"/>
                </a:lnTo>
                <a:lnTo>
                  <a:pt x="820794" y="170878"/>
                </a:lnTo>
                <a:lnTo>
                  <a:pt x="826670" y="174331"/>
                </a:lnTo>
                <a:lnTo>
                  <a:pt x="852261" y="191465"/>
                </a:lnTo>
                <a:lnTo>
                  <a:pt x="853906" y="192101"/>
                </a:lnTo>
                <a:lnTo>
                  <a:pt x="855421" y="191895"/>
                </a:lnTo>
                <a:lnTo>
                  <a:pt x="855962" y="191491"/>
                </a:lnTo>
                <a:lnTo>
                  <a:pt x="856124" y="190224"/>
                </a:lnTo>
                <a:lnTo>
                  <a:pt x="855175" y="188549"/>
                </a:lnTo>
                <a:lnTo>
                  <a:pt x="853254" y="186715"/>
                </a:lnTo>
                <a:lnTo>
                  <a:pt x="826435" y="168774"/>
                </a:lnTo>
                <a:lnTo>
                  <a:pt x="821312" y="164797"/>
                </a:lnTo>
                <a:lnTo>
                  <a:pt x="815173" y="160983"/>
                </a:lnTo>
                <a:lnTo>
                  <a:pt x="812000" y="157727"/>
                </a:lnTo>
                <a:lnTo>
                  <a:pt x="811394" y="156210"/>
                </a:lnTo>
                <a:lnTo>
                  <a:pt x="811678" y="155542"/>
                </a:lnTo>
                <a:lnTo>
                  <a:pt x="816563" y="153629"/>
                </a:lnTo>
                <a:lnTo>
                  <a:pt x="825911" y="144757"/>
                </a:lnTo>
                <a:lnTo>
                  <a:pt x="825658" y="140881"/>
                </a:lnTo>
                <a:lnTo>
                  <a:pt x="820944" y="134534"/>
                </a:lnTo>
                <a:lnTo>
                  <a:pt x="820596" y="133289"/>
                </a:lnTo>
                <a:lnTo>
                  <a:pt x="821062" y="131777"/>
                </a:lnTo>
                <a:lnTo>
                  <a:pt x="825835" y="128789"/>
                </a:lnTo>
                <a:lnTo>
                  <a:pt x="835070" y="125069"/>
                </a:lnTo>
                <a:lnTo>
                  <a:pt x="845183" y="126055"/>
                </a:lnTo>
                <a:lnTo>
                  <a:pt x="866170" y="122531"/>
                </a:lnTo>
                <a:lnTo>
                  <a:pt x="868213" y="121153"/>
                </a:lnTo>
                <a:lnTo>
                  <a:pt x="869774" y="119457"/>
                </a:lnTo>
                <a:lnTo>
                  <a:pt x="877829" y="107659"/>
                </a:lnTo>
                <a:lnTo>
                  <a:pt x="880442" y="105164"/>
                </a:lnTo>
                <a:lnTo>
                  <a:pt x="881725" y="104474"/>
                </a:lnTo>
                <a:lnTo>
                  <a:pt x="883015" y="104149"/>
                </a:lnTo>
                <a:lnTo>
                  <a:pt x="885685" y="104570"/>
                </a:lnTo>
                <a:lnTo>
                  <a:pt x="889705" y="107005"/>
                </a:lnTo>
                <a:lnTo>
                  <a:pt x="893262" y="107948"/>
                </a:lnTo>
                <a:lnTo>
                  <a:pt x="898907" y="108257"/>
                </a:lnTo>
                <a:lnTo>
                  <a:pt x="901549" y="107410"/>
                </a:lnTo>
                <a:lnTo>
                  <a:pt x="903627" y="105302"/>
                </a:lnTo>
                <a:lnTo>
                  <a:pt x="907161" y="98050"/>
                </a:lnTo>
                <a:lnTo>
                  <a:pt x="909248" y="94850"/>
                </a:lnTo>
                <a:lnTo>
                  <a:pt x="918343" y="84725"/>
                </a:lnTo>
                <a:lnTo>
                  <a:pt x="927375" y="78916"/>
                </a:lnTo>
                <a:lnTo>
                  <a:pt x="931627" y="74867"/>
                </a:lnTo>
                <a:lnTo>
                  <a:pt x="931982" y="73449"/>
                </a:lnTo>
                <a:lnTo>
                  <a:pt x="931494" y="71467"/>
                </a:lnTo>
                <a:lnTo>
                  <a:pt x="927337" y="63639"/>
                </a:lnTo>
                <a:lnTo>
                  <a:pt x="926932" y="61961"/>
                </a:lnTo>
                <a:lnTo>
                  <a:pt x="927731" y="59277"/>
                </a:lnTo>
                <a:lnTo>
                  <a:pt x="931084" y="53724"/>
                </a:lnTo>
                <a:lnTo>
                  <a:pt x="934696" y="49748"/>
                </a:lnTo>
                <a:lnTo>
                  <a:pt x="941721" y="44424"/>
                </a:lnTo>
                <a:lnTo>
                  <a:pt x="952852" y="37291"/>
                </a:lnTo>
                <a:lnTo>
                  <a:pt x="955328" y="36098"/>
                </a:lnTo>
                <a:lnTo>
                  <a:pt x="957475" y="35835"/>
                </a:lnTo>
                <a:lnTo>
                  <a:pt x="959754" y="37122"/>
                </a:lnTo>
                <a:lnTo>
                  <a:pt x="976557" y="51548"/>
                </a:lnTo>
                <a:lnTo>
                  <a:pt x="983320" y="55808"/>
                </a:lnTo>
                <a:lnTo>
                  <a:pt x="984492" y="57662"/>
                </a:lnTo>
                <a:lnTo>
                  <a:pt x="986444" y="63697"/>
                </a:lnTo>
                <a:lnTo>
                  <a:pt x="988321" y="66656"/>
                </a:lnTo>
                <a:lnTo>
                  <a:pt x="991290" y="68432"/>
                </a:lnTo>
                <a:lnTo>
                  <a:pt x="1000573" y="71187"/>
                </a:lnTo>
                <a:lnTo>
                  <a:pt x="1002247" y="72330"/>
                </a:lnTo>
                <a:lnTo>
                  <a:pt x="1003966" y="74316"/>
                </a:lnTo>
                <a:lnTo>
                  <a:pt x="1003816" y="87126"/>
                </a:lnTo>
                <a:lnTo>
                  <a:pt x="1007202" y="108097"/>
                </a:lnTo>
                <a:lnTo>
                  <a:pt x="1009164" y="115745"/>
                </a:lnTo>
                <a:lnTo>
                  <a:pt x="1009300" y="118643"/>
                </a:lnTo>
                <a:lnTo>
                  <a:pt x="1008251" y="120852"/>
                </a:lnTo>
                <a:lnTo>
                  <a:pt x="1004645" y="124036"/>
                </a:lnTo>
                <a:lnTo>
                  <a:pt x="1002363" y="127226"/>
                </a:lnTo>
                <a:lnTo>
                  <a:pt x="1000732" y="132069"/>
                </a:lnTo>
                <a:lnTo>
                  <a:pt x="998428" y="142271"/>
                </a:lnTo>
                <a:lnTo>
                  <a:pt x="997339" y="144283"/>
                </a:lnTo>
                <a:lnTo>
                  <a:pt x="996142" y="144253"/>
                </a:lnTo>
                <a:lnTo>
                  <a:pt x="991792" y="140334"/>
                </a:lnTo>
                <a:lnTo>
                  <a:pt x="988222" y="136254"/>
                </a:lnTo>
                <a:lnTo>
                  <a:pt x="984548" y="130673"/>
                </a:lnTo>
                <a:lnTo>
                  <a:pt x="981872" y="128487"/>
                </a:lnTo>
                <a:lnTo>
                  <a:pt x="980299" y="128780"/>
                </a:lnTo>
                <a:lnTo>
                  <a:pt x="978573" y="129872"/>
                </a:lnTo>
                <a:lnTo>
                  <a:pt x="965721" y="140529"/>
                </a:lnTo>
                <a:lnTo>
                  <a:pt x="965257" y="141779"/>
                </a:lnTo>
                <a:lnTo>
                  <a:pt x="965642" y="143263"/>
                </a:lnTo>
                <a:lnTo>
                  <a:pt x="971040" y="150062"/>
                </a:lnTo>
                <a:lnTo>
                  <a:pt x="971885" y="151887"/>
                </a:lnTo>
                <a:lnTo>
                  <a:pt x="971683" y="153263"/>
                </a:lnTo>
                <a:lnTo>
                  <a:pt x="970422" y="154231"/>
                </a:lnTo>
                <a:lnTo>
                  <a:pt x="965637" y="155621"/>
                </a:lnTo>
                <a:lnTo>
                  <a:pt x="961646" y="158342"/>
                </a:lnTo>
                <a:lnTo>
                  <a:pt x="957525" y="162703"/>
                </a:lnTo>
                <a:lnTo>
                  <a:pt x="952955" y="169299"/>
                </a:lnTo>
                <a:lnTo>
                  <a:pt x="953289" y="180202"/>
                </a:lnTo>
                <a:lnTo>
                  <a:pt x="956837" y="196757"/>
                </a:lnTo>
                <a:lnTo>
                  <a:pt x="959834" y="203914"/>
                </a:lnTo>
                <a:lnTo>
                  <a:pt x="960172" y="206501"/>
                </a:lnTo>
                <a:lnTo>
                  <a:pt x="959922" y="207520"/>
                </a:lnTo>
                <a:lnTo>
                  <a:pt x="959389" y="208369"/>
                </a:lnTo>
                <a:lnTo>
                  <a:pt x="957459" y="209590"/>
                </a:lnTo>
                <a:lnTo>
                  <a:pt x="949273" y="211141"/>
                </a:lnTo>
                <a:lnTo>
                  <a:pt x="945163" y="212781"/>
                </a:lnTo>
                <a:lnTo>
                  <a:pt x="943427" y="213909"/>
                </a:lnTo>
                <a:lnTo>
                  <a:pt x="941881" y="215259"/>
                </a:lnTo>
                <a:lnTo>
                  <a:pt x="939286" y="218681"/>
                </a:lnTo>
                <a:lnTo>
                  <a:pt x="936171" y="225402"/>
                </a:lnTo>
                <a:lnTo>
                  <a:pt x="934175" y="228000"/>
                </a:lnTo>
                <a:lnTo>
                  <a:pt x="933977" y="229446"/>
                </a:lnTo>
                <a:lnTo>
                  <a:pt x="935224" y="230996"/>
                </a:lnTo>
                <a:lnTo>
                  <a:pt x="938038" y="232933"/>
                </a:lnTo>
                <a:lnTo>
                  <a:pt x="940742" y="234095"/>
                </a:lnTo>
                <a:lnTo>
                  <a:pt x="942211" y="234044"/>
                </a:lnTo>
                <a:lnTo>
                  <a:pt x="944437" y="232712"/>
                </a:lnTo>
                <a:lnTo>
                  <a:pt x="947038" y="229991"/>
                </a:lnTo>
                <a:lnTo>
                  <a:pt x="948827" y="223253"/>
                </a:lnTo>
                <a:lnTo>
                  <a:pt x="950779" y="220930"/>
                </a:lnTo>
                <a:lnTo>
                  <a:pt x="953438" y="220309"/>
                </a:lnTo>
                <a:lnTo>
                  <a:pt x="957707" y="223501"/>
                </a:lnTo>
                <a:lnTo>
                  <a:pt x="960380" y="224022"/>
                </a:lnTo>
                <a:lnTo>
                  <a:pt x="962372" y="223783"/>
                </a:lnTo>
                <a:lnTo>
                  <a:pt x="964003" y="223011"/>
                </a:lnTo>
                <a:lnTo>
                  <a:pt x="965944" y="220679"/>
                </a:lnTo>
                <a:lnTo>
                  <a:pt x="968669" y="213961"/>
                </a:lnTo>
                <a:lnTo>
                  <a:pt x="971355" y="209616"/>
                </a:lnTo>
                <a:lnTo>
                  <a:pt x="974525" y="205565"/>
                </a:lnTo>
                <a:lnTo>
                  <a:pt x="975429" y="202803"/>
                </a:lnTo>
                <a:lnTo>
                  <a:pt x="974428" y="200490"/>
                </a:lnTo>
                <a:lnTo>
                  <a:pt x="969425" y="197987"/>
                </a:lnTo>
                <a:lnTo>
                  <a:pt x="967451" y="194844"/>
                </a:lnTo>
                <a:lnTo>
                  <a:pt x="965420" y="187781"/>
                </a:lnTo>
                <a:lnTo>
                  <a:pt x="964068" y="181121"/>
                </a:lnTo>
                <a:lnTo>
                  <a:pt x="963466" y="175631"/>
                </a:lnTo>
                <a:lnTo>
                  <a:pt x="963707" y="172095"/>
                </a:lnTo>
                <a:lnTo>
                  <a:pt x="966359" y="168190"/>
                </a:lnTo>
                <a:lnTo>
                  <a:pt x="968542" y="166430"/>
                </a:lnTo>
                <a:lnTo>
                  <a:pt x="969734" y="166020"/>
                </a:lnTo>
                <a:lnTo>
                  <a:pt x="976397" y="169345"/>
                </a:lnTo>
                <a:lnTo>
                  <a:pt x="980401" y="169485"/>
                </a:lnTo>
                <a:lnTo>
                  <a:pt x="981566" y="168963"/>
                </a:lnTo>
                <a:lnTo>
                  <a:pt x="982340" y="166128"/>
                </a:lnTo>
                <a:lnTo>
                  <a:pt x="983052" y="150993"/>
                </a:lnTo>
                <a:lnTo>
                  <a:pt x="983489" y="149158"/>
                </a:lnTo>
                <a:lnTo>
                  <a:pt x="984594" y="148422"/>
                </a:lnTo>
                <a:lnTo>
                  <a:pt x="986003" y="149217"/>
                </a:lnTo>
                <a:lnTo>
                  <a:pt x="986904" y="151242"/>
                </a:lnTo>
                <a:lnTo>
                  <a:pt x="988168" y="167857"/>
                </a:lnTo>
                <a:lnTo>
                  <a:pt x="991521" y="182744"/>
                </a:lnTo>
                <a:lnTo>
                  <a:pt x="994245" y="192555"/>
                </a:lnTo>
                <a:lnTo>
                  <a:pt x="994503" y="195416"/>
                </a:lnTo>
                <a:lnTo>
                  <a:pt x="993523" y="202005"/>
                </a:lnTo>
                <a:lnTo>
                  <a:pt x="993648" y="204812"/>
                </a:lnTo>
                <a:lnTo>
                  <a:pt x="996505" y="211233"/>
                </a:lnTo>
                <a:lnTo>
                  <a:pt x="999675" y="221274"/>
                </a:lnTo>
                <a:lnTo>
                  <a:pt x="1002880" y="225871"/>
                </a:lnTo>
                <a:lnTo>
                  <a:pt x="1007287" y="230736"/>
                </a:lnTo>
                <a:lnTo>
                  <a:pt x="1010799" y="233904"/>
                </a:lnTo>
                <a:lnTo>
                  <a:pt x="1016344" y="237934"/>
                </a:lnTo>
                <a:lnTo>
                  <a:pt x="1035697" y="249973"/>
                </a:lnTo>
                <a:lnTo>
                  <a:pt x="1048805" y="257434"/>
                </a:lnTo>
                <a:lnTo>
                  <a:pt x="1052359" y="258550"/>
                </a:lnTo>
                <a:lnTo>
                  <a:pt x="1055011" y="258396"/>
                </a:lnTo>
                <a:lnTo>
                  <a:pt x="1055863" y="257476"/>
                </a:lnTo>
                <a:lnTo>
                  <a:pt x="1056269" y="255718"/>
                </a:lnTo>
                <a:lnTo>
                  <a:pt x="1055893" y="245959"/>
                </a:lnTo>
                <a:lnTo>
                  <a:pt x="1049328" y="233369"/>
                </a:lnTo>
                <a:lnTo>
                  <a:pt x="1048700" y="221961"/>
                </a:lnTo>
                <a:lnTo>
                  <a:pt x="1046877" y="219298"/>
                </a:lnTo>
                <a:lnTo>
                  <a:pt x="1041911" y="213704"/>
                </a:lnTo>
                <a:lnTo>
                  <a:pt x="1044916" y="206545"/>
                </a:lnTo>
                <a:lnTo>
                  <a:pt x="1045093" y="202349"/>
                </a:lnTo>
                <a:lnTo>
                  <a:pt x="1043083" y="199144"/>
                </a:lnTo>
                <a:lnTo>
                  <a:pt x="1037812" y="195905"/>
                </a:lnTo>
                <a:lnTo>
                  <a:pt x="1036890" y="194792"/>
                </a:lnTo>
                <a:lnTo>
                  <a:pt x="1036299" y="191974"/>
                </a:lnTo>
                <a:lnTo>
                  <a:pt x="1035884" y="182895"/>
                </a:lnTo>
                <a:lnTo>
                  <a:pt x="1032949" y="181207"/>
                </a:lnTo>
                <a:lnTo>
                  <a:pt x="1027591" y="180050"/>
                </a:lnTo>
                <a:lnTo>
                  <a:pt x="1022239" y="174828"/>
                </a:lnTo>
                <a:lnTo>
                  <a:pt x="1020003" y="173361"/>
                </a:lnTo>
                <a:lnTo>
                  <a:pt x="1018587" y="173199"/>
                </a:lnTo>
                <a:lnTo>
                  <a:pt x="1013665" y="174523"/>
                </a:lnTo>
                <a:lnTo>
                  <a:pt x="1011825" y="174457"/>
                </a:lnTo>
                <a:lnTo>
                  <a:pt x="1008947" y="170186"/>
                </a:lnTo>
                <a:lnTo>
                  <a:pt x="1003146" y="158981"/>
                </a:lnTo>
                <a:lnTo>
                  <a:pt x="1006813" y="152123"/>
                </a:lnTo>
                <a:lnTo>
                  <a:pt x="1009832" y="148630"/>
                </a:lnTo>
                <a:lnTo>
                  <a:pt x="1010740" y="146843"/>
                </a:lnTo>
                <a:lnTo>
                  <a:pt x="1010203" y="136623"/>
                </a:lnTo>
                <a:lnTo>
                  <a:pt x="1011091" y="132293"/>
                </a:lnTo>
                <a:lnTo>
                  <a:pt x="1013223" y="130805"/>
                </a:lnTo>
                <a:lnTo>
                  <a:pt x="1020745" y="127643"/>
                </a:lnTo>
                <a:lnTo>
                  <a:pt x="1022052" y="126303"/>
                </a:lnTo>
                <a:lnTo>
                  <a:pt x="1022273" y="125478"/>
                </a:lnTo>
                <a:lnTo>
                  <a:pt x="1021950" y="123296"/>
                </a:lnTo>
                <a:lnTo>
                  <a:pt x="1019576" y="117126"/>
                </a:lnTo>
                <a:lnTo>
                  <a:pt x="1018282" y="111977"/>
                </a:lnTo>
                <a:lnTo>
                  <a:pt x="1014686" y="90747"/>
                </a:lnTo>
                <a:lnTo>
                  <a:pt x="1013946" y="81597"/>
                </a:lnTo>
                <a:lnTo>
                  <a:pt x="1013946" y="78366"/>
                </a:lnTo>
                <a:lnTo>
                  <a:pt x="1021661" y="70266"/>
                </a:lnTo>
                <a:lnTo>
                  <a:pt x="1021661" y="65975"/>
                </a:lnTo>
                <a:lnTo>
                  <a:pt x="1017652" y="62612"/>
                </a:lnTo>
                <a:lnTo>
                  <a:pt x="1015061" y="61431"/>
                </a:lnTo>
                <a:lnTo>
                  <a:pt x="1011911" y="61161"/>
                </a:lnTo>
                <a:lnTo>
                  <a:pt x="1006376" y="61624"/>
                </a:lnTo>
                <a:lnTo>
                  <a:pt x="1000814" y="61437"/>
                </a:lnTo>
                <a:lnTo>
                  <a:pt x="996975" y="60527"/>
                </a:lnTo>
                <a:lnTo>
                  <a:pt x="995681" y="59156"/>
                </a:lnTo>
                <a:lnTo>
                  <a:pt x="994100" y="50288"/>
                </a:lnTo>
                <a:lnTo>
                  <a:pt x="991424" y="45169"/>
                </a:lnTo>
                <a:lnTo>
                  <a:pt x="992021" y="42520"/>
                </a:lnTo>
                <a:lnTo>
                  <a:pt x="994387" y="38534"/>
                </a:lnTo>
                <a:lnTo>
                  <a:pt x="996361" y="36126"/>
                </a:lnTo>
                <a:lnTo>
                  <a:pt x="1001781" y="34400"/>
                </a:lnTo>
                <a:lnTo>
                  <a:pt x="1007184" y="30062"/>
                </a:lnTo>
                <a:lnTo>
                  <a:pt x="1012292" y="26825"/>
                </a:lnTo>
                <a:lnTo>
                  <a:pt x="1014356" y="24047"/>
                </a:lnTo>
                <a:lnTo>
                  <a:pt x="1014702" y="20788"/>
                </a:lnTo>
                <a:lnTo>
                  <a:pt x="1013946" y="18436"/>
                </a:lnTo>
                <a:lnTo>
                  <a:pt x="1012627" y="16447"/>
                </a:lnTo>
                <a:lnTo>
                  <a:pt x="1004671" y="13209"/>
                </a:lnTo>
                <a:lnTo>
                  <a:pt x="1002453" y="11523"/>
                </a:lnTo>
                <a:lnTo>
                  <a:pt x="1001484" y="9680"/>
                </a:lnTo>
                <a:lnTo>
                  <a:pt x="1000291" y="5309"/>
                </a:lnTo>
                <a:lnTo>
                  <a:pt x="997517" y="1320"/>
                </a:lnTo>
                <a:lnTo>
                  <a:pt x="994565" y="0"/>
                </a:lnTo>
                <a:lnTo>
                  <a:pt x="990129" y="307"/>
                </a:lnTo>
                <a:close/>
                <a:moveTo>
                  <a:pt x="990514" y="16266"/>
                </a:moveTo>
                <a:lnTo>
                  <a:pt x="995471" y="21221"/>
                </a:lnTo>
                <a:lnTo>
                  <a:pt x="996402" y="23975"/>
                </a:lnTo>
                <a:lnTo>
                  <a:pt x="994956" y="25096"/>
                </a:lnTo>
                <a:lnTo>
                  <a:pt x="990189" y="26114"/>
                </a:lnTo>
                <a:lnTo>
                  <a:pt x="988248" y="26934"/>
                </a:lnTo>
                <a:lnTo>
                  <a:pt x="984242" y="33525"/>
                </a:lnTo>
                <a:lnTo>
                  <a:pt x="981860" y="34507"/>
                </a:lnTo>
                <a:lnTo>
                  <a:pt x="975221" y="34579"/>
                </a:lnTo>
                <a:lnTo>
                  <a:pt x="969234" y="33900"/>
                </a:lnTo>
                <a:lnTo>
                  <a:pt x="966459" y="32746"/>
                </a:lnTo>
                <a:lnTo>
                  <a:pt x="966533" y="31760"/>
                </a:lnTo>
                <a:lnTo>
                  <a:pt x="972675" y="26681"/>
                </a:lnTo>
                <a:lnTo>
                  <a:pt x="979603" y="27125"/>
                </a:lnTo>
                <a:lnTo>
                  <a:pt x="982264" y="26566"/>
                </a:lnTo>
                <a:lnTo>
                  <a:pt x="983401" y="24875"/>
                </a:lnTo>
                <a:lnTo>
                  <a:pt x="983999" y="20588"/>
                </a:lnTo>
                <a:lnTo>
                  <a:pt x="987171" y="15733"/>
                </a:lnTo>
                <a:lnTo>
                  <a:pt x="989000" y="14528"/>
                </a:lnTo>
                <a:lnTo>
                  <a:pt x="990514" y="16266"/>
                </a:lnTo>
                <a:close/>
                <a:moveTo>
                  <a:pt x="702771" y="130486"/>
                </a:moveTo>
                <a:lnTo>
                  <a:pt x="704846" y="132106"/>
                </a:lnTo>
                <a:lnTo>
                  <a:pt x="705874" y="134420"/>
                </a:lnTo>
                <a:lnTo>
                  <a:pt x="705702" y="137368"/>
                </a:lnTo>
                <a:lnTo>
                  <a:pt x="704417" y="138586"/>
                </a:lnTo>
                <a:lnTo>
                  <a:pt x="703268" y="138600"/>
                </a:lnTo>
                <a:lnTo>
                  <a:pt x="702100" y="137910"/>
                </a:lnTo>
                <a:lnTo>
                  <a:pt x="697689" y="133916"/>
                </a:lnTo>
                <a:lnTo>
                  <a:pt x="697224" y="132895"/>
                </a:lnTo>
                <a:lnTo>
                  <a:pt x="697413" y="130782"/>
                </a:lnTo>
                <a:lnTo>
                  <a:pt x="698619" y="129636"/>
                </a:lnTo>
                <a:lnTo>
                  <a:pt x="700801" y="129727"/>
                </a:lnTo>
                <a:lnTo>
                  <a:pt x="702771" y="130486"/>
                </a:lnTo>
                <a:close/>
                <a:moveTo>
                  <a:pt x="1007486" y="185450"/>
                </a:moveTo>
                <a:lnTo>
                  <a:pt x="1010097" y="187206"/>
                </a:lnTo>
                <a:lnTo>
                  <a:pt x="1011919" y="187776"/>
                </a:lnTo>
                <a:lnTo>
                  <a:pt x="1015723" y="186116"/>
                </a:lnTo>
                <a:lnTo>
                  <a:pt x="1017256" y="186168"/>
                </a:lnTo>
                <a:lnTo>
                  <a:pt x="1022883" y="188928"/>
                </a:lnTo>
                <a:lnTo>
                  <a:pt x="1025131" y="190865"/>
                </a:lnTo>
                <a:lnTo>
                  <a:pt x="1025757" y="196886"/>
                </a:lnTo>
                <a:lnTo>
                  <a:pt x="1026289" y="198589"/>
                </a:lnTo>
                <a:lnTo>
                  <a:pt x="1027900" y="201000"/>
                </a:lnTo>
                <a:lnTo>
                  <a:pt x="1032798" y="205941"/>
                </a:lnTo>
                <a:lnTo>
                  <a:pt x="1032050" y="212405"/>
                </a:lnTo>
                <a:lnTo>
                  <a:pt x="1032274" y="217001"/>
                </a:lnTo>
                <a:lnTo>
                  <a:pt x="1033865" y="220542"/>
                </a:lnTo>
                <a:lnTo>
                  <a:pt x="1038246" y="225565"/>
                </a:lnTo>
                <a:lnTo>
                  <a:pt x="1038765" y="232156"/>
                </a:lnTo>
                <a:lnTo>
                  <a:pt x="1039792" y="236539"/>
                </a:lnTo>
                <a:lnTo>
                  <a:pt x="1039819" y="237234"/>
                </a:lnTo>
                <a:lnTo>
                  <a:pt x="1039179" y="238140"/>
                </a:lnTo>
                <a:lnTo>
                  <a:pt x="1036884" y="238220"/>
                </a:lnTo>
                <a:lnTo>
                  <a:pt x="1034771" y="237366"/>
                </a:lnTo>
                <a:lnTo>
                  <a:pt x="1019043" y="227401"/>
                </a:lnTo>
                <a:lnTo>
                  <a:pt x="1014466" y="223396"/>
                </a:lnTo>
                <a:lnTo>
                  <a:pt x="1009297" y="216686"/>
                </a:lnTo>
                <a:lnTo>
                  <a:pt x="1007250" y="212068"/>
                </a:lnTo>
                <a:lnTo>
                  <a:pt x="1004559" y="202285"/>
                </a:lnTo>
                <a:lnTo>
                  <a:pt x="1004623" y="194533"/>
                </a:lnTo>
                <a:lnTo>
                  <a:pt x="1002899" y="186981"/>
                </a:lnTo>
                <a:lnTo>
                  <a:pt x="1002992" y="184969"/>
                </a:lnTo>
                <a:lnTo>
                  <a:pt x="1003831" y="183218"/>
                </a:lnTo>
                <a:lnTo>
                  <a:pt x="1004617" y="183369"/>
                </a:lnTo>
                <a:lnTo>
                  <a:pt x="1007486" y="185450"/>
                </a:lnTo>
                <a:close/>
                <a:moveTo>
                  <a:pt x="654316" y="8938"/>
                </a:moveTo>
                <a:lnTo>
                  <a:pt x="653078" y="11174"/>
                </a:lnTo>
                <a:lnTo>
                  <a:pt x="652316" y="14321"/>
                </a:lnTo>
                <a:lnTo>
                  <a:pt x="650451" y="26202"/>
                </a:lnTo>
                <a:lnTo>
                  <a:pt x="648285" y="35328"/>
                </a:lnTo>
                <a:lnTo>
                  <a:pt x="647598" y="44380"/>
                </a:lnTo>
                <a:lnTo>
                  <a:pt x="646633" y="47384"/>
                </a:lnTo>
                <a:lnTo>
                  <a:pt x="644929" y="49680"/>
                </a:lnTo>
                <a:lnTo>
                  <a:pt x="641361" y="52837"/>
                </a:lnTo>
                <a:lnTo>
                  <a:pt x="627014" y="58415"/>
                </a:lnTo>
                <a:lnTo>
                  <a:pt x="625366" y="59589"/>
                </a:lnTo>
                <a:lnTo>
                  <a:pt x="624382" y="61507"/>
                </a:lnTo>
                <a:lnTo>
                  <a:pt x="624864" y="62679"/>
                </a:lnTo>
                <a:lnTo>
                  <a:pt x="626097" y="63427"/>
                </a:lnTo>
                <a:lnTo>
                  <a:pt x="641893" y="65070"/>
                </a:lnTo>
                <a:lnTo>
                  <a:pt x="645011" y="66024"/>
                </a:lnTo>
                <a:lnTo>
                  <a:pt x="646134" y="66807"/>
                </a:lnTo>
                <a:lnTo>
                  <a:pt x="646210" y="67289"/>
                </a:lnTo>
                <a:lnTo>
                  <a:pt x="639562" y="71579"/>
                </a:lnTo>
                <a:lnTo>
                  <a:pt x="631179" y="74136"/>
                </a:lnTo>
                <a:lnTo>
                  <a:pt x="616835" y="79662"/>
                </a:lnTo>
                <a:lnTo>
                  <a:pt x="612988" y="81510"/>
                </a:lnTo>
                <a:lnTo>
                  <a:pt x="611598" y="82802"/>
                </a:lnTo>
                <a:lnTo>
                  <a:pt x="613816" y="84634"/>
                </a:lnTo>
                <a:lnTo>
                  <a:pt x="638801" y="84798"/>
                </a:lnTo>
                <a:lnTo>
                  <a:pt x="641607" y="85082"/>
                </a:lnTo>
                <a:lnTo>
                  <a:pt x="643700" y="85911"/>
                </a:lnTo>
                <a:lnTo>
                  <a:pt x="644317" y="87085"/>
                </a:lnTo>
                <a:lnTo>
                  <a:pt x="644699" y="93646"/>
                </a:lnTo>
                <a:lnTo>
                  <a:pt x="644507" y="106525"/>
                </a:lnTo>
                <a:lnTo>
                  <a:pt x="643508" y="117950"/>
                </a:lnTo>
                <a:lnTo>
                  <a:pt x="644052" y="122228"/>
                </a:lnTo>
                <a:lnTo>
                  <a:pt x="645335" y="122337"/>
                </a:lnTo>
                <a:lnTo>
                  <a:pt x="650508" y="119316"/>
                </a:lnTo>
                <a:lnTo>
                  <a:pt x="652498" y="114781"/>
                </a:lnTo>
                <a:lnTo>
                  <a:pt x="654485" y="113521"/>
                </a:lnTo>
                <a:lnTo>
                  <a:pt x="658173" y="112984"/>
                </a:lnTo>
                <a:lnTo>
                  <a:pt x="660745" y="115621"/>
                </a:lnTo>
                <a:lnTo>
                  <a:pt x="661512" y="117406"/>
                </a:lnTo>
                <a:lnTo>
                  <a:pt x="661012" y="118836"/>
                </a:lnTo>
                <a:lnTo>
                  <a:pt x="659326" y="119821"/>
                </a:lnTo>
                <a:lnTo>
                  <a:pt x="656535" y="120269"/>
                </a:lnTo>
                <a:lnTo>
                  <a:pt x="651616" y="120120"/>
                </a:lnTo>
                <a:lnTo>
                  <a:pt x="650906" y="124905"/>
                </a:lnTo>
                <a:lnTo>
                  <a:pt x="650459" y="125857"/>
                </a:lnTo>
                <a:lnTo>
                  <a:pt x="649616" y="126432"/>
                </a:lnTo>
                <a:lnTo>
                  <a:pt x="646471" y="126376"/>
                </a:lnTo>
                <a:lnTo>
                  <a:pt x="643094" y="124400"/>
                </a:lnTo>
                <a:lnTo>
                  <a:pt x="642455" y="124749"/>
                </a:lnTo>
                <a:lnTo>
                  <a:pt x="641717" y="126175"/>
                </a:lnTo>
                <a:lnTo>
                  <a:pt x="640494" y="133710"/>
                </a:lnTo>
                <a:lnTo>
                  <a:pt x="640623" y="144950"/>
                </a:lnTo>
                <a:lnTo>
                  <a:pt x="638432" y="150216"/>
                </a:lnTo>
                <a:lnTo>
                  <a:pt x="636983" y="156003"/>
                </a:lnTo>
                <a:lnTo>
                  <a:pt x="634722" y="171964"/>
                </a:lnTo>
                <a:lnTo>
                  <a:pt x="632819" y="179677"/>
                </a:lnTo>
                <a:lnTo>
                  <a:pt x="631275" y="193823"/>
                </a:lnTo>
                <a:lnTo>
                  <a:pt x="629920" y="198565"/>
                </a:lnTo>
                <a:lnTo>
                  <a:pt x="632438" y="200226"/>
                </a:lnTo>
                <a:lnTo>
                  <a:pt x="634806" y="199942"/>
                </a:lnTo>
                <a:lnTo>
                  <a:pt x="653255" y="186656"/>
                </a:lnTo>
                <a:lnTo>
                  <a:pt x="655283" y="185639"/>
                </a:lnTo>
                <a:lnTo>
                  <a:pt x="656624" y="185474"/>
                </a:lnTo>
                <a:lnTo>
                  <a:pt x="659292" y="186401"/>
                </a:lnTo>
                <a:lnTo>
                  <a:pt x="664990" y="190778"/>
                </a:lnTo>
                <a:lnTo>
                  <a:pt x="669998" y="193906"/>
                </a:lnTo>
                <a:lnTo>
                  <a:pt x="671358" y="195351"/>
                </a:lnTo>
                <a:lnTo>
                  <a:pt x="676762" y="199323"/>
                </a:lnTo>
                <a:lnTo>
                  <a:pt x="678214" y="200112"/>
                </a:lnTo>
                <a:lnTo>
                  <a:pt x="680140" y="200427"/>
                </a:lnTo>
                <a:lnTo>
                  <a:pt x="681540" y="199680"/>
                </a:lnTo>
                <a:lnTo>
                  <a:pt x="682004" y="198556"/>
                </a:lnTo>
                <a:lnTo>
                  <a:pt x="681840" y="193279"/>
                </a:lnTo>
                <a:lnTo>
                  <a:pt x="679074" y="178875"/>
                </a:lnTo>
                <a:lnTo>
                  <a:pt x="677092" y="163052"/>
                </a:lnTo>
                <a:lnTo>
                  <a:pt x="676268" y="160252"/>
                </a:lnTo>
                <a:lnTo>
                  <a:pt x="675254" y="159026"/>
                </a:lnTo>
                <a:lnTo>
                  <a:pt x="674355" y="158764"/>
                </a:lnTo>
                <a:lnTo>
                  <a:pt x="673782" y="159855"/>
                </a:lnTo>
                <a:lnTo>
                  <a:pt x="673312" y="163995"/>
                </a:lnTo>
                <a:lnTo>
                  <a:pt x="669660" y="164543"/>
                </a:lnTo>
                <a:lnTo>
                  <a:pt x="664152" y="161536"/>
                </a:lnTo>
                <a:lnTo>
                  <a:pt x="663137" y="160498"/>
                </a:lnTo>
                <a:lnTo>
                  <a:pt x="663323" y="158696"/>
                </a:lnTo>
                <a:lnTo>
                  <a:pt x="666129" y="155739"/>
                </a:lnTo>
                <a:lnTo>
                  <a:pt x="666321" y="155268"/>
                </a:lnTo>
                <a:lnTo>
                  <a:pt x="665920" y="154798"/>
                </a:lnTo>
                <a:lnTo>
                  <a:pt x="662572" y="154793"/>
                </a:lnTo>
                <a:lnTo>
                  <a:pt x="657988" y="156335"/>
                </a:lnTo>
                <a:lnTo>
                  <a:pt x="656398" y="156441"/>
                </a:lnTo>
                <a:lnTo>
                  <a:pt x="648859" y="153603"/>
                </a:lnTo>
                <a:lnTo>
                  <a:pt x="647855" y="152954"/>
                </a:lnTo>
                <a:lnTo>
                  <a:pt x="647576" y="151731"/>
                </a:lnTo>
                <a:lnTo>
                  <a:pt x="648536" y="149470"/>
                </a:lnTo>
                <a:lnTo>
                  <a:pt x="650811" y="147184"/>
                </a:lnTo>
                <a:lnTo>
                  <a:pt x="654683" y="145058"/>
                </a:lnTo>
                <a:lnTo>
                  <a:pt x="657393" y="144630"/>
                </a:lnTo>
                <a:lnTo>
                  <a:pt x="660825" y="145915"/>
                </a:lnTo>
                <a:lnTo>
                  <a:pt x="664160" y="148069"/>
                </a:lnTo>
                <a:lnTo>
                  <a:pt x="665777" y="149986"/>
                </a:lnTo>
                <a:lnTo>
                  <a:pt x="667588" y="153903"/>
                </a:lnTo>
                <a:lnTo>
                  <a:pt x="673405" y="156125"/>
                </a:lnTo>
                <a:lnTo>
                  <a:pt x="674169" y="155834"/>
                </a:lnTo>
                <a:lnTo>
                  <a:pt x="674567" y="154944"/>
                </a:lnTo>
                <a:lnTo>
                  <a:pt x="674725" y="151759"/>
                </a:lnTo>
                <a:lnTo>
                  <a:pt x="673837" y="144715"/>
                </a:lnTo>
                <a:lnTo>
                  <a:pt x="673767" y="140236"/>
                </a:lnTo>
                <a:lnTo>
                  <a:pt x="672117" y="132209"/>
                </a:lnTo>
                <a:lnTo>
                  <a:pt x="670724" y="127874"/>
                </a:lnTo>
                <a:lnTo>
                  <a:pt x="669377" y="113026"/>
                </a:lnTo>
                <a:lnTo>
                  <a:pt x="667538" y="105256"/>
                </a:lnTo>
                <a:lnTo>
                  <a:pt x="667241" y="99212"/>
                </a:lnTo>
                <a:lnTo>
                  <a:pt x="667533" y="94542"/>
                </a:lnTo>
                <a:lnTo>
                  <a:pt x="667049" y="90351"/>
                </a:lnTo>
                <a:lnTo>
                  <a:pt x="667706" y="87831"/>
                </a:lnTo>
                <a:lnTo>
                  <a:pt x="669341" y="86454"/>
                </a:lnTo>
                <a:lnTo>
                  <a:pt x="672348" y="84924"/>
                </a:lnTo>
                <a:lnTo>
                  <a:pt x="698468" y="84715"/>
                </a:lnTo>
                <a:lnTo>
                  <a:pt x="700698" y="84249"/>
                </a:lnTo>
                <a:lnTo>
                  <a:pt x="701538" y="82945"/>
                </a:lnTo>
                <a:lnTo>
                  <a:pt x="701090" y="82109"/>
                </a:lnTo>
                <a:lnTo>
                  <a:pt x="698762" y="80762"/>
                </a:lnTo>
                <a:lnTo>
                  <a:pt x="691613" y="78278"/>
                </a:lnTo>
                <a:lnTo>
                  <a:pt x="685955" y="76950"/>
                </a:lnTo>
                <a:lnTo>
                  <a:pt x="682112" y="74491"/>
                </a:lnTo>
                <a:lnTo>
                  <a:pt x="674754" y="71760"/>
                </a:lnTo>
                <a:lnTo>
                  <a:pt x="671076" y="69652"/>
                </a:lnTo>
                <a:lnTo>
                  <a:pt x="668902" y="67767"/>
                </a:lnTo>
                <a:lnTo>
                  <a:pt x="668753" y="67243"/>
                </a:lnTo>
                <a:lnTo>
                  <a:pt x="669196" y="66771"/>
                </a:lnTo>
                <a:lnTo>
                  <a:pt x="671610" y="65593"/>
                </a:lnTo>
                <a:lnTo>
                  <a:pt x="687240" y="65511"/>
                </a:lnTo>
                <a:lnTo>
                  <a:pt x="689131" y="64876"/>
                </a:lnTo>
                <a:lnTo>
                  <a:pt x="689711" y="63789"/>
                </a:lnTo>
                <a:lnTo>
                  <a:pt x="687710" y="61408"/>
                </a:lnTo>
                <a:lnTo>
                  <a:pt x="677212" y="55134"/>
                </a:lnTo>
                <a:lnTo>
                  <a:pt x="673234" y="53186"/>
                </a:lnTo>
                <a:lnTo>
                  <a:pt x="670661" y="51270"/>
                </a:lnTo>
                <a:lnTo>
                  <a:pt x="668235" y="48730"/>
                </a:lnTo>
                <a:lnTo>
                  <a:pt x="666621" y="44871"/>
                </a:lnTo>
                <a:lnTo>
                  <a:pt x="666008" y="37758"/>
                </a:lnTo>
                <a:lnTo>
                  <a:pt x="663967" y="29913"/>
                </a:lnTo>
                <a:lnTo>
                  <a:pt x="662253" y="18776"/>
                </a:lnTo>
                <a:lnTo>
                  <a:pt x="660579" y="11580"/>
                </a:lnTo>
                <a:lnTo>
                  <a:pt x="659716" y="9551"/>
                </a:lnTo>
                <a:lnTo>
                  <a:pt x="658456" y="8359"/>
                </a:lnTo>
                <a:lnTo>
                  <a:pt x="656265" y="8070"/>
                </a:lnTo>
                <a:lnTo>
                  <a:pt x="654316" y="8938"/>
                </a:lnTo>
                <a:close/>
                <a:moveTo>
                  <a:pt x="658366" y="37674"/>
                </a:moveTo>
                <a:lnTo>
                  <a:pt x="657983" y="39530"/>
                </a:lnTo>
                <a:lnTo>
                  <a:pt x="657130" y="39782"/>
                </a:lnTo>
                <a:lnTo>
                  <a:pt x="656159" y="39481"/>
                </a:lnTo>
                <a:lnTo>
                  <a:pt x="655262" y="37879"/>
                </a:lnTo>
                <a:lnTo>
                  <a:pt x="655467" y="36024"/>
                </a:lnTo>
                <a:lnTo>
                  <a:pt x="656368" y="35559"/>
                </a:lnTo>
                <a:lnTo>
                  <a:pt x="657889" y="35793"/>
                </a:lnTo>
                <a:lnTo>
                  <a:pt x="658366" y="37674"/>
                </a:lnTo>
                <a:close/>
                <a:moveTo>
                  <a:pt x="650121" y="54597"/>
                </a:moveTo>
                <a:lnTo>
                  <a:pt x="650881" y="55556"/>
                </a:lnTo>
                <a:lnTo>
                  <a:pt x="650095" y="56871"/>
                </a:lnTo>
                <a:lnTo>
                  <a:pt x="647474" y="57116"/>
                </a:lnTo>
                <a:lnTo>
                  <a:pt x="646375" y="56414"/>
                </a:lnTo>
                <a:lnTo>
                  <a:pt x="646517" y="55701"/>
                </a:lnTo>
                <a:lnTo>
                  <a:pt x="647903" y="54739"/>
                </a:lnTo>
                <a:lnTo>
                  <a:pt x="648964" y="54350"/>
                </a:lnTo>
                <a:lnTo>
                  <a:pt x="650121" y="54597"/>
                </a:lnTo>
                <a:close/>
                <a:moveTo>
                  <a:pt x="673505" y="57441"/>
                </a:moveTo>
                <a:lnTo>
                  <a:pt x="674766" y="58513"/>
                </a:lnTo>
                <a:lnTo>
                  <a:pt x="674711" y="60196"/>
                </a:lnTo>
                <a:lnTo>
                  <a:pt x="672833" y="61266"/>
                </a:lnTo>
                <a:lnTo>
                  <a:pt x="670854" y="61250"/>
                </a:lnTo>
                <a:lnTo>
                  <a:pt x="669232" y="60585"/>
                </a:lnTo>
                <a:lnTo>
                  <a:pt x="667986" y="59362"/>
                </a:lnTo>
                <a:lnTo>
                  <a:pt x="667334" y="57832"/>
                </a:lnTo>
                <a:lnTo>
                  <a:pt x="667286" y="56091"/>
                </a:lnTo>
                <a:lnTo>
                  <a:pt x="670931" y="56592"/>
                </a:lnTo>
                <a:lnTo>
                  <a:pt x="673505" y="57441"/>
                </a:lnTo>
                <a:close/>
                <a:moveTo>
                  <a:pt x="644143" y="57200"/>
                </a:moveTo>
                <a:lnTo>
                  <a:pt x="644551" y="57819"/>
                </a:lnTo>
                <a:lnTo>
                  <a:pt x="644411" y="58632"/>
                </a:lnTo>
                <a:lnTo>
                  <a:pt x="642975" y="60138"/>
                </a:lnTo>
                <a:lnTo>
                  <a:pt x="641259" y="60509"/>
                </a:lnTo>
                <a:lnTo>
                  <a:pt x="639773" y="59894"/>
                </a:lnTo>
                <a:lnTo>
                  <a:pt x="640302" y="58423"/>
                </a:lnTo>
                <a:lnTo>
                  <a:pt x="642010" y="57073"/>
                </a:lnTo>
                <a:lnTo>
                  <a:pt x="642948" y="56771"/>
                </a:lnTo>
                <a:lnTo>
                  <a:pt x="644143" y="57200"/>
                </a:lnTo>
                <a:close/>
                <a:moveTo>
                  <a:pt x="644046" y="74365"/>
                </a:moveTo>
                <a:lnTo>
                  <a:pt x="645087" y="75861"/>
                </a:lnTo>
                <a:lnTo>
                  <a:pt x="644295" y="77080"/>
                </a:lnTo>
                <a:lnTo>
                  <a:pt x="641736" y="77266"/>
                </a:lnTo>
                <a:lnTo>
                  <a:pt x="640549" y="76325"/>
                </a:lnTo>
                <a:lnTo>
                  <a:pt x="640292" y="74659"/>
                </a:lnTo>
                <a:lnTo>
                  <a:pt x="640661" y="73738"/>
                </a:lnTo>
                <a:lnTo>
                  <a:pt x="642366" y="73678"/>
                </a:lnTo>
                <a:lnTo>
                  <a:pt x="644046" y="74365"/>
                </a:lnTo>
                <a:close/>
                <a:moveTo>
                  <a:pt x="671480" y="75329"/>
                </a:moveTo>
                <a:lnTo>
                  <a:pt x="671531" y="76349"/>
                </a:lnTo>
                <a:lnTo>
                  <a:pt x="670721" y="77400"/>
                </a:lnTo>
                <a:lnTo>
                  <a:pt x="669283" y="77653"/>
                </a:lnTo>
                <a:lnTo>
                  <a:pt x="668513" y="77148"/>
                </a:lnTo>
                <a:lnTo>
                  <a:pt x="668369" y="75939"/>
                </a:lnTo>
                <a:lnTo>
                  <a:pt x="669296" y="74823"/>
                </a:lnTo>
                <a:lnTo>
                  <a:pt x="670582" y="74618"/>
                </a:lnTo>
                <a:lnTo>
                  <a:pt x="671480" y="75329"/>
                </a:lnTo>
                <a:close/>
                <a:moveTo>
                  <a:pt x="649929" y="88540"/>
                </a:moveTo>
                <a:lnTo>
                  <a:pt x="649495" y="89504"/>
                </a:lnTo>
                <a:lnTo>
                  <a:pt x="648834" y="89161"/>
                </a:lnTo>
                <a:lnTo>
                  <a:pt x="648609" y="88430"/>
                </a:lnTo>
                <a:lnTo>
                  <a:pt x="649356" y="87581"/>
                </a:lnTo>
                <a:lnTo>
                  <a:pt x="649929" y="88540"/>
                </a:lnTo>
                <a:close/>
                <a:moveTo>
                  <a:pt x="659957" y="92204"/>
                </a:moveTo>
                <a:lnTo>
                  <a:pt x="660839" y="93363"/>
                </a:lnTo>
                <a:lnTo>
                  <a:pt x="660974" y="94866"/>
                </a:lnTo>
                <a:lnTo>
                  <a:pt x="660370" y="96354"/>
                </a:lnTo>
                <a:lnTo>
                  <a:pt x="659254" y="97293"/>
                </a:lnTo>
                <a:lnTo>
                  <a:pt x="657086" y="97538"/>
                </a:lnTo>
                <a:lnTo>
                  <a:pt x="654904" y="97035"/>
                </a:lnTo>
                <a:lnTo>
                  <a:pt x="653319" y="96270"/>
                </a:lnTo>
                <a:lnTo>
                  <a:pt x="652562" y="95103"/>
                </a:lnTo>
                <a:lnTo>
                  <a:pt x="652677" y="92927"/>
                </a:lnTo>
                <a:lnTo>
                  <a:pt x="654337" y="91875"/>
                </a:lnTo>
                <a:lnTo>
                  <a:pt x="657780" y="91525"/>
                </a:lnTo>
                <a:lnTo>
                  <a:pt x="659957" y="92204"/>
                </a:lnTo>
                <a:close/>
                <a:moveTo>
                  <a:pt x="650411" y="109561"/>
                </a:moveTo>
                <a:lnTo>
                  <a:pt x="650772" y="110415"/>
                </a:lnTo>
                <a:lnTo>
                  <a:pt x="650039" y="111228"/>
                </a:lnTo>
                <a:lnTo>
                  <a:pt x="649125" y="111447"/>
                </a:lnTo>
                <a:lnTo>
                  <a:pt x="648157" y="110869"/>
                </a:lnTo>
                <a:lnTo>
                  <a:pt x="648039" y="109842"/>
                </a:lnTo>
                <a:lnTo>
                  <a:pt x="648543" y="108967"/>
                </a:lnTo>
                <a:lnTo>
                  <a:pt x="649422" y="108842"/>
                </a:lnTo>
                <a:lnTo>
                  <a:pt x="650411" y="109561"/>
                </a:lnTo>
                <a:close/>
                <a:moveTo>
                  <a:pt x="666707" y="109609"/>
                </a:moveTo>
                <a:lnTo>
                  <a:pt x="665237" y="110628"/>
                </a:lnTo>
                <a:lnTo>
                  <a:pt x="664183" y="110532"/>
                </a:lnTo>
                <a:lnTo>
                  <a:pt x="663911" y="110091"/>
                </a:lnTo>
                <a:lnTo>
                  <a:pt x="664164" y="109217"/>
                </a:lnTo>
                <a:lnTo>
                  <a:pt x="665009" y="108832"/>
                </a:lnTo>
                <a:lnTo>
                  <a:pt x="666468" y="108911"/>
                </a:lnTo>
                <a:lnTo>
                  <a:pt x="666707" y="109609"/>
                </a:lnTo>
                <a:close/>
                <a:moveTo>
                  <a:pt x="666466" y="121229"/>
                </a:moveTo>
                <a:lnTo>
                  <a:pt x="667446" y="123145"/>
                </a:lnTo>
                <a:lnTo>
                  <a:pt x="667595" y="124776"/>
                </a:lnTo>
                <a:lnTo>
                  <a:pt x="666530" y="126694"/>
                </a:lnTo>
                <a:lnTo>
                  <a:pt x="663037" y="128588"/>
                </a:lnTo>
                <a:lnTo>
                  <a:pt x="664379" y="132535"/>
                </a:lnTo>
                <a:lnTo>
                  <a:pt x="663560" y="134554"/>
                </a:lnTo>
                <a:lnTo>
                  <a:pt x="660445" y="136446"/>
                </a:lnTo>
                <a:lnTo>
                  <a:pt x="657565" y="137453"/>
                </a:lnTo>
                <a:lnTo>
                  <a:pt x="655124" y="136516"/>
                </a:lnTo>
                <a:lnTo>
                  <a:pt x="651570" y="133917"/>
                </a:lnTo>
                <a:lnTo>
                  <a:pt x="651178" y="131999"/>
                </a:lnTo>
                <a:lnTo>
                  <a:pt x="653289" y="128873"/>
                </a:lnTo>
                <a:lnTo>
                  <a:pt x="656105" y="127421"/>
                </a:lnTo>
                <a:lnTo>
                  <a:pt x="661941" y="126947"/>
                </a:lnTo>
                <a:lnTo>
                  <a:pt x="663477" y="120988"/>
                </a:lnTo>
                <a:lnTo>
                  <a:pt x="664917" y="120403"/>
                </a:lnTo>
                <a:lnTo>
                  <a:pt x="666466" y="121229"/>
                </a:lnTo>
                <a:close/>
                <a:moveTo>
                  <a:pt x="648964" y="137911"/>
                </a:moveTo>
                <a:lnTo>
                  <a:pt x="651113" y="140123"/>
                </a:lnTo>
                <a:lnTo>
                  <a:pt x="651106" y="141171"/>
                </a:lnTo>
                <a:lnTo>
                  <a:pt x="650374" y="142390"/>
                </a:lnTo>
                <a:lnTo>
                  <a:pt x="646096" y="146204"/>
                </a:lnTo>
                <a:lnTo>
                  <a:pt x="644903" y="146249"/>
                </a:lnTo>
                <a:lnTo>
                  <a:pt x="643181" y="145362"/>
                </a:lnTo>
                <a:lnTo>
                  <a:pt x="642510" y="144492"/>
                </a:lnTo>
                <a:lnTo>
                  <a:pt x="642419" y="142539"/>
                </a:lnTo>
                <a:lnTo>
                  <a:pt x="643064" y="138888"/>
                </a:lnTo>
                <a:lnTo>
                  <a:pt x="643924" y="137074"/>
                </a:lnTo>
                <a:lnTo>
                  <a:pt x="644486" y="136573"/>
                </a:lnTo>
                <a:lnTo>
                  <a:pt x="645919" y="136355"/>
                </a:lnTo>
                <a:lnTo>
                  <a:pt x="648964" y="137911"/>
                </a:lnTo>
                <a:close/>
                <a:moveTo>
                  <a:pt x="670564" y="137332"/>
                </a:moveTo>
                <a:lnTo>
                  <a:pt x="671149" y="140193"/>
                </a:lnTo>
                <a:lnTo>
                  <a:pt x="670845" y="144062"/>
                </a:lnTo>
                <a:lnTo>
                  <a:pt x="670057" y="145415"/>
                </a:lnTo>
                <a:lnTo>
                  <a:pt x="668278" y="145820"/>
                </a:lnTo>
                <a:lnTo>
                  <a:pt x="663706" y="142454"/>
                </a:lnTo>
                <a:lnTo>
                  <a:pt x="662874" y="141141"/>
                </a:lnTo>
                <a:lnTo>
                  <a:pt x="662772" y="139777"/>
                </a:lnTo>
                <a:lnTo>
                  <a:pt x="663595" y="138423"/>
                </a:lnTo>
                <a:lnTo>
                  <a:pt x="665892" y="137253"/>
                </a:lnTo>
                <a:lnTo>
                  <a:pt x="668626" y="136795"/>
                </a:lnTo>
                <a:lnTo>
                  <a:pt x="670564" y="137332"/>
                </a:lnTo>
                <a:close/>
                <a:moveTo>
                  <a:pt x="645589" y="156136"/>
                </a:moveTo>
                <a:lnTo>
                  <a:pt x="649157" y="159897"/>
                </a:lnTo>
                <a:lnTo>
                  <a:pt x="646873" y="161675"/>
                </a:lnTo>
                <a:lnTo>
                  <a:pt x="641588" y="163465"/>
                </a:lnTo>
                <a:lnTo>
                  <a:pt x="640428" y="161876"/>
                </a:lnTo>
                <a:lnTo>
                  <a:pt x="640006" y="160507"/>
                </a:lnTo>
                <a:lnTo>
                  <a:pt x="639800" y="158034"/>
                </a:lnTo>
                <a:lnTo>
                  <a:pt x="640140" y="156029"/>
                </a:lnTo>
                <a:lnTo>
                  <a:pt x="640704" y="155414"/>
                </a:lnTo>
                <a:lnTo>
                  <a:pt x="642111" y="155095"/>
                </a:lnTo>
                <a:lnTo>
                  <a:pt x="645589" y="156136"/>
                </a:lnTo>
                <a:close/>
                <a:moveTo>
                  <a:pt x="660005" y="163995"/>
                </a:moveTo>
                <a:lnTo>
                  <a:pt x="665581" y="166732"/>
                </a:lnTo>
                <a:lnTo>
                  <a:pt x="666568" y="168098"/>
                </a:lnTo>
                <a:lnTo>
                  <a:pt x="666668" y="170566"/>
                </a:lnTo>
                <a:lnTo>
                  <a:pt x="664971" y="172674"/>
                </a:lnTo>
                <a:lnTo>
                  <a:pt x="660151" y="176232"/>
                </a:lnTo>
                <a:lnTo>
                  <a:pt x="657122" y="177614"/>
                </a:lnTo>
                <a:lnTo>
                  <a:pt x="654380" y="177414"/>
                </a:lnTo>
                <a:lnTo>
                  <a:pt x="652749" y="176393"/>
                </a:lnTo>
                <a:lnTo>
                  <a:pt x="647458" y="171916"/>
                </a:lnTo>
                <a:lnTo>
                  <a:pt x="645171" y="168294"/>
                </a:lnTo>
                <a:lnTo>
                  <a:pt x="645175" y="167372"/>
                </a:lnTo>
                <a:lnTo>
                  <a:pt x="645784" y="166634"/>
                </a:lnTo>
                <a:lnTo>
                  <a:pt x="653891" y="162486"/>
                </a:lnTo>
                <a:lnTo>
                  <a:pt x="656374" y="162387"/>
                </a:lnTo>
                <a:lnTo>
                  <a:pt x="660005" y="163995"/>
                </a:lnTo>
                <a:close/>
                <a:moveTo>
                  <a:pt x="644288" y="175036"/>
                </a:moveTo>
                <a:lnTo>
                  <a:pt x="649309" y="179122"/>
                </a:lnTo>
                <a:lnTo>
                  <a:pt x="650603" y="181441"/>
                </a:lnTo>
                <a:lnTo>
                  <a:pt x="650652" y="183040"/>
                </a:lnTo>
                <a:lnTo>
                  <a:pt x="649798" y="184001"/>
                </a:lnTo>
                <a:lnTo>
                  <a:pt x="646886" y="185662"/>
                </a:lnTo>
                <a:lnTo>
                  <a:pt x="640552" y="190384"/>
                </a:lnTo>
                <a:lnTo>
                  <a:pt x="638502" y="191618"/>
                </a:lnTo>
                <a:lnTo>
                  <a:pt x="637679" y="191566"/>
                </a:lnTo>
                <a:lnTo>
                  <a:pt x="636892" y="190450"/>
                </a:lnTo>
                <a:lnTo>
                  <a:pt x="636449" y="187250"/>
                </a:lnTo>
                <a:lnTo>
                  <a:pt x="637935" y="179032"/>
                </a:lnTo>
                <a:lnTo>
                  <a:pt x="638086" y="175892"/>
                </a:lnTo>
                <a:lnTo>
                  <a:pt x="639503" y="174186"/>
                </a:lnTo>
                <a:lnTo>
                  <a:pt x="641059" y="173467"/>
                </a:lnTo>
                <a:lnTo>
                  <a:pt x="642641" y="173753"/>
                </a:lnTo>
                <a:lnTo>
                  <a:pt x="644288" y="175036"/>
                </a:lnTo>
                <a:close/>
                <a:moveTo>
                  <a:pt x="673698" y="174554"/>
                </a:moveTo>
                <a:lnTo>
                  <a:pt x="674484" y="178158"/>
                </a:lnTo>
                <a:lnTo>
                  <a:pt x="675172" y="189141"/>
                </a:lnTo>
                <a:lnTo>
                  <a:pt x="674894" y="190935"/>
                </a:lnTo>
                <a:lnTo>
                  <a:pt x="673215" y="191608"/>
                </a:lnTo>
                <a:lnTo>
                  <a:pt x="671332" y="190683"/>
                </a:lnTo>
                <a:lnTo>
                  <a:pt x="666150" y="186140"/>
                </a:lnTo>
                <a:lnTo>
                  <a:pt x="663285" y="184336"/>
                </a:lnTo>
                <a:lnTo>
                  <a:pt x="662633" y="182370"/>
                </a:lnTo>
                <a:lnTo>
                  <a:pt x="663454" y="180346"/>
                </a:lnTo>
                <a:lnTo>
                  <a:pt x="668680" y="175912"/>
                </a:lnTo>
                <a:lnTo>
                  <a:pt x="672204" y="173879"/>
                </a:lnTo>
                <a:lnTo>
                  <a:pt x="673698" y="174554"/>
                </a:lnTo>
                <a:close/>
                <a:moveTo>
                  <a:pt x="322120" y="11300"/>
                </a:moveTo>
                <a:lnTo>
                  <a:pt x="320780" y="12225"/>
                </a:lnTo>
                <a:lnTo>
                  <a:pt x="319992" y="13963"/>
                </a:lnTo>
                <a:lnTo>
                  <a:pt x="318620" y="23022"/>
                </a:lnTo>
                <a:lnTo>
                  <a:pt x="316436" y="32985"/>
                </a:lnTo>
                <a:lnTo>
                  <a:pt x="315068" y="43607"/>
                </a:lnTo>
                <a:lnTo>
                  <a:pt x="313347" y="50860"/>
                </a:lnTo>
                <a:lnTo>
                  <a:pt x="311483" y="62283"/>
                </a:lnTo>
                <a:lnTo>
                  <a:pt x="310598" y="64264"/>
                </a:lnTo>
                <a:lnTo>
                  <a:pt x="308317" y="66874"/>
                </a:lnTo>
                <a:lnTo>
                  <a:pt x="306271" y="68255"/>
                </a:lnTo>
                <a:lnTo>
                  <a:pt x="301261" y="70284"/>
                </a:lnTo>
                <a:lnTo>
                  <a:pt x="296974" y="72754"/>
                </a:lnTo>
                <a:lnTo>
                  <a:pt x="284517" y="77829"/>
                </a:lnTo>
                <a:lnTo>
                  <a:pt x="282525" y="79286"/>
                </a:lnTo>
                <a:lnTo>
                  <a:pt x="281113" y="81568"/>
                </a:lnTo>
                <a:lnTo>
                  <a:pt x="281517" y="82775"/>
                </a:lnTo>
                <a:lnTo>
                  <a:pt x="284348" y="83547"/>
                </a:lnTo>
                <a:lnTo>
                  <a:pt x="308021" y="84971"/>
                </a:lnTo>
                <a:lnTo>
                  <a:pt x="310546" y="85972"/>
                </a:lnTo>
                <a:lnTo>
                  <a:pt x="311416" y="86804"/>
                </a:lnTo>
                <a:lnTo>
                  <a:pt x="311408" y="87737"/>
                </a:lnTo>
                <a:lnTo>
                  <a:pt x="308941" y="90414"/>
                </a:lnTo>
                <a:lnTo>
                  <a:pt x="306122" y="92083"/>
                </a:lnTo>
                <a:lnTo>
                  <a:pt x="297940" y="95488"/>
                </a:lnTo>
                <a:lnTo>
                  <a:pt x="291956" y="97345"/>
                </a:lnTo>
                <a:lnTo>
                  <a:pt x="286921" y="99549"/>
                </a:lnTo>
                <a:lnTo>
                  <a:pt x="270719" y="105274"/>
                </a:lnTo>
                <a:lnTo>
                  <a:pt x="267086" y="107243"/>
                </a:lnTo>
                <a:lnTo>
                  <a:pt x="266058" y="108122"/>
                </a:lnTo>
                <a:lnTo>
                  <a:pt x="265544" y="109687"/>
                </a:lnTo>
                <a:lnTo>
                  <a:pt x="266835" y="110697"/>
                </a:lnTo>
                <a:lnTo>
                  <a:pt x="270235" y="110983"/>
                </a:lnTo>
                <a:lnTo>
                  <a:pt x="304576" y="111441"/>
                </a:lnTo>
                <a:lnTo>
                  <a:pt x="307975" y="112157"/>
                </a:lnTo>
                <a:lnTo>
                  <a:pt x="309198" y="113032"/>
                </a:lnTo>
                <a:lnTo>
                  <a:pt x="309700" y="114260"/>
                </a:lnTo>
                <a:lnTo>
                  <a:pt x="309983" y="121248"/>
                </a:lnTo>
                <a:lnTo>
                  <a:pt x="309108" y="128918"/>
                </a:lnTo>
                <a:lnTo>
                  <a:pt x="307525" y="155496"/>
                </a:lnTo>
                <a:lnTo>
                  <a:pt x="305583" y="160665"/>
                </a:lnTo>
                <a:lnTo>
                  <a:pt x="303681" y="178137"/>
                </a:lnTo>
                <a:lnTo>
                  <a:pt x="301282" y="187090"/>
                </a:lnTo>
                <a:lnTo>
                  <a:pt x="299766" y="201512"/>
                </a:lnTo>
                <a:lnTo>
                  <a:pt x="297548" y="210642"/>
                </a:lnTo>
                <a:lnTo>
                  <a:pt x="295855" y="224986"/>
                </a:lnTo>
                <a:lnTo>
                  <a:pt x="293643" y="235146"/>
                </a:lnTo>
                <a:lnTo>
                  <a:pt x="291240" y="254038"/>
                </a:lnTo>
                <a:lnTo>
                  <a:pt x="289911" y="259107"/>
                </a:lnTo>
                <a:lnTo>
                  <a:pt x="289881" y="261497"/>
                </a:lnTo>
                <a:lnTo>
                  <a:pt x="290395" y="262834"/>
                </a:lnTo>
                <a:lnTo>
                  <a:pt x="292120" y="263446"/>
                </a:lnTo>
                <a:lnTo>
                  <a:pt x="295397" y="262325"/>
                </a:lnTo>
                <a:lnTo>
                  <a:pt x="314938" y="248753"/>
                </a:lnTo>
                <a:lnTo>
                  <a:pt x="321329" y="243812"/>
                </a:lnTo>
                <a:lnTo>
                  <a:pt x="323144" y="243042"/>
                </a:lnTo>
                <a:lnTo>
                  <a:pt x="324901" y="242883"/>
                </a:lnTo>
                <a:lnTo>
                  <a:pt x="327402" y="243800"/>
                </a:lnTo>
                <a:lnTo>
                  <a:pt x="341652" y="254710"/>
                </a:lnTo>
                <a:lnTo>
                  <a:pt x="351859" y="261941"/>
                </a:lnTo>
                <a:lnTo>
                  <a:pt x="354393" y="263244"/>
                </a:lnTo>
                <a:lnTo>
                  <a:pt x="356289" y="263454"/>
                </a:lnTo>
                <a:lnTo>
                  <a:pt x="357171" y="262979"/>
                </a:lnTo>
                <a:lnTo>
                  <a:pt x="357583" y="261991"/>
                </a:lnTo>
                <a:lnTo>
                  <a:pt x="357591" y="257737"/>
                </a:lnTo>
                <a:lnTo>
                  <a:pt x="355267" y="243564"/>
                </a:lnTo>
                <a:lnTo>
                  <a:pt x="353733" y="230515"/>
                </a:lnTo>
                <a:lnTo>
                  <a:pt x="351641" y="220470"/>
                </a:lnTo>
                <a:lnTo>
                  <a:pt x="349730" y="204646"/>
                </a:lnTo>
                <a:lnTo>
                  <a:pt x="347255" y="193136"/>
                </a:lnTo>
                <a:lnTo>
                  <a:pt x="345853" y="181117"/>
                </a:lnTo>
                <a:lnTo>
                  <a:pt x="343316" y="166576"/>
                </a:lnTo>
                <a:lnTo>
                  <a:pt x="341755" y="152785"/>
                </a:lnTo>
                <a:lnTo>
                  <a:pt x="341049" y="149933"/>
                </a:lnTo>
                <a:lnTo>
                  <a:pt x="339452" y="146836"/>
                </a:lnTo>
                <a:lnTo>
                  <a:pt x="339079" y="144534"/>
                </a:lnTo>
                <a:lnTo>
                  <a:pt x="338609" y="113900"/>
                </a:lnTo>
                <a:lnTo>
                  <a:pt x="340872" y="112088"/>
                </a:lnTo>
                <a:lnTo>
                  <a:pt x="344672" y="111459"/>
                </a:lnTo>
                <a:lnTo>
                  <a:pt x="381147" y="111733"/>
                </a:lnTo>
                <a:lnTo>
                  <a:pt x="382550" y="111210"/>
                </a:lnTo>
                <a:lnTo>
                  <a:pt x="383575" y="109350"/>
                </a:lnTo>
                <a:lnTo>
                  <a:pt x="381646" y="107861"/>
                </a:lnTo>
                <a:lnTo>
                  <a:pt x="376374" y="105301"/>
                </a:lnTo>
                <a:lnTo>
                  <a:pt x="365203" y="100693"/>
                </a:lnTo>
                <a:lnTo>
                  <a:pt x="350012" y="95259"/>
                </a:lnTo>
                <a:lnTo>
                  <a:pt x="341612" y="91704"/>
                </a:lnTo>
                <a:lnTo>
                  <a:pt x="339809" y="90147"/>
                </a:lnTo>
                <a:lnTo>
                  <a:pt x="339563" y="87207"/>
                </a:lnTo>
                <a:lnTo>
                  <a:pt x="340109" y="86261"/>
                </a:lnTo>
                <a:lnTo>
                  <a:pt x="341282" y="85692"/>
                </a:lnTo>
                <a:lnTo>
                  <a:pt x="350276" y="85272"/>
                </a:lnTo>
                <a:lnTo>
                  <a:pt x="365415" y="86542"/>
                </a:lnTo>
                <a:lnTo>
                  <a:pt x="367345" y="85695"/>
                </a:lnTo>
                <a:lnTo>
                  <a:pt x="368195" y="84573"/>
                </a:lnTo>
                <a:lnTo>
                  <a:pt x="368348" y="83534"/>
                </a:lnTo>
                <a:lnTo>
                  <a:pt x="366417" y="81438"/>
                </a:lnTo>
                <a:lnTo>
                  <a:pt x="358329" y="77083"/>
                </a:lnTo>
                <a:lnTo>
                  <a:pt x="346833" y="69830"/>
                </a:lnTo>
                <a:lnTo>
                  <a:pt x="342749" y="67801"/>
                </a:lnTo>
                <a:lnTo>
                  <a:pt x="339047" y="64456"/>
                </a:lnTo>
                <a:lnTo>
                  <a:pt x="338570" y="63384"/>
                </a:lnTo>
                <a:lnTo>
                  <a:pt x="338187" y="58978"/>
                </a:lnTo>
                <a:lnTo>
                  <a:pt x="336380" y="51508"/>
                </a:lnTo>
                <a:lnTo>
                  <a:pt x="334256" y="38217"/>
                </a:lnTo>
                <a:lnTo>
                  <a:pt x="331973" y="28236"/>
                </a:lnTo>
                <a:lnTo>
                  <a:pt x="329750" y="15314"/>
                </a:lnTo>
                <a:lnTo>
                  <a:pt x="328482" y="12571"/>
                </a:lnTo>
                <a:lnTo>
                  <a:pt x="326321" y="10887"/>
                </a:lnTo>
                <a:lnTo>
                  <a:pt x="324354" y="10496"/>
                </a:lnTo>
                <a:lnTo>
                  <a:pt x="322120" y="11300"/>
                </a:lnTo>
                <a:close/>
                <a:moveTo>
                  <a:pt x="326363" y="34250"/>
                </a:moveTo>
                <a:lnTo>
                  <a:pt x="326809" y="35608"/>
                </a:lnTo>
                <a:lnTo>
                  <a:pt x="326519" y="37319"/>
                </a:lnTo>
                <a:lnTo>
                  <a:pt x="324964" y="37674"/>
                </a:lnTo>
                <a:lnTo>
                  <a:pt x="323423" y="37340"/>
                </a:lnTo>
                <a:lnTo>
                  <a:pt x="323131" y="35792"/>
                </a:lnTo>
                <a:lnTo>
                  <a:pt x="323818" y="34289"/>
                </a:lnTo>
                <a:lnTo>
                  <a:pt x="325088" y="33650"/>
                </a:lnTo>
                <a:lnTo>
                  <a:pt x="326363" y="34250"/>
                </a:lnTo>
                <a:close/>
                <a:moveTo>
                  <a:pt x="326989" y="46931"/>
                </a:moveTo>
                <a:lnTo>
                  <a:pt x="327839" y="49203"/>
                </a:lnTo>
                <a:lnTo>
                  <a:pt x="327568" y="52090"/>
                </a:lnTo>
                <a:lnTo>
                  <a:pt x="325416" y="52861"/>
                </a:lnTo>
                <a:lnTo>
                  <a:pt x="322650" y="52475"/>
                </a:lnTo>
                <a:lnTo>
                  <a:pt x="321577" y="50232"/>
                </a:lnTo>
                <a:lnTo>
                  <a:pt x="321725" y="48031"/>
                </a:lnTo>
                <a:lnTo>
                  <a:pt x="322282" y="46872"/>
                </a:lnTo>
                <a:lnTo>
                  <a:pt x="324382" y="46129"/>
                </a:lnTo>
                <a:lnTo>
                  <a:pt x="326989" y="46931"/>
                </a:lnTo>
                <a:close/>
                <a:moveTo>
                  <a:pt x="319179" y="55031"/>
                </a:moveTo>
                <a:lnTo>
                  <a:pt x="319534" y="56234"/>
                </a:lnTo>
                <a:lnTo>
                  <a:pt x="319050" y="57416"/>
                </a:lnTo>
                <a:lnTo>
                  <a:pt x="318010" y="58061"/>
                </a:lnTo>
                <a:lnTo>
                  <a:pt x="316858" y="57775"/>
                </a:lnTo>
                <a:lnTo>
                  <a:pt x="316369" y="55951"/>
                </a:lnTo>
                <a:lnTo>
                  <a:pt x="316915" y="54694"/>
                </a:lnTo>
                <a:lnTo>
                  <a:pt x="317997" y="54312"/>
                </a:lnTo>
                <a:lnTo>
                  <a:pt x="319179" y="55031"/>
                </a:lnTo>
                <a:close/>
                <a:moveTo>
                  <a:pt x="332871" y="55899"/>
                </a:moveTo>
                <a:lnTo>
                  <a:pt x="333788" y="56574"/>
                </a:lnTo>
                <a:lnTo>
                  <a:pt x="332335" y="56965"/>
                </a:lnTo>
                <a:lnTo>
                  <a:pt x="330954" y="56568"/>
                </a:lnTo>
                <a:lnTo>
                  <a:pt x="330268" y="55754"/>
                </a:lnTo>
                <a:lnTo>
                  <a:pt x="331190" y="55302"/>
                </a:lnTo>
                <a:lnTo>
                  <a:pt x="332871" y="55899"/>
                </a:lnTo>
                <a:close/>
                <a:moveTo>
                  <a:pt x="327375" y="61781"/>
                </a:moveTo>
                <a:lnTo>
                  <a:pt x="328116" y="63685"/>
                </a:lnTo>
                <a:lnTo>
                  <a:pt x="327301" y="64666"/>
                </a:lnTo>
                <a:lnTo>
                  <a:pt x="325674" y="65483"/>
                </a:lnTo>
                <a:lnTo>
                  <a:pt x="324436" y="65503"/>
                </a:lnTo>
                <a:lnTo>
                  <a:pt x="322587" y="64839"/>
                </a:lnTo>
                <a:lnTo>
                  <a:pt x="321204" y="63131"/>
                </a:lnTo>
                <a:lnTo>
                  <a:pt x="321535" y="61893"/>
                </a:lnTo>
                <a:lnTo>
                  <a:pt x="323458" y="60828"/>
                </a:lnTo>
                <a:lnTo>
                  <a:pt x="325979" y="60935"/>
                </a:lnTo>
                <a:lnTo>
                  <a:pt x="327375" y="61781"/>
                </a:lnTo>
                <a:close/>
                <a:moveTo>
                  <a:pt x="334029" y="71279"/>
                </a:moveTo>
                <a:lnTo>
                  <a:pt x="334614" y="73168"/>
                </a:lnTo>
                <a:lnTo>
                  <a:pt x="334246" y="75354"/>
                </a:lnTo>
                <a:lnTo>
                  <a:pt x="333363" y="76090"/>
                </a:lnTo>
                <a:lnTo>
                  <a:pt x="332166" y="75930"/>
                </a:lnTo>
                <a:lnTo>
                  <a:pt x="330945" y="74757"/>
                </a:lnTo>
                <a:lnTo>
                  <a:pt x="330971" y="72646"/>
                </a:lnTo>
                <a:lnTo>
                  <a:pt x="332333" y="71004"/>
                </a:lnTo>
                <a:lnTo>
                  <a:pt x="333206" y="70851"/>
                </a:lnTo>
                <a:lnTo>
                  <a:pt x="334029" y="71279"/>
                </a:lnTo>
                <a:close/>
                <a:moveTo>
                  <a:pt x="318407" y="72774"/>
                </a:moveTo>
                <a:lnTo>
                  <a:pt x="318565" y="74355"/>
                </a:lnTo>
                <a:lnTo>
                  <a:pt x="317277" y="75329"/>
                </a:lnTo>
                <a:lnTo>
                  <a:pt x="314708" y="74877"/>
                </a:lnTo>
                <a:lnTo>
                  <a:pt x="313113" y="73765"/>
                </a:lnTo>
                <a:lnTo>
                  <a:pt x="314031" y="71866"/>
                </a:lnTo>
                <a:lnTo>
                  <a:pt x="315620" y="71166"/>
                </a:lnTo>
                <a:lnTo>
                  <a:pt x="317297" y="71492"/>
                </a:lnTo>
                <a:lnTo>
                  <a:pt x="318407" y="72774"/>
                </a:lnTo>
                <a:close/>
                <a:moveTo>
                  <a:pt x="343864" y="73738"/>
                </a:moveTo>
                <a:lnTo>
                  <a:pt x="350210" y="77862"/>
                </a:lnTo>
                <a:lnTo>
                  <a:pt x="350962" y="78791"/>
                </a:lnTo>
                <a:lnTo>
                  <a:pt x="350736" y="79735"/>
                </a:lnTo>
                <a:lnTo>
                  <a:pt x="349367" y="80446"/>
                </a:lnTo>
                <a:lnTo>
                  <a:pt x="345786" y="80764"/>
                </a:lnTo>
                <a:lnTo>
                  <a:pt x="342279" y="80518"/>
                </a:lnTo>
                <a:lnTo>
                  <a:pt x="340085" y="79716"/>
                </a:lnTo>
                <a:lnTo>
                  <a:pt x="339317" y="78736"/>
                </a:lnTo>
                <a:lnTo>
                  <a:pt x="338983" y="77303"/>
                </a:lnTo>
                <a:lnTo>
                  <a:pt x="339380" y="73754"/>
                </a:lnTo>
                <a:lnTo>
                  <a:pt x="340696" y="72699"/>
                </a:lnTo>
                <a:lnTo>
                  <a:pt x="343864" y="73738"/>
                </a:lnTo>
                <a:close/>
                <a:moveTo>
                  <a:pt x="309584" y="73690"/>
                </a:moveTo>
                <a:lnTo>
                  <a:pt x="311072" y="74353"/>
                </a:lnTo>
                <a:lnTo>
                  <a:pt x="311285" y="75196"/>
                </a:lnTo>
                <a:lnTo>
                  <a:pt x="309584" y="76775"/>
                </a:lnTo>
                <a:lnTo>
                  <a:pt x="307370" y="77889"/>
                </a:lnTo>
                <a:lnTo>
                  <a:pt x="305269" y="78351"/>
                </a:lnTo>
                <a:lnTo>
                  <a:pt x="303499" y="78178"/>
                </a:lnTo>
                <a:lnTo>
                  <a:pt x="301940" y="76770"/>
                </a:lnTo>
                <a:lnTo>
                  <a:pt x="301927" y="75296"/>
                </a:lnTo>
                <a:lnTo>
                  <a:pt x="303360" y="73745"/>
                </a:lnTo>
                <a:lnTo>
                  <a:pt x="306079" y="73163"/>
                </a:lnTo>
                <a:lnTo>
                  <a:pt x="309584" y="73690"/>
                </a:lnTo>
                <a:close/>
                <a:moveTo>
                  <a:pt x="334029" y="88395"/>
                </a:moveTo>
                <a:lnTo>
                  <a:pt x="333212" y="90233"/>
                </a:lnTo>
                <a:lnTo>
                  <a:pt x="332244" y="90490"/>
                </a:lnTo>
                <a:lnTo>
                  <a:pt x="331680" y="90010"/>
                </a:lnTo>
                <a:lnTo>
                  <a:pt x="331450" y="88343"/>
                </a:lnTo>
                <a:lnTo>
                  <a:pt x="332529" y="86792"/>
                </a:lnTo>
                <a:lnTo>
                  <a:pt x="333893" y="86795"/>
                </a:lnTo>
                <a:lnTo>
                  <a:pt x="334029" y="88395"/>
                </a:lnTo>
                <a:close/>
                <a:moveTo>
                  <a:pt x="317636" y="88732"/>
                </a:moveTo>
                <a:lnTo>
                  <a:pt x="317577" y="89780"/>
                </a:lnTo>
                <a:lnTo>
                  <a:pt x="317011" y="90243"/>
                </a:lnTo>
                <a:lnTo>
                  <a:pt x="315804" y="89745"/>
                </a:lnTo>
                <a:lnTo>
                  <a:pt x="315158" y="88780"/>
                </a:lnTo>
                <a:lnTo>
                  <a:pt x="315650" y="87976"/>
                </a:lnTo>
                <a:lnTo>
                  <a:pt x="316455" y="87695"/>
                </a:lnTo>
                <a:lnTo>
                  <a:pt x="317208" y="87965"/>
                </a:lnTo>
                <a:lnTo>
                  <a:pt x="317636" y="88732"/>
                </a:lnTo>
                <a:close/>
                <a:moveTo>
                  <a:pt x="326411" y="96977"/>
                </a:moveTo>
                <a:lnTo>
                  <a:pt x="326773" y="98220"/>
                </a:lnTo>
                <a:lnTo>
                  <a:pt x="325857" y="99028"/>
                </a:lnTo>
                <a:lnTo>
                  <a:pt x="323165" y="98942"/>
                </a:lnTo>
                <a:lnTo>
                  <a:pt x="322103" y="98127"/>
                </a:lnTo>
                <a:lnTo>
                  <a:pt x="322421" y="97104"/>
                </a:lnTo>
                <a:lnTo>
                  <a:pt x="323843" y="96405"/>
                </a:lnTo>
                <a:lnTo>
                  <a:pt x="325552" y="96448"/>
                </a:lnTo>
                <a:lnTo>
                  <a:pt x="326411" y="96977"/>
                </a:lnTo>
                <a:close/>
                <a:moveTo>
                  <a:pt x="310066" y="98182"/>
                </a:moveTo>
                <a:lnTo>
                  <a:pt x="310973" y="99816"/>
                </a:lnTo>
                <a:lnTo>
                  <a:pt x="311145" y="101137"/>
                </a:lnTo>
                <a:lnTo>
                  <a:pt x="310006" y="102558"/>
                </a:lnTo>
                <a:lnTo>
                  <a:pt x="305625" y="103394"/>
                </a:lnTo>
                <a:lnTo>
                  <a:pt x="303913" y="102811"/>
                </a:lnTo>
                <a:lnTo>
                  <a:pt x="303196" y="101987"/>
                </a:lnTo>
                <a:lnTo>
                  <a:pt x="302910" y="98733"/>
                </a:lnTo>
                <a:lnTo>
                  <a:pt x="304067" y="97139"/>
                </a:lnTo>
                <a:lnTo>
                  <a:pt x="308209" y="96984"/>
                </a:lnTo>
                <a:lnTo>
                  <a:pt x="310066" y="98182"/>
                </a:lnTo>
                <a:close/>
                <a:moveTo>
                  <a:pt x="345262" y="98616"/>
                </a:moveTo>
                <a:lnTo>
                  <a:pt x="346666" y="100980"/>
                </a:lnTo>
                <a:lnTo>
                  <a:pt x="346143" y="102853"/>
                </a:lnTo>
                <a:lnTo>
                  <a:pt x="344536" y="103632"/>
                </a:lnTo>
                <a:lnTo>
                  <a:pt x="342514" y="103942"/>
                </a:lnTo>
                <a:lnTo>
                  <a:pt x="339525" y="103390"/>
                </a:lnTo>
                <a:lnTo>
                  <a:pt x="338952" y="100690"/>
                </a:lnTo>
                <a:lnTo>
                  <a:pt x="339718" y="97990"/>
                </a:lnTo>
                <a:lnTo>
                  <a:pt x="340619" y="97402"/>
                </a:lnTo>
                <a:lnTo>
                  <a:pt x="342346" y="97218"/>
                </a:lnTo>
                <a:lnTo>
                  <a:pt x="345262" y="98616"/>
                </a:lnTo>
                <a:close/>
                <a:moveTo>
                  <a:pt x="334559" y="100786"/>
                </a:moveTo>
                <a:lnTo>
                  <a:pt x="335017" y="102384"/>
                </a:lnTo>
                <a:lnTo>
                  <a:pt x="334597" y="103839"/>
                </a:lnTo>
                <a:lnTo>
                  <a:pt x="333311" y="104499"/>
                </a:lnTo>
                <a:lnTo>
                  <a:pt x="331882" y="104117"/>
                </a:lnTo>
                <a:lnTo>
                  <a:pt x="331060" y="102538"/>
                </a:lnTo>
                <a:lnTo>
                  <a:pt x="331549" y="100783"/>
                </a:lnTo>
                <a:lnTo>
                  <a:pt x="332966" y="100011"/>
                </a:lnTo>
                <a:lnTo>
                  <a:pt x="334559" y="100786"/>
                </a:lnTo>
                <a:close/>
                <a:moveTo>
                  <a:pt x="317250" y="102281"/>
                </a:moveTo>
                <a:lnTo>
                  <a:pt x="316641" y="102994"/>
                </a:lnTo>
                <a:lnTo>
                  <a:pt x="315828" y="102648"/>
                </a:lnTo>
                <a:lnTo>
                  <a:pt x="316614" y="101577"/>
                </a:lnTo>
                <a:lnTo>
                  <a:pt x="317250" y="102281"/>
                </a:lnTo>
                <a:close/>
                <a:moveTo>
                  <a:pt x="361993" y="104499"/>
                </a:moveTo>
                <a:lnTo>
                  <a:pt x="363517" y="105392"/>
                </a:lnTo>
                <a:lnTo>
                  <a:pt x="363771" y="106053"/>
                </a:lnTo>
                <a:lnTo>
                  <a:pt x="363417" y="106704"/>
                </a:lnTo>
                <a:lnTo>
                  <a:pt x="361074" y="107658"/>
                </a:lnTo>
                <a:lnTo>
                  <a:pt x="359880" y="107418"/>
                </a:lnTo>
                <a:lnTo>
                  <a:pt x="359040" y="106722"/>
                </a:lnTo>
                <a:lnTo>
                  <a:pt x="358808" y="105328"/>
                </a:lnTo>
                <a:lnTo>
                  <a:pt x="359582" y="104499"/>
                </a:lnTo>
                <a:lnTo>
                  <a:pt x="360450" y="103968"/>
                </a:lnTo>
                <a:lnTo>
                  <a:pt x="361993" y="104499"/>
                </a:lnTo>
                <a:close/>
                <a:moveTo>
                  <a:pt x="334704" y="113949"/>
                </a:moveTo>
                <a:lnTo>
                  <a:pt x="335519" y="115800"/>
                </a:lnTo>
                <a:lnTo>
                  <a:pt x="335050" y="118602"/>
                </a:lnTo>
                <a:lnTo>
                  <a:pt x="333252" y="119779"/>
                </a:lnTo>
                <a:lnTo>
                  <a:pt x="331143" y="119529"/>
                </a:lnTo>
                <a:lnTo>
                  <a:pt x="330284" y="117576"/>
                </a:lnTo>
                <a:lnTo>
                  <a:pt x="330974" y="114835"/>
                </a:lnTo>
                <a:lnTo>
                  <a:pt x="332956" y="113189"/>
                </a:lnTo>
                <a:lnTo>
                  <a:pt x="334704" y="113949"/>
                </a:lnTo>
                <a:close/>
                <a:moveTo>
                  <a:pt x="318696" y="115588"/>
                </a:moveTo>
                <a:lnTo>
                  <a:pt x="319110" y="117536"/>
                </a:lnTo>
                <a:lnTo>
                  <a:pt x="318148" y="118674"/>
                </a:lnTo>
                <a:lnTo>
                  <a:pt x="316913" y="118840"/>
                </a:lnTo>
                <a:lnTo>
                  <a:pt x="315321" y="118432"/>
                </a:lnTo>
                <a:lnTo>
                  <a:pt x="313664" y="117028"/>
                </a:lnTo>
                <a:lnTo>
                  <a:pt x="314029" y="115752"/>
                </a:lnTo>
                <a:lnTo>
                  <a:pt x="315826" y="114706"/>
                </a:lnTo>
                <a:lnTo>
                  <a:pt x="317744" y="114776"/>
                </a:lnTo>
                <a:lnTo>
                  <a:pt x="318696" y="115588"/>
                </a:lnTo>
                <a:close/>
                <a:moveTo>
                  <a:pt x="328773" y="121566"/>
                </a:moveTo>
                <a:lnTo>
                  <a:pt x="330545" y="124147"/>
                </a:lnTo>
                <a:lnTo>
                  <a:pt x="330750" y="125460"/>
                </a:lnTo>
                <a:lnTo>
                  <a:pt x="330168" y="126507"/>
                </a:lnTo>
                <a:lnTo>
                  <a:pt x="328794" y="127339"/>
                </a:lnTo>
                <a:lnTo>
                  <a:pt x="326088" y="128130"/>
                </a:lnTo>
                <a:lnTo>
                  <a:pt x="323995" y="128219"/>
                </a:lnTo>
                <a:lnTo>
                  <a:pt x="319752" y="127463"/>
                </a:lnTo>
                <a:lnTo>
                  <a:pt x="318100" y="126532"/>
                </a:lnTo>
                <a:lnTo>
                  <a:pt x="317892" y="125564"/>
                </a:lnTo>
                <a:lnTo>
                  <a:pt x="318696" y="123254"/>
                </a:lnTo>
                <a:lnTo>
                  <a:pt x="319850" y="121194"/>
                </a:lnTo>
                <a:lnTo>
                  <a:pt x="321154" y="120213"/>
                </a:lnTo>
                <a:lnTo>
                  <a:pt x="327279" y="119879"/>
                </a:lnTo>
                <a:lnTo>
                  <a:pt x="328773" y="121566"/>
                </a:lnTo>
                <a:close/>
                <a:moveTo>
                  <a:pt x="334655" y="128943"/>
                </a:moveTo>
                <a:lnTo>
                  <a:pt x="335704" y="131185"/>
                </a:lnTo>
                <a:lnTo>
                  <a:pt x="335089" y="133572"/>
                </a:lnTo>
                <a:lnTo>
                  <a:pt x="333135" y="134333"/>
                </a:lnTo>
                <a:lnTo>
                  <a:pt x="331189" y="133927"/>
                </a:lnTo>
                <a:lnTo>
                  <a:pt x="330497" y="132170"/>
                </a:lnTo>
                <a:lnTo>
                  <a:pt x="331832" y="128979"/>
                </a:lnTo>
                <a:lnTo>
                  <a:pt x="333058" y="128146"/>
                </a:lnTo>
                <a:lnTo>
                  <a:pt x="334655" y="128943"/>
                </a:lnTo>
                <a:close/>
                <a:moveTo>
                  <a:pt x="316527" y="129522"/>
                </a:moveTo>
                <a:lnTo>
                  <a:pt x="318256" y="131251"/>
                </a:lnTo>
                <a:lnTo>
                  <a:pt x="318432" y="132552"/>
                </a:lnTo>
                <a:lnTo>
                  <a:pt x="318070" y="133234"/>
                </a:lnTo>
                <a:lnTo>
                  <a:pt x="315231" y="133939"/>
                </a:lnTo>
                <a:lnTo>
                  <a:pt x="312573" y="133090"/>
                </a:lnTo>
                <a:lnTo>
                  <a:pt x="312001" y="131511"/>
                </a:lnTo>
                <a:lnTo>
                  <a:pt x="313220" y="129714"/>
                </a:lnTo>
                <a:lnTo>
                  <a:pt x="314429" y="129112"/>
                </a:lnTo>
                <a:lnTo>
                  <a:pt x="316527" y="129522"/>
                </a:lnTo>
                <a:close/>
                <a:moveTo>
                  <a:pt x="316768" y="142781"/>
                </a:moveTo>
                <a:lnTo>
                  <a:pt x="318136" y="144144"/>
                </a:lnTo>
                <a:lnTo>
                  <a:pt x="317626" y="145655"/>
                </a:lnTo>
                <a:lnTo>
                  <a:pt x="315160" y="147094"/>
                </a:lnTo>
                <a:lnTo>
                  <a:pt x="313940" y="147228"/>
                </a:lnTo>
                <a:lnTo>
                  <a:pt x="313037" y="146817"/>
                </a:lnTo>
                <a:lnTo>
                  <a:pt x="312333" y="145211"/>
                </a:lnTo>
                <a:lnTo>
                  <a:pt x="312751" y="142769"/>
                </a:lnTo>
                <a:lnTo>
                  <a:pt x="314630" y="142093"/>
                </a:lnTo>
                <a:lnTo>
                  <a:pt x="316768" y="142781"/>
                </a:lnTo>
                <a:close/>
                <a:moveTo>
                  <a:pt x="335475" y="142829"/>
                </a:moveTo>
                <a:lnTo>
                  <a:pt x="336142" y="143496"/>
                </a:lnTo>
                <a:lnTo>
                  <a:pt x="336409" y="144631"/>
                </a:lnTo>
                <a:lnTo>
                  <a:pt x="334993" y="146397"/>
                </a:lnTo>
                <a:lnTo>
                  <a:pt x="333196" y="146792"/>
                </a:lnTo>
                <a:lnTo>
                  <a:pt x="331923" y="146125"/>
                </a:lnTo>
                <a:lnTo>
                  <a:pt x="331055" y="145072"/>
                </a:lnTo>
                <a:lnTo>
                  <a:pt x="330871" y="143461"/>
                </a:lnTo>
                <a:lnTo>
                  <a:pt x="331840" y="142298"/>
                </a:lnTo>
                <a:lnTo>
                  <a:pt x="333620" y="142115"/>
                </a:lnTo>
                <a:lnTo>
                  <a:pt x="335475" y="142829"/>
                </a:lnTo>
                <a:close/>
                <a:moveTo>
                  <a:pt x="328966" y="149579"/>
                </a:moveTo>
                <a:lnTo>
                  <a:pt x="331651" y="151573"/>
                </a:lnTo>
                <a:lnTo>
                  <a:pt x="331962" y="153658"/>
                </a:lnTo>
                <a:lnTo>
                  <a:pt x="330834" y="155233"/>
                </a:lnTo>
                <a:lnTo>
                  <a:pt x="328629" y="157052"/>
                </a:lnTo>
                <a:lnTo>
                  <a:pt x="325414" y="158447"/>
                </a:lnTo>
                <a:lnTo>
                  <a:pt x="322123" y="158159"/>
                </a:lnTo>
                <a:lnTo>
                  <a:pt x="320030" y="157064"/>
                </a:lnTo>
                <a:lnTo>
                  <a:pt x="317420" y="154412"/>
                </a:lnTo>
                <a:lnTo>
                  <a:pt x="316378" y="152502"/>
                </a:lnTo>
                <a:lnTo>
                  <a:pt x="316618" y="151547"/>
                </a:lnTo>
                <a:lnTo>
                  <a:pt x="317664" y="150633"/>
                </a:lnTo>
                <a:lnTo>
                  <a:pt x="322646" y="148242"/>
                </a:lnTo>
                <a:lnTo>
                  <a:pt x="325108" y="148051"/>
                </a:lnTo>
                <a:lnTo>
                  <a:pt x="328966" y="149579"/>
                </a:lnTo>
                <a:close/>
                <a:moveTo>
                  <a:pt x="316527" y="158257"/>
                </a:moveTo>
                <a:lnTo>
                  <a:pt x="318202" y="160837"/>
                </a:lnTo>
                <a:lnTo>
                  <a:pt x="318474" y="162713"/>
                </a:lnTo>
                <a:lnTo>
                  <a:pt x="318108" y="163879"/>
                </a:lnTo>
                <a:lnTo>
                  <a:pt x="311561" y="168093"/>
                </a:lnTo>
                <a:lnTo>
                  <a:pt x="309808" y="168428"/>
                </a:lnTo>
                <a:lnTo>
                  <a:pt x="308853" y="167072"/>
                </a:lnTo>
                <a:lnTo>
                  <a:pt x="308731" y="164646"/>
                </a:lnTo>
                <a:lnTo>
                  <a:pt x="310187" y="160364"/>
                </a:lnTo>
                <a:lnTo>
                  <a:pt x="311613" y="158587"/>
                </a:lnTo>
                <a:lnTo>
                  <a:pt x="313159" y="157657"/>
                </a:lnTo>
                <a:lnTo>
                  <a:pt x="314811" y="157545"/>
                </a:lnTo>
                <a:lnTo>
                  <a:pt x="316527" y="158257"/>
                </a:lnTo>
                <a:close/>
                <a:moveTo>
                  <a:pt x="337982" y="158209"/>
                </a:moveTo>
                <a:lnTo>
                  <a:pt x="338999" y="161910"/>
                </a:lnTo>
                <a:lnTo>
                  <a:pt x="339341" y="166034"/>
                </a:lnTo>
                <a:lnTo>
                  <a:pt x="338146" y="168055"/>
                </a:lnTo>
                <a:lnTo>
                  <a:pt x="336729" y="168523"/>
                </a:lnTo>
                <a:lnTo>
                  <a:pt x="331632" y="164646"/>
                </a:lnTo>
                <a:lnTo>
                  <a:pt x="331106" y="163874"/>
                </a:lnTo>
                <a:lnTo>
                  <a:pt x="330991" y="162387"/>
                </a:lnTo>
                <a:lnTo>
                  <a:pt x="331697" y="160235"/>
                </a:lnTo>
                <a:lnTo>
                  <a:pt x="333636" y="158310"/>
                </a:lnTo>
                <a:lnTo>
                  <a:pt x="336059" y="157499"/>
                </a:lnTo>
                <a:lnTo>
                  <a:pt x="337982" y="158209"/>
                </a:lnTo>
                <a:close/>
                <a:moveTo>
                  <a:pt x="328773" y="167322"/>
                </a:moveTo>
                <a:lnTo>
                  <a:pt x="333355" y="170124"/>
                </a:lnTo>
                <a:lnTo>
                  <a:pt x="334935" y="171591"/>
                </a:lnTo>
                <a:lnTo>
                  <a:pt x="335650" y="174132"/>
                </a:lnTo>
                <a:lnTo>
                  <a:pt x="334287" y="176429"/>
                </a:lnTo>
                <a:lnTo>
                  <a:pt x="328139" y="180373"/>
                </a:lnTo>
                <a:lnTo>
                  <a:pt x="325477" y="180918"/>
                </a:lnTo>
                <a:lnTo>
                  <a:pt x="322984" y="180161"/>
                </a:lnTo>
                <a:lnTo>
                  <a:pt x="316732" y="175627"/>
                </a:lnTo>
                <a:lnTo>
                  <a:pt x="316296" y="173926"/>
                </a:lnTo>
                <a:lnTo>
                  <a:pt x="316650" y="171519"/>
                </a:lnTo>
                <a:lnTo>
                  <a:pt x="321059" y="168045"/>
                </a:lnTo>
                <a:lnTo>
                  <a:pt x="322917" y="166901"/>
                </a:lnTo>
                <a:lnTo>
                  <a:pt x="325458" y="166110"/>
                </a:lnTo>
                <a:lnTo>
                  <a:pt x="327610" y="166453"/>
                </a:lnTo>
                <a:lnTo>
                  <a:pt x="328773" y="167322"/>
                </a:lnTo>
                <a:close/>
                <a:moveTo>
                  <a:pt x="312043" y="179134"/>
                </a:moveTo>
                <a:lnTo>
                  <a:pt x="316199" y="181919"/>
                </a:lnTo>
                <a:lnTo>
                  <a:pt x="317607" y="183319"/>
                </a:lnTo>
                <a:lnTo>
                  <a:pt x="318160" y="184842"/>
                </a:lnTo>
                <a:lnTo>
                  <a:pt x="317851" y="186358"/>
                </a:lnTo>
                <a:lnTo>
                  <a:pt x="316673" y="187741"/>
                </a:lnTo>
                <a:lnTo>
                  <a:pt x="310668" y="191802"/>
                </a:lnTo>
                <a:lnTo>
                  <a:pt x="307544" y="193159"/>
                </a:lnTo>
                <a:lnTo>
                  <a:pt x="305777" y="193322"/>
                </a:lnTo>
                <a:lnTo>
                  <a:pt x="305025" y="192456"/>
                </a:lnTo>
                <a:lnTo>
                  <a:pt x="304787" y="189738"/>
                </a:lnTo>
                <a:lnTo>
                  <a:pt x="305594" y="184135"/>
                </a:lnTo>
                <a:lnTo>
                  <a:pt x="306672" y="180726"/>
                </a:lnTo>
                <a:lnTo>
                  <a:pt x="307993" y="178652"/>
                </a:lnTo>
                <a:lnTo>
                  <a:pt x="309214" y="177894"/>
                </a:lnTo>
                <a:lnTo>
                  <a:pt x="310263" y="177895"/>
                </a:lnTo>
                <a:lnTo>
                  <a:pt x="312043" y="179134"/>
                </a:lnTo>
                <a:close/>
                <a:moveTo>
                  <a:pt x="342177" y="178797"/>
                </a:moveTo>
                <a:lnTo>
                  <a:pt x="342789" y="182664"/>
                </a:lnTo>
                <a:lnTo>
                  <a:pt x="343286" y="191670"/>
                </a:lnTo>
                <a:lnTo>
                  <a:pt x="340831" y="192620"/>
                </a:lnTo>
                <a:lnTo>
                  <a:pt x="332992" y="187303"/>
                </a:lnTo>
                <a:lnTo>
                  <a:pt x="332102" y="186136"/>
                </a:lnTo>
                <a:lnTo>
                  <a:pt x="331714" y="184052"/>
                </a:lnTo>
                <a:lnTo>
                  <a:pt x="332640" y="182154"/>
                </a:lnTo>
                <a:lnTo>
                  <a:pt x="336313" y="179508"/>
                </a:lnTo>
                <a:lnTo>
                  <a:pt x="340441" y="178242"/>
                </a:lnTo>
                <a:lnTo>
                  <a:pt x="342177" y="178797"/>
                </a:lnTo>
                <a:close/>
                <a:moveTo>
                  <a:pt x="328870" y="190609"/>
                </a:moveTo>
                <a:lnTo>
                  <a:pt x="337164" y="196565"/>
                </a:lnTo>
                <a:lnTo>
                  <a:pt x="338814" y="198462"/>
                </a:lnTo>
                <a:lnTo>
                  <a:pt x="338199" y="199877"/>
                </a:lnTo>
                <a:lnTo>
                  <a:pt x="331097" y="203707"/>
                </a:lnTo>
                <a:lnTo>
                  <a:pt x="325616" y="205897"/>
                </a:lnTo>
                <a:lnTo>
                  <a:pt x="323803" y="206108"/>
                </a:lnTo>
                <a:lnTo>
                  <a:pt x="316289" y="202887"/>
                </a:lnTo>
                <a:lnTo>
                  <a:pt x="312856" y="200612"/>
                </a:lnTo>
                <a:lnTo>
                  <a:pt x="311292" y="199022"/>
                </a:lnTo>
                <a:lnTo>
                  <a:pt x="311320" y="197793"/>
                </a:lnTo>
                <a:lnTo>
                  <a:pt x="312483" y="196617"/>
                </a:lnTo>
                <a:lnTo>
                  <a:pt x="322955" y="189054"/>
                </a:lnTo>
                <a:lnTo>
                  <a:pt x="325382" y="188789"/>
                </a:lnTo>
                <a:lnTo>
                  <a:pt x="328870" y="190609"/>
                </a:lnTo>
                <a:close/>
                <a:moveTo>
                  <a:pt x="309439" y="204206"/>
                </a:moveTo>
                <a:lnTo>
                  <a:pt x="314299" y="207872"/>
                </a:lnTo>
                <a:lnTo>
                  <a:pt x="315694" y="209607"/>
                </a:lnTo>
                <a:lnTo>
                  <a:pt x="315660" y="210430"/>
                </a:lnTo>
                <a:lnTo>
                  <a:pt x="314543" y="211304"/>
                </a:lnTo>
                <a:lnTo>
                  <a:pt x="310325" y="212969"/>
                </a:lnTo>
                <a:lnTo>
                  <a:pt x="306296" y="215171"/>
                </a:lnTo>
                <a:lnTo>
                  <a:pt x="304977" y="215264"/>
                </a:lnTo>
                <a:lnTo>
                  <a:pt x="303034" y="214510"/>
                </a:lnTo>
                <a:lnTo>
                  <a:pt x="302157" y="213378"/>
                </a:lnTo>
                <a:lnTo>
                  <a:pt x="302082" y="211470"/>
                </a:lnTo>
                <a:lnTo>
                  <a:pt x="303312" y="206805"/>
                </a:lnTo>
                <a:lnTo>
                  <a:pt x="304690" y="203661"/>
                </a:lnTo>
                <a:lnTo>
                  <a:pt x="306444" y="202979"/>
                </a:lnTo>
                <a:lnTo>
                  <a:pt x="309439" y="204206"/>
                </a:lnTo>
                <a:close/>
                <a:moveTo>
                  <a:pt x="344443" y="204399"/>
                </a:moveTo>
                <a:lnTo>
                  <a:pt x="345583" y="206447"/>
                </a:lnTo>
                <a:lnTo>
                  <a:pt x="346414" y="211028"/>
                </a:lnTo>
                <a:lnTo>
                  <a:pt x="346086" y="215348"/>
                </a:lnTo>
                <a:lnTo>
                  <a:pt x="345166" y="216934"/>
                </a:lnTo>
                <a:lnTo>
                  <a:pt x="343637" y="216938"/>
                </a:lnTo>
                <a:lnTo>
                  <a:pt x="340127" y="215553"/>
                </a:lnTo>
                <a:lnTo>
                  <a:pt x="331995" y="210406"/>
                </a:lnTo>
                <a:lnTo>
                  <a:pt x="331823" y="209696"/>
                </a:lnTo>
                <a:lnTo>
                  <a:pt x="332544" y="208383"/>
                </a:lnTo>
                <a:lnTo>
                  <a:pt x="337496" y="204518"/>
                </a:lnTo>
                <a:lnTo>
                  <a:pt x="339863" y="203561"/>
                </a:lnTo>
                <a:lnTo>
                  <a:pt x="341975" y="203327"/>
                </a:lnTo>
                <a:lnTo>
                  <a:pt x="344443" y="204399"/>
                </a:lnTo>
                <a:close/>
                <a:moveTo>
                  <a:pt x="329786" y="215584"/>
                </a:moveTo>
                <a:lnTo>
                  <a:pt x="338097" y="220321"/>
                </a:lnTo>
                <a:lnTo>
                  <a:pt x="339210" y="221322"/>
                </a:lnTo>
                <a:lnTo>
                  <a:pt x="339328" y="222461"/>
                </a:lnTo>
                <a:lnTo>
                  <a:pt x="338350" y="224317"/>
                </a:lnTo>
                <a:lnTo>
                  <a:pt x="336291" y="226394"/>
                </a:lnTo>
                <a:lnTo>
                  <a:pt x="325491" y="234133"/>
                </a:lnTo>
                <a:lnTo>
                  <a:pt x="323011" y="233790"/>
                </a:lnTo>
                <a:lnTo>
                  <a:pt x="320396" y="232373"/>
                </a:lnTo>
                <a:lnTo>
                  <a:pt x="310761" y="225058"/>
                </a:lnTo>
                <a:lnTo>
                  <a:pt x="307685" y="221775"/>
                </a:lnTo>
                <a:lnTo>
                  <a:pt x="308055" y="220529"/>
                </a:lnTo>
                <a:lnTo>
                  <a:pt x="310311" y="218823"/>
                </a:lnTo>
                <a:lnTo>
                  <a:pt x="320849" y="213208"/>
                </a:lnTo>
                <a:lnTo>
                  <a:pt x="322544" y="212894"/>
                </a:lnTo>
                <a:lnTo>
                  <a:pt x="324503" y="213170"/>
                </a:lnTo>
                <a:lnTo>
                  <a:pt x="329786" y="215584"/>
                </a:lnTo>
                <a:close/>
                <a:moveTo>
                  <a:pt x="304666" y="227011"/>
                </a:moveTo>
                <a:lnTo>
                  <a:pt x="315811" y="235386"/>
                </a:lnTo>
                <a:lnTo>
                  <a:pt x="317448" y="236972"/>
                </a:lnTo>
                <a:lnTo>
                  <a:pt x="317554" y="238028"/>
                </a:lnTo>
                <a:lnTo>
                  <a:pt x="316453" y="240187"/>
                </a:lnTo>
                <a:lnTo>
                  <a:pt x="314855" y="241752"/>
                </a:lnTo>
                <a:lnTo>
                  <a:pt x="303478" y="250271"/>
                </a:lnTo>
                <a:lnTo>
                  <a:pt x="300004" y="252304"/>
                </a:lnTo>
                <a:lnTo>
                  <a:pt x="298617" y="252623"/>
                </a:lnTo>
                <a:lnTo>
                  <a:pt x="297436" y="251276"/>
                </a:lnTo>
                <a:lnTo>
                  <a:pt x="297247" y="248782"/>
                </a:lnTo>
                <a:lnTo>
                  <a:pt x="298965" y="240728"/>
                </a:lnTo>
                <a:lnTo>
                  <a:pt x="300512" y="228188"/>
                </a:lnTo>
                <a:lnTo>
                  <a:pt x="301698" y="226229"/>
                </a:lnTo>
                <a:lnTo>
                  <a:pt x="302943" y="226187"/>
                </a:lnTo>
                <a:lnTo>
                  <a:pt x="304666" y="227011"/>
                </a:lnTo>
                <a:close/>
                <a:moveTo>
                  <a:pt x="347288" y="228940"/>
                </a:moveTo>
                <a:lnTo>
                  <a:pt x="348214" y="231686"/>
                </a:lnTo>
                <a:lnTo>
                  <a:pt x="349933" y="245905"/>
                </a:lnTo>
                <a:lnTo>
                  <a:pt x="349631" y="251026"/>
                </a:lnTo>
                <a:lnTo>
                  <a:pt x="349216" y="252034"/>
                </a:lnTo>
                <a:lnTo>
                  <a:pt x="348367" y="252399"/>
                </a:lnTo>
                <a:lnTo>
                  <a:pt x="346203" y="251709"/>
                </a:lnTo>
                <a:lnTo>
                  <a:pt x="343977" y="250323"/>
                </a:lnTo>
                <a:lnTo>
                  <a:pt x="331473" y="241090"/>
                </a:lnTo>
                <a:lnTo>
                  <a:pt x="331473" y="236895"/>
                </a:lnTo>
                <a:lnTo>
                  <a:pt x="343834" y="227741"/>
                </a:lnTo>
                <a:lnTo>
                  <a:pt x="345435" y="227554"/>
                </a:lnTo>
                <a:lnTo>
                  <a:pt x="347288" y="228940"/>
                </a:lnTo>
                <a:close/>
                <a:moveTo>
                  <a:pt x="464545" y="82368"/>
                </a:moveTo>
                <a:lnTo>
                  <a:pt x="449711" y="83090"/>
                </a:lnTo>
                <a:lnTo>
                  <a:pt x="406409" y="83600"/>
                </a:lnTo>
                <a:lnTo>
                  <a:pt x="393182" y="85158"/>
                </a:lnTo>
                <a:lnTo>
                  <a:pt x="388982" y="86094"/>
                </a:lnTo>
                <a:lnTo>
                  <a:pt x="388986" y="86537"/>
                </a:lnTo>
                <a:lnTo>
                  <a:pt x="395405" y="88523"/>
                </a:lnTo>
                <a:lnTo>
                  <a:pt x="396484" y="89480"/>
                </a:lnTo>
                <a:lnTo>
                  <a:pt x="396678" y="90691"/>
                </a:lnTo>
                <a:lnTo>
                  <a:pt x="392057" y="99990"/>
                </a:lnTo>
                <a:lnTo>
                  <a:pt x="390840" y="101078"/>
                </a:lnTo>
                <a:lnTo>
                  <a:pt x="387593" y="102546"/>
                </a:lnTo>
                <a:lnTo>
                  <a:pt x="386317" y="104306"/>
                </a:lnTo>
                <a:lnTo>
                  <a:pt x="386343" y="106430"/>
                </a:lnTo>
                <a:lnTo>
                  <a:pt x="388102" y="109262"/>
                </a:lnTo>
                <a:lnTo>
                  <a:pt x="388497" y="110783"/>
                </a:lnTo>
                <a:lnTo>
                  <a:pt x="388345" y="112496"/>
                </a:lnTo>
                <a:lnTo>
                  <a:pt x="387398" y="115048"/>
                </a:lnTo>
                <a:lnTo>
                  <a:pt x="386763" y="115835"/>
                </a:lnTo>
                <a:lnTo>
                  <a:pt x="385563" y="116340"/>
                </a:lnTo>
                <a:lnTo>
                  <a:pt x="371352" y="115612"/>
                </a:lnTo>
                <a:lnTo>
                  <a:pt x="367200" y="116016"/>
                </a:lnTo>
                <a:lnTo>
                  <a:pt x="365684" y="116752"/>
                </a:lnTo>
                <a:lnTo>
                  <a:pt x="364802" y="117961"/>
                </a:lnTo>
                <a:lnTo>
                  <a:pt x="362786" y="122786"/>
                </a:lnTo>
                <a:lnTo>
                  <a:pt x="361378" y="124724"/>
                </a:lnTo>
                <a:lnTo>
                  <a:pt x="359704" y="126130"/>
                </a:lnTo>
                <a:lnTo>
                  <a:pt x="355449" y="127810"/>
                </a:lnTo>
                <a:lnTo>
                  <a:pt x="353802" y="129196"/>
                </a:lnTo>
                <a:lnTo>
                  <a:pt x="352160" y="131838"/>
                </a:lnTo>
                <a:lnTo>
                  <a:pt x="350108" y="137983"/>
                </a:lnTo>
                <a:lnTo>
                  <a:pt x="343105" y="144360"/>
                </a:lnTo>
                <a:lnTo>
                  <a:pt x="342696" y="145359"/>
                </a:lnTo>
                <a:lnTo>
                  <a:pt x="342900" y="146975"/>
                </a:lnTo>
                <a:lnTo>
                  <a:pt x="345791" y="149422"/>
                </a:lnTo>
                <a:lnTo>
                  <a:pt x="349982" y="151691"/>
                </a:lnTo>
                <a:lnTo>
                  <a:pt x="356574" y="154467"/>
                </a:lnTo>
                <a:lnTo>
                  <a:pt x="360751" y="157136"/>
                </a:lnTo>
                <a:lnTo>
                  <a:pt x="364844" y="158348"/>
                </a:lnTo>
                <a:lnTo>
                  <a:pt x="367803" y="160584"/>
                </a:lnTo>
                <a:lnTo>
                  <a:pt x="372754" y="162491"/>
                </a:lnTo>
                <a:lnTo>
                  <a:pt x="387478" y="170879"/>
                </a:lnTo>
                <a:lnTo>
                  <a:pt x="394447" y="174078"/>
                </a:lnTo>
                <a:lnTo>
                  <a:pt x="398606" y="176797"/>
                </a:lnTo>
                <a:lnTo>
                  <a:pt x="429555" y="192392"/>
                </a:lnTo>
                <a:lnTo>
                  <a:pt x="453321" y="203246"/>
                </a:lnTo>
                <a:lnTo>
                  <a:pt x="463669" y="207318"/>
                </a:lnTo>
                <a:lnTo>
                  <a:pt x="504247" y="220590"/>
                </a:lnTo>
                <a:lnTo>
                  <a:pt x="518816" y="226698"/>
                </a:lnTo>
                <a:lnTo>
                  <a:pt x="541163" y="234195"/>
                </a:lnTo>
                <a:lnTo>
                  <a:pt x="548359" y="236190"/>
                </a:lnTo>
                <a:lnTo>
                  <a:pt x="564800" y="241777"/>
                </a:lnTo>
                <a:lnTo>
                  <a:pt x="572273" y="243850"/>
                </a:lnTo>
                <a:lnTo>
                  <a:pt x="589348" y="249620"/>
                </a:lnTo>
                <a:lnTo>
                  <a:pt x="596523" y="251574"/>
                </a:lnTo>
                <a:lnTo>
                  <a:pt x="624917" y="260982"/>
                </a:lnTo>
                <a:lnTo>
                  <a:pt x="657866" y="270995"/>
                </a:lnTo>
                <a:lnTo>
                  <a:pt x="687033" y="280523"/>
                </a:lnTo>
                <a:lnTo>
                  <a:pt x="694726" y="282463"/>
                </a:lnTo>
                <a:lnTo>
                  <a:pt x="700674" y="284720"/>
                </a:lnTo>
                <a:lnTo>
                  <a:pt x="706383" y="285994"/>
                </a:lnTo>
                <a:lnTo>
                  <a:pt x="708259" y="285837"/>
                </a:lnTo>
                <a:lnTo>
                  <a:pt x="709036" y="284737"/>
                </a:lnTo>
                <a:lnTo>
                  <a:pt x="709060" y="283288"/>
                </a:lnTo>
                <a:lnTo>
                  <a:pt x="707185" y="281722"/>
                </a:lnTo>
                <a:lnTo>
                  <a:pt x="702440" y="280505"/>
                </a:lnTo>
                <a:lnTo>
                  <a:pt x="673649" y="270502"/>
                </a:lnTo>
                <a:lnTo>
                  <a:pt x="534835" y="224674"/>
                </a:lnTo>
                <a:lnTo>
                  <a:pt x="459182" y="199120"/>
                </a:lnTo>
                <a:lnTo>
                  <a:pt x="425405" y="184186"/>
                </a:lnTo>
                <a:lnTo>
                  <a:pt x="400076" y="172072"/>
                </a:lnTo>
                <a:lnTo>
                  <a:pt x="399334" y="171146"/>
                </a:lnTo>
                <a:lnTo>
                  <a:pt x="399737" y="170290"/>
                </a:lnTo>
                <a:lnTo>
                  <a:pt x="402388" y="169363"/>
                </a:lnTo>
                <a:lnTo>
                  <a:pt x="407025" y="168913"/>
                </a:lnTo>
                <a:lnTo>
                  <a:pt x="408958" y="166094"/>
                </a:lnTo>
                <a:lnTo>
                  <a:pt x="410822" y="165140"/>
                </a:lnTo>
                <a:lnTo>
                  <a:pt x="413082" y="165538"/>
                </a:lnTo>
                <a:lnTo>
                  <a:pt x="415718" y="167278"/>
                </a:lnTo>
                <a:lnTo>
                  <a:pt x="421489" y="173879"/>
                </a:lnTo>
                <a:lnTo>
                  <a:pt x="428191" y="173252"/>
                </a:lnTo>
                <a:lnTo>
                  <a:pt x="451287" y="184420"/>
                </a:lnTo>
                <a:lnTo>
                  <a:pt x="468775" y="191521"/>
                </a:lnTo>
                <a:lnTo>
                  <a:pt x="495528" y="199290"/>
                </a:lnTo>
                <a:lnTo>
                  <a:pt x="504719" y="201319"/>
                </a:lnTo>
                <a:lnTo>
                  <a:pt x="510481" y="203229"/>
                </a:lnTo>
                <a:lnTo>
                  <a:pt x="519191" y="205054"/>
                </a:lnTo>
                <a:lnTo>
                  <a:pt x="523113" y="206821"/>
                </a:lnTo>
                <a:lnTo>
                  <a:pt x="530609" y="209244"/>
                </a:lnTo>
                <a:lnTo>
                  <a:pt x="534571" y="211255"/>
                </a:lnTo>
                <a:lnTo>
                  <a:pt x="545484" y="215418"/>
                </a:lnTo>
                <a:lnTo>
                  <a:pt x="575960" y="226289"/>
                </a:lnTo>
                <a:lnTo>
                  <a:pt x="604070" y="235655"/>
                </a:lnTo>
                <a:lnTo>
                  <a:pt x="618330" y="239848"/>
                </a:lnTo>
                <a:lnTo>
                  <a:pt x="623585" y="241861"/>
                </a:lnTo>
                <a:lnTo>
                  <a:pt x="650268" y="249916"/>
                </a:lnTo>
                <a:lnTo>
                  <a:pt x="677736" y="257627"/>
                </a:lnTo>
                <a:lnTo>
                  <a:pt x="738371" y="272788"/>
                </a:lnTo>
                <a:lnTo>
                  <a:pt x="776484" y="280930"/>
                </a:lnTo>
                <a:lnTo>
                  <a:pt x="780878" y="280930"/>
                </a:lnTo>
                <a:lnTo>
                  <a:pt x="782286" y="280287"/>
                </a:lnTo>
                <a:lnTo>
                  <a:pt x="783153" y="279349"/>
                </a:lnTo>
                <a:lnTo>
                  <a:pt x="783902" y="276650"/>
                </a:lnTo>
                <a:lnTo>
                  <a:pt x="783386" y="275707"/>
                </a:lnTo>
                <a:lnTo>
                  <a:pt x="782402" y="275296"/>
                </a:lnTo>
                <a:lnTo>
                  <a:pt x="750988" y="268942"/>
                </a:lnTo>
                <a:lnTo>
                  <a:pt x="726339" y="262594"/>
                </a:lnTo>
                <a:lnTo>
                  <a:pt x="686387" y="253427"/>
                </a:lnTo>
                <a:lnTo>
                  <a:pt x="670275" y="249224"/>
                </a:lnTo>
                <a:lnTo>
                  <a:pt x="637509" y="239393"/>
                </a:lnTo>
                <a:lnTo>
                  <a:pt x="579283" y="220273"/>
                </a:lnTo>
                <a:lnTo>
                  <a:pt x="560101" y="214483"/>
                </a:lnTo>
                <a:lnTo>
                  <a:pt x="544063" y="209017"/>
                </a:lnTo>
                <a:lnTo>
                  <a:pt x="537399" y="207470"/>
                </a:lnTo>
                <a:lnTo>
                  <a:pt x="535866" y="206659"/>
                </a:lnTo>
                <a:lnTo>
                  <a:pt x="535588" y="206170"/>
                </a:lnTo>
                <a:lnTo>
                  <a:pt x="536003" y="204985"/>
                </a:lnTo>
                <a:lnTo>
                  <a:pt x="542055" y="200393"/>
                </a:lnTo>
                <a:lnTo>
                  <a:pt x="543128" y="199143"/>
                </a:lnTo>
                <a:lnTo>
                  <a:pt x="543786" y="196779"/>
                </a:lnTo>
                <a:lnTo>
                  <a:pt x="543857" y="190609"/>
                </a:lnTo>
                <a:lnTo>
                  <a:pt x="547996" y="185495"/>
                </a:lnTo>
                <a:lnTo>
                  <a:pt x="548623" y="183361"/>
                </a:lnTo>
                <a:lnTo>
                  <a:pt x="548598" y="179351"/>
                </a:lnTo>
                <a:lnTo>
                  <a:pt x="549616" y="178215"/>
                </a:lnTo>
                <a:lnTo>
                  <a:pt x="551523" y="177768"/>
                </a:lnTo>
                <a:lnTo>
                  <a:pt x="554253" y="178021"/>
                </a:lnTo>
                <a:lnTo>
                  <a:pt x="561950" y="180147"/>
                </a:lnTo>
                <a:lnTo>
                  <a:pt x="571520" y="182124"/>
                </a:lnTo>
                <a:lnTo>
                  <a:pt x="592927" y="188030"/>
                </a:lnTo>
                <a:lnTo>
                  <a:pt x="621604" y="195132"/>
                </a:lnTo>
                <a:lnTo>
                  <a:pt x="623917" y="195430"/>
                </a:lnTo>
                <a:lnTo>
                  <a:pt x="625641" y="195063"/>
                </a:lnTo>
                <a:lnTo>
                  <a:pt x="626612" y="194112"/>
                </a:lnTo>
                <a:lnTo>
                  <a:pt x="626669" y="192657"/>
                </a:lnTo>
                <a:lnTo>
                  <a:pt x="625697" y="190959"/>
                </a:lnTo>
                <a:lnTo>
                  <a:pt x="624098" y="189940"/>
                </a:lnTo>
                <a:lnTo>
                  <a:pt x="610298" y="186336"/>
                </a:lnTo>
                <a:lnTo>
                  <a:pt x="597231" y="183667"/>
                </a:lnTo>
                <a:lnTo>
                  <a:pt x="595421" y="182706"/>
                </a:lnTo>
                <a:lnTo>
                  <a:pt x="594945" y="181567"/>
                </a:lnTo>
                <a:lnTo>
                  <a:pt x="595513" y="180382"/>
                </a:lnTo>
                <a:lnTo>
                  <a:pt x="597046" y="179237"/>
                </a:lnTo>
                <a:lnTo>
                  <a:pt x="605276" y="176133"/>
                </a:lnTo>
                <a:lnTo>
                  <a:pt x="606101" y="174464"/>
                </a:lnTo>
                <a:lnTo>
                  <a:pt x="607221" y="168815"/>
                </a:lnTo>
                <a:lnTo>
                  <a:pt x="609203" y="166803"/>
                </a:lnTo>
                <a:lnTo>
                  <a:pt x="611362" y="166306"/>
                </a:lnTo>
                <a:lnTo>
                  <a:pt x="626277" y="166127"/>
                </a:lnTo>
                <a:lnTo>
                  <a:pt x="630217" y="165588"/>
                </a:lnTo>
                <a:lnTo>
                  <a:pt x="631513" y="164990"/>
                </a:lnTo>
                <a:lnTo>
                  <a:pt x="631987" y="164090"/>
                </a:lnTo>
                <a:lnTo>
                  <a:pt x="631269" y="157448"/>
                </a:lnTo>
                <a:lnTo>
                  <a:pt x="631603" y="154496"/>
                </a:lnTo>
                <a:lnTo>
                  <a:pt x="632718" y="151450"/>
                </a:lnTo>
                <a:lnTo>
                  <a:pt x="635478" y="146474"/>
                </a:lnTo>
                <a:lnTo>
                  <a:pt x="636007" y="143636"/>
                </a:lnTo>
                <a:lnTo>
                  <a:pt x="635450" y="140453"/>
                </a:lnTo>
                <a:lnTo>
                  <a:pt x="633823" y="139236"/>
                </a:lnTo>
                <a:lnTo>
                  <a:pt x="631619" y="139677"/>
                </a:lnTo>
                <a:lnTo>
                  <a:pt x="627161" y="143659"/>
                </a:lnTo>
                <a:lnTo>
                  <a:pt x="621096" y="150760"/>
                </a:lnTo>
                <a:lnTo>
                  <a:pt x="620187" y="152487"/>
                </a:lnTo>
                <a:lnTo>
                  <a:pt x="619602" y="154906"/>
                </a:lnTo>
                <a:lnTo>
                  <a:pt x="617524" y="156890"/>
                </a:lnTo>
                <a:lnTo>
                  <a:pt x="615014" y="157297"/>
                </a:lnTo>
                <a:lnTo>
                  <a:pt x="609788" y="156270"/>
                </a:lnTo>
                <a:lnTo>
                  <a:pt x="606307" y="156166"/>
                </a:lnTo>
                <a:lnTo>
                  <a:pt x="602956" y="156804"/>
                </a:lnTo>
                <a:lnTo>
                  <a:pt x="599120" y="158658"/>
                </a:lnTo>
                <a:lnTo>
                  <a:pt x="597996" y="160541"/>
                </a:lnTo>
                <a:lnTo>
                  <a:pt x="596725" y="166199"/>
                </a:lnTo>
                <a:lnTo>
                  <a:pt x="596164" y="167093"/>
                </a:lnTo>
                <a:lnTo>
                  <a:pt x="595412" y="167350"/>
                </a:lnTo>
                <a:lnTo>
                  <a:pt x="591915" y="165954"/>
                </a:lnTo>
                <a:lnTo>
                  <a:pt x="585754" y="164849"/>
                </a:lnTo>
                <a:lnTo>
                  <a:pt x="581332" y="161777"/>
                </a:lnTo>
                <a:lnTo>
                  <a:pt x="576788" y="160222"/>
                </a:lnTo>
                <a:lnTo>
                  <a:pt x="569799" y="155448"/>
                </a:lnTo>
                <a:lnTo>
                  <a:pt x="563484" y="153224"/>
                </a:lnTo>
                <a:lnTo>
                  <a:pt x="561043" y="153274"/>
                </a:lnTo>
                <a:lnTo>
                  <a:pt x="559021" y="154111"/>
                </a:lnTo>
                <a:lnTo>
                  <a:pt x="549202" y="163204"/>
                </a:lnTo>
                <a:lnTo>
                  <a:pt x="542288" y="167866"/>
                </a:lnTo>
                <a:lnTo>
                  <a:pt x="540420" y="168744"/>
                </a:lnTo>
                <a:lnTo>
                  <a:pt x="538439" y="169088"/>
                </a:lnTo>
                <a:lnTo>
                  <a:pt x="534908" y="168619"/>
                </a:lnTo>
                <a:lnTo>
                  <a:pt x="528755" y="166687"/>
                </a:lnTo>
                <a:lnTo>
                  <a:pt x="518846" y="164598"/>
                </a:lnTo>
                <a:lnTo>
                  <a:pt x="511493" y="162356"/>
                </a:lnTo>
                <a:lnTo>
                  <a:pt x="502843" y="160886"/>
                </a:lnTo>
                <a:lnTo>
                  <a:pt x="496437" y="158843"/>
                </a:lnTo>
                <a:lnTo>
                  <a:pt x="486458" y="157239"/>
                </a:lnTo>
                <a:lnTo>
                  <a:pt x="479681" y="155014"/>
                </a:lnTo>
                <a:lnTo>
                  <a:pt x="470007" y="153745"/>
                </a:lnTo>
                <a:lnTo>
                  <a:pt x="469612" y="154281"/>
                </a:lnTo>
                <a:lnTo>
                  <a:pt x="469843" y="155419"/>
                </a:lnTo>
                <a:lnTo>
                  <a:pt x="471919" y="156721"/>
                </a:lnTo>
                <a:lnTo>
                  <a:pt x="480715" y="158565"/>
                </a:lnTo>
                <a:lnTo>
                  <a:pt x="486653" y="161237"/>
                </a:lnTo>
                <a:lnTo>
                  <a:pt x="494468" y="162609"/>
                </a:lnTo>
                <a:lnTo>
                  <a:pt x="502666" y="165007"/>
                </a:lnTo>
                <a:lnTo>
                  <a:pt x="511554" y="166207"/>
                </a:lnTo>
                <a:lnTo>
                  <a:pt x="516366" y="168866"/>
                </a:lnTo>
                <a:lnTo>
                  <a:pt x="521950" y="169684"/>
                </a:lnTo>
                <a:lnTo>
                  <a:pt x="535021" y="173935"/>
                </a:lnTo>
                <a:lnTo>
                  <a:pt x="535918" y="174513"/>
                </a:lnTo>
                <a:lnTo>
                  <a:pt x="536950" y="176061"/>
                </a:lnTo>
                <a:lnTo>
                  <a:pt x="536563" y="179253"/>
                </a:lnTo>
                <a:lnTo>
                  <a:pt x="532650" y="184928"/>
                </a:lnTo>
                <a:lnTo>
                  <a:pt x="530387" y="186951"/>
                </a:lnTo>
                <a:lnTo>
                  <a:pt x="529831" y="186989"/>
                </a:lnTo>
                <a:lnTo>
                  <a:pt x="528814" y="186175"/>
                </a:lnTo>
                <a:lnTo>
                  <a:pt x="526332" y="182051"/>
                </a:lnTo>
                <a:lnTo>
                  <a:pt x="522186" y="177417"/>
                </a:lnTo>
                <a:lnTo>
                  <a:pt x="518625" y="174510"/>
                </a:lnTo>
                <a:lnTo>
                  <a:pt x="512921" y="170975"/>
                </a:lnTo>
                <a:lnTo>
                  <a:pt x="510774" y="171085"/>
                </a:lnTo>
                <a:lnTo>
                  <a:pt x="504545" y="175102"/>
                </a:lnTo>
                <a:lnTo>
                  <a:pt x="502126" y="175705"/>
                </a:lnTo>
                <a:lnTo>
                  <a:pt x="498909" y="174578"/>
                </a:lnTo>
                <a:lnTo>
                  <a:pt x="491613" y="173649"/>
                </a:lnTo>
                <a:lnTo>
                  <a:pt x="486964" y="171854"/>
                </a:lnTo>
                <a:lnTo>
                  <a:pt x="486877" y="168214"/>
                </a:lnTo>
                <a:lnTo>
                  <a:pt x="486139" y="166671"/>
                </a:lnTo>
                <a:lnTo>
                  <a:pt x="479491" y="162066"/>
                </a:lnTo>
                <a:lnTo>
                  <a:pt x="464020" y="161337"/>
                </a:lnTo>
                <a:lnTo>
                  <a:pt x="458301" y="160739"/>
                </a:lnTo>
                <a:lnTo>
                  <a:pt x="455672" y="160042"/>
                </a:lnTo>
                <a:lnTo>
                  <a:pt x="454202" y="158543"/>
                </a:lnTo>
                <a:lnTo>
                  <a:pt x="453842" y="156523"/>
                </a:lnTo>
                <a:lnTo>
                  <a:pt x="454661" y="154256"/>
                </a:lnTo>
                <a:lnTo>
                  <a:pt x="456227" y="152403"/>
                </a:lnTo>
                <a:lnTo>
                  <a:pt x="457915" y="152005"/>
                </a:lnTo>
                <a:lnTo>
                  <a:pt x="461067" y="152989"/>
                </a:lnTo>
                <a:lnTo>
                  <a:pt x="465735" y="153480"/>
                </a:lnTo>
                <a:lnTo>
                  <a:pt x="467347" y="153101"/>
                </a:lnTo>
                <a:lnTo>
                  <a:pt x="467402" y="152314"/>
                </a:lnTo>
                <a:lnTo>
                  <a:pt x="457762" y="149397"/>
                </a:lnTo>
                <a:lnTo>
                  <a:pt x="447520" y="141101"/>
                </a:lnTo>
                <a:lnTo>
                  <a:pt x="445675" y="140081"/>
                </a:lnTo>
                <a:lnTo>
                  <a:pt x="443974" y="139894"/>
                </a:lnTo>
                <a:lnTo>
                  <a:pt x="439352" y="141284"/>
                </a:lnTo>
                <a:lnTo>
                  <a:pt x="437967" y="141262"/>
                </a:lnTo>
                <a:lnTo>
                  <a:pt x="434808" y="136730"/>
                </a:lnTo>
                <a:lnTo>
                  <a:pt x="431711" y="133473"/>
                </a:lnTo>
                <a:lnTo>
                  <a:pt x="431701" y="131825"/>
                </a:lnTo>
                <a:lnTo>
                  <a:pt x="432709" y="131137"/>
                </a:lnTo>
                <a:lnTo>
                  <a:pt x="437263" y="130578"/>
                </a:lnTo>
                <a:lnTo>
                  <a:pt x="460880" y="129731"/>
                </a:lnTo>
                <a:lnTo>
                  <a:pt x="489982" y="127378"/>
                </a:lnTo>
                <a:lnTo>
                  <a:pt x="503546" y="126022"/>
                </a:lnTo>
                <a:lnTo>
                  <a:pt x="509336" y="123640"/>
                </a:lnTo>
                <a:lnTo>
                  <a:pt x="521998" y="124598"/>
                </a:lnTo>
                <a:lnTo>
                  <a:pt x="530624" y="123459"/>
                </a:lnTo>
                <a:lnTo>
                  <a:pt x="547521" y="122680"/>
                </a:lnTo>
                <a:lnTo>
                  <a:pt x="560065" y="121179"/>
                </a:lnTo>
                <a:lnTo>
                  <a:pt x="568628" y="119539"/>
                </a:lnTo>
                <a:lnTo>
                  <a:pt x="588313" y="118692"/>
                </a:lnTo>
                <a:lnTo>
                  <a:pt x="591855" y="118016"/>
                </a:lnTo>
                <a:lnTo>
                  <a:pt x="593085" y="117136"/>
                </a:lnTo>
                <a:lnTo>
                  <a:pt x="591751" y="116618"/>
                </a:lnTo>
                <a:lnTo>
                  <a:pt x="586757" y="116379"/>
                </a:lnTo>
                <a:lnTo>
                  <a:pt x="568945" y="116795"/>
                </a:lnTo>
                <a:lnTo>
                  <a:pt x="552388" y="118699"/>
                </a:lnTo>
                <a:lnTo>
                  <a:pt x="521120" y="120058"/>
                </a:lnTo>
                <a:lnTo>
                  <a:pt x="512483" y="121546"/>
                </a:lnTo>
                <a:lnTo>
                  <a:pt x="505177" y="121452"/>
                </a:lnTo>
                <a:lnTo>
                  <a:pt x="497819" y="122663"/>
                </a:lnTo>
                <a:lnTo>
                  <a:pt x="454481" y="124577"/>
                </a:lnTo>
                <a:lnTo>
                  <a:pt x="444913" y="126071"/>
                </a:lnTo>
                <a:lnTo>
                  <a:pt x="441498" y="125857"/>
                </a:lnTo>
                <a:lnTo>
                  <a:pt x="438735" y="122704"/>
                </a:lnTo>
                <a:lnTo>
                  <a:pt x="437490" y="121934"/>
                </a:lnTo>
                <a:lnTo>
                  <a:pt x="432397" y="123579"/>
                </a:lnTo>
                <a:lnTo>
                  <a:pt x="431204" y="123634"/>
                </a:lnTo>
                <a:lnTo>
                  <a:pt x="429901" y="123056"/>
                </a:lnTo>
                <a:lnTo>
                  <a:pt x="429154" y="121213"/>
                </a:lnTo>
                <a:lnTo>
                  <a:pt x="429806" y="118335"/>
                </a:lnTo>
                <a:lnTo>
                  <a:pt x="432401" y="115915"/>
                </a:lnTo>
                <a:lnTo>
                  <a:pt x="435128" y="114649"/>
                </a:lnTo>
                <a:lnTo>
                  <a:pt x="442000" y="113155"/>
                </a:lnTo>
                <a:lnTo>
                  <a:pt x="452456" y="111895"/>
                </a:lnTo>
                <a:lnTo>
                  <a:pt x="467438" y="112924"/>
                </a:lnTo>
                <a:lnTo>
                  <a:pt x="478121" y="111760"/>
                </a:lnTo>
                <a:lnTo>
                  <a:pt x="512787" y="111106"/>
                </a:lnTo>
                <a:lnTo>
                  <a:pt x="530387" y="109947"/>
                </a:lnTo>
                <a:lnTo>
                  <a:pt x="546479" y="109579"/>
                </a:lnTo>
                <a:lnTo>
                  <a:pt x="556018" y="108198"/>
                </a:lnTo>
                <a:lnTo>
                  <a:pt x="582847" y="107677"/>
                </a:lnTo>
                <a:lnTo>
                  <a:pt x="607385" y="106595"/>
                </a:lnTo>
                <a:lnTo>
                  <a:pt x="613075" y="106156"/>
                </a:lnTo>
                <a:lnTo>
                  <a:pt x="615938" y="105316"/>
                </a:lnTo>
                <a:lnTo>
                  <a:pt x="615572" y="104291"/>
                </a:lnTo>
                <a:lnTo>
                  <a:pt x="614431" y="103902"/>
                </a:lnTo>
                <a:lnTo>
                  <a:pt x="599762" y="103221"/>
                </a:lnTo>
                <a:lnTo>
                  <a:pt x="586412" y="104119"/>
                </a:lnTo>
                <a:lnTo>
                  <a:pt x="539784" y="104771"/>
                </a:lnTo>
                <a:lnTo>
                  <a:pt x="536112" y="105067"/>
                </a:lnTo>
                <a:lnTo>
                  <a:pt x="530014" y="106288"/>
                </a:lnTo>
                <a:lnTo>
                  <a:pt x="511023" y="106548"/>
                </a:lnTo>
                <a:lnTo>
                  <a:pt x="498504" y="107748"/>
                </a:lnTo>
                <a:lnTo>
                  <a:pt x="470728" y="108211"/>
                </a:lnTo>
                <a:lnTo>
                  <a:pt x="449717" y="109935"/>
                </a:lnTo>
                <a:lnTo>
                  <a:pt x="430302" y="109569"/>
                </a:lnTo>
                <a:lnTo>
                  <a:pt x="429204" y="109320"/>
                </a:lnTo>
                <a:lnTo>
                  <a:pt x="427796" y="108117"/>
                </a:lnTo>
                <a:lnTo>
                  <a:pt x="426799" y="106352"/>
                </a:lnTo>
                <a:lnTo>
                  <a:pt x="426274" y="104273"/>
                </a:lnTo>
                <a:lnTo>
                  <a:pt x="426283" y="102126"/>
                </a:lnTo>
                <a:lnTo>
                  <a:pt x="427594" y="98108"/>
                </a:lnTo>
                <a:lnTo>
                  <a:pt x="428031" y="94926"/>
                </a:lnTo>
                <a:lnTo>
                  <a:pt x="427689" y="93451"/>
                </a:lnTo>
                <a:lnTo>
                  <a:pt x="425684" y="90324"/>
                </a:lnTo>
                <a:lnTo>
                  <a:pt x="427564" y="88395"/>
                </a:lnTo>
                <a:lnTo>
                  <a:pt x="479704" y="88054"/>
                </a:lnTo>
                <a:lnTo>
                  <a:pt x="539499" y="86545"/>
                </a:lnTo>
                <a:lnTo>
                  <a:pt x="558575" y="85110"/>
                </a:lnTo>
                <a:lnTo>
                  <a:pt x="591086" y="84205"/>
                </a:lnTo>
                <a:lnTo>
                  <a:pt x="597313" y="83385"/>
                </a:lnTo>
                <a:lnTo>
                  <a:pt x="597616" y="82754"/>
                </a:lnTo>
                <a:lnTo>
                  <a:pt x="596063" y="82268"/>
                </a:lnTo>
                <a:lnTo>
                  <a:pt x="579745" y="81747"/>
                </a:lnTo>
                <a:lnTo>
                  <a:pt x="487803" y="81639"/>
                </a:lnTo>
                <a:lnTo>
                  <a:pt x="464545" y="82368"/>
                </a:lnTo>
                <a:close/>
                <a:moveTo>
                  <a:pt x="410111" y="101413"/>
                </a:moveTo>
                <a:lnTo>
                  <a:pt x="411579" y="103683"/>
                </a:lnTo>
                <a:lnTo>
                  <a:pt x="415031" y="107549"/>
                </a:lnTo>
                <a:lnTo>
                  <a:pt x="415352" y="108946"/>
                </a:lnTo>
                <a:lnTo>
                  <a:pt x="414691" y="110284"/>
                </a:lnTo>
                <a:lnTo>
                  <a:pt x="413775" y="111441"/>
                </a:lnTo>
                <a:lnTo>
                  <a:pt x="405621" y="111782"/>
                </a:lnTo>
                <a:lnTo>
                  <a:pt x="402701" y="111141"/>
                </a:lnTo>
                <a:lnTo>
                  <a:pt x="401818" y="108500"/>
                </a:lnTo>
                <a:lnTo>
                  <a:pt x="401789" y="105763"/>
                </a:lnTo>
                <a:lnTo>
                  <a:pt x="402440" y="103336"/>
                </a:lnTo>
                <a:lnTo>
                  <a:pt x="403665" y="101391"/>
                </a:lnTo>
                <a:lnTo>
                  <a:pt x="406345" y="99750"/>
                </a:lnTo>
                <a:lnTo>
                  <a:pt x="409387" y="99629"/>
                </a:lnTo>
                <a:lnTo>
                  <a:pt x="410111" y="101413"/>
                </a:lnTo>
                <a:close/>
                <a:moveTo>
                  <a:pt x="412473" y="114865"/>
                </a:moveTo>
                <a:lnTo>
                  <a:pt x="415876" y="115952"/>
                </a:lnTo>
                <a:lnTo>
                  <a:pt x="417578" y="117336"/>
                </a:lnTo>
                <a:lnTo>
                  <a:pt x="418765" y="119170"/>
                </a:lnTo>
                <a:lnTo>
                  <a:pt x="419384" y="121392"/>
                </a:lnTo>
                <a:lnTo>
                  <a:pt x="419395" y="124175"/>
                </a:lnTo>
                <a:lnTo>
                  <a:pt x="418966" y="125348"/>
                </a:lnTo>
                <a:lnTo>
                  <a:pt x="417774" y="126224"/>
                </a:lnTo>
                <a:lnTo>
                  <a:pt x="416335" y="126420"/>
                </a:lnTo>
                <a:lnTo>
                  <a:pt x="415298" y="125999"/>
                </a:lnTo>
                <a:lnTo>
                  <a:pt x="410490" y="121639"/>
                </a:lnTo>
                <a:lnTo>
                  <a:pt x="404701" y="119809"/>
                </a:lnTo>
                <a:lnTo>
                  <a:pt x="403077" y="118661"/>
                </a:lnTo>
                <a:lnTo>
                  <a:pt x="402131" y="117340"/>
                </a:lnTo>
                <a:lnTo>
                  <a:pt x="402008" y="115989"/>
                </a:lnTo>
                <a:lnTo>
                  <a:pt x="403023" y="114238"/>
                </a:lnTo>
                <a:lnTo>
                  <a:pt x="412473" y="114865"/>
                </a:lnTo>
                <a:close/>
                <a:moveTo>
                  <a:pt x="383545" y="124218"/>
                </a:moveTo>
                <a:lnTo>
                  <a:pt x="383993" y="124871"/>
                </a:lnTo>
                <a:lnTo>
                  <a:pt x="384090" y="126976"/>
                </a:lnTo>
                <a:lnTo>
                  <a:pt x="382593" y="131283"/>
                </a:lnTo>
                <a:lnTo>
                  <a:pt x="379697" y="135615"/>
                </a:lnTo>
                <a:lnTo>
                  <a:pt x="377049" y="138113"/>
                </a:lnTo>
                <a:lnTo>
                  <a:pt x="373692" y="140692"/>
                </a:lnTo>
                <a:lnTo>
                  <a:pt x="372077" y="141405"/>
                </a:lnTo>
                <a:lnTo>
                  <a:pt x="370696" y="141426"/>
                </a:lnTo>
                <a:lnTo>
                  <a:pt x="367230" y="140226"/>
                </a:lnTo>
                <a:lnTo>
                  <a:pt x="364741" y="140611"/>
                </a:lnTo>
                <a:lnTo>
                  <a:pt x="364908" y="141997"/>
                </a:lnTo>
                <a:lnTo>
                  <a:pt x="366126" y="143940"/>
                </a:lnTo>
                <a:lnTo>
                  <a:pt x="371043" y="148472"/>
                </a:lnTo>
                <a:lnTo>
                  <a:pt x="372899" y="154700"/>
                </a:lnTo>
                <a:lnTo>
                  <a:pt x="373007" y="156491"/>
                </a:lnTo>
                <a:lnTo>
                  <a:pt x="372616" y="157624"/>
                </a:lnTo>
                <a:lnTo>
                  <a:pt x="371269" y="158298"/>
                </a:lnTo>
                <a:lnTo>
                  <a:pt x="368857" y="157932"/>
                </a:lnTo>
                <a:lnTo>
                  <a:pt x="364265" y="155208"/>
                </a:lnTo>
                <a:lnTo>
                  <a:pt x="358991" y="152994"/>
                </a:lnTo>
                <a:lnTo>
                  <a:pt x="357926" y="150556"/>
                </a:lnTo>
                <a:lnTo>
                  <a:pt x="358166" y="146403"/>
                </a:lnTo>
                <a:lnTo>
                  <a:pt x="360033" y="142679"/>
                </a:lnTo>
                <a:lnTo>
                  <a:pt x="363162" y="140352"/>
                </a:lnTo>
                <a:lnTo>
                  <a:pt x="363137" y="137722"/>
                </a:lnTo>
                <a:lnTo>
                  <a:pt x="364084" y="135916"/>
                </a:lnTo>
                <a:lnTo>
                  <a:pt x="367851" y="132891"/>
                </a:lnTo>
                <a:lnTo>
                  <a:pt x="371815" y="128364"/>
                </a:lnTo>
                <a:lnTo>
                  <a:pt x="377420" y="123916"/>
                </a:lnTo>
                <a:lnTo>
                  <a:pt x="380531" y="123465"/>
                </a:lnTo>
                <a:lnTo>
                  <a:pt x="383545" y="124218"/>
                </a:lnTo>
                <a:close/>
                <a:moveTo>
                  <a:pt x="397864" y="139888"/>
                </a:moveTo>
                <a:lnTo>
                  <a:pt x="400486" y="144256"/>
                </a:lnTo>
                <a:lnTo>
                  <a:pt x="402517" y="149123"/>
                </a:lnTo>
                <a:lnTo>
                  <a:pt x="402046" y="151730"/>
                </a:lnTo>
                <a:lnTo>
                  <a:pt x="400211" y="153102"/>
                </a:lnTo>
                <a:lnTo>
                  <a:pt x="398805" y="153038"/>
                </a:lnTo>
                <a:lnTo>
                  <a:pt x="397810" y="152369"/>
                </a:lnTo>
                <a:lnTo>
                  <a:pt x="396214" y="146848"/>
                </a:lnTo>
                <a:lnTo>
                  <a:pt x="395085" y="145172"/>
                </a:lnTo>
                <a:lnTo>
                  <a:pt x="393205" y="144021"/>
                </a:lnTo>
                <a:lnTo>
                  <a:pt x="389812" y="142781"/>
                </a:lnTo>
                <a:lnTo>
                  <a:pt x="390103" y="140228"/>
                </a:lnTo>
                <a:lnTo>
                  <a:pt x="390883" y="139227"/>
                </a:lnTo>
                <a:lnTo>
                  <a:pt x="392681" y="138134"/>
                </a:lnTo>
                <a:lnTo>
                  <a:pt x="395878" y="138013"/>
                </a:lnTo>
                <a:lnTo>
                  <a:pt x="397864" y="139888"/>
                </a:lnTo>
                <a:close/>
                <a:moveTo>
                  <a:pt x="436532" y="143793"/>
                </a:moveTo>
                <a:lnTo>
                  <a:pt x="436796" y="146937"/>
                </a:lnTo>
                <a:lnTo>
                  <a:pt x="436068" y="148741"/>
                </a:lnTo>
                <a:lnTo>
                  <a:pt x="431025" y="151663"/>
                </a:lnTo>
                <a:lnTo>
                  <a:pt x="426581" y="157265"/>
                </a:lnTo>
                <a:lnTo>
                  <a:pt x="425687" y="157341"/>
                </a:lnTo>
                <a:lnTo>
                  <a:pt x="424940" y="156887"/>
                </a:lnTo>
                <a:lnTo>
                  <a:pt x="423823" y="155026"/>
                </a:lnTo>
                <a:lnTo>
                  <a:pt x="423562" y="151990"/>
                </a:lnTo>
                <a:lnTo>
                  <a:pt x="427167" y="149718"/>
                </a:lnTo>
                <a:lnTo>
                  <a:pt x="429460" y="145462"/>
                </a:lnTo>
                <a:lnTo>
                  <a:pt x="431208" y="143844"/>
                </a:lnTo>
                <a:lnTo>
                  <a:pt x="434121" y="143022"/>
                </a:lnTo>
                <a:lnTo>
                  <a:pt x="435815" y="143209"/>
                </a:lnTo>
                <a:lnTo>
                  <a:pt x="436532" y="143793"/>
                </a:lnTo>
                <a:close/>
                <a:moveTo>
                  <a:pt x="562179" y="169588"/>
                </a:moveTo>
                <a:lnTo>
                  <a:pt x="562649" y="172113"/>
                </a:lnTo>
                <a:lnTo>
                  <a:pt x="561304" y="173649"/>
                </a:lnTo>
                <a:lnTo>
                  <a:pt x="558699" y="173727"/>
                </a:lnTo>
                <a:lnTo>
                  <a:pt x="556231" y="172242"/>
                </a:lnTo>
                <a:lnTo>
                  <a:pt x="556122" y="171402"/>
                </a:lnTo>
                <a:lnTo>
                  <a:pt x="556678" y="170498"/>
                </a:lnTo>
                <a:lnTo>
                  <a:pt x="559290" y="168813"/>
                </a:lnTo>
                <a:lnTo>
                  <a:pt x="561224" y="168554"/>
                </a:lnTo>
                <a:lnTo>
                  <a:pt x="562179" y="169588"/>
                </a:lnTo>
                <a:close/>
                <a:moveTo>
                  <a:pt x="463339" y="170938"/>
                </a:moveTo>
                <a:lnTo>
                  <a:pt x="466320" y="171431"/>
                </a:lnTo>
                <a:lnTo>
                  <a:pt x="467974" y="172278"/>
                </a:lnTo>
                <a:lnTo>
                  <a:pt x="471453" y="178246"/>
                </a:lnTo>
                <a:lnTo>
                  <a:pt x="473911" y="180228"/>
                </a:lnTo>
                <a:lnTo>
                  <a:pt x="477604" y="181677"/>
                </a:lnTo>
                <a:lnTo>
                  <a:pt x="485108" y="182768"/>
                </a:lnTo>
                <a:lnTo>
                  <a:pt x="493966" y="184837"/>
                </a:lnTo>
                <a:lnTo>
                  <a:pt x="495448" y="185669"/>
                </a:lnTo>
                <a:lnTo>
                  <a:pt x="499201" y="189024"/>
                </a:lnTo>
                <a:lnTo>
                  <a:pt x="502055" y="190368"/>
                </a:lnTo>
                <a:lnTo>
                  <a:pt x="508462" y="188371"/>
                </a:lnTo>
                <a:lnTo>
                  <a:pt x="513422" y="185312"/>
                </a:lnTo>
                <a:lnTo>
                  <a:pt x="514871" y="185071"/>
                </a:lnTo>
                <a:lnTo>
                  <a:pt x="517859" y="187947"/>
                </a:lnTo>
                <a:lnTo>
                  <a:pt x="523662" y="197292"/>
                </a:lnTo>
                <a:lnTo>
                  <a:pt x="524080" y="199192"/>
                </a:lnTo>
                <a:lnTo>
                  <a:pt x="523770" y="201662"/>
                </a:lnTo>
                <a:lnTo>
                  <a:pt x="522788" y="202513"/>
                </a:lnTo>
                <a:lnTo>
                  <a:pt x="521744" y="202452"/>
                </a:lnTo>
                <a:lnTo>
                  <a:pt x="507126" y="197577"/>
                </a:lnTo>
                <a:lnTo>
                  <a:pt x="500079" y="195822"/>
                </a:lnTo>
                <a:lnTo>
                  <a:pt x="493934" y="193478"/>
                </a:lnTo>
                <a:lnTo>
                  <a:pt x="474423" y="187789"/>
                </a:lnTo>
                <a:lnTo>
                  <a:pt x="463586" y="183871"/>
                </a:lnTo>
                <a:lnTo>
                  <a:pt x="451334" y="178411"/>
                </a:lnTo>
                <a:lnTo>
                  <a:pt x="447985" y="176511"/>
                </a:lnTo>
                <a:lnTo>
                  <a:pt x="446988" y="175082"/>
                </a:lnTo>
                <a:lnTo>
                  <a:pt x="448115" y="173632"/>
                </a:lnTo>
                <a:lnTo>
                  <a:pt x="452202" y="170841"/>
                </a:lnTo>
                <a:lnTo>
                  <a:pt x="455131" y="170166"/>
                </a:lnTo>
                <a:lnTo>
                  <a:pt x="463339" y="170938"/>
                </a:lnTo>
                <a:close/>
                <a:moveTo>
                  <a:pt x="588889" y="177881"/>
                </a:moveTo>
                <a:lnTo>
                  <a:pt x="589613" y="179472"/>
                </a:lnTo>
                <a:lnTo>
                  <a:pt x="588120" y="180461"/>
                </a:lnTo>
                <a:lnTo>
                  <a:pt x="584673" y="180187"/>
                </a:lnTo>
                <a:lnTo>
                  <a:pt x="583393" y="178990"/>
                </a:lnTo>
                <a:lnTo>
                  <a:pt x="583802" y="178143"/>
                </a:lnTo>
                <a:lnTo>
                  <a:pt x="585508" y="177368"/>
                </a:lnTo>
                <a:lnTo>
                  <a:pt x="587670" y="177362"/>
                </a:lnTo>
                <a:lnTo>
                  <a:pt x="588889" y="177881"/>
                </a:lnTo>
                <a:close/>
                <a:moveTo>
                  <a:pt x="432338" y="100931"/>
                </a:moveTo>
                <a:lnTo>
                  <a:pt x="432042" y="102431"/>
                </a:lnTo>
                <a:lnTo>
                  <a:pt x="432723" y="103968"/>
                </a:lnTo>
                <a:lnTo>
                  <a:pt x="433716" y="104340"/>
                </a:lnTo>
                <a:lnTo>
                  <a:pt x="435116" y="103709"/>
                </a:lnTo>
                <a:lnTo>
                  <a:pt x="435747" y="102310"/>
                </a:lnTo>
                <a:lnTo>
                  <a:pt x="435375" y="101316"/>
                </a:lnTo>
                <a:lnTo>
                  <a:pt x="433838" y="100635"/>
                </a:lnTo>
                <a:lnTo>
                  <a:pt x="432338" y="100931"/>
                </a:lnTo>
                <a:close/>
                <a:moveTo>
                  <a:pt x="634259" y="111441"/>
                </a:moveTo>
                <a:lnTo>
                  <a:pt x="625104" y="112473"/>
                </a:lnTo>
                <a:lnTo>
                  <a:pt x="622861" y="113248"/>
                </a:lnTo>
                <a:lnTo>
                  <a:pt x="622624" y="113909"/>
                </a:lnTo>
                <a:lnTo>
                  <a:pt x="623555" y="114624"/>
                </a:lnTo>
                <a:lnTo>
                  <a:pt x="625772" y="114938"/>
                </a:lnTo>
                <a:lnTo>
                  <a:pt x="631505" y="114768"/>
                </a:lnTo>
                <a:lnTo>
                  <a:pt x="636912" y="114077"/>
                </a:lnTo>
                <a:lnTo>
                  <a:pt x="638654" y="113295"/>
                </a:lnTo>
                <a:lnTo>
                  <a:pt x="638828" y="112477"/>
                </a:lnTo>
                <a:lnTo>
                  <a:pt x="638331" y="111490"/>
                </a:lnTo>
                <a:lnTo>
                  <a:pt x="637055" y="110905"/>
                </a:lnTo>
                <a:lnTo>
                  <a:pt x="634259" y="111441"/>
                </a:lnTo>
                <a:close/>
                <a:moveTo>
                  <a:pt x="611357" y="113852"/>
                </a:moveTo>
                <a:lnTo>
                  <a:pt x="611213" y="115076"/>
                </a:lnTo>
                <a:lnTo>
                  <a:pt x="613238" y="115540"/>
                </a:lnTo>
                <a:lnTo>
                  <a:pt x="615381" y="115131"/>
                </a:lnTo>
                <a:lnTo>
                  <a:pt x="616560" y="113958"/>
                </a:lnTo>
                <a:lnTo>
                  <a:pt x="616227" y="113489"/>
                </a:lnTo>
                <a:lnTo>
                  <a:pt x="614669" y="113154"/>
                </a:lnTo>
                <a:lnTo>
                  <a:pt x="612689" y="113283"/>
                </a:lnTo>
                <a:lnTo>
                  <a:pt x="611357" y="113852"/>
                </a:lnTo>
                <a:close/>
                <a:moveTo>
                  <a:pt x="597279" y="116118"/>
                </a:moveTo>
                <a:lnTo>
                  <a:pt x="595978" y="117138"/>
                </a:lnTo>
                <a:lnTo>
                  <a:pt x="597566" y="117843"/>
                </a:lnTo>
                <a:lnTo>
                  <a:pt x="601471" y="117762"/>
                </a:lnTo>
                <a:lnTo>
                  <a:pt x="602378" y="117367"/>
                </a:lnTo>
                <a:lnTo>
                  <a:pt x="602679" y="116745"/>
                </a:lnTo>
                <a:lnTo>
                  <a:pt x="602358" y="116129"/>
                </a:lnTo>
                <a:lnTo>
                  <a:pt x="600919" y="115636"/>
                </a:lnTo>
                <a:lnTo>
                  <a:pt x="597279" y="116118"/>
                </a:lnTo>
                <a:close/>
                <a:moveTo>
                  <a:pt x="276027" y="116986"/>
                </a:moveTo>
                <a:lnTo>
                  <a:pt x="275915" y="117692"/>
                </a:lnTo>
                <a:lnTo>
                  <a:pt x="276593" y="118309"/>
                </a:lnTo>
                <a:lnTo>
                  <a:pt x="280602" y="119845"/>
                </a:lnTo>
                <a:lnTo>
                  <a:pt x="284079" y="122169"/>
                </a:lnTo>
                <a:lnTo>
                  <a:pt x="288406" y="123917"/>
                </a:lnTo>
                <a:lnTo>
                  <a:pt x="292245" y="126068"/>
                </a:lnTo>
                <a:lnTo>
                  <a:pt x="296807" y="127810"/>
                </a:lnTo>
                <a:lnTo>
                  <a:pt x="300429" y="130181"/>
                </a:lnTo>
                <a:lnTo>
                  <a:pt x="302755" y="130551"/>
                </a:lnTo>
                <a:lnTo>
                  <a:pt x="304079" y="129687"/>
                </a:lnTo>
                <a:lnTo>
                  <a:pt x="304133" y="128647"/>
                </a:lnTo>
                <a:lnTo>
                  <a:pt x="303364" y="127575"/>
                </a:lnTo>
                <a:lnTo>
                  <a:pt x="297879" y="124238"/>
                </a:lnTo>
                <a:lnTo>
                  <a:pt x="293452" y="122864"/>
                </a:lnTo>
                <a:lnTo>
                  <a:pt x="289788" y="120603"/>
                </a:lnTo>
                <a:lnTo>
                  <a:pt x="284689" y="118935"/>
                </a:lnTo>
                <a:lnTo>
                  <a:pt x="280773" y="117035"/>
                </a:lnTo>
                <a:lnTo>
                  <a:pt x="277881" y="116460"/>
                </a:lnTo>
                <a:lnTo>
                  <a:pt x="276027" y="116986"/>
                </a:lnTo>
                <a:close/>
                <a:moveTo>
                  <a:pt x="875668" y="132945"/>
                </a:moveTo>
                <a:lnTo>
                  <a:pt x="872953" y="134908"/>
                </a:lnTo>
                <a:lnTo>
                  <a:pt x="871929" y="137160"/>
                </a:lnTo>
                <a:lnTo>
                  <a:pt x="866567" y="167063"/>
                </a:lnTo>
                <a:lnTo>
                  <a:pt x="864155" y="178223"/>
                </a:lnTo>
                <a:lnTo>
                  <a:pt x="862680" y="189850"/>
                </a:lnTo>
                <a:lnTo>
                  <a:pt x="860336" y="199306"/>
                </a:lnTo>
                <a:lnTo>
                  <a:pt x="858275" y="212816"/>
                </a:lnTo>
                <a:lnTo>
                  <a:pt x="857232" y="215837"/>
                </a:lnTo>
                <a:lnTo>
                  <a:pt x="855616" y="217898"/>
                </a:lnTo>
                <a:lnTo>
                  <a:pt x="853128" y="219577"/>
                </a:lnTo>
                <a:lnTo>
                  <a:pt x="815399" y="236724"/>
                </a:lnTo>
                <a:lnTo>
                  <a:pt x="811606" y="239150"/>
                </a:lnTo>
                <a:lnTo>
                  <a:pt x="810482" y="240656"/>
                </a:lnTo>
                <a:lnTo>
                  <a:pt x="811805" y="242280"/>
                </a:lnTo>
                <a:lnTo>
                  <a:pt x="814094" y="243127"/>
                </a:lnTo>
                <a:lnTo>
                  <a:pt x="851223" y="244079"/>
                </a:lnTo>
                <a:lnTo>
                  <a:pt x="854449" y="245810"/>
                </a:lnTo>
                <a:lnTo>
                  <a:pt x="855915" y="247869"/>
                </a:lnTo>
                <a:lnTo>
                  <a:pt x="856032" y="252247"/>
                </a:lnTo>
                <a:lnTo>
                  <a:pt x="855125" y="254674"/>
                </a:lnTo>
                <a:lnTo>
                  <a:pt x="853853" y="255894"/>
                </a:lnTo>
                <a:lnTo>
                  <a:pt x="851878" y="256948"/>
                </a:lnTo>
                <a:lnTo>
                  <a:pt x="841320" y="261164"/>
                </a:lnTo>
                <a:lnTo>
                  <a:pt x="815860" y="270012"/>
                </a:lnTo>
                <a:lnTo>
                  <a:pt x="810193" y="272604"/>
                </a:lnTo>
                <a:lnTo>
                  <a:pt x="791910" y="279165"/>
                </a:lnTo>
                <a:lnTo>
                  <a:pt x="788100" y="281027"/>
                </a:lnTo>
                <a:lnTo>
                  <a:pt x="786409" y="282838"/>
                </a:lnTo>
                <a:lnTo>
                  <a:pt x="786843" y="284219"/>
                </a:lnTo>
                <a:lnTo>
                  <a:pt x="788304" y="285736"/>
                </a:lnTo>
                <a:lnTo>
                  <a:pt x="854213" y="285929"/>
                </a:lnTo>
                <a:lnTo>
                  <a:pt x="855539" y="286942"/>
                </a:lnTo>
                <a:lnTo>
                  <a:pt x="855914" y="289090"/>
                </a:lnTo>
                <a:lnTo>
                  <a:pt x="856181" y="298934"/>
                </a:lnTo>
                <a:lnTo>
                  <a:pt x="855600" y="303148"/>
                </a:lnTo>
                <a:lnTo>
                  <a:pt x="853451" y="304940"/>
                </a:lnTo>
                <a:lnTo>
                  <a:pt x="848902" y="307370"/>
                </a:lnTo>
                <a:lnTo>
                  <a:pt x="821041" y="318184"/>
                </a:lnTo>
                <a:lnTo>
                  <a:pt x="810506" y="315671"/>
                </a:lnTo>
                <a:lnTo>
                  <a:pt x="803977" y="312745"/>
                </a:lnTo>
                <a:lnTo>
                  <a:pt x="774615" y="303649"/>
                </a:lnTo>
                <a:lnTo>
                  <a:pt x="754602" y="296944"/>
                </a:lnTo>
                <a:lnTo>
                  <a:pt x="747692" y="295924"/>
                </a:lnTo>
                <a:lnTo>
                  <a:pt x="746598" y="296391"/>
                </a:lnTo>
                <a:lnTo>
                  <a:pt x="746424" y="297323"/>
                </a:lnTo>
                <a:lnTo>
                  <a:pt x="746975" y="298781"/>
                </a:lnTo>
                <a:lnTo>
                  <a:pt x="748288" y="299850"/>
                </a:lnTo>
                <a:lnTo>
                  <a:pt x="755289" y="301797"/>
                </a:lnTo>
                <a:lnTo>
                  <a:pt x="769813" y="307680"/>
                </a:lnTo>
                <a:lnTo>
                  <a:pt x="779989" y="311210"/>
                </a:lnTo>
                <a:lnTo>
                  <a:pt x="794951" y="315351"/>
                </a:lnTo>
                <a:lnTo>
                  <a:pt x="808274" y="318458"/>
                </a:lnTo>
                <a:lnTo>
                  <a:pt x="810300" y="319609"/>
                </a:lnTo>
                <a:lnTo>
                  <a:pt x="811801" y="321316"/>
                </a:lnTo>
                <a:lnTo>
                  <a:pt x="811720" y="322192"/>
                </a:lnTo>
                <a:lnTo>
                  <a:pt x="810060" y="325290"/>
                </a:lnTo>
                <a:lnTo>
                  <a:pt x="810316" y="326221"/>
                </a:lnTo>
                <a:lnTo>
                  <a:pt x="811387" y="327041"/>
                </a:lnTo>
                <a:lnTo>
                  <a:pt x="847052" y="328277"/>
                </a:lnTo>
                <a:lnTo>
                  <a:pt x="853806" y="328842"/>
                </a:lnTo>
                <a:lnTo>
                  <a:pt x="854669" y="329358"/>
                </a:lnTo>
                <a:lnTo>
                  <a:pt x="854954" y="331198"/>
                </a:lnTo>
                <a:lnTo>
                  <a:pt x="854703" y="334111"/>
                </a:lnTo>
                <a:lnTo>
                  <a:pt x="852948" y="342605"/>
                </a:lnTo>
                <a:lnTo>
                  <a:pt x="850412" y="360789"/>
                </a:lnTo>
                <a:lnTo>
                  <a:pt x="848728" y="369177"/>
                </a:lnTo>
                <a:lnTo>
                  <a:pt x="847341" y="381259"/>
                </a:lnTo>
                <a:lnTo>
                  <a:pt x="844901" y="392416"/>
                </a:lnTo>
                <a:lnTo>
                  <a:pt x="839228" y="431063"/>
                </a:lnTo>
                <a:lnTo>
                  <a:pt x="833139" y="467029"/>
                </a:lnTo>
                <a:lnTo>
                  <a:pt x="828244" y="500323"/>
                </a:lnTo>
                <a:lnTo>
                  <a:pt x="825675" y="513904"/>
                </a:lnTo>
                <a:lnTo>
                  <a:pt x="825648" y="516110"/>
                </a:lnTo>
                <a:lnTo>
                  <a:pt x="826425" y="518263"/>
                </a:lnTo>
                <a:lnTo>
                  <a:pt x="828023" y="518902"/>
                </a:lnTo>
                <a:lnTo>
                  <a:pt x="831225" y="517655"/>
                </a:lnTo>
                <a:lnTo>
                  <a:pt x="873940" y="486961"/>
                </a:lnTo>
                <a:lnTo>
                  <a:pt x="875983" y="485744"/>
                </a:lnTo>
                <a:lnTo>
                  <a:pt x="877886" y="485343"/>
                </a:lnTo>
                <a:lnTo>
                  <a:pt x="879935" y="485676"/>
                </a:lnTo>
                <a:lnTo>
                  <a:pt x="881471" y="486491"/>
                </a:lnTo>
                <a:lnTo>
                  <a:pt x="915396" y="512048"/>
                </a:lnTo>
                <a:lnTo>
                  <a:pt x="922326" y="516807"/>
                </a:lnTo>
                <a:lnTo>
                  <a:pt x="926871" y="519190"/>
                </a:lnTo>
                <a:lnTo>
                  <a:pt x="928040" y="517641"/>
                </a:lnTo>
                <a:lnTo>
                  <a:pt x="928451" y="516215"/>
                </a:lnTo>
                <a:lnTo>
                  <a:pt x="928364" y="510736"/>
                </a:lnTo>
                <a:lnTo>
                  <a:pt x="925919" y="498679"/>
                </a:lnTo>
                <a:lnTo>
                  <a:pt x="924509" y="486169"/>
                </a:lnTo>
                <a:lnTo>
                  <a:pt x="922466" y="475092"/>
                </a:lnTo>
                <a:lnTo>
                  <a:pt x="920597" y="460041"/>
                </a:lnTo>
                <a:lnTo>
                  <a:pt x="918838" y="451286"/>
                </a:lnTo>
                <a:lnTo>
                  <a:pt x="916583" y="432517"/>
                </a:lnTo>
                <a:lnTo>
                  <a:pt x="914715" y="424340"/>
                </a:lnTo>
                <a:lnTo>
                  <a:pt x="912582" y="407700"/>
                </a:lnTo>
                <a:lnTo>
                  <a:pt x="910708" y="399575"/>
                </a:lnTo>
                <a:lnTo>
                  <a:pt x="908894" y="384190"/>
                </a:lnTo>
                <a:lnTo>
                  <a:pt x="906913" y="373296"/>
                </a:lnTo>
                <a:lnTo>
                  <a:pt x="905374" y="359546"/>
                </a:lnTo>
                <a:lnTo>
                  <a:pt x="902814" y="345320"/>
                </a:lnTo>
                <a:lnTo>
                  <a:pt x="901463" y="332986"/>
                </a:lnTo>
                <a:lnTo>
                  <a:pt x="903198" y="331057"/>
                </a:lnTo>
                <a:lnTo>
                  <a:pt x="925479" y="331164"/>
                </a:lnTo>
                <a:lnTo>
                  <a:pt x="941952" y="331887"/>
                </a:lnTo>
                <a:lnTo>
                  <a:pt x="945407" y="331073"/>
                </a:lnTo>
                <a:lnTo>
                  <a:pt x="947025" y="329177"/>
                </a:lnTo>
                <a:lnTo>
                  <a:pt x="942254" y="325754"/>
                </a:lnTo>
                <a:lnTo>
                  <a:pt x="904745" y="307098"/>
                </a:lnTo>
                <a:lnTo>
                  <a:pt x="899196" y="302949"/>
                </a:lnTo>
                <a:lnTo>
                  <a:pt x="899542" y="288269"/>
                </a:lnTo>
                <a:lnTo>
                  <a:pt x="900068" y="287079"/>
                </a:lnTo>
                <a:lnTo>
                  <a:pt x="901472" y="286310"/>
                </a:lnTo>
                <a:lnTo>
                  <a:pt x="908322" y="285756"/>
                </a:lnTo>
                <a:lnTo>
                  <a:pt x="966262" y="285832"/>
                </a:lnTo>
                <a:lnTo>
                  <a:pt x="967753" y="284353"/>
                </a:lnTo>
                <a:lnTo>
                  <a:pt x="968126" y="283062"/>
                </a:lnTo>
                <a:lnTo>
                  <a:pt x="967564" y="281975"/>
                </a:lnTo>
                <a:lnTo>
                  <a:pt x="963587" y="280137"/>
                </a:lnTo>
                <a:lnTo>
                  <a:pt x="954878" y="276959"/>
                </a:lnTo>
                <a:lnTo>
                  <a:pt x="940091" y="270574"/>
                </a:lnTo>
                <a:lnTo>
                  <a:pt x="933718" y="268602"/>
                </a:lnTo>
                <a:lnTo>
                  <a:pt x="904680" y="257135"/>
                </a:lnTo>
                <a:lnTo>
                  <a:pt x="901494" y="255201"/>
                </a:lnTo>
                <a:lnTo>
                  <a:pt x="899504" y="252890"/>
                </a:lnTo>
                <a:lnTo>
                  <a:pt x="898873" y="250498"/>
                </a:lnTo>
                <a:lnTo>
                  <a:pt x="899119" y="249364"/>
                </a:lnTo>
                <a:lnTo>
                  <a:pt x="900836" y="247406"/>
                </a:lnTo>
                <a:lnTo>
                  <a:pt x="902644" y="246776"/>
                </a:lnTo>
                <a:lnTo>
                  <a:pt x="910873" y="246612"/>
                </a:lnTo>
                <a:lnTo>
                  <a:pt x="943795" y="247309"/>
                </a:lnTo>
                <a:lnTo>
                  <a:pt x="945516" y="245785"/>
                </a:lnTo>
                <a:lnTo>
                  <a:pt x="945863" y="244758"/>
                </a:lnTo>
                <a:lnTo>
                  <a:pt x="941348" y="241173"/>
                </a:lnTo>
                <a:lnTo>
                  <a:pt x="902426" y="218674"/>
                </a:lnTo>
                <a:lnTo>
                  <a:pt x="900013" y="216404"/>
                </a:lnTo>
                <a:lnTo>
                  <a:pt x="898657" y="213114"/>
                </a:lnTo>
                <a:lnTo>
                  <a:pt x="897545" y="201661"/>
                </a:lnTo>
                <a:lnTo>
                  <a:pt x="895605" y="193523"/>
                </a:lnTo>
                <a:lnTo>
                  <a:pt x="893658" y="181418"/>
                </a:lnTo>
                <a:lnTo>
                  <a:pt x="889333" y="158584"/>
                </a:lnTo>
                <a:lnTo>
                  <a:pt x="887517" y="151037"/>
                </a:lnTo>
                <a:lnTo>
                  <a:pt x="885296" y="137924"/>
                </a:lnTo>
                <a:lnTo>
                  <a:pt x="883886" y="135049"/>
                </a:lnTo>
                <a:lnTo>
                  <a:pt x="881044" y="132313"/>
                </a:lnTo>
                <a:lnTo>
                  <a:pt x="879034" y="131918"/>
                </a:lnTo>
                <a:lnTo>
                  <a:pt x="875668" y="132945"/>
                </a:lnTo>
                <a:close/>
                <a:moveTo>
                  <a:pt x="878705" y="152182"/>
                </a:moveTo>
                <a:lnTo>
                  <a:pt x="877880" y="153545"/>
                </a:lnTo>
                <a:lnTo>
                  <a:pt x="877101" y="153471"/>
                </a:lnTo>
                <a:lnTo>
                  <a:pt x="876729" y="152954"/>
                </a:lnTo>
                <a:lnTo>
                  <a:pt x="876668" y="151652"/>
                </a:lnTo>
                <a:lnTo>
                  <a:pt x="877329" y="150868"/>
                </a:lnTo>
                <a:lnTo>
                  <a:pt x="878393" y="151127"/>
                </a:lnTo>
                <a:lnTo>
                  <a:pt x="878705" y="152182"/>
                </a:lnTo>
                <a:close/>
                <a:moveTo>
                  <a:pt x="880779" y="167370"/>
                </a:moveTo>
                <a:lnTo>
                  <a:pt x="882833" y="169918"/>
                </a:lnTo>
                <a:lnTo>
                  <a:pt x="882948" y="172341"/>
                </a:lnTo>
                <a:lnTo>
                  <a:pt x="881967" y="173748"/>
                </a:lnTo>
                <a:lnTo>
                  <a:pt x="880152" y="174891"/>
                </a:lnTo>
                <a:lnTo>
                  <a:pt x="878181" y="175540"/>
                </a:lnTo>
                <a:lnTo>
                  <a:pt x="876673" y="175339"/>
                </a:lnTo>
                <a:lnTo>
                  <a:pt x="873500" y="172108"/>
                </a:lnTo>
                <a:lnTo>
                  <a:pt x="873275" y="171318"/>
                </a:lnTo>
                <a:lnTo>
                  <a:pt x="873751" y="169879"/>
                </a:lnTo>
                <a:lnTo>
                  <a:pt x="875137" y="167678"/>
                </a:lnTo>
                <a:lnTo>
                  <a:pt x="876835" y="166287"/>
                </a:lnTo>
                <a:lnTo>
                  <a:pt x="878710" y="166187"/>
                </a:lnTo>
                <a:lnTo>
                  <a:pt x="880779" y="167370"/>
                </a:lnTo>
                <a:close/>
                <a:moveTo>
                  <a:pt x="872582" y="178797"/>
                </a:moveTo>
                <a:lnTo>
                  <a:pt x="873076" y="179912"/>
                </a:lnTo>
                <a:lnTo>
                  <a:pt x="872184" y="181206"/>
                </a:lnTo>
                <a:lnTo>
                  <a:pt x="870350" y="182745"/>
                </a:lnTo>
                <a:lnTo>
                  <a:pt x="869046" y="182773"/>
                </a:lnTo>
                <a:lnTo>
                  <a:pt x="868317" y="180769"/>
                </a:lnTo>
                <a:lnTo>
                  <a:pt x="868802" y="178693"/>
                </a:lnTo>
                <a:lnTo>
                  <a:pt x="870385" y="177918"/>
                </a:lnTo>
                <a:lnTo>
                  <a:pt x="872582" y="178797"/>
                </a:lnTo>
                <a:close/>
                <a:moveTo>
                  <a:pt x="886082" y="178797"/>
                </a:moveTo>
                <a:lnTo>
                  <a:pt x="886599" y="180824"/>
                </a:lnTo>
                <a:lnTo>
                  <a:pt x="886175" y="181642"/>
                </a:lnTo>
                <a:lnTo>
                  <a:pt x="885379" y="181793"/>
                </a:lnTo>
                <a:lnTo>
                  <a:pt x="884072" y="180726"/>
                </a:lnTo>
                <a:lnTo>
                  <a:pt x="883803" y="179294"/>
                </a:lnTo>
                <a:lnTo>
                  <a:pt x="884788" y="178210"/>
                </a:lnTo>
                <a:lnTo>
                  <a:pt x="886082" y="178797"/>
                </a:lnTo>
                <a:close/>
                <a:moveTo>
                  <a:pt x="882659" y="188488"/>
                </a:moveTo>
                <a:lnTo>
                  <a:pt x="884732" y="190980"/>
                </a:lnTo>
                <a:lnTo>
                  <a:pt x="885183" y="192910"/>
                </a:lnTo>
                <a:lnTo>
                  <a:pt x="883382" y="195527"/>
                </a:lnTo>
                <a:lnTo>
                  <a:pt x="880672" y="197451"/>
                </a:lnTo>
                <a:lnTo>
                  <a:pt x="877596" y="198613"/>
                </a:lnTo>
                <a:lnTo>
                  <a:pt x="873421" y="196029"/>
                </a:lnTo>
                <a:lnTo>
                  <a:pt x="871795" y="194458"/>
                </a:lnTo>
                <a:lnTo>
                  <a:pt x="871299" y="192205"/>
                </a:lnTo>
                <a:lnTo>
                  <a:pt x="871710" y="190354"/>
                </a:lnTo>
                <a:lnTo>
                  <a:pt x="876747" y="186215"/>
                </a:lnTo>
                <a:lnTo>
                  <a:pt x="878021" y="185853"/>
                </a:lnTo>
                <a:lnTo>
                  <a:pt x="879397" y="186106"/>
                </a:lnTo>
                <a:lnTo>
                  <a:pt x="882659" y="188488"/>
                </a:lnTo>
                <a:close/>
                <a:moveTo>
                  <a:pt x="890229" y="199047"/>
                </a:moveTo>
                <a:lnTo>
                  <a:pt x="891461" y="202042"/>
                </a:lnTo>
                <a:lnTo>
                  <a:pt x="892375" y="206049"/>
                </a:lnTo>
                <a:lnTo>
                  <a:pt x="891805" y="207369"/>
                </a:lnTo>
                <a:lnTo>
                  <a:pt x="890744" y="207655"/>
                </a:lnTo>
                <a:lnTo>
                  <a:pt x="888549" y="207020"/>
                </a:lnTo>
                <a:lnTo>
                  <a:pt x="886927" y="205941"/>
                </a:lnTo>
                <a:lnTo>
                  <a:pt x="885014" y="203972"/>
                </a:lnTo>
                <a:lnTo>
                  <a:pt x="884365" y="202500"/>
                </a:lnTo>
                <a:lnTo>
                  <a:pt x="884952" y="201042"/>
                </a:lnTo>
                <a:lnTo>
                  <a:pt x="887642" y="198446"/>
                </a:lnTo>
                <a:lnTo>
                  <a:pt x="888898" y="198055"/>
                </a:lnTo>
                <a:lnTo>
                  <a:pt x="890229" y="199047"/>
                </a:lnTo>
                <a:close/>
                <a:moveTo>
                  <a:pt x="870895" y="200300"/>
                </a:moveTo>
                <a:lnTo>
                  <a:pt x="872097" y="202120"/>
                </a:lnTo>
                <a:lnTo>
                  <a:pt x="871374" y="204097"/>
                </a:lnTo>
                <a:lnTo>
                  <a:pt x="868124" y="207362"/>
                </a:lnTo>
                <a:lnTo>
                  <a:pt x="866320" y="208298"/>
                </a:lnTo>
                <a:lnTo>
                  <a:pt x="864943" y="208226"/>
                </a:lnTo>
                <a:lnTo>
                  <a:pt x="864076" y="207150"/>
                </a:lnTo>
                <a:lnTo>
                  <a:pt x="863807" y="205074"/>
                </a:lnTo>
                <a:lnTo>
                  <a:pt x="864243" y="201906"/>
                </a:lnTo>
                <a:lnTo>
                  <a:pt x="865295" y="199755"/>
                </a:lnTo>
                <a:lnTo>
                  <a:pt x="866838" y="198710"/>
                </a:lnTo>
                <a:lnTo>
                  <a:pt x="867754" y="198631"/>
                </a:lnTo>
                <a:lnTo>
                  <a:pt x="870895" y="200300"/>
                </a:lnTo>
                <a:close/>
                <a:moveTo>
                  <a:pt x="881261" y="208256"/>
                </a:moveTo>
                <a:lnTo>
                  <a:pt x="885774" y="213111"/>
                </a:lnTo>
                <a:lnTo>
                  <a:pt x="886179" y="213897"/>
                </a:lnTo>
                <a:lnTo>
                  <a:pt x="885647" y="214738"/>
                </a:lnTo>
                <a:lnTo>
                  <a:pt x="883700" y="215160"/>
                </a:lnTo>
                <a:lnTo>
                  <a:pt x="877982" y="215247"/>
                </a:lnTo>
                <a:lnTo>
                  <a:pt x="872156" y="214934"/>
                </a:lnTo>
                <a:lnTo>
                  <a:pt x="870527" y="214385"/>
                </a:lnTo>
                <a:lnTo>
                  <a:pt x="870321" y="213941"/>
                </a:lnTo>
                <a:lnTo>
                  <a:pt x="871010" y="212605"/>
                </a:lnTo>
                <a:lnTo>
                  <a:pt x="875957" y="207629"/>
                </a:lnTo>
                <a:lnTo>
                  <a:pt x="879136" y="207722"/>
                </a:lnTo>
                <a:lnTo>
                  <a:pt x="881261" y="208256"/>
                </a:lnTo>
                <a:close/>
                <a:moveTo>
                  <a:pt x="880875" y="221418"/>
                </a:moveTo>
                <a:lnTo>
                  <a:pt x="881153" y="221973"/>
                </a:lnTo>
                <a:lnTo>
                  <a:pt x="880708" y="222967"/>
                </a:lnTo>
                <a:lnTo>
                  <a:pt x="878501" y="223866"/>
                </a:lnTo>
                <a:lnTo>
                  <a:pt x="875985" y="223566"/>
                </a:lnTo>
                <a:lnTo>
                  <a:pt x="874782" y="222165"/>
                </a:lnTo>
                <a:lnTo>
                  <a:pt x="875089" y="221370"/>
                </a:lnTo>
                <a:lnTo>
                  <a:pt x="876546" y="220743"/>
                </a:lnTo>
                <a:lnTo>
                  <a:pt x="879419" y="220770"/>
                </a:lnTo>
                <a:lnTo>
                  <a:pt x="880875" y="221418"/>
                </a:lnTo>
                <a:close/>
                <a:moveTo>
                  <a:pt x="893893" y="222865"/>
                </a:moveTo>
                <a:lnTo>
                  <a:pt x="894652" y="226123"/>
                </a:lnTo>
                <a:lnTo>
                  <a:pt x="894741" y="231117"/>
                </a:lnTo>
                <a:lnTo>
                  <a:pt x="893634" y="234219"/>
                </a:lnTo>
                <a:lnTo>
                  <a:pt x="892154" y="234606"/>
                </a:lnTo>
                <a:lnTo>
                  <a:pt x="890063" y="233665"/>
                </a:lnTo>
                <a:lnTo>
                  <a:pt x="885864" y="230662"/>
                </a:lnTo>
                <a:lnTo>
                  <a:pt x="885039" y="228822"/>
                </a:lnTo>
                <a:lnTo>
                  <a:pt x="886273" y="226402"/>
                </a:lnTo>
                <a:lnTo>
                  <a:pt x="889312" y="223732"/>
                </a:lnTo>
                <a:lnTo>
                  <a:pt x="892254" y="222178"/>
                </a:lnTo>
                <a:lnTo>
                  <a:pt x="893001" y="222195"/>
                </a:lnTo>
                <a:lnTo>
                  <a:pt x="893893" y="222865"/>
                </a:lnTo>
                <a:close/>
                <a:moveTo>
                  <a:pt x="867713" y="224022"/>
                </a:moveTo>
                <a:lnTo>
                  <a:pt x="870479" y="227104"/>
                </a:lnTo>
                <a:lnTo>
                  <a:pt x="871179" y="228509"/>
                </a:lnTo>
                <a:lnTo>
                  <a:pt x="871101" y="229442"/>
                </a:lnTo>
                <a:lnTo>
                  <a:pt x="869347" y="231121"/>
                </a:lnTo>
                <a:lnTo>
                  <a:pt x="865509" y="233287"/>
                </a:lnTo>
                <a:lnTo>
                  <a:pt x="864132" y="233598"/>
                </a:lnTo>
                <a:lnTo>
                  <a:pt x="862751" y="233194"/>
                </a:lnTo>
                <a:lnTo>
                  <a:pt x="861829" y="232258"/>
                </a:lnTo>
                <a:lnTo>
                  <a:pt x="861344" y="230426"/>
                </a:lnTo>
                <a:lnTo>
                  <a:pt x="861454" y="224565"/>
                </a:lnTo>
                <a:lnTo>
                  <a:pt x="862880" y="223219"/>
                </a:lnTo>
                <a:lnTo>
                  <a:pt x="864387" y="222744"/>
                </a:lnTo>
                <a:lnTo>
                  <a:pt x="866008" y="223009"/>
                </a:lnTo>
                <a:lnTo>
                  <a:pt x="867713" y="224022"/>
                </a:lnTo>
                <a:close/>
                <a:moveTo>
                  <a:pt x="906091" y="227059"/>
                </a:moveTo>
                <a:lnTo>
                  <a:pt x="921000" y="236271"/>
                </a:lnTo>
                <a:lnTo>
                  <a:pt x="922444" y="238189"/>
                </a:lnTo>
                <a:lnTo>
                  <a:pt x="922291" y="239547"/>
                </a:lnTo>
                <a:lnTo>
                  <a:pt x="919342" y="240356"/>
                </a:lnTo>
                <a:lnTo>
                  <a:pt x="913347" y="240304"/>
                </a:lnTo>
                <a:lnTo>
                  <a:pt x="902970" y="239036"/>
                </a:lnTo>
                <a:lnTo>
                  <a:pt x="900113" y="238052"/>
                </a:lnTo>
                <a:lnTo>
                  <a:pt x="899052" y="237184"/>
                </a:lnTo>
                <a:lnTo>
                  <a:pt x="899677" y="225741"/>
                </a:lnTo>
                <a:lnTo>
                  <a:pt x="900437" y="225165"/>
                </a:lnTo>
                <a:lnTo>
                  <a:pt x="902029" y="225227"/>
                </a:lnTo>
                <a:lnTo>
                  <a:pt x="906091" y="227059"/>
                </a:lnTo>
                <a:close/>
                <a:moveTo>
                  <a:pt x="855032" y="226722"/>
                </a:moveTo>
                <a:lnTo>
                  <a:pt x="856099" y="228849"/>
                </a:lnTo>
                <a:lnTo>
                  <a:pt x="856244" y="231589"/>
                </a:lnTo>
                <a:lnTo>
                  <a:pt x="855643" y="235330"/>
                </a:lnTo>
                <a:lnTo>
                  <a:pt x="854544" y="236322"/>
                </a:lnTo>
                <a:lnTo>
                  <a:pt x="850561" y="236980"/>
                </a:lnTo>
                <a:lnTo>
                  <a:pt x="842619" y="237270"/>
                </a:lnTo>
                <a:lnTo>
                  <a:pt x="837000" y="237199"/>
                </a:lnTo>
                <a:lnTo>
                  <a:pt x="835647" y="236709"/>
                </a:lnTo>
                <a:lnTo>
                  <a:pt x="836298" y="234967"/>
                </a:lnTo>
                <a:lnTo>
                  <a:pt x="839315" y="232169"/>
                </a:lnTo>
                <a:lnTo>
                  <a:pt x="844780" y="230129"/>
                </a:lnTo>
                <a:lnTo>
                  <a:pt x="853629" y="226041"/>
                </a:lnTo>
                <a:lnTo>
                  <a:pt x="855032" y="226722"/>
                </a:lnTo>
                <a:close/>
                <a:moveTo>
                  <a:pt x="880393" y="234243"/>
                </a:moveTo>
                <a:lnTo>
                  <a:pt x="882425" y="236201"/>
                </a:lnTo>
                <a:lnTo>
                  <a:pt x="882593" y="237251"/>
                </a:lnTo>
                <a:lnTo>
                  <a:pt x="881840" y="238016"/>
                </a:lnTo>
                <a:lnTo>
                  <a:pt x="878002" y="238436"/>
                </a:lnTo>
                <a:lnTo>
                  <a:pt x="876372" y="238053"/>
                </a:lnTo>
                <a:lnTo>
                  <a:pt x="875373" y="237323"/>
                </a:lnTo>
                <a:lnTo>
                  <a:pt x="875132" y="235666"/>
                </a:lnTo>
                <a:lnTo>
                  <a:pt x="876489" y="233595"/>
                </a:lnTo>
                <a:lnTo>
                  <a:pt x="878187" y="233271"/>
                </a:lnTo>
                <a:lnTo>
                  <a:pt x="880393" y="234243"/>
                </a:lnTo>
                <a:close/>
                <a:moveTo>
                  <a:pt x="878946" y="247116"/>
                </a:moveTo>
                <a:lnTo>
                  <a:pt x="877831" y="247916"/>
                </a:lnTo>
                <a:lnTo>
                  <a:pt x="877025" y="247297"/>
                </a:lnTo>
                <a:lnTo>
                  <a:pt x="877725" y="246698"/>
                </a:lnTo>
                <a:lnTo>
                  <a:pt x="878946" y="247116"/>
                </a:lnTo>
                <a:close/>
                <a:moveTo>
                  <a:pt x="893893" y="247647"/>
                </a:moveTo>
                <a:lnTo>
                  <a:pt x="894740" y="249288"/>
                </a:lnTo>
                <a:lnTo>
                  <a:pt x="894795" y="250947"/>
                </a:lnTo>
                <a:lnTo>
                  <a:pt x="894005" y="253634"/>
                </a:lnTo>
                <a:lnTo>
                  <a:pt x="893086" y="254713"/>
                </a:lnTo>
                <a:lnTo>
                  <a:pt x="891064" y="255363"/>
                </a:lnTo>
                <a:lnTo>
                  <a:pt x="889320" y="255144"/>
                </a:lnTo>
                <a:lnTo>
                  <a:pt x="886462" y="253979"/>
                </a:lnTo>
                <a:lnTo>
                  <a:pt x="885414" y="253121"/>
                </a:lnTo>
                <a:lnTo>
                  <a:pt x="885178" y="252173"/>
                </a:lnTo>
                <a:lnTo>
                  <a:pt x="885764" y="251057"/>
                </a:lnTo>
                <a:lnTo>
                  <a:pt x="889939" y="247691"/>
                </a:lnTo>
                <a:lnTo>
                  <a:pt x="892244" y="246776"/>
                </a:lnTo>
                <a:lnTo>
                  <a:pt x="893893" y="247647"/>
                </a:lnTo>
                <a:close/>
                <a:moveTo>
                  <a:pt x="868484" y="249141"/>
                </a:moveTo>
                <a:lnTo>
                  <a:pt x="870244" y="250655"/>
                </a:lnTo>
                <a:lnTo>
                  <a:pt x="871013" y="252001"/>
                </a:lnTo>
                <a:lnTo>
                  <a:pt x="870796" y="253165"/>
                </a:lnTo>
                <a:lnTo>
                  <a:pt x="869598" y="254129"/>
                </a:lnTo>
                <a:lnTo>
                  <a:pt x="867423" y="254879"/>
                </a:lnTo>
                <a:lnTo>
                  <a:pt x="864644" y="255065"/>
                </a:lnTo>
                <a:lnTo>
                  <a:pt x="862532" y="254178"/>
                </a:lnTo>
                <a:lnTo>
                  <a:pt x="861540" y="253014"/>
                </a:lnTo>
                <a:lnTo>
                  <a:pt x="860759" y="250227"/>
                </a:lnTo>
                <a:lnTo>
                  <a:pt x="860882" y="249237"/>
                </a:lnTo>
                <a:lnTo>
                  <a:pt x="861850" y="247860"/>
                </a:lnTo>
                <a:lnTo>
                  <a:pt x="864680" y="247426"/>
                </a:lnTo>
                <a:lnTo>
                  <a:pt x="868484" y="249141"/>
                </a:lnTo>
                <a:close/>
                <a:moveTo>
                  <a:pt x="885021" y="261870"/>
                </a:moveTo>
                <a:lnTo>
                  <a:pt x="886001" y="262311"/>
                </a:lnTo>
                <a:lnTo>
                  <a:pt x="886460" y="263028"/>
                </a:lnTo>
                <a:lnTo>
                  <a:pt x="885862" y="264769"/>
                </a:lnTo>
                <a:lnTo>
                  <a:pt x="880651" y="267948"/>
                </a:lnTo>
                <a:lnTo>
                  <a:pt x="878174" y="268844"/>
                </a:lnTo>
                <a:lnTo>
                  <a:pt x="872998" y="266896"/>
                </a:lnTo>
                <a:lnTo>
                  <a:pt x="869894" y="265035"/>
                </a:lnTo>
                <a:lnTo>
                  <a:pt x="868886" y="263829"/>
                </a:lnTo>
                <a:lnTo>
                  <a:pt x="869438" y="262366"/>
                </a:lnTo>
                <a:lnTo>
                  <a:pt x="871443" y="261545"/>
                </a:lnTo>
                <a:lnTo>
                  <a:pt x="885021" y="261870"/>
                </a:lnTo>
                <a:close/>
                <a:moveTo>
                  <a:pt x="855080" y="262882"/>
                </a:moveTo>
                <a:lnTo>
                  <a:pt x="855989" y="263718"/>
                </a:lnTo>
                <a:lnTo>
                  <a:pt x="856322" y="264781"/>
                </a:lnTo>
                <a:lnTo>
                  <a:pt x="856416" y="268591"/>
                </a:lnTo>
                <a:lnTo>
                  <a:pt x="855616" y="274344"/>
                </a:lnTo>
                <a:lnTo>
                  <a:pt x="854289" y="276323"/>
                </a:lnTo>
                <a:lnTo>
                  <a:pt x="853035" y="276350"/>
                </a:lnTo>
                <a:lnTo>
                  <a:pt x="844866" y="272168"/>
                </a:lnTo>
                <a:lnTo>
                  <a:pt x="842037" y="270244"/>
                </a:lnTo>
                <a:lnTo>
                  <a:pt x="840695" y="268484"/>
                </a:lnTo>
                <a:lnTo>
                  <a:pt x="840901" y="267490"/>
                </a:lnTo>
                <a:lnTo>
                  <a:pt x="842258" y="266621"/>
                </a:lnTo>
                <a:lnTo>
                  <a:pt x="847788" y="264877"/>
                </a:lnTo>
                <a:lnTo>
                  <a:pt x="852584" y="262782"/>
                </a:lnTo>
                <a:lnTo>
                  <a:pt x="855080" y="262882"/>
                </a:lnTo>
                <a:close/>
                <a:moveTo>
                  <a:pt x="906670" y="264907"/>
                </a:moveTo>
                <a:lnTo>
                  <a:pt x="914478" y="267876"/>
                </a:lnTo>
                <a:lnTo>
                  <a:pt x="914962" y="269123"/>
                </a:lnTo>
                <a:lnTo>
                  <a:pt x="914288" y="270886"/>
                </a:lnTo>
                <a:lnTo>
                  <a:pt x="912607" y="272559"/>
                </a:lnTo>
                <a:lnTo>
                  <a:pt x="904802" y="276494"/>
                </a:lnTo>
                <a:lnTo>
                  <a:pt x="901890" y="277088"/>
                </a:lnTo>
                <a:lnTo>
                  <a:pt x="900156" y="276754"/>
                </a:lnTo>
                <a:lnTo>
                  <a:pt x="899520" y="275930"/>
                </a:lnTo>
                <a:lnTo>
                  <a:pt x="899152" y="272060"/>
                </a:lnTo>
                <a:lnTo>
                  <a:pt x="899335" y="267180"/>
                </a:lnTo>
                <a:lnTo>
                  <a:pt x="900016" y="264281"/>
                </a:lnTo>
                <a:lnTo>
                  <a:pt x="902439" y="263690"/>
                </a:lnTo>
                <a:lnTo>
                  <a:pt x="906670" y="264907"/>
                </a:lnTo>
                <a:close/>
                <a:moveTo>
                  <a:pt x="893555" y="268765"/>
                </a:moveTo>
                <a:lnTo>
                  <a:pt x="894574" y="271582"/>
                </a:lnTo>
                <a:lnTo>
                  <a:pt x="894431" y="275796"/>
                </a:lnTo>
                <a:lnTo>
                  <a:pt x="893693" y="276888"/>
                </a:lnTo>
                <a:lnTo>
                  <a:pt x="892369" y="277432"/>
                </a:lnTo>
                <a:lnTo>
                  <a:pt x="889885" y="276938"/>
                </a:lnTo>
                <a:lnTo>
                  <a:pt x="888179" y="275814"/>
                </a:lnTo>
                <a:lnTo>
                  <a:pt x="886661" y="274116"/>
                </a:lnTo>
                <a:lnTo>
                  <a:pt x="885921" y="272534"/>
                </a:lnTo>
                <a:lnTo>
                  <a:pt x="886082" y="271627"/>
                </a:lnTo>
                <a:lnTo>
                  <a:pt x="887374" y="270323"/>
                </a:lnTo>
                <a:lnTo>
                  <a:pt x="891240" y="268302"/>
                </a:lnTo>
                <a:lnTo>
                  <a:pt x="892464" y="268020"/>
                </a:lnTo>
                <a:lnTo>
                  <a:pt x="893555" y="268765"/>
                </a:lnTo>
                <a:close/>
                <a:moveTo>
                  <a:pt x="867857" y="270741"/>
                </a:moveTo>
                <a:lnTo>
                  <a:pt x="868897" y="271826"/>
                </a:lnTo>
                <a:lnTo>
                  <a:pt x="869149" y="273064"/>
                </a:lnTo>
                <a:lnTo>
                  <a:pt x="868603" y="274557"/>
                </a:lnTo>
                <a:lnTo>
                  <a:pt x="867287" y="276223"/>
                </a:lnTo>
                <a:lnTo>
                  <a:pt x="866223" y="276948"/>
                </a:lnTo>
                <a:lnTo>
                  <a:pt x="864013" y="277384"/>
                </a:lnTo>
                <a:lnTo>
                  <a:pt x="862095" y="276625"/>
                </a:lnTo>
                <a:lnTo>
                  <a:pt x="861396" y="275857"/>
                </a:lnTo>
                <a:lnTo>
                  <a:pt x="860817" y="273663"/>
                </a:lnTo>
                <a:lnTo>
                  <a:pt x="861381" y="271483"/>
                </a:lnTo>
                <a:lnTo>
                  <a:pt x="862354" y="270293"/>
                </a:lnTo>
                <a:lnTo>
                  <a:pt x="863681" y="269669"/>
                </a:lnTo>
                <a:lnTo>
                  <a:pt x="865256" y="269635"/>
                </a:lnTo>
                <a:lnTo>
                  <a:pt x="867857" y="270741"/>
                </a:lnTo>
                <a:close/>
                <a:moveTo>
                  <a:pt x="828032" y="273490"/>
                </a:moveTo>
                <a:lnTo>
                  <a:pt x="828640" y="274505"/>
                </a:lnTo>
                <a:lnTo>
                  <a:pt x="828726" y="275725"/>
                </a:lnTo>
                <a:lnTo>
                  <a:pt x="828032" y="277443"/>
                </a:lnTo>
                <a:lnTo>
                  <a:pt x="827153" y="278212"/>
                </a:lnTo>
                <a:lnTo>
                  <a:pt x="820589" y="278344"/>
                </a:lnTo>
                <a:lnTo>
                  <a:pt x="818628" y="277848"/>
                </a:lnTo>
                <a:lnTo>
                  <a:pt x="817770" y="276993"/>
                </a:lnTo>
                <a:lnTo>
                  <a:pt x="818307" y="275287"/>
                </a:lnTo>
                <a:lnTo>
                  <a:pt x="820417" y="274190"/>
                </a:lnTo>
                <a:lnTo>
                  <a:pt x="825613" y="272847"/>
                </a:lnTo>
                <a:lnTo>
                  <a:pt x="827079" y="272895"/>
                </a:lnTo>
                <a:lnTo>
                  <a:pt x="828032" y="273490"/>
                </a:lnTo>
                <a:close/>
                <a:moveTo>
                  <a:pt x="937768" y="275707"/>
                </a:moveTo>
                <a:lnTo>
                  <a:pt x="944450" y="278475"/>
                </a:lnTo>
                <a:lnTo>
                  <a:pt x="945640" y="279754"/>
                </a:lnTo>
                <a:lnTo>
                  <a:pt x="944904" y="280481"/>
                </a:lnTo>
                <a:lnTo>
                  <a:pt x="942956" y="280933"/>
                </a:lnTo>
                <a:lnTo>
                  <a:pt x="935784" y="281345"/>
                </a:lnTo>
                <a:lnTo>
                  <a:pt x="930584" y="280915"/>
                </a:lnTo>
                <a:lnTo>
                  <a:pt x="928752" y="278624"/>
                </a:lnTo>
                <a:lnTo>
                  <a:pt x="927643" y="275756"/>
                </a:lnTo>
                <a:lnTo>
                  <a:pt x="928145" y="274501"/>
                </a:lnTo>
                <a:lnTo>
                  <a:pt x="930608" y="273779"/>
                </a:lnTo>
                <a:lnTo>
                  <a:pt x="934581" y="274463"/>
                </a:lnTo>
                <a:lnTo>
                  <a:pt x="937768" y="275707"/>
                </a:lnTo>
                <a:close/>
                <a:moveTo>
                  <a:pt x="839314" y="274743"/>
                </a:moveTo>
                <a:lnTo>
                  <a:pt x="839855" y="276750"/>
                </a:lnTo>
                <a:lnTo>
                  <a:pt x="838665" y="278228"/>
                </a:lnTo>
                <a:lnTo>
                  <a:pt x="836978" y="277892"/>
                </a:lnTo>
                <a:lnTo>
                  <a:pt x="835114" y="276224"/>
                </a:lnTo>
                <a:lnTo>
                  <a:pt x="835402" y="275225"/>
                </a:lnTo>
                <a:lnTo>
                  <a:pt x="836759" y="274400"/>
                </a:lnTo>
                <a:lnTo>
                  <a:pt x="838429" y="274291"/>
                </a:lnTo>
                <a:lnTo>
                  <a:pt x="839314" y="274743"/>
                </a:lnTo>
                <a:close/>
                <a:moveTo>
                  <a:pt x="920411" y="275129"/>
                </a:moveTo>
                <a:lnTo>
                  <a:pt x="921364" y="276134"/>
                </a:lnTo>
                <a:lnTo>
                  <a:pt x="922028" y="278177"/>
                </a:lnTo>
                <a:lnTo>
                  <a:pt x="921857" y="279516"/>
                </a:lnTo>
                <a:lnTo>
                  <a:pt x="920998" y="280471"/>
                </a:lnTo>
                <a:lnTo>
                  <a:pt x="919741" y="281110"/>
                </a:lnTo>
                <a:lnTo>
                  <a:pt x="917453" y="281398"/>
                </a:lnTo>
                <a:lnTo>
                  <a:pt x="915890" y="281089"/>
                </a:lnTo>
                <a:lnTo>
                  <a:pt x="914040" y="279978"/>
                </a:lnTo>
                <a:lnTo>
                  <a:pt x="914469" y="278598"/>
                </a:lnTo>
                <a:lnTo>
                  <a:pt x="918347" y="275278"/>
                </a:lnTo>
                <a:lnTo>
                  <a:pt x="919339" y="274740"/>
                </a:lnTo>
                <a:lnTo>
                  <a:pt x="920411" y="275129"/>
                </a:lnTo>
                <a:close/>
                <a:moveTo>
                  <a:pt x="879188" y="278166"/>
                </a:moveTo>
                <a:lnTo>
                  <a:pt x="879760" y="279211"/>
                </a:lnTo>
                <a:lnTo>
                  <a:pt x="878629" y="279857"/>
                </a:lnTo>
                <a:lnTo>
                  <a:pt x="876005" y="279786"/>
                </a:lnTo>
                <a:lnTo>
                  <a:pt x="875213" y="279095"/>
                </a:lnTo>
                <a:lnTo>
                  <a:pt x="875828" y="278015"/>
                </a:lnTo>
                <a:lnTo>
                  <a:pt x="876830" y="277597"/>
                </a:lnTo>
                <a:lnTo>
                  <a:pt x="879188" y="278166"/>
                </a:lnTo>
                <a:close/>
                <a:moveTo>
                  <a:pt x="882514" y="286797"/>
                </a:moveTo>
                <a:lnTo>
                  <a:pt x="882702" y="287372"/>
                </a:lnTo>
                <a:lnTo>
                  <a:pt x="882175" y="288448"/>
                </a:lnTo>
                <a:lnTo>
                  <a:pt x="878861" y="289772"/>
                </a:lnTo>
                <a:lnTo>
                  <a:pt x="875909" y="289449"/>
                </a:lnTo>
                <a:lnTo>
                  <a:pt x="873922" y="288254"/>
                </a:lnTo>
                <a:lnTo>
                  <a:pt x="873475" y="287377"/>
                </a:lnTo>
                <a:lnTo>
                  <a:pt x="874421" y="286202"/>
                </a:lnTo>
                <a:lnTo>
                  <a:pt x="877210" y="285762"/>
                </a:lnTo>
                <a:lnTo>
                  <a:pt x="880530" y="285984"/>
                </a:lnTo>
                <a:lnTo>
                  <a:pt x="882514" y="286797"/>
                </a:lnTo>
                <a:close/>
                <a:moveTo>
                  <a:pt x="893700" y="288677"/>
                </a:moveTo>
                <a:lnTo>
                  <a:pt x="894572" y="291614"/>
                </a:lnTo>
                <a:lnTo>
                  <a:pt x="894560" y="297405"/>
                </a:lnTo>
                <a:lnTo>
                  <a:pt x="893700" y="300007"/>
                </a:lnTo>
                <a:lnTo>
                  <a:pt x="892266" y="300621"/>
                </a:lnTo>
                <a:lnTo>
                  <a:pt x="885052" y="295962"/>
                </a:lnTo>
                <a:lnTo>
                  <a:pt x="884586" y="295412"/>
                </a:lnTo>
                <a:lnTo>
                  <a:pt x="884437" y="294030"/>
                </a:lnTo>
                <a:lnTo>
                  <a:pt x="886005" y="291561"/>
                </a:lnTo>
                <a:lnTo>
                  <a:pt x="889457" y="289111"/>
                </a:lnTo>
                <a:lnTo>
                  <a:pt x="892410" y="287791"/>
                </a:lnTo>
                <a:lnTo>
                  <a:pt x="893700" y="288677"/>
                </a:lnTo>
                <a:close/>
                <a:moveTo>
                  <a:pt x="867713" y="289641"/>
                </a:moveTo>
                <a:lnTo>
                  <a:pt x="870535" y="292589"/>
                </a:lnTo>
                <a:lnTo>
                  <a:pt x="871184" y="294218"/>
                </a:lnTo>
                <a:lnTo>
                  <a:pt x="870947" y="295433"/>
                </a:lnTo>
                <a:lnTo>
                  <a:pt x="868912" y="297068"/>
                </a:lnTo>
                <a:lnTo>
                  <a:pt x="864496" y="299536"/>
                </a:lnTo>
                <a:lnTo>
                  <a:pt x="862442" y="300156"/>
                </a:lnTo>
                <a:lnTo>
                  <a:pt x="861064" y="299895"/>
                </a:lnTo>
                <a:lnTo>
                  <a:pt x="860351" y="298414"/>
                </a:lnTo>
                <a:lnTo>
                  <a:pt x="860166" y="293443"/>
                </a:lnTo>
                <a:lnTo>
                  <a:pt x="860513" y="289982"/>
                </a:lnTo>
                <a:lnTo>
                  <a:pt x="861300" y="288050"/>
                </a:lnTo>
                <a:lnTo>
                  <a:pt x="864929" y="288559"/>
                </a:lnTo>
                <a:lnTo>
                  <a:pt x="867713" y="289641"/>
                </a:lnTo>
                <a:close/>
                <a:moveTo>
                  <a:pt x="882755" y="299815"/>
                </a:moveTo>
                <a:lnTo>
                  <a:pt x="885516" y="302718"/>
                </a:lnTo>
                <a:lnTo>
                  <a:pt x="885504" y="303117"/>
                </a:lnTo>
                <a:lnTo>
                  <a:pt x="884586" y="303636"/>
                </a:lnTo>
                <a:lnTo>
                  <a:pt x="876556" y="303948"/>
                </a:lnTo>
                <a:lnTo>
                  <a:pt x="873818" y="303570"/>
                </a:lnTo>
                <a:lnTo>
                  <a:pt x="872540" y="302750"/>
                </a:lnTo>
                <a:lnTo>
                  <a:pt x="872411" y="302150"/>
                </a:lnTo>
                <a:lnTo>
                  <a:pt x="873098" y="300523"/>
                </a:lnTo>
                <a:lnTo>
                  <a:pt x="875620" y="297307"/>
                </a:lnTo>
                <a:lnTo>
                  <a:pt x="879541" y="297565"/>
                </a:lnTo>
                <a:lnTo>
                  <a:pt x="882755" y="299815"/>
                </a:lnTo>
                <a:close/>
                <a:moveTo>
                  <a:pt x="882225" y="309457"/>
                </a:moveTo>
                <a:lnTo>
                  <a:pt x="882878" y="310545"/>
                </a:lnTo>
                <a:lnTo>
                  <a:pt x="882187" y="311596"/>
                </a:lnTo>
                <a:lnTo>
                  <a:pt x="877018" y="313411"/>
                </a:lnTo>
                <a:lnTo>
                  <a:pt x="873757" y="311735"/>
                </a:lnTo>
                <a:lnTo>
                  <a:pt x="872706" y="310538"/>
                </a:lnTo>
                <a:lnTo>
                  <a:pt x="873257" y="309554"/>
                </a:lnTo>
                <a:lnTo>
                  <a:pt x="875717" y="308844"/>
                </a:lnTo>
                <a:lnTo>
                  <a:pt x="880008" y="308801"/>
                </a:lnTo>
                <a:lnTo>
                  <a:pt x="882225" y="309457"/>
                </a:lnTo>
                <a:close/>
                <a:moveTo>
                  <a:pt x="866604" y="312640"/>
                </a:moveTo>
                <a:lnTo>
                  <a:pt x="868169" y="313584"/>
                </a:lnTo>
                <a:lnTo>
                  <a:pt x="870021" y="315466"/>
                </a:lnTo>
                <a:lnTo>
                  <a:pt x="870922" y="317413"/>
                </a:lnTo>
                <a:lnTo>
                  <a:pt x="870798" y="318474"/>
                </a:lnTo>
                <a:lnTo>
                  <a:pt x="869569" y="319554"/>
                </a:lnTo>
                <a:lnTo>
                  <a:pt x="866405" y="320384"/>
                </a:lnTo>
                <a:lnTo>
                  <a:pt x="862967" y="320134"/>
                </a:lnTo>
                <a:lnTo>
                  <a:pt x="861252" y="319293"/>
                </a:lnTo>
                <a:lnTo>
                  <a:pt x="860294" y="318192"/>
                </a:lnTo>
                <a:lnTo>
                  <a:pt x="859974" y="316666"/>
                </a:lnTo>
                <a:lnTo>
                  <a:pt x="860188" y="313229"/>
                </a:lnTo>
                <a:lnTo>
                  <a:pt x="860862" y="311897"/>
                </a:lnTo>
                <a:lnTo>
                  <a:pt x="862931" y="311427"/>
                </a:lnTo>
                <a:lnTo>
                  <a:pt x="866604" y="312640"/>
                </a:lnTo>
                <a:close/>
                <a:moveTo>
                  <a:pt x="894375" y="313507"/>
                </a:moveTo>
                <a:lnTo>
                  <a:pt x="894824" y="316454"/>
                </a:lnTo>
                <a:lnTo>
                  <a:pt x="894588" y="319771"/>
                </a:lnTo>
                <a:lnTo>
                  <a:pt x="893983" y="321334"/>
                </a:lnTo>
                <a:lnTo>
                  <a:pt x="892964" y="322137"/>
                </a:lnTo>
                <a:lnTo>
                  <a:pt x="890965" y="322014"/>
                </a:lnTo>
                <a:lnTo>
                  <a:pt x="886254" y="319492"/>
                </a:lnTo>
                <a:lnTo>
                  <a:pt x="885130" y="318335"/>
                </a:lnTo>
                <a:lnTo>
                  <a:pt x="885065" y="317411"/>
                </a:lnTo>
                <a:lnTo>
                  <a:pt x="885938" y="315629"/>
                </a:lnTo>
                <a:lnTo>
                  <a:pt x="889572" y="312567"/>
                </a:lnTo>
                <a:lnTo>
                  <a:pt x="892531" y="311687"/>
                </a:lnTo>
                <a:lnTo>
                  <a:pt x="893484" y="312184"/>
                </a:lnTo>
                <a:lnTo>
                  <a:pt x="894375" y="313507"/>
                </a:lnTo>
                <a:close/>
                <a:moveTo>
                  <a:pt x="854839" y="313218"/>
                </a:moveTo>
                <a:lnTo>
                  <a:pt x="855698" y="314853"/>
                </a:lnTo>
                <a:lnTo>
                  <a:pt x="855773" y="316870"/>
                </a:lnTo>
                <a:lnTo>
                  <a:pt x="855088" y="318716"/>
                </a:lnTo>
                <a:lnTo>
                  <a:pt x="853586" y="320306"/>
                </a:lnTo>
                <a:lnTo>
                  <a:pt x="839133" y="320842"/>
                </a:lnTo>
                <a:lnTo>
                  <a:pt x="837605" y="320614"/>
                </a:lnTo>
                <a:lnTo>
                  <a:pt x="836373" y="319534"/>
                </a:lnTo>
                <a:lnTo>
                  <a:pt x="837334" y="318126"/>
                </a:lnTo>
                <a:lnTo>
                  <a:pt x="838513" y="317274"/>
                </a:lnTo>
                <a:lnTo>
                  <a:pt x="845272" y="315161"/>
                </a:lnTo>
                <a:lnTo>
                  <a:pt x="850672" y="312807"/>
                </a:lnTo>
                <a:lnTo>
                  <a:pt x="852882" y="312349"/>
                </a:lnTo>
                <a:lnTo>
                  <a:pt x="854839" y="313218"/>
                </a:lnTo>
                <a:close/>
                <a:moveTo>
                  <a:pt x="906911" y="313749"/>
                </a:moveTo>
                <a:lnTo>
                  <a:pt x="920859" y="321034"/>
                </a:lnTo>
                <a:lnTo>
                  <a:pt x="921990" y="321975"/>
                </a:lnTo>
                <a:lnTo>
                  <a:pt x="922083" y="323254"/>
                </a:lnTo>
                <a:lnTo>
                  <a:pt x="920481" y="324056"/>
                </a:lnTo>
                <a:lnTo>
                  <a:pt x="912504" y="324018"/>
                </a:lnTo>
                <a:lnTo>
                  <a:pt x="904047" y="323420"/>
                </a:lnTo>
                <a:lnTo>
                  <a:pt x="901210" y="322481"/>
                </a:lnTo>
                <a:lnTo>
                  <a:pt x="900259" y="321430"/>
                </a:lnTo>
                <a:lnTo>
                  <a:pt x="899457" y="319141"/>
                </a:lnTo>
                <a:lnTo>
                  <a:pt x="899236" y="315491"/>
                </a:lnTo>
                <a:lnTo>
                  <a:pt x="899694" y="313413"/>
                </a:lnTo>
                <a:lnTo>
                  <a:pt x="900415" y="312672"/>
                </a:lnTo>
                <a:lnTo>
                  <a:pt x="902294" y="312211"/>
                </a:lnTo>
                <a:lnTo>
                  <a:pt x="904615" y="312593"/>
                </a:lnTo>
                <a:lnTo>
                  <a:pt x="906911" y="313749"/>
                </a:lnTo>
                <a:close/>
                <a:moveTo>
                  <a:pt x="880441" y="329611"/>
                </a:moveTo>
                <a:lnTo>
                  <a:pt x="881303" y="330871"/>
                </a:lnTo>
                <a:lnTo>
                  <a:pt x="880104" y="332456"/>
                </a:lnTo>
                <a:lnTo>
                  <a:pt x="878104" y="333387"/>
                </a:lnTo>
                <a:lnTo>
                  <a:pt x="876970" y="333257"/>
                </a:lnTo>
                <a:lnTo>
                  <a:pt x="876113" y="332578"/>
                </a:lnTo>
                <a:lnTo>
                  <a:pt x="875571" y="330624"/>
                </a:lnTo>
                <a:lnTo>
                  <a:pt x="876268" y="329627"/>
                </a:lnTo>
                <a:lnTo>
                  <a:pt x="878560" y="329149"/>
                </a:lnTo>
                <a:lnTo>
                  <a:pt x="880441" y="329611"/>
                </a:lnTo>
                <a:close/>
                <a:moveTo>
                  <a:pt x="864482" y="332022"/>
                </a:moveTo>
                <a:lnTo>
                  <a:pt x="869839" y="335534"/>
                </a:lnTo>
                <a:lnTo>
                  <a:pt x="870638" y="337659"/>
                </a:lnTo>
                <a:lnTo>
                  <a:pt x="869685" y="338907"/>
                </a:lnTo>
                <a:lnTo>
                  <a:pt x="863624" y="342465"/>
                </a:lnTo>
                <a:lnTo>
                  <a:pt x="860947" y="342906"/>
                </a:lnTo>
                <a:lnTo>
                  <a:pt x="859890" y="341893"/>
                </a:lnTo>
                <a:lnTo>
                  <a:pt x="859389" y="339800"/>
                </a:lnTo>
                <a:lnTo>
                  <a:pt x="860000" y="332843"/>
                </a:lnTo>
                <a:lnTo>
                  <a:pt x="861249" y="331260"/>
                </a:lnTo>
                <a:lnTo>
                  <a:pt x="862604" y="331267"/>
                </a:lnTo>
                <a:lnTo>
                  <a:pt x="864482" y="332022"/>
                </a:lnTo>
                <a:close/>
                <a:moveTo>
                  <a:pt x="895580" y="332697"/>
                </a:moveTo>
                <a:lnTo>
                  <a:pt x="896963" y="334809"/>
                </a:lnTo>
                <a:lnTo>
                  <a:pt x="897640" y="337294"/>
                </a:lnTo>
                <a:lnTo>
                  <a:pt x="897332" y="340661"/>
                </a:lnTo>
                <a:lnTo>
                  <a:pt x="896244" y="341962"/>
                </a:lnTo>
                <a:lnTo>
                  <a:pt x="894900" y="342066"/>
                </a:lnTo>
                <a:lnTo>
                  <a:pt x="892169" y="341065"/>
                </a:lnTo>
                <a:lnTo>
                  <a:pt x="888005" y="338956"/>
                </a:lnTo>
                <a:lnTo>
                  <a:pt x="886436" y="337707"/>
                </a:lnTo>
                <a:lnTo>
                  <a:pt x="886316" y="336435"/>
                </a:lnTo>
                <a:lnTo>
                  <a:pt x="887175" y="334897"/>
                </a:lnTo>
                <a:lnTo>
                  <a:pt x="890489" y="332209"/>
                </a:lnTo>
                <a:lnTo>
                  <a:pt x="893266" y="331537"/>
                </a:lnTo>
                <a:lnTo>
                  <a:pt x="895580" y="332697"/>
                </a:lnTo>
                <a:close/>
                <a:moveTo>
                  <a:pt x="882032" y="342436"/>
                </a:moveTo>
                <a:lnTo>
                  <a:pt x="889737" y="347159"/>
                </a:lnTo>
                <a:lnTo>
                  <a:pt x="891193" y="348511"/>
                </a:lnTo>
                <a:lnTo>
                  <a:pt x="891420" y="349365"/>
                </a:lnTo>
                <a:lnTo>
                  <a:pt x="890777" y="350904"/>
                </a:lnTo>
                <a:lnTo>
                  <a:pt x="888976" y="352715"/>
                </a:lnTo>
                <a:lnTo>
                  <a:pt x="882645" y="357411"/>
                </a:lnTo>
                <a:lnTo>
                  <a:pt x="880148" y="358689"/>
                </a:lnTo>
                <a:lnTo>
                  <a:pt x="877476" y="359285"/>
                </a:lnTo>
                <a:lnTo>
                  <a:pt x="874598" y="358463"/>
                </a:lnTo>
                <a:lnTo>
                  <a:pt x="867339" y="353383"/>
                </a:lnTo>
                <a:lnTo>
                  <a:pt x="863825" y="349475"/>
                </a:lnTo>
                <a:lnTo>
                  <a:pt x="863819" y="348513"/>
                </a:lnTo>
                <a:lnTo>
                  <a:pt x="865019" y="347245"/>
                </a:lnTo>
                <a:lnTo>
                  <a:pt x="876373" y="341042"/>
                </a:lnTo>
                <a:lnTo>
                  <a:pt x="878007" y="340813"/>
                </a:lnTo>
                <a:lnTo>
                  <a:pt x="882032" y="342436"/>
                </a:lnTo>
                <a:close/>
                <a:moveTo>
                  <a:pt x="861734" y="355213"/>
                </a:moveTo>
                <a:lnTo>
                  <a:pt x="869326" y="360640"/>
                </a:lnTo>
                <a:lnTo>
                  <a:pt x="870946" y="362996"/>
                </a:lnTo>
                <a:lnTo>
                  <a:pt x="871088" y="364470"/>
                </a:lnTo>
                <a:lnTo>
                  <a:pt x="859299" y="373100"/>
                </a:lnTo>
                <a:lnTo>
                  <a:pt x="854598" y="374932"/>
                </a:lnTo>
                <a:lnTo>
                  <a:pt x="853230" y="373150"/>
                </a:lnTo>
                <a:lnTo>
                  <a:pt x="852971" y="371877"/>
                </a:lnTo>
                <a:lnTo>
                  <a:pt x="855098" y="364548"/>
                </a:lnTo>
                <a:lnTo>
                  <a:pt x="856538" y="356338"/>
                </a:lnTo>
                <a:lnTo>
                  <a:pt x="857877" y="354809"/>
                </a:lnTo>
                <a:lnTo>
                  <a:pt x="859568" y="354710"/>
                </a:lnTo>
                <a:lnTo>
                  <a:pt x="861734" y="355213"/>
                </a:lnTo>
                <a:close/>
                <a:moveTo>
                  <a:pt x="897895" y="355550"/>
                </a:moveTo>
                <a:lnTo>
                  <a:pt x="899894" y="359983"/>
                </a:lnTo>
                <a:lnTo>
                  <a:pt x="901647" y="368084"/>
                </a:lnTo>
                <a:lnTo>
                  <a:pt x="901958" y="373519"/>
                </a:lnTo>
                <a:lnTo>
                  <a:pt x="901679" y="374517"/>
                </a:lnTo>
                <a:lnTo>
                  <a:pt x="900529" y="375335"/>
                </a:lnTo>
                <a:lnTo>
                  <a:pt x="898564" y="374631"/>
                </a:lnTo>
                <a:lnTo>
                  <a:pt x="887474" y="366915"/>
                </a:lnTo>
                <a:lnTo>
                  <a:pt x="884732" y="364325"/>
                </a:lnTo>
                <a:lnTo>
                  <a:pt x="887502" y="360968"/>
                </a:lnTo>
                <a:lnTo>
                  <a:pt x="894806" y="355087"/>
                </a:lnTo>
                <a:lnTo>
                  <a:pt x="896415" y="354740"/>
                </a:lnTo>
                <a:lnTo>
                  <a:pt x="897895" y="355550"/>
                </a:lnTo>
                <a:close/>
                <a:moveTo>
                  <a:pt x="882707" y="369581"/>
                </a:moveTo>
                <a:lnTo>
                  <a:pt x="892949" y="376659"/>
                </a:lnTo>
                <a:lnTo>
                  <a:pt x="896977" y="378623"/>
                </a:lnTo>
                <a:lnTo>
                  <a:pt x="897540" y="379488"/>
                </a:lnTo>
                <a:lnTo>
                  <a:pt x="897663" y="381330"/>
                </a:lnTo>
                <a:lnTo>
                  <a:pt x="897099" y="382791"/>
                </a:lnTo>
                <a:lnTo>
                  <a:pt x="895702" y="384045"/>
                </a:lnTo>
                <a:lnTo>
                  <a:pt x="891228" y="386653"/>
                </a:lnTo>
                <a:lnTo>
                  <a:pt x="882617" y="392755"/>
                </a:lnTo>
                <a:lnTo>
                  <a:pt x="879634" y="393371"/>
                </a:lnTo>
                <a:lnTo>
                  <a:pt x="876955" y="392281"/>
                </a:lnTo>
                <a:lnTo>
                  <a:pt x="865763" y="384521"/>
                </a:lnTo>
                <a:lnTo>
                  <a:pt x="863209" y="381827"/>
                </a:lnTo>
                <a:lnTo>
                  <a:pt x="862912" y="380225"/>
                </a:lnTo>
                <a:lnTo>
                  <a:pt x="864546" y="377899"/>
                </a:lnTo>
                <a:lnTo>
                  <a:pt x="876668" y="369014"/>
                </a:lnTo>
                <a:lnTo>
                  <a:pt x="879091" y="368182"/>
                </a:lnTo>
                <a:lnTo>
                  <a:pt x="882707" y="369581"/>
                </a:lnTo>
                <a:close/>
                <a:moveTo>
                  <a:pt x="856382" y="386890"/>
                </a:moveTo>
                <a:lnTo>
                  <a:pt x="868399" y="395429"/>
                </a:lnTo>
                <a:lnTo>
                  <a:pt x="870750" y="397617"/>
                </a:lnTo>
                <a:lnTo>
                  <a:pt x="871272" y="399204"/>
                </a:lnTo>
                <a:lnTo>
                  <a:pt x="869255" y="401306"/>
                </a:lnTo>
                <a:lnTo>
                  <a:pt x="852610" y="412349"/>
                </a:lnTo>
                <a:lnTo>
                  <a:pt x="849395" y="413473"/>
                </a:lnTo>
                <a:lnTo>
                  <a:pt x="848249" y="412414"/>
                </a:lnTo>
                <a:lnTo>
                  <a:pt x="847854" y="407940"/>
                </a:lnTo>
                <a:lnTo>
                  <a:pt x="849189" y="396461"/>
                </a:lnTo>
                <a:lnTo>
                  <a:pt x="850454" y="390392"/>
                </a:lnTo>
                <a:lnTo>
                  <a:pt x="851953" y="386983"/>
                </a:lnTo>
                <a:lnTo>
                  <a:pt x="853269" y="385817"/>
                </a:lnTo>
                <a:lnTo>
                  <a:pt x="854622" y="385682"/>
                </a:lnTo>
                <a:lnTo>
                  <a:pt x="856382" y="386890"/>
                </a:lnTo>
                <a:close/>
                <a:moveTo>
                  <a:pt x="904404" y="387179"/>
                </a:moveTo>
                <a:lnTo>
                  <a:pt x="905138" y="389069"/>
                </a:lnTo>
                <a:lnTo>
                  <a:pt x="906493" y="401775"/>
                </a:lnTo>
                <a:lnTo>
                  <a:pt x="908116" y="409599"/>
                </a:lnTo>
                <a:lnTo>
                  <a:pt x="907590" y="411456"/>
                </a:lnTo>
                <a:lnTo>
                  <a:pt x="906210" y="412076"/>
                </a:lnTo>
                <a:lnTo>
                  <a:pt x="903086" y="411133"/>
                </a:lnTo>
                <a:lnTo>
                  <a:pt x="888724" y="400864"/>
                </a:lnTo>
                <a:lnTo>
                  <a:pt x="887103" y="399344"/>
                </a:lnTo>
                <a:lnTo>
                  <a:pt x="886796" y="398456"/>
                </a:lnTo>
                <a:lnTo>
                  <a:pt x="887252" y="396706"/>
                </a:lnTo>
                <a:lnTo>
                  <a:pt x="888786" y="394848"/>
                </a:lnTo>
                <a:lnTo>
                  <a:pt x="896587" y="389686"/>
                </a:lnTo>
                <a:lnTo>
                  <a:pt x="900398" y="386406"/>
                </a:lnTo>
                <a:lnTo>
                  <a:pt x="902234" y="386215"/>
                </a:lnTo>
                <a:lnTo>
                  <a:pt x="904404" y="387179"/>
                </a:lnTo>
                <a:close/>
                <a:moveTo>
                  <a:pt x="881598" y="404247"/>
                </a:moveTo>
                <a:lnTo>
                  <a:pt x="901597" y="417831"/>
                </a:lnTo>
                <a:lnTo>
                  <a:pt x="901818" y="418582"/>
                </a:lnTo>
                <a:lnTo>
                  <a:pt x="901190" y="419754"/>
                </a:lnTo>
                <a:lnTo>
                  <a:pt x="897199" y="423009"/>
                </a:lnTo>
                <a:lnTo>
                  <a:pt x="880529" y="430849"/>
                </a:lnTo>
                <a:lnTo>
                  <a:pt x="876666" y="431393"/>
                </a:lnTo>
                <a:lnTo>
                  <a:pt x="873736" y="430525"/>
                </a:lnTo>
                <a:lnTo>
                  <a:pt x="860594" y="423560"/>
                </a:lnTo>
                <a:lnTo>
                  <a:pt x="857977" y="421862"/>
                </a:lnTo>
                <a:lnTo>
                  <a:pt x="855663" y="419670"/>
                </a:lnTo>
                <a:lnTo>
                  <a:pt x="855368" y="418597"/>
                </a:lnTo>
                <a:lnTo>
                  <a:pt x="856659" y="417144"/>
                </a:lnTo>
                <a:lnTo>
                  <a:pt x="874486" y="404597"/>
                </a:lnTo>
                <a:lnTo>
                  <a:pt x="878042" y="403269"/>
                </a:lnTo>
                <a:lnTo>
                  <a:pt x="881598" y="404247"/>
                </a:lnTo>
                <a:close/>
                <a:moveTo>
                  <a:pt x="908887" y="424400"/>
                </a:moveTo>
                <a:lnTo>
                  <a:pt x="909660" y="426833"/>
                </a:lnTo>
                <a:lnTo>
                  <a:pt x="911093" y="437617"/>
                </a:lnTo>
                <a:lnTo>
                  <a:pt x="912644" y="444604"/>
                </a:lnTo>
                <a:lnTo>
                  <a:pt x="912369" y="447465"/>
                </a:lnTo>
                <a:lnTo>
                  <a:pt x="911225" y="449061"/>
                </a:lnTo>
                <a:lnTo>
                  <a:pt x="909573" y="448929"/>
                </a:lnTo>
                <a:lnTo>
                  <a:pt x="906525" y="447609"/>
                </a:lnTo>
                <a:lnTo>
                  <a:pt x="889092" y="438726"/>
                </a:lnTo>
                <a:lnTo>
                  <a:pt x="887173" y="437291"/>
                </a:lnTo>
                <a:lnTo>
                  <a:pt x="886692" y="434872"/>
                </a:lnTo>
                <a:lnTo>
                  <a:pt x="887218" y="433599"/>
                </a:lnTo>
                <a:lnTo>
                  <a:pt x="887994" y="432939"/>
                </a:lnTo>
                <a:lnTo>
                  <a:pt x="892939" y="431040"/>
                </a:lnTo>
                <a:lnTo>
                  <a:pt x="901179" y="426797"/>
                </a:lnTo>
                <a:lnTo>
                  <a:pt x="905423" y="424095"/>
                </a:lnTo>
                <a:lnTo>
                  <a:pt x="907465" y="423731"/>
                </a:lnTo>
                <a:lnTo>
                  <a:pt x="908887" y="424400"/>
                </a:lnTo>
                <a:close/>
                <a:moveTo>
                  <a:pt x="852429" y="425847"/>
                </a:moveTo>
                <a:lnTo>
                  <a:pt x="865477" y="433105"/>
                </a:lnTo>
                <a:lnTo>
                  <a:pt x="866693" y="434388"/>
                </a:lnTo>
                <a:lnTo>
                  <a:pt x="866708" y="435895"/>
                </a:lnTo>
                <a:lnTo>
                  <a:pt x="865748" y="437430"/>
                </a:lnTo>
                <a:lnTo>
                  <a:pt x="863876" y="438679"/>
                </a:lnTo>
                <a:lnTo>
                  <a:pt x="858081" y="440828"/>
                </a:lnTo>
                <a:lnTo>
                  <a:pt x="847223" y="446347"/>
                </a:lnTo>
                <a:lnTo>
                  <a:pt x="844762" y="446609"/>
                </a:lnTo>
                <a:lnTo>
                  <a:pt x="843745" y="445477"/>
                </a:lnTo>
                <a:lnTo>
                  <a:pt x="843557" y="444120"/>
                </a:lnTo>
                <a:lnTo>
                  <a:pt x="844473" y="432669"/>
                </a:lnTo>
                <a:lnTo>
                  <a:pt x="845679" y="424834"/>
                </a:lnTo>
                <a:lnTo>
                  <a:pt x="846543" y="424259"/>
                </a:lnTo>
                <a:lnTo>
                  <a:pt x="848439" y="424147"/>
                </a:lnTo>
                <a:lnTo>
                  <a:pt x="852429" y="425847"/>
                </a:lnTo>
                <a:close/>
                <a:moveTo>
                  <a:pt x="880634" y="441420"/>
                </a:moveTo>
                <a:lnTo>
                  <a:pt x="900753" y="452479"/>
                </a:lnTo>
                <a:lnTo>
                  <a:pt x="902095" y="453666"/>
                </a:lnTo>
                <a:lnTo>
                  <a:pt x="902556" y="455779"/>
                </a:lnTo>
                <a:lnTo>
                  <a:pt x="902274" y="457103"/>
                </a:lnTo>
                <a:lnTo>
                  <a:pt x="901185" y="458277"/>
                </a:lnTo>
                <a:lnTo>
                  <a:pt x="880850" y="473370"/>
                </a:lnTo>
                <a:lnTo>
                  <a:pt x="878969" y="474428"/>
                </a:lnTo>
                <a:lnTo>
                  <a:pt x="877163" y="474561"/>
                </a:lnTo>
                <a:lnTo>
                  <a:pt x="873771" y="472861"/>
                </a:lnTo>
                <a:lnTo>
                  <a:pt x="857048" y="459942"/>
                </a:lnTo>
                <a:lnTo>
                  <a:pt x="852091" y="455709"/>
                </a:lnTo>
                <a:lnTo>
                  <a:pt x="850571" y="453391"/>
                </a:lnTo>
                <a:lnTo>
                  <a:pt x="850934" y="452365"/>
                </a:lnTo>
                <a:lnTo>
                  <a:pt x="852297" y="451432"/>
                </a:lnTo>
                <a:lnTo>
                  <a:pt x="869595" y="442738"/>
                </a:lnTo>
                <a:lnTo>
                  <a:pt x="873668" y="440241"/>
                </a:lnTo>
                <a:lnTo>
                  <a:pt x="877035" y="439849"/>
                </a:lnTo>
                <a:lnTo>
                  <a:pt x="880634" y="441420"/>
                </a:lnTo>
                <a:close/>
                <a:moveTo>
                  <a:pt x="848571" y="462297"/>
                </a:moveTo>
                <a:lnTo>
                  <a:pt x="867306" y="476144"/>
                </a:lnTo>
                <a:lnTo>
                  <a:pt x="869527" y="478216"/>
                </a:lnTo>
                <a:lnTo>
                  <a:pt x="870268" y="479799"/>
                </a:lnTo>
                <a:lnTo>
                  <a:pt x="869329" y="481295"/>
                </a:lnTo>
                <a:lnTo>
                  <a:pt x="866188" y="484086"/>
                </a:lnTo>
                <a:lnTo>
                  <a:pt x="860824" y="487604"/>
                </a:lnTo>
                <a:lnTo>
                  <a:pt x="839208" y="503677"/>
                </a:lnTo>
                <a:lnTo>
                  <a:pt x="837698" y="503954"/>
                </a:lnTo>
                <a:lnTo>
                  <a:pt x="836376" y="503082"/>
                </a:lnTo>
                <a:lnTo>
                  <a:pt x="836211" y="500021"/>
                </a:lnTo>
                <a:lnTo>
                  <a:pt x="840846" y="462286"/>
                </a:lnTo>
                <a:lnTo>
                  <a:pt x="841695" y="459915"/>
                </a:lnTo>
                <a:lnTo>
                  <a:pt x="843107" y="459209"/>
                </a:lnTo>
                <a:lnTo>
                  <a:pt x="845321" y="460043"/>
                </a:lnTo>
                <a:lnTo>
                  <a:pt x="848571" y="462297"/>
                </a:lnTo>
                <a:close/>
                <a:moveTo>
                  <a:pt x="913516" y="462827"/>
                </a:moveTo>
                <a:lnTo>
                  <a:pt x="914399" y="466918"/>
                </a:lnTo>
                <a:lnTo>
                  <a:pt x="916715" y="487166"/>
                </a:lnTo>
                <a:lnTo>
                  <a:pt x="917734" y="501086"/>
                </a:lnTo>
                <a:lnTo>
                  <a:pt x="917610" y="503344"/>
                </a:lnTo>
                <a:lnTo>
                  <a:pt x="916885" y="504545"/>
                </a:lnTo>
                <a:lnTo>
                  <a:pt x="916302" y="504742"/>
                </a:lnTo>
                <a:lnTo>
                  <a:pt x="913698" y="503698"/>
                </a:lnTo>
                <a:lnTo>
                  <a:pt x="890312" y="485390"/>
                </a:lnTo>
                <a:lnTo>
                  <a:pt x="886569" y="482029"/>
                </a:lnTo>
                <a:lnTo>
                  <a:pt x="885214" y="479991"/>
                </a:lnTo>
                <a:lnTo>
                  <a:pt x="886944" y="478026"/>
                </a:lnTo>
                <a:lnTo>
                  <a:pt x="892405" y="473840"/>
                </a:lnTo>
                <a:lnTo>
                  <a:pt x="908758" y="462383"/>
                </a:lnTo>
                <a:lnTo>
                  <a:pt x="912070" y="461091"/>
                </a:lnTo>
                <a:lnTo>
                  <a:pt x="913516" y="462827"/>
                </a:lnTo>
                <a:close/>
                <a:moveTo>
                  <a:pt x="297482" y="149097"/>
                </a:moveTo>
                <a:lnTo>
                  <a:pt x="294233" y="150770"/>
                </a:lnTo>
                <a:lnTo>
                  <a:pt x="290859" y="153798"/>
                </a:lnTo>
                <a:lnTo>
                  <a:pt x="286218" y="155319"/>
                </a:lnTo>
                <a:lnTo>
                  <a:pt x="283246" y="157133"/>
                </a:lnTo>
                <a:lnTo>
                  <a:pt x="274091" y="169045"/>
                </a:lnTo>
                <a:lnTo>
                  <a:pt x="273075" y="170919"/>
                </a:lnTo>
                <a:lnTo>
                  <a:pt x="272918" y="172740"/>
                </a:lnTo>
                <a:lnTo>
                  <a:pt x="276534" y="185216"/>
                </a:lnTo>
                <a:lnTo>
                  <a:pt x="276474" y="187264"/>
                </a:lnTo>
                <a:lnTo>
                  <a:pt x="268837" y="196509"/>
                </a:lnTo>
                <a:lnTo>
                  <a:pt x="264537" y="204918"/>
                </a:lnTo>
                <a:lnTo>
                  <a:pt x="263194" y="205862"/>
                </a:lnTo>
                <a:lnTo>
                  <a:pt x="259503" y="206072"/>
                </a:lnTo>
                <a:lnTo>
                  <a:pt x="256288" y="207945"/>
                </a:lnTo>
                <a:lnTo>
                  <a:pt x="251058" y="213830"/>
                </a:lnTo>
                <a:lnTo>
                  <a:pt x="249426" y="217722"/>
                </a:lnTo>
                <a:lnTo>
                  <a:pt x="249362" y="219620"/>
                </a:lnTo>
                <a:lnTo>
                  <a:pt x="250601" y="222949"/>
                </a:lnTo>
                <a:lnTo>
                  <a:pt x="256396" y="232885"/>
                </a:lnTo>
                <a:lnTo>
                  <a:pt x="255955" y="233928"/>
                </a:lnTo>
                <a:lnTo>
                  <a:pt x="252871" y="236449"/>
                </a:lnTo>
                <a:lnTo>
                  <a:pt x="251600" y="238444"/>
                </a:lnTo>
                <a:lnTo>
                  <a:pt x="251410" y="240660"/>
                </a:lnTo>
                <a:lnTo>
                  <a:pt x="252552" y="245435"/>
                </a:lnTo>
                <a:lnTo>
                  <a:pt x="250699" y="251181"/>
                </a:lnTo>
                <a:lnTo>
                  <a:pt x="250626" y="254532"/>
                </a:lnTo>
                <a:lnTo>
                  <a:pt x="254330" y="261399"/>
                </a:lnTo>
                <a:lnTo>
                  <a:pt x="258424" y="267281"/>
                </a:lnTo>
                <a:lnTo>
                  <a:pt x="259181" y="269741"/>
                </a:lnTo>
                <a:lnTo>
                  <a:pt x="259712" y="275635"/>
                </a:lnTo>
                <a:lnTo>
                  <a:pt x="262111" y="281505"/>
                </a:lnTo>
                <a:lnTo>
                  <a:pt x="262940" y="285845"/>
                </a:lnTo>
                <a:lnTo>
                  <a:pt x="263883" y="287381"/>
                </a:lnTo>
                <a:lnTo>
                  <a:pt x="265044" y="287903"/>
                </a:lnTo>
                <a:lnTo>
                  <a:pt x="268951" y="288115"/>
                </a:lnTo>
                <a:lnTo>
                  <a:pt x="272001" y="287237"/>
                </a:lnTo>
                <a:lnTo>
                  <a:pt x="273280" y="285586"/>
                </a:lnTo>
                <a:lnTo>
                  <a:pt x="274027" y="282072"/>
                </a:lnTo>
                <a:lnTo>
                  <a:pt x="273145" y="277542"/>
                </a:lnTo>
                <a:lnTo>
                  <a:pt x="270115" y="272007"/>
                </a:lnTo>
                <a:lnTo>
                  <a:pt x="268892" y="265547"/>
                </a:lnTo>
                <a:lnTo>
                  <a:pt x="267119" y="260586"/>
                </a:lnTo>
                <a:lnTo>
                  <a:pt x="264799" y="256185"/>
                </a:lnTo>
                <a:lnTo>
                  <a:pt x="261804" y="252324"/>
                </a:lnTo>
                <a:lnTo>
                  <a:pt x="262720" y="243163"/>
                </a:lnTo>
                <a:lnTo>
                  <a:pt x="268010" y="234745"/>
                </a:lnTo>
                <a:lnTo>
                  <a:pt x="269934" y="229657"/>
                </a:lnTo>
                <a:lnTo>
                  <a:pt x="269944" y="225597"/>
                </a:lnTo>
                <a:lnTo>
                  <a:pt x="267541" y="221659"/>
                </a:lnTo>
                <a:lnTo>
                  <a:pt x="273730" y="218575"/>
                </a:lnTo>
                <a:lnTo>
                  <a:pt x="276796" y="215728"/>
                </a:lnTo>
                <a:lnTo>
                  <a:pt x="277122" y="213075"/>
                </a:lnTo>
                <a:lnTo>
                  <a:pt x="275159" y="207677"/>
                </a:lnTo>
                <a:lnTo>
                  <a:pt x="277550" y="202122"/>
                </a:lnTo>
                <a:lnTo>
                  <a:pt x="284202" y="194493"/>
                </a:lnTo>
                <a:lnTo>
                  <a:pt x="286574" y="190038"/>
                </a:lnTo>
                <a:lnTo>
                  <a:pt x="287015" y="187809"/>
                </a:lnTo>
                <a:lnTo>
                  <a:pt x="286932" y="184604"/>
                </a:lnTo>
                <a:lnTo>
                  <a:pt x="285377" y="179810"/>
                </a:lnTo>
                <a:lnTo>
                  <a:pt x="284851" y="175831"/>
                </a:lnTo>
                <a:lnTo>
                  <a:pt x="285043" y="173252"/>
                </a:lnTo>
                <a:lnTo>
                  <a:pt x="285682" y="171535"/>
                </a:lnTo>
                <a:lnTo>
                  <a:pt x="287435" y="168762"/>
                </a:lnTo>
                <a:lnTo>
                  <a:pt x="289567" y="166497"/>
                </a:lnTo>
                <a:lnTo>
                  <a:pt x="295150" y="163730"/>
                </a:lnTo>
                <a:lnTo>
                  <a:pt x="298302" y="161343"/>
                </a:lnTo>
                <a:lnTo>
                  <a:pt x="302008" y="157351"/>
                </a:lnTo>
                <a:lnTo>
                  <a:pt x="303839" y="154352"/>
                </a:lnTo>
                <a:lnTo>
                  <a:pt x="304211" y="152544"/>
                </a:lnTo>
                <a:lnTo>
                  <a:pt x="304039" y="150640"/>
                </a:lnTo>
                <a:lnTo>
                  <a:pt x="302863" y="148215"/>
                </a:lnTo>
                <a:lnTo>
                  <a:pt x="300928" y="148030"/>
                </a:lnTo>
                <a:lnTo>
                  <a:pt x="297482" y="149097"/>
                </a:lnTo>
                <a:close/>
                <a:moveTo>
                  <a:pt x="717525" y="285254"/>
                </a:moveTo>
                <a:lnTo>
                  <a:pt x="716127" y="286507"/>
                </a:lnTo>
                <a:lnTo>
                  <a:pt x="716741" y="289170"/>
                </a:lnTo>
                <a:lnTo>
                  <a:pt x="719183" y="292692"/>
                </a:lnTo>
                <a:lnTo>
                  <a:pt x="721172" y="293269"/>
                </a:lnTo>
                <a:lnTo>
                  <a:pt x="727424" y="293363"/>
                </a:lnTo>
                <a:lnTo>
                  <a:pt x="730969" y="292722"/>
                </a:lnTo>
                <a:lnTo>
                  <a:pt x="734384" y="289806"/>
                </a:lnTo>
                <a:lnTo>
                  <a:pt x="735750" y="287327"/>
                </a:lnTo>
                <a:lnTo>
                  <a:pt x="735293" y="286011"/>
                </a:lnTo>
                <a:lnTo>
                  <a:pt x="733225" y="284934"/>
                </a:lnTo>
                <a:lnTo>
                  <a:pt x="730336" y="285095"/>
                </a:lnTo>
                <a:lnTo>
                  <a:pt x="725908" y="287098"/>
                </a:lnTo>
                <a:lnTo>
                  <a:pt x="720136" y="284966"/>
                </a:lnTo>
                <a:lnTo>
                  <a:pt x="717525" y="285254"/>
                </a:lnTo>
                <a:close/>
                <a:moveTo>
                  <a:pt x="10221" y="295331"/>
                </a:moveTo>
                <a:lnTo>
                  <a:pt x="6935" y="295755"/>
                </a:lnTo>
                <a:lnTo>
                  <a:pt x="4968" y="297012"/>
                </a:lnTo>
                <a:lnTo>
                  <a:pt x="4381" y="298272"/>
                </a:lnTo>
                <a:lnTo>
                  <a:pt x="3807" y="302688"/>
                </a:lnTo>
                <a:lnTo>
                  <a:pt x="4098" y="329563"/>
                </a:lnTo>
                <a:lnTo>
                  <a:pt x="6279" y="331292"/>
                </a:lnTo>
                <a:lnTo>
                  <a:pt x="8721" y="331745"/>
                </a:lnTo>
                <a:lnTo>
                  <a:pt x="11306" y="331494"/>
                </a:lnTo>
                <a:lnTo>
                  <a:pt x="13982" y="330093"/>
                </a:lnTo>
                <a:lnTo>
                  <a:pt x="13982" y="306082"/>
                </a:lnTo>
                <a:lnTo>
                  <a:pt x="15814" y="303816"/>
                </a:lnTo>
                <a:lnTo>
                  <a:pt x="24407" y="303360"/>
                </a:lnTo>
                <a:lnTo>
                  <a:pt x="26646" y="302897"/>
                </a:lnTo>
                <a:lnTo>
                  <a:pt x="28268" y="301541"/>
                </a:lnTo>
                <a:lnTo>
                  <a:pt x="29216" y="299488"/>
                </a:lnTo>
                <a:lnTo>
                  <a:pt x="28732" y="297580"/>
                </a:lnTo>
                <a:lnTo>
                  <a:pt x="26153" y="295749"/>
                </a:lnTo>
                <a:lnTo>
                  <a:pt x="18534" y="295055"/>
                </a:lnTo>
                <a:lnTo>
                  <a:pt x="10221" y="295331"/>
                </a:lnTo>
                <a:close/>
                <a:moveTo>
                  <a:pt x="51734" y="295427"/>
                </a:moveTo>
                <a:lnTo>
                  <a:pt x="50342" y="296468"/>
                </a:lnTo>
                <a:lnTo>
                  <a:pt x="48986" y="298416"/>
                </a:lnTo>
                <a:lnTo>
                  <a:pt x="49179" y="329852"/>
                </a:lnTo>
                <a:lnTo>
                  <a:pt x="51427" y="331572"/>
                </a:lnTo>
                <a:lnTo>
                  <a:pt x="54025" y="331979"/>
                </a:lnTo>
                <a:lnTo>
                  <a:pt x="58580" y="330334"/>
                </a:lnTo>
                <a:lnTo>
                  <a:pt x="59062" y="321270"/>
                </a:lnTo>
                <a:lnTo>
                  <a:pt x="61666" y="319784"/>
                </a:lnTo>
                <a:lnTo>
                  <a:pt x="67462" y="318640"/>
                </a:lnTo>
                <a:lnTo>
                  <a:pt x="71032" y="317443"/>
                </a:lnTo>
                <a:lnTo>
                  <a:pt x="75311" y="314809"/>
                </a:lnTo>
                <a:lnTo>
                  <a:pt x="77053" y="311626"/>
                </a:lnTo>
                <a:lnTo>
                  <a:pt x="77489" y="309715"/>
                </a:lnTo>
                <a:lnTo>
                  <a:pt x="77535" y="305643"/>
                </a:lnTo>
                <a:lnTo>
                  <a:pt x="76545" y="301749"/>
                </a:lnTo>
                <a:lnTo>
                  <a:pt x="75686" y="300063"/>
                </a:lnTo>
                <a:lnTo>
                  <a:pt x="74596" y="298653"/>
                </a:lnTo>
                <a:lnTo>
                  <a:pt x="71956" y="297020"/>
                </a:lnTo>
                <a:lnTo>
                  <a:pt x="67798" y="296010"/>
                </a:lnTo>
                <a:lnTo>
                  <a:pt x="59848" y="295059"/>
                </a:lnTo>
                <a:lnTo>
                  <a:pt x="54984" y="294963"/>
                </a:lnTo>
                <a:lnTo>
                  <a:pt x="51734" y="295427"/>
                </a:lnTo>
                <a:close/>
                <a:moveTo>
                  <a:pt x="66054" y="304057"/>
                </a:moveTo>
                <a:lnTo>
                  <a:pt x="67889" y="305448"/>
                </a:lnTo>
                <a:lnTo>
                  <a:pt x="68299" y="306656"/>
                </a:lnTo>
                <a:lnTo>
                  <a:pt x="67934" y="308107"/>
                </a:lnTo>
                <a:lnTo>
                  <a:pt x="66209" y="310185"/>
                </a:lnTo>
                <a:lnTo>
                  <a:pt x="65073" y="310794"/>
                </a:lnTo>
                <a:lnTo>
                  <a:pt x="62618" y="311175"/>
                </a:lnTo>
                <a:lnTo>
                  <a:pt x="60407" y="310474"/>
                </a:lnTo>
                <a:lnTo>
                  <a:pt x="59575" y="309731"/>
                </a:lnTo>
                <a:lnTo>
                  <a:pt x="59022" y="308731"/>
                </a:lnTo>
                <a:lnTo>
                  <a:pt x="58918" y="306394"/>
                </a:lnTo>
                <a:lnTo>
                  <a:pt x="60242" y="304040"/>
                </a:lnTo>
                <a:lnTo>
                  <a:pt x="62769" y="303196"/>
                </a:lnTo>
                <a:lnTo>
                  <a:pt x="66054" y="304057"/>
                </a:lnTo>
                <a:close/>
                <a:moveTo>
                  <a:pt x="98357" y="295186"/>
                </a:moveTo>
                <a:lnTo>
                  <a:pt x="96841" y="296529"/>
                </a:lnTo>
                <a:lnTo>
                  <a:pt x="96471" y="297874"/>
                </a:lnTo>
                <a:lnTo>
                  <a:pt x="96627" y="299439"/>
                </a:lnTo>
                <a:lnTo>
                  <a:pt x="104394" y="314969"/>
                </a:lnTo>
                <a:lnTo>
                  <a:pt x="107036" y="321463"/>
                </a:lnTo>
                <a:lnTo>
                  <a:pt x="106644" y="322800"/>
                </a:lnTo>
                <a:lnTo>
                  <a:pt x="105567" y="323778"/>
                </a:lnTo>
                <a:lnTo>
                  <a:pt x="102068" y="324479"/>
                </a:lnTo>
                <a:lnTo>
                  <a:pt x="100696" y="325362"/>
                </a:lnTo>
                <a:lnTo>
                  <a:pt x="99947" y="326961"/>
                </a:lnTo>
                <a:lnTo>
                  <a:pt x="99894" y="329539"/>
                </a:lnTo>
                <a:lnTo>
                  <a:pt x="100603" y="331311"/>
                </a:lnTo>
                <a:lnTo>
                  <a:pt x="101985" y="332407"/>
                </a:lnTo>
                <a:lnTo>
                  <a:pt x="104004" y="332809"/>
                </a:lnTo>
                <a:lnTo>
                  <a:pt x="106622" y="332498"/>
                </a:lnTo>
                <a:lnTo>
                  <a:pt x="111120" y="330662"/>
                </a:lnTo>
                <a:lnTo>
                  <a:pt x="113459" y="328668"/>
                </a:lnTo>
                <a:lnTo>
                  <a:pt x="114674" y="326994"/>
                </a:lnTo>
                <a:lnTo>
                  <a:pt x="125972" y="301716"/>
                </a:lnTo>
                <a:lnTo>
                  <a:pt x="126691" y="299286"/>
                </a:lnTo>
                <a:lnTo>
                  <a:pt x="126629" y="297271"/>
                </a:lnTo>
                <a:lnTo>
                  <a:pt x="125820" y="295800"/>
                </a:lnTo>
                <a:lnTo>
                  <a:pt x="124300" y="295003"/>
                </a:lnTo>
                <a:lnTo>
                  <a:pt x="122420" y="294979"/>
                </a:lnTo>
                <a:lnTo>
                  <a:pt x="120791" y="295647"/>
                </a:lnTo>
                <a:lnTo>
                  <a:pt x="119270" y="297018"/>
                </a:lnTo>
                <a:lnTo>
                  <a:pt x="117831" y="299130"/>
                </a:lnTo>
                <a:lnTo>
                  <a:pt x="114558" y="306519"/>
                </a:lnTo>
                <a:lnTo>
                  <a:pt x="113424" y="307736"/>
                </a:lnTo>
                <a:lnTo>
                  <a:pt x="112827" y="307752"/>
                </a:lnTo>
                <a:lnTo>
                  <a:pt x="110642" y="305353"/>
                </a:lnTo>
                <a:lnTo>
                  <a:pt x="105751" y="297009"/>
                </a:lnTo>
                <a:lnTo>
                  <a:pt x="102651" y="295541"/>
                </a:lnTo>
                <a:lnTo>
                  <a:pt x="98357" y="295186"/>
                </a:lnTo>
                <a:close/>
                <a:moveTo>
                  <a:pt x="153466" y="295379"/>
                </a:moveTo>
                <a:lnTo>
                  <a:pt x="149606" y="295969"/>
                </a:lnTo>
                <a:lnTo>
                  <a:pt x="147054" y="297934"/>
                </a:lnTo>
                <a:lnTo>
                  <a:pt x="147103" y="321280"/>
                </a:lnTo>
                <a:lnTo>
                  <a:pt x="147536" y="330093"/>
                </a:lnTo>
                <a:lnTo>
                  <a:pt x="149604" y="331520"/>
                </a:lnTo>
                <a:lnTo>
                  <a:pt x="152833" y="331982"/>
                </a:lnTo>
                <a:lnTo>
                  <a:pt x="155755" y="331344"/>
                </a:lnTo>
                <a:lnTo>
                  <a:pt x="157564" y="329756"/>
                </a:lnTo>
                <a:lnTo>
                  <a:pt x="157468" y="305407"/>
                </a:lnTo>
                <a:lnTo>
                  <a:pt x="159281" y="304061"/>
                </a:lnTo>
                <a:lnTo>
                  <a:pt x="162037" y="303613"/>
                </a:lnTo>
                <a:lnTo>
                  <a:pt x="164844" y="304274"/>
                </a:lnTo>
                <a:lnTo>
                  <a:pt x="166166" y="305231"/>
                </a:lnTo>
                <a:lnTo>
                  <a:pt x="166587" y="306134"/>
                </a:lnTo>
                <a:lnTo>
                  <a:pt x="166629" y="329756"/>
                </a:lnTo>
                <a:lnTo>
                  <a:pt x="168483" y="331104"/>
                </a:lnTo>
                <a:lnTo>
                  <a:pt x="171469" y="331891"/>
                </a:lnTo>
                <a:lnTo>
                  <a:pt x="174564" y="331710"/>
                </a:lnTo>
                <a:lnTo>
                  <a:pt x="176044" y="331058"/>
                </a:lnTo>
                <a:lnTo>
                  <a:pt x="176548" y="330233"/>
                </a:lnTo>
                <a:lnTo>
                  <a:pt x="176814" y="325519"/>
                </a:lnTo>
                <a:lnTo>
                  <a:pt x="176946" y="297452"/>
                </a:lnTo>
                <a:lnTo>
                  <a:pt x="174777" y="295475"/>
                </a:lnTo>
                <a:lnTo>
                  <a:pt x="153466" y="295379"/>
                </a:lnTo>
                <a:close/>
                <a:moveTo>
                  <a:pt x="204284" y="295331"/>
                </a:moveTo>
                <a:lnTo>
                  <a:pt x="202096" y="296239"/>
                </a:lnTo>
                <a:lnTo>
                  <a:pt x="200427" y="297741"/>
                </a:lnTo>
                <a:lnTo>
                  <a:pt x="200475" y="329659"/>
                </a:lnTo>
                <a:lnTo>
                  <a:pt x="201978" y="331110"/>
                </a:lnTo>
                <a:lnTo>
                  <a:pt x="205119" y="331868"/>
                </a:lnTo>
                <a:lnTo>
                  <a:pt x="208542" y="331445"/>
                </a:lnTo>
                <a:lnTo>
                  <a:pt x="210504" y="329949"/>
                </a:lnTo>
                <a:lnTo>
                  <a:pt x="210938" y="305407"/>
                </a:lnTo>
                <a:lnTo>
                  <a:pt x="212968" y="303935"/>
                </a:lnTo>
                <a:lnTo>
                  <a:pt x="215993" y="303473"/>
                </a:lnTo>
                <a:lnTo>
                  <a:pt x="218691" y="304547"/>
                </a:lnTo>
                <a:lnTo>
                  <a:pt x="219857" y="306806"/>
                </a:lnTo>
                <a:lnTo>
                  <a:pt x="219809" y="329563"/>
                </a:lnTo>
                <a:lnTo>
                  <a:pt x="221344" y="330952"/>
                </a:lnTo>
                <a:lnTo>
                  <a:pt x="224059" y="331783"/>
                </a:lnTo>
                <a:lnTo>
                  <a:pt x="227196" y="331702"/>
                </a:lnTo>
                <a:lnTo>
                  <a:pt x="229645" y="330672"/>
                </a:lnTo>
                <a:lnTo>
                  <a:pt x="230464" y="329949"/>
                </a:lnTo>
                <a:lnTo>
                  <a:pt x="230435" y="305331"/>
                </a:lnTo>
                <a:lnTo>
                  <a:pt x="230067" y="298356"/>
                </a:lnTo>
                <a:lnTo>
                  <a:pt x="229401" y="296473"/>
                </a:lnTo>
                <a:lnTo>
                  <a:pt x="228238" y="295809"/>
                </a:lnTo>
                <a:lnTo>
                  <a:pt x="224103" y="295429"/>
                </a:lnTo>
                <a:lnTo>
                  <a:pt x="204284" y="295331"/>
                </a:lnTo>
                <a:close/>
                <a:moveTo>
                  <a:pt x="263154" y="295668"/>
                </a:moveTo>
                <a:lnTo>
                  <a:pt x="261013" y="297898"/>
                </a:lnTo>
                <a:lnTo>
                  <a:pt x="259104" y="302147"/>
                </a:lnTo>
                <a:lnTo>
                  <a:pt x="253339" y="321166"/>
                </a:lnTo>
                <a:lnTo>
                  <a:pt x="250961" y="327372"/>
                </a:lnTo>
                <a:lnTo>
                  <a:pt x="251040" y="330316"/>
                </a:lnTo>
                <a:lnTo>
                  <a:pt x="252915" y="331815"/>
                </a:lnTo>
                <a:lnTo>
                  <a:pt x="256870" y="331454"/>
                </a:lnTo>
                <a:lnTo>
                  <a:pt x="258473" y="330119"/>
                </a:lnTo>
                <a:lnTo>
                  <a:pt x="260602" y="326485"/>
                </a:lnTo>
                <a:lnTo>
                  <a:pt x="262171" y="324814"/>
                </a:lnTo>
                <a:lnTo>
                  <a:pt x="264014" y="323975"/>
                </a:lnTo>
                <a:lnTo>
                  <a:pt x="266328" y="323850"/>
                </a:lnTo>
                <a:lnTo>
                  <a:pt x="268386" y="324276"/>
                </a:lnTo>
                <a:lnTo>
                  <a:pt x="269446" y="324929"/>
                </a:lnTo>
                <a:lnTo>
                  <a:pt x="273857" y="331174"/>
                </a:lnTo>
                <a:lnTo>
                  <a:pt x="276442" y="331952"/>
                </a:lnTo>
                <a:lnTo>
                  <a:pt x="280189" y="331352"/>
                </a:lnTo>
                <a:lnTo>
                  <a:pt x="282102" y="329225"/>
                </a:lnTo>
                <a:lnTo>
                  <a:pt x="281330" y="325947"/>
                </a:lnTo>
                <a:lnTo>
                  <a:pt x="272369" y="298444"/>
                </a:lnTo>
                <a:lnTo>
                  <a:pt x="270643" y="296506"/>
                </a:lnTo>
                <a:lnTo>
                  <a:pt x="267972" y="295298"/>
                </a:lnTo>
                <a:lnTo>
                  <a:pt x="265419" y="294997"/>
                </a:lnTo>
                <a:lnTo>
                  <a:pt x="263154" y="295668"/>
                </a:lnTo>
                <a:close/>
                <a:moveTo>
                  <a:pt x="267011" y="312688"/>
                </a:moveTo>
                <a:lnTo>
                  <a:pt x="267630" y="313528"/>
                </a:lnTo>
                <a:lnTo>
                  <a:pt x="266985" y="314582"/>
                </a:lnTo>
                <a:lnTo>
                  <a:pt x="264998" y="314875"/>
                </a:lnTo>
                <a:lnTo>
                  <a:pt x="263936" y="314344"/>
                </a:lnTo>
                <a:lnTo>
                  <a:pt x="263911" y="313189"/>
                </a:lnTo>
                <a:lnTo>
                  <a:pt x="264697" y="312447"/>
                </a:lnTo>
                <a:lnTo>
                  <a:pt x="265783" y="312260"/>
                </a:lnTo>
                <a:lnTo>
                  <a:pt x="267011" y="312688"/>
                </a:lnTo>
                <a:close/>
                <a:moveTo>
                  <a:pt x="336102" y="295524"/>
                </a:moveTo>
                <a:lnTo>
                  <a:pt x="334538" y="296998"/>
                </a:lnTo>
                <a:lnTo>
                  <a:pt x="333849" y="300706"/>
                </a:lnTo>
                <a:lnTo>
                  <a:pt x="333643" y="329081"/>
                </a:lnTo>
                <a:lnTo>
                  <a:pt x="335299" y="330949"/>
                </a:lnTo>
                <a:lnTo>
                  <a:pt x="336488" y="331577"/>
                </a:lnTo>
                <a:lnTo>
                  <a:pt x="339347" y="331709"/>
                </a:lnTo>
                <a:lnTo>
                  <a:pt x="341398" y="331128"/>
                </a:lnTo>
                <a:lnTo>
                  <a:pt x="342485" y="329615"/>
                </a:lnTo>
                <a:lnTo>
                  <a:pt x="343016" y="324272"/>
                </a:lnTo>
                <a:lnTo>
                  <a:pt x="343668" y="322280"/>
                </a:lnTo>
                <a:lnTo>
                  <a:pt x="344784" y="320975"/>
                </a:lnTo>
                <a:lnTo>
                  <a:pt x="347383" y="320034"/>
                </a:lnTo>
                <a:lnTo>
                  <a:pt x="348505" y="320294"/>
                </a:lnTo>
                <a:lnTo>
                  <a:pt x="349454" y="321143"/>
                </a:lnTo>
                <a:lnTo>
                  <a:pt x="352693" y="327463"/>
                </a:lnTo>
                <a:lnTo>
                  <a:pt x="355809" y="331287"/>
                </a:lnTo>
                <a:lnTo>
                  <a:pt x="358914" y="332035"/>
                </a:lnTo>
                <a:lnTo>
                  <a:pt x="364125" y="331181"/>
                </a:lnTo>
                <a:lnTo>
                  <a:pt x="364795" y="330244"/>
                </a:lnTo>
                <a:lnTo>
                  <a:pt x="364002" y="327465"/>
                </a:lnTo>
                <a:lnTo>
                  <a:pt x="355460" y="311778"/>
                </a:lnTo>
                <a:lnTo>
                  <a:pt x="354995" y="310024"/>
                </a:lnTo>
                <a:lnTo>
                  <a:pt x="355321" y="308077"/>
                </a:lnTo>
                <a:lnTo>
                  <a:pt x="356509" y="305754"/>
                </a:lnTo>
                <a:lnTo>
                  <a:pt x="361199" y="299365"/>
                </a:lnTo>
                <a:lnTo>
                  <a:pt x="361563" y="297667"/>
                </a:lnTo>
                <a:lnTo>
                  <a:pt x="361196" y="296242"/>
                </a:lnTo>
                <a:lnTo>
                  <a:pt x="360137" y="295262"/>
                </a:lnTo>
                <a:lnTo>
                  <a:pt x="358425" y="294897"/>
                </a:lnTo>
                <a:lnTo>
                  <a:pt x="356275" y="295475"/>
                </a:lnTo>
                <a:lnTo>
                  <a:pt x="353721" y="296865"/>
                </a:lnTo>
                <a:lnTo>
                  <a:pt x="351662" y="298552"/>
                </a:lnTo>
                <a:lnTo>
                  <a:pt x="347233" y="304600"/>
                </a:lnTo>
                <a:lnTo>
                  <a:pt x="344491" y="307432"/>
                </a:lnTo>
                <a:lnTo>
                  <a:pt x="343616" y="306949"/>
                </a:lnTo>
                <a:lnTo>
                  <a:pt x="343064" y="305443"/>
                </a:lnTo>
                <a:lnTo>
                  <a:pt x="342694" y="298764"/>
                </a:lnTo>
                <a:lnTo>
                  <a:pt x="341995" y="296895"/>
                </a:lnTo>
                <a:lnTo>
                  <a:pt x="340795" y="295812"/>
                </a:lnTo>
                <a:lnTo>
                  <a:pt x="339031" y="295150"/>
                </a:lnTo>
                <a:lnTo>
                  <a:pt x="336102" y="295524"/>
                </a:lnTo>
                <a:close/>
                <a:moveTo>
                  <a:pt x="395936" y="295620"/>
                </a:moveTo>
                <a:lnTo>
                  <a:pt x="392641" y="296850"/>
                </a:lnTo>
                <a:lnTo>
                  <a:pt x="389900" y="298549"/>
                </a:lnTo>
                <a:lnTo>
                  <a:pt x="386719" y="302096"/>
                </a:lnTo>
                <a:lnTo>
                  <a:pt x="385148" y="305202"/>
                </a:lnTo>
                <a:lnTo>
                  <a:pt x="383808" y="309510"/>
                </a:lnTo>
                <a:lnTo>
                  <a:pt x="383494" y="314876"/>
                </a:lnTo>
                <a:lnTo>
                  <a:pt x="385685" y="323768"/>
                </a:lnTo>
                <a:lnTo>
                  <a:pt x="386969" y="326140"/>
                </a:lnTo>
                <a:lnTo>
                  <a:pt x="388945" y="328406"/>
                </a:lnTo>
                <a:lnTo>
                  <a:pt x="391084" y="330286"/>
                </a:lnTo>
                <a:lnTo>
                  <a:pt x="393538" y="331417"/>
                </a:lnTo>
                <a:lnTo>
                  <a:pt x="398518" y="332741"/>
                </a:lnTo>
                <a:lnTo>
                  <a:pt x="401276" y="332751"/>
                </a:lnTo>
                <a:lnTo>
                  <a:pt x="406688" y="331491"/>
                </a:lnTo>
                <a:lnTo>
                  <a:pt x="408327" y="330720"/>
                </a:lnTo>
                <a:lnTo>
                  <a:pt x="411940" y="327475"/>
                </a:lnTo>
                <a:lnTo>
                  <a:pt x="414312" y="324197"/>
                </a:lnTo>
                <a:lnTo>
                  <a:pt x="416330" y="320209"/>
                </a:lnTo>
                <a:lnTo>
                  <a:pt x="416134" y="308371"/>
                </a:lnTo>
                <a:lnTo>
                  <a:pt x="414684" y="303750"/>
                </a:lnTo>
                <a:lnTo>
                  <a:pt x="411554" y="299508"/>
                </a:lnTo>
                <a:lnTo>
                  <a:pt x="409265" y="297424"/>
                </a:lnTo>
                <a:lnTo>
                  <a:pt x="405628" y="296007"/>
                </a:lnTo>
                <a:lnTo>
                  <a:pt x="402150" y="295266"/>
                </a:lnTo>
                <a:lnTo>
                  <a:pt x="398906" y="295140"/>
                </a:lnTo>
                <a:lnTo>
                  <a:pt x="395936" y="295620"/>
                </a:lnTo>
                <a:close/>
                <a:moveTo>
                  <a:pt x="403216" y="304540"/>
                </a:moveTo>
                <a:lnTo>
                  <a:pt x="404771" y="306473"/>
                </a:lnTo>
                <a:lnTo>
                  <a:pt x="405816" y="309232"/>
                </a:lnTo>
                <a:lnTo>
                  <a:pt x="406328" y="314247"/>
                </a:lnTo>
                <a:lnTo>
                  <a:pt x="405898" y="317725"/>
                </a:lnTo>
                <a:lnTo>
                  <a:pt x="404670" y="321253"/>
                </a:lnTo>
                <a:lnTo>
                  <a:pt x="403312" y="323168"/>
                </a:lnTo>
                <a:lnTo>
                  <a:pt x="401591" y="324134"/>
                </a:lnTo>
                <a:lnTo>
                  <a:pt x="398815" y="324144"/>
                </a:lnTo>
                <a:lnTo>
                  <a:pt x="397099" y="323211"/>
                </a:lnTo>
                <a:lnTo>
                  <a:pt x="396090" y="322063"/>
                </a:lnTo>
                <a:lnTo>
                  <a:pt x="394056" y="318079"/>
                </a:lnTo>
                <a:lnTo>
                  <a:pt x="393461" y="315328"/>
                </a:lnTo>
                <a:lnTo>
                  <a:pt x="393861" y="311108"/>
                </a:lnTo>
                <a:lnTo>
                  <a:pt x="395316" y="307014"/>
                </a:lnTo>
                <a:lnTo>
                  <a:pt x="397382" y="304347"/>
                </a:lnTo>
                <a:lnTo>
                  <a:pt x="400299" y="303611"/>
                </a:lnTo>
                <a:lnTo>
                  <a:pt x="403216" y="304540"/>
                </a:lnTo>
                <a:close/>
                <a:moveTo>
                  <a:pt x="441257" y="295379"/>
                </a:moveTo>
                <a:lnTo>
                  <a:pt x="439822" y="296784"/>
                </a:lnTo>
                <a:lnTo>
                  <a:pt x="439147" y="300892"/>
                </a:lnTo>
                <a:lnTo>
                  <a:pt x="438991" y="330190"/>
                </a:lnTo>
                <a:lnTo>
                  <a:pt x="441126" y="331661"/>
                </a:lnTo>
                <a:lnTo>
                  <a:pt x="442848" y="331974"/>
                </a:lnTo>
                <a:lnTo>
                  <a:pt x="444570" y="331661"/>
                </a:lnTo>
                <a:lnTo>
                  <a:pt x="446705" y="330190"/>
                </a:lnTo>
                <a:lnTo>
                  <a:pt x="447428" y="318483"/>
                </a:lnTo>
                <a:lnTo>
                  <a:pt x="447621" y="317413"/>
                </a:lnTo>
                <a:lnTo>
                  <a:pt x="448495" y="316576"/>
                </a:lnTo>
                <a:lnTo>
                  <a:pt x="449796" y="318336"/>
                </a:lnTo>
                <a:lnTo>
                  <a:pt x="452802" y="327701"/>
                </a:lnTo>
                <a:lnTo>
                  <a:pt x="454281" y="330129"/>
                </a:lnTo>
                <a:lnTo>
                  <a:pt x="455997" y="331435"/>
                </a:lnTo>
                <a:lnTo>
                  <a:pt x="459193" y="331491"/>
                </a:lnTo>
                <a:lnTo>
                  <a:pt x="461127" y="330283"/>
                </a:lnTo>
                <a:lnTo>
                  <a:pt x="462013" y="328427"/>
                </a:lnTo>
                <a:lnTo>
                  <a:pt x="463610" y="322065"/>
                </a:lnTo>
                <a:lnTo>
                  <a:pt x="464843" y="320335"/>
                </a:lnTo>
                <a:lnTo>
                  <a:pt x="466329" y="319582"/>
                </a:lnTo>
                <a:lnTo>
                  <a:pt x="467435" y="319837"/>
                </a:lnTo>
                <a:lnTo>
                  <a:pt x="467835" y="320601"/>
                </a:lnTo>
                <a:lnTo>
                  <a:pt x="467534" y="329177"/>
                </a:lnTo>
                <a:lnTo>
                  <a:pt x="468643" y="330334"/>
                </a:lnTo>
                <a:lnTo>
                  <a:pt x="470337" y="331462"/>
                </a:lnTo>
                <a:lnTo>
                  <a:pt x="472403" y="331913"/>
                </a:lnTo>
                <a:lnTo>
                  <a:pt x="475421" y="331390"/>
                </a:lnTo>
                <a:lnTo>
                  <a:pt x="476860" y="330283"/>
                </a:lnTo>
                <a:lnTo>
                  <a:pt x="477370" y="329078"/>
                </a:lnTo>
                <a:lnTo>
                  <a:pt x="477606" y="326079"/>
                </a:lnTo>
                <a:lnTo>
                  <a:pt x="477803" y="308452"/>
                </a:lnTo>
                <a:lnTo>
                  <a:pt x="477492" y="299273"/>
                </a:lnTo>
                <a:lnTo>
                  <a:pt x="476648" y="296578"/>
                </a:lnTo>
                <a:lnTo>
                  <a:pt x="474940" y="295504"/>
                </a:lnTo>
                <a:lnTo>
                  <a:pt x="469767" y="294993"/>
                </a:lnTo>
                <a:lnTo>
                  <a:pt x="467490" y="295610"/>
                </a:lnTo>
                <a:lnTo>
                  <a:pt x="464932" y="297118"/>
                </a:lnTo>
                <a:lnTo>
                  <a:pt x="463354" y="299726"/>
                </a:lnTo>
                <a:lnTo>
                  <a:pt x="460856" y="308963"/>
                </a:lnTo>
                <a:lnTo>
                  <a:pt x="459782" y="310509"/>
                </a:lnTo>
                <a:lnTo>
                  <a:pt x="457409" y="311868"/>
                </a:lnTo>
                <a:lnTo>
                  <a:pt x="455814" y="309583"/>
                </a:lnTo>
                <a:lnTo>
                  <a:pt x="452829" y="299718"/>
                </a:lnTo>
                <a:lnTo>
                  <a:pt x="450884" y="296662"/>
                </a:lnTo>
                <a:lnTo>
                  <a:pt x="449828" y="295802"/>
                </a:lnTo>
                <a:lnTo>
                  <a:pt x="447179" y="295153"/>
                </a:lnTo>
                <a:lnTo>
                  <a:pt x="443859" y="294973"/>
                </a:lnTo>
                <a:lnTo>
                  <a:pt x="441257" y="295379"/>
                </a:lnTo>
                <a:close/>
                <a:moveTo>
                  <a:pt x="505045" y="295282"/>
                </a:moveTo>
                <a:lnTo>
                  <a:pt x="503188" y="295991"/>
                </a:lnTo>
                <a:lnTo>
                  <a:pt x="501429" y="297452"/>
                </a:lnTo>
                <a:lnTo>
                  <a:pt x="501429" y="329949"/>
                </a:lnTo>
                <a:lnTo>
                  <a:pt x="503615" y="331458"/>
                </a:lnTo>
                <a:lnTo>
                  <a:pt x="505831" y="331817"/>
                </a:lnTo>
                <a:lnTo>
                  <a:pt x="509306" y="330978"/>
                </a:lnTo>
                <a:lnTo>
                  <a:pt x="510301" y="329920"/>
                </a:lnTo>
                <a:lnTo>
                  <a:pt x="511035" y="323810"/>
                </a:lnTo>
                <a:lnTo>
                  <a:pt x="511071" y="306082"/>
                </a:lnTo>
                <a:lnTo>
                  <a:pt x="514187" y="303859"/>
                </a:lnTo>
                <a:lnTo>
                  <a:pt x="517472" y="303604"/>
                </a:lnTo>
                <a:lnTo>
                  <a:pt x="519403" y="304071"/>
                </a:lnTo>
                <a:lnTo>
                  <a:pt x="520048" y="304666"/>
                </a:lnTo>
                <a:lnTo>
                  <a:pt x="520831" y="306970"/>
                </a:lnTo>
                <a:lnTo>
                  <a:pt x="520955" y="329515"/>
                </a:lnTo>
                <a:lnTo>
                  <a:pt x="522496" y="331037"/>
                </a:lnTo>
                <a:lnTo>
                  <a:pt x="524270" y="331694"/>
                </a:lnTo>
                <a:lnTo>
                  <a:pt x="527336" y="331611"/>
                </a:lnTo>
                <a:lnTo>
                  <a:pt x="529130" y="330899"/>
                </a:lnTo>
                <a:lnTo>
                  <a:pt x="530309" y="329707"/>
                </a:lnTo>
                <a:lnTo>
                  <a:pt x="530641" y="326571"/>
                </a:lnTo>
                <a:lnTo>
                  <a:pt x="530839" y="298175"/>
                </a:lnTo>
                <a:lnTo>
                  <a:pt x="528667" y="296134"/>
                </a:lnTo>
                <a:lnTo>
                  <a:pt x="526886" y="295331"/>
                </a:lnTo>
                <a:lnTo>
                  <a:pt x="505045" y="295282"/>
                </a:lnTo>
                <a:close/>
                <a:moveTo>
                  <a:pt x="563625" y="295957"/>
                </a:moveTo>
                <a:lnTo>
                  <a:pt x="561185" y="298346"/>
                </a:lnTo>
                <a:lnTo>
                  <a:pt x="559915" y="301027"/>
                </a:lnTo>
                <a:lnTo>
                  <a:pt x="557564" y="309850"/>
                </a:lnTo>
                <a:lnTo>
                  <a:pt x="551710" y="326686"/>
                </a:lnTo>
                <a:lnTo>
                  <a:pt x="551501" y="329805"/>
                </a:lnTo>
                <a:lnTo>
                  <a:pt x="553319" y="331769"/>
                </a:lnTo>
                <a:lnTo>
                  <a:pt x="557118" y="331760"/>
                </a:lnTo>
                <a:lnTo>
                  <a:pt x="558939" y="330304"/>
                </a:lnTo>
                <a:lnTo>
                  <a:pt x="560962" y="326512"/>
                </a:lnTo>
                <a:lnTo>
                  <a:pt x="562323" y="324964"/>
                </a:lnTo>
                <a:lnTo>
                  <a:pt x="564153" y="324159"/>
                </a:lnTo>
                <a:lnTo>
                  <a:pt x="567560" y="323894"/>
                </a:lnTo>
                <a:lnTo>
                  <a:pt x="569561" y="324458"/>
                </a:lnTo>
                <a:lnTo>
                  <a:pt x="570570" y="325296"/>
                </a:lnTo>
                <a:lnTo>
                  <a:pt x="573057" y="329597"/>
                </a:lnTo>
                <a:lnTo>
                  <a:pt x="574648" y="331039"/>
                </a:lnTo>
                <a:lnTo>
                  <a:pt x="577463" y="331877"/>
                </a:lnTo>
                <a:lnTo>
                  <a:pt x="580964" y="331407"/>
                </a:lnTo>
                <a:lnTo>
                  <a:pt x="582043" y="330327"/>
                </a:lnTo>
                <a:lnTo>
                  <a:pt x="582332" y="329274"/>
                </a:lnTo>
                <a:lnTo>
                  <a:pt x="581699" y="324856"/>
                </a:lnTo>
                <a:lnTo>
                  <a:pt x="575411" y="306229"/>
                </a:lnTo>
                <a:lnTo>
                  <a:pt x="573271" y="298604"/>
                </a:lnTo>
                <a:lnTo>
                  <a:pt x="572207" y="296952"/>
                </a:lnTo>
                <a:lnTo>
                  <a:pt x="569881" y="295528"/>
                </a:lnTo>
                <a:lnTo>
                  <a:pt x="565798" y="295013"/>
                </a:lnTo>
                <a:lnTo>
                  <a:pt x="563625" y="295957"/>
                </a:lnTo>
                <a:close/>
                <a:moveTo>
                  <a:pt x="567675" y="312688"/>
                </a:moveTo>
                <a:lnTo>
                  <a:pt x="568200" y="313989"/>
                </a:lnTo>
                <a:lnTo>
                  <a:pt x="567521" y="315022"/>
                </a:lnTo>
                <a:lnTo>
                  <a:pt x="565421" y="315459"/>
                </a:lnTo>
                <a:lnTo>
                  <a:pt x="564352" y="314796"/>
                </a:lnTo>
                <a:lnTo>
                  <a:pt x="564168" y="313137"/>
                </a:lnTo>
                <a:lnTo>
                  <a:pt x="564946" y="312011"/>
                </a:lnTo>
                <a:lnTo>
                  <a:pt x="566266" y="311822"/>
                </a:lnTo>
                <a:lnTo>
                  <a:pt x="567675" y="312688"/>
                </a:lnTo>
                <a:close/>
                <a:moveTo>
                  <a:pt x="606632" y="295379"/>
                </a:moveTo>
                <a:lnTo>
                  <a:pt x="605091" y="296781"/>
                </a:lnTo>
                <a:lnTo>
                  <a:pt x="604355" y="300767"/>
                </a:lnTo>
                <a:lnTo>
                  <a:pt x="604185" y="322627"/>
                </a:lnTo>
                <a:lnTo>
                  <a:pt x="604371" y="329140"/>
                </a:lnTo>
                <a:lnTo>
                  <a:pt x="604729" y="330180"/>
                </a:lnTo>
                <a:lnTo>
                  <a:pt x="606718" y="331592"/>
                </a:lnTo>
                <a:lnTo>
                  <a:pt x="609477" y="331957"/>
                </a:lnTo>
                <a:lnTo>
                  <a:pt x="611240" y="331512"/>
                </a:lnTo>
                <a:lnTo>
                  <a:pt x="613189" y="330093"/>
                </a:lnTo>
                <a:lnTo>
                  <a:pt x="613507" y="321391"/>
                </a:lnTo>
                <a:lnTo>
                  <a:pt x="614021" y="318678"/>
                </a:lnTo>
                <a:lnTo>
                  <a:pt x="615892" y="317237"/>
                </a:lnTo>
                <a:lnTo>
                  <a:pt x="619138" y="316828"/>
                </a:lnTo>
                <a:lnTo>
                  <a:pt x="622214" y="317500"/>
                </a:lnTo>
                <a:lnTo>
                  <a:pt x="623411" y="318522"/>
                </a:lnTo>
                <a:lnTo>
                  <a:pt x="623893" y="329659"/>
                </a:lnTo>
                <a:lnTo>
                  <a:pt x="625691" y="331338"/>
                </a:lnTo>
                <a:lnTo>
                  <a:pt x="627095" y="331879"/>
                </a:lnTo>
                <a:lnTo>
                  <a:pt x="629541" y="331923"/>
                </a:lnTo>
                <a:lnTo>
                  <a:pt x="631680" y="331061"/>
                </a:lnTo>
                <a:lnTo>
                  <a:pt x="633054" y="329515"/>
                </a:lnTo>
                <a:lnTo>
                  <a:pt x="633054" y="298513"/>
                </a:lnTo>
                <a:lnTo>
                  <a:pt x="631897" y="296666"/>
                </a:lnTo>
                <a:lnTo>
                  <a:pt x="630763" y="295561"/>
                </a:lnTo>
                <a:lnTo>
                  <a:pt x="629582" y="295138"/>
                </a:lnTo>
                <a:lnTo>
                  <a:pt x="627460" y="295112"/>
                </a:lnTo>
                <a:lnTo>
                  <a:pt x="625804" y="295871"/>
                </a:lnTo>
                <a:lnTo>
                  <a:pt x="624284" y="298375"/>
                </a:lnTo>
                <a:lnTo>
                  <a:pt x="624053" y="305166"/>
                </a:lnTo>
                <a:lnTo>
                  <a:pt x="623470" y="307124"/>
                </a:lnTo>
                <a:lnTo>
                  <a:pt x="622208" y="308320"/>
                </a:lnTo>
                <a:lnTo>
                  <a:pt x="618872" y="308854"/>
                </a:lnTo>
                <a:lnTo>
                  <a:pt x="615544" y="308423"/>
                </a:lnTo>
                <a:lnTo>
                  <a:pt x="613973" y="307348"/>
                </a:lnTo>
                <a:lnTo>
                  <a:pt x="613364" y="304945"/>
                </a:lnTo>
                <a:lnTo>
                  <a:pt x="613286" y="297693"/>
                </a:lnTo>
                <a:lnTo>
                  <a:pt x="610003" y="295112"/>
                </a:lnTo>
                <a:lnTo>
                  <a:pt x="608420" y="294942"/>
                </a:lnTo>
                <a:lnTo>
                  <a:pt x="606632" y="295379"/>
                </a:lnTo>
                <a:close/>
                <a:moveTo>
                  <a:pt x="659716" y="295861"/>
                </a:moveTo>
                <a:lnTo>
                  <a:pt x="657959" y="297321"/>
                </a:lnTo>
                <a:lnTo>
                  <a:pt x="657578" y="298673"/>
                </a:lnTo>
                <a:lnTo>
                  <a:pt x="657257" y="329177"/>
                </a:lnTo>
                <a:lnTo>
                  <a:pt x="658755" y="330837"/>
                </a:lnTo>
                <a:lnTo>
                  <a:pt x="660623" y="331690"/>
                </a:lnTo>
                <a:lnTo>
                  <a:pt x="662850" y="331923"/>
                </a:lnTo>
                <a:lnTo>
                  <a:pt x="664827" y="331443"/>
                </a:lnTo>
                <a:lnTo>
                  <a:pt x="667430" y="328400"/>
                </a:lnTo>
                <a:lnTo>
                  <a:pt x="671528" y="321632"/>
                </a:lnTo>
                <a:lnTo>
                  <a:pt x="676157" y="316449"/>
                </a:lnTo>
                <a:lnTo>
                  <a:pt x="677500" y="318224"/>
                </a:lnTo>
                <a:lnTo>
                  <a:pt x="677827" y="319402"/>
                </a:lnTo>
                <a:lnTo>
                  <a:pt x="677653" y="327030"/>
                </a:lnTo>
                <a:lnTo>
                  <a:pt x="677989" y="329852"/>
                </a:lnTo>
                <a:lnTo>
                  <a:pt x="679051" y="331056"/>
                </a:lnTo>
                <a:lnTo>
                  <a:pt x="680687" y="331756"/>
                </a:lnTo>
                <a:lnTo>
                  <a:pt x="683498" y="331794"/>
                </a:lnTo>
                <a:lnTo>
                  <a:pt x="685131" y="331101"/>
                </a:lnTo>
                <a:lnTo>
                  <a:pt x="686571" y="329515"/>
                </a:lnTo>
                <a:lnTo>
                  <a:pt x="686571" y="297693"/>
                </a:lnTo>
                <a:lnTo>
                  <a:pt x="683298" y="295048"/>
                </a:lnTo>
                <a:lnTo>
                  <a:pt x="681337" y="294940"/>
                </a:lnTo>
                <a:lnTo>
                  <a:pt x="679320" y="295951"/>
                </a:lnTo>
                <a:lnTo>
                  <a:pt x="676257" y="299529"/>
                </a:lnTo>
                <a:lnTo>
                  <a:pt x="670295" y="308915"/>
                </a:lnTo>
                <a:lnTo>
                  <a:pt x="668510" y="310614"/>
                </a:lnTo>
                <a:lnTo>
                  <a:pt x="667800" y="310304"/>
                </a:lnTo>
                <a:lnTo>
                  <a:pt x="667061" y="308415"/>
                </a:lnTo>
                <a:lnTo>
                  <a:pt x="666636" y="299454"/>
                </a:lnTo>
                <a:lnTo>
                  <a:pt x="665829" y="296488"/>
                </a:lnTo>
                <a:lnTo>
                  <a:pt x="664586" y="295427"/>
                </a:lnTo>
                <a:lnTo>
                  <a:pt x="663096" y="294971"/>
                </a:lnTo>
                <a:lnTo>
                  <a:pt x="661680" y="295007"/>
                </a:lnTo>
                <a:lnTo>
                  <a:pt x="659716" y="295861"/>
                </a:lnTo>
                <a:close/>
                <a:moveTo>
                  <a:pt x="712077" y="296777"/>
                </a:moveTo>
                <a:lnTo>
                  <a:pt x="710679" y="298224"/>
                </a:lnTo>
                <a:lnTo>
                  <a:pt x="710920" y="324693"/>
                </a:lnTo>
                <a:lnTo>
                  <a:pt x="711185" y="329417"/>
                </a:lnTo>
                <a:lnTo>
                  <a:pt x="711743" y="330406"/>
                </a:lnTo>
                <a:lnTo>
                  <a:pt x="713309" y="331344"/>
                </a:lnTo>
                <a:lnTo>
                  <a:pt x="715325" y="331775"/>
                </a:lnTo>
                <a:lnTo>
                  <a:pt x="717382" y="331667"/>
                </a:lnTo>
                <a:lnTo>
                  <a:pt x="719069" y="330991"/>
                </a:lnTo>
                <a:lnTo>
                  <a:pt x="725565" y="320121"/>
                </a:lnTo>
                <a:lnTo>
                  <a:pt x="727391" y="318600"/>
                </a:lnTo>
                <a:lnTo>
                  <a:pt x="729517" y="317658"/>
                </a:lnTo>
                <a:lnTo>
                  <a:pt x="730237" y="317861"/>
                </a:lnTo>
                <a:lnTo>
                  <a:pt x="730597" y="318877"/>
                </a:lnTo>
                <a:lnTo>
                  <a:pt x="731555" y="330431"/>
                </a:lnTo>
                <a:lnTo>
                  <a:pt x="733363" y="331543"/>
                </a:lnTo>
                <a:lnTo>
                  <a:pt x="736120" y="331882"/>
                </a:lnTo>
                <a:lnTo>
                  <a:pt x="738696" y="331377"/>
                </a:lnTo>
                <a:lnTo>
                  <a:pt x="740571" y="330045"/>
                </a:lnTo>
                <a:lnTo>
                  <a:pt x="740432" y="301937"/>
                </a:lnTo>
                <a:lnTo>
                  <a:pt x="739509" y="296622"/>
                </a:lnTo>
                <a:lnTo>
                  <a:pt x="738084" y="295540"/>
                </a:lnTo>
                <a:lnTo>
                  <a:pt x="735750" y="295379"/>
                </a:lnTo>
                <a:lnTo>
                  <a:pt x="734304" y="295622"/>
                </a:lnTo>
                <a:lnTo>
                  <a:pt x="732194" y="296837"/>
                </a:lnTo>
                <a:lnTo>
                  <a:pt x="730267" y="298964"/>
                </a:lnTo>
                <a:lnTo>
                  <a:pt x="723938" y="309216"/>
                </a:lnTo>
                <a:lnTo>
                  <a:pt x="722262" y="310289"/>
                </a:lnTo>
                <a:lnTo>
                  <a:pt x="721296" y="310000"/>
                </a:lnTo>
                <a:lnTo>
                  <a:pt x="720661" y="308831"/>
                </a:lnTo>
                <a:lnTo>
                  <a:pt x="720321" y="297741"/>
                </a:lnTo>
                <a:lnTo>
                  <a:pt x="718538" y="296105"/>
                </a:lnTo>
                <a:lnTo>
                  <a:pt x="716423" y="295340"/>
                </a:lnTo>
                <a:lnTo>
                  <a:pt x="714111" y="295569"/>
                </a:lnTo>
                <a:lnTo>
                  <a:pt x="712077" y="296777"/>
                </a:lnTo>
                <a:close/>
                <a:moveTo>
                  <a:pt x="952039" y="298320"/>
                </a:moveTo>
                <a:lnTo>
                  <a:pt x="951702" y="300249"/>
                </a:lnTo>
                <a:lnTo>
                  <a:pt x="954512" y="306484"/>
                </a:lnTo>
                <a:lnTo>
                  <a:pt x="953908" y="307749"/>
                </a:lnTo>
                <a:lnTo>
                  <a:pt x="950526" y="308599"/>
                </a:lnTo>
                <a:lnTo>
                  <a:pt x="941771" y="307873"/>
                </a:lnTo>
                <a:lnTo>
                  <a:pt x="936673" y="308532"/>
                </a:lnTo>
                <a:lnTo>
                  <a:pt x="933621" y="310201"/>
                </a:lnTo>
                <a:lnTo>
                  <a:pt x="933176" y="312428"/>
                </a:lnTo>
                <a:lnTo>
                  <a:pt x="934217" y="314684"/>
                </a:lnTo>
                <a:lnTo>
                  <a:pt x="936527" y="316120"/>
                </a:lnTo>
                <a:lnTo>
                  <a:pt x="941879" y="317702"/>
                </a:lnTo>
                <a:lnTo>
                  <a:pt x="948194" y="318410"/>
                </a:lnTo>
                <a:lnTo>
                  <a:pt x="949882" y="319046"/>
                </a:lnTo>
                <a:lnTo>
                  <a:pt x="951710" y="320649"/>
                </a:lnTo>
                <a:lnTo>
                  <a:pt x="955237" y="328258"/>
                </a:lnTo>
                <a:lnTo>
                  <a:pt x="960063" y="341840"/>
                </a:lnTo>
                <a:lnTo>
                  <a:pt x="966865" y="351696"/>
                </a:lnTo>
                <a:lnTo>
                  <a:pt x="971351" y="362236"/>
                </a:lnTo>
                <a:lnTo>
                  <a:pt x="972331" y="368231"/>
                </a:lnTo>
                <a:lnTo>
                  <a:pt x="972673" y="388370"/>
                </a:lnTo>
                <a:lnTo>
                  <a:pt x="974073" y="395327"/>
                </a:lnTo>
                <a:lnTo>
                  <a:pt x="972452" y="405573"/>
                </a:lnTo>
                <a:lnTo>
                  <a:pt x="970429" y="428035"/>
                </a:lnTo>
                <a:lnTo>
                  <a:pt x="969435" y="432623"/>
                </a:lnTo>
                <a:lnTo>
                  <a:pt x="967187" y="438068"/>
                </a:lnTo>
                <a:lnTo>
                  <a:pt x="965715" y="440326"/>
                </a:lnTo>
                <a:lnTo>
                  <a:pt x="963695" y="442047"/>
                </a:lnTo>
                <a:lnTo>
                  <a:pt x="961154" y="443212"/>
                </a:lnTo>
                <a:lnTo>
                  <a:pt x="958120" y="443804"/>
                </a:lnTo>
                <a:lnTo>
                  <a:pt x="953775" y="443879"/>
                </a:lnTo>
                <a:lnTo>
                  <a:pt x="948983" y="437837"/>
                </a:lnTo>
                <a:lnTo>
                  <a:pt x="949025" y="436694"/>
                </a:lnTo>
                <a:lnTo>
                  <a:pt x="949858" y="435809"/>
                </a:lnTo>
                <a:lnTo>
                  <a:pt x="955627" y="434734"/>
                </a:lnTo>
                <a:lnTo>
                  <a:pt x="957373" y="433873"/>
                </a:lnTo>
                <a:lnTo>
                  <a:pt x="958307" y="432693"/>
                </a:lnTo>
                <a:lnTo>
                  <a:pt x="958452" y="410370"/>
                </a:lnTo>
                <a:lnTo>
                  <a:pt x="955903" y="403724"/>
                </a:lnTo>
                <a:lnTo>
                  <a:pt x="954493" y="394445"/>
                </a:lnTo>
                <a:lnTo>
                  <a:pt x="953276" y="390689"/>
                </a:lnTo>
                <a:lnTo>
                  <a:pt x="950109" y="385758"/>
                </a:lnTo>
                <a:lnTo>
                  <a:pt x="943794" y="380241"/>
                </a:lnTo>
                <a:lnTo>
                  <a:pt x="940859" y="378942"/>
                </a:lnTo>
                <a:lnTo>
                  <a:pt x="938632" y="379626"/>
                </a:lnTo>
                <a:lnTo>
                  <a:pt x="928242" y="395003"/>
                </a:lnTo>
                <a:lnTo>
                  <a:pt x="925921" y="397095"/>
                </a:lnTo>
                <a:lnTo>
                  <a:pt x="923591" y="397292"/>
                </a:lnTo>
                <a:lnTo>
                  <a:pt x="919775" y="394537"/>
                </a:lnTo>
                <a:lnTo>
                  <a:pt x="917861" y="393670"/>
                </a:lnTo>
                <a:lnTo>
                  <a:pt x="916169" y="393753"/>
                </a:lnTo>
                <a:lnTo>
                  <a:pt x="914480" y="395086"/>
                </a:lnTo>
                <a:lnTo>
                  <a:pt x="918386" y="407604"/>
                </a:lnTo>
                <a:lnTo>
                  <a:pt x="919844" y="408686"/>
                </a:lnTo>
                <a:lnTo>
                  <a:pt x="923549" y="409385"/>
                </a:lnTo>
                <a:lnTo>
                  <a:pt x="926904" y="408908"/>
                </a:lnTo>
                <a:lnTo>
                  <a:pt x="929600" y="407322"/>
                </a:lnTo>
                <a:lnTo>
                  <a:pt x="934356" y="402835"/>
                </a:lnTo>
                <a:lnTo>
                  <a:pt x="941963" y="394598"/>
                </a:lnTo>
                <a:lnTo>
                  <a:pt x="943011" y="394569"/>
                </a:lnTo>
                <a:lnTo>
                  <a:pt x="943999" y="395729"/>
                </a:lnTo>
                <a:lnTo>
                  <a:pt x="944458" y="397995"/>
                </a:lnTo>
                <a:lnTo>
                  <a:pt x="944518" y="404488"/>
                </a:lnTo>
                <a:lnTo>
                  <a:pt x="948134" y="410852"/>
                </a:lnTo>
                <a:lnTo>
                  <a:pt x="948471" y="422134"/>
                </a:lnTo>
                <a:lnTo>
                  <a:pt x="946129" y="424197"/>
                </a:lnTo>
                <a:lnTo>
                  <a:pt x="941421" y="425018"/>
                </a:lnTo>
                <a:lnTo>
                  <a:pt x="939388" y="426478"/>
                </a:lnTo>
                <a:lnTo>
                  <a:pt x="936056" y="432313"/>
                </a:lnTo>
                <a:lnTo>
                  <a:pt x="934967" y="435013"/>
                </a:lnTo>
                <a:lnTo>
                  <a:pt x="934718" y="436954"/>
                </a:lnTo>
                <a:lnTo>
                  <a:pt x="936031" y="439534"/>
                </a:lnTo>
                <a:lnTo>
                  <a:pt x="942905" y="447489"/>
                </a:lnTo>
                <a:lnTo>
                  <a:pt x="944845" y="452017"/>
                </a:lnTo>
                <a:lnTo>
                  <a:pt x="944393" y="454696"/>
                </a:lnTo>
                <a:lnTo>
                  <a:pt x="939622" y="460715"/>
                </a:lnTo>
                <a:lnTo>
                  <a:pt x="939576" y="462815"/>
                </a:lnTo>
                <a:lnTo>
                  <a:pt x="942042" y="465387"/>
                </a:lnTo>
                <a:lnTo>
                  <a:pt x="944263" y="466301"/>
                </a:lnTo>
                <a:lnTo>
                  <a:pt x="948117" y="466942"/>
                </a:lnTo>
                <a:lnTo>
                  <a:pt x="951345" y="466547"/>
                </a:lnTo>
                <a:lnTo>
                  <a:pt x="952596" y="465652"/>
                </a:lnTo>
                <a:lnTo>
                  <a:pt x="955254" y="462037"/>
                </a:lnTo>
                <a:lnTo>
                  <a:pt x="957376" y="456899"/>
                </a:lnTo>
                <a:lnTo>
                  <a:pt x="959766" y="454595"/>
                </a:lnTo>
                <a:lnTo>
                  <a:pt x="963587" y="452993"/>
                </a:lnTo>
                <a:lnTo>
                  <a:pt x="970373" y="451344"/>
                </a:lnTo>
                <a:lnTo>
                  <a:pt x="974342" y="445898"/>
                </a:lnTo>
                <a:lnTo>
                  <a:pt x="978798" y="438624"/>
                </a:lnTo>
                <a:lnTo>
                  <a:pt x="981818" y="417633"/>
                </a:lnTo>
                <a:lnTo>
                  <a:pt x="983030" y="402124"/>
                </a:lnTo>
                <a:lnTo>
                  <a:pt x="982848" y="361674"/>
                </a:lnTo>
                <a:lnTo>
                  <a:pt x="977767" y="350301"/>
                </a:lnTo>
                <a:lnTo>
                  <a:pt x="974933" y="345720"/>
                </a:lnTo>
                <a:lnTo>
                  <a:pt x="972127" y="342237"/>
                </a:lnTo>
                <a:lnTo>
                  <a:pt x="968186" y="335286"/>
                </a:lnTo>
                <a:lnTo>
                  <a:pt x="967720" y="333377"/>
                </a:lnTo>
                <a:lnTo>
                  <a:pt x="968195" y="330669"/>
                </a:lnTo>
                <a:lnTo>
                  <a:pt x="969177" y="330235"/>
                </a:lnTo>
                <a:lnTo>
                  <a:pt x="971719" y="332137"/>
                </a:lnTo>
                <a:lnTo>
                  <a:pt x="980672" y="343931"/>
                </a:lnTo>
                <a:lnTo>
                  <a:pt x="985130" y="350555"/>
                </a:lnTo>
                <a:lnTo>
                  <a:pt x="988240" y="354028"/>
                </a:lnTo>
                <a:lnTo>
                  <a:pt x="990951" y="356331"/>
                </a:lnTo>
                <a:lnTo>
                  <a:pt x="993265" y="360060"/>
                </a:lnTo>
                <a:lnTo>
                  <a:pt x="995450" y="365096"/>
                </a:lnTo>
                <a:lnTo>
                  <a:pt x="997891" y="369372"/>
                </a:lnTo>
                <a:lnTo>
                  <a:pt x="1000941" y="373245"/>
                </a:lnTo>
                <a:lnTo>
                  <a:pt x="1004257" y="376331"/>
                </a:lnTo>
                <a:lnTo>
                  <a:pt x="1007496" y="378247"/>
                </a:lnTo>
                <a:lnTo>
                  <a:pt x="1008980" y="378645"/>
                </a:lnTo>
                <a:lnTo>
                  <a:pt x="1011563" y="378289"/>
                </a:lnTo>
                <a:lnTo>
                  <a:pt x="1012979" y="376240"/>
                </a:lnTo>
                <a:lnTo>
                  <a:pt x="1013609" y="371943"/>
                </a:lnTo>
                <a:lnTo>
                  <a:pt x="1016405" y="370864"/>
                </a:lnTo>
                <a:lnTo>
                  <a:pt x="1019815" y="370272"/>
                </a:lnTo>
                <a:lnTo>
                  <a:pt x="1020751" y="368779"/>
                </a:lnTo>
                <a:lnTo>
                  <a:pt x="1019877" y="366440"/>
                </a:lnTo>
                <a:lnTo>
                  <a:pt x="1016771" y="363313"/>
                </a:lnTo>
                <a:lnTo>
                  <a:pt x="1004080" y="357046"/>
                </a:lnTo>
                <a:lnTo>
                  <a:pt x="1001547" y="355065"/>
                </a:lnTo>
                <a:lnTo>
                  <a:pt x="999645" y="352447"/>
                </a:lnTo>
                <a:lnTo>
                  <a:pt x="998036" y="347016"/>
                </a:lnTo>
                <a:lnTo>
                  <a:pt x="997420" y="342500"/>
                </a:lnTo>
                <a:lnTo>
                  <a:pt x="998207" y="340682"/>
                </a:lnTo>
                <a:lnTo>
                  <a:pt x="1002592" y="337428"/>
                </a:lnTo>
                <a:lnTo>
                  <a:pt x="1002664" y="334625"/>
                </a:lnTo>
                <a:lnTo>
                  <a:pt x="1001705" y="332775"/>
                </a:lnTo>
                <a:lnTo>
                  <a:pt x="975254" y="314213"/>
                </a:lnTo>
                <a:lnTo>
                  <a:pt x="972896" y="311775"/>
                </a:lnTo>
                <a:lnTo>
                  <a:pt x="968273" y="305690"/>
                </a:lnTo>
                <a:lnTo>
                  <a:pt x="960959" y="298706"/>
                </a:lnTo>
                <a:lnTo>
                  <a:pt x="959050" y="297805"/>
                </a:lnTo>
                <a:lnTo>
                  <a:pt x="955866" y="297211"/>
                </a:lnTo>
                <a:lnTo>
                  <a:pt x="953138" y="297555"/>
                </a:lnTo>
                <a:lnTo>
                  <a:pt x="952039" y="298320"/>
                </a:lnTo>
                <a:close/>
                <a:moveTo>
                  <a:pt x="648241" y="347932"/>
                </a:moveTo>
                <a:lnTo>
                  <a:pt x="642794" y="348762"/>
                </a:lnTo>
                <a:lnTo>
                  <a:pt x="637670" y="350133"/>
                </a:lnTo>
                <a:lnTo>
                  <a:pt x="632905" y="352017"/>
                </a:lnTo>
                <a:lnTo>
                  <a:pt x="628532" y="354385"/>
                </a:lnTo>
                <a:lnTo>
                  <a:pt x="624586" y="357208"/>
                </a:lnTo>
                <a:lnTo>
                  <a:pt x="621101" y="360457"/>
                </a:lnTo>
                <a:lnTo>
                  <a:pt x="618113" y="364105"/>
                </a:lnTo>
                <a:lnTo>
                  <a:pt x="615654" y="368122"/>
                </a:lnTo>
                <a:lnTo>
                  <a:pt x="613761" y="372480"/>
                </a:lnTo>
                <a:lnTo>
                  <a:pt x="612466" y="377150"/>
                </a:lnTo>
                <a:lnTo>
                  <a:pt x="611598" y="381441"/>
                </a:lnTo>
                <a:lnTo>
                  <a:pt x="611598" y="451352"/>
                </a:lnTo>
                <a:lnTo>
                  <a:pt x="613317" y="459657"/>
                </a:lnTo>
                <a:lnTo>
                  <a:pt x="616071" y="466314"/>
                </a:lnTo>
                <a:lnTo>
                  <a:pt x="617931" y="469386"/>
                </a:lnTo>
                <a:lnTo>
                  <a:pt x="622509" y="474888"/>
                </a:lnTo>
                <a:lnTo>
                  <a:pt x="628089" y="479361"/>
                </a:lnTo>
                <a:lnTo>
                  <a:pt x="634500" y="482595"/>
                </a:lnTo>
                <a:lnTo>
                  <a:pt x="642274" y="485017"/>
                </a:lnTo>
                <a:lnTo>
                  <a:pt x="657769" y="485634"/>
                </a:lnTo>
                <a:lnTo>
                  <a:pt x="704356" y="485548"/>
                </a:lnTo>
                <a:lnTo>
                  <a:pt x="710843" y="484724"/>
                </a:lnTo>
                <a:lnTo>
                  <a:pt x="720089" y="481248"/>
                </a:lnTo>
                <a:lnTo>
                  <a:pt x="726366" y="477026"/>
                </a:lnTo>
                <a:lnTo>
                  <a:pt x="731603" y="472064"/>
                </a:lnTo>
                <a:lnTo>
                  <a:pt x="736078" y="465049"/>
                </a:lnTo>
                <a:lnTo>
                  <a:pt x="739418" y="454961"/>
                </a:lnTo>
                <a:lnTo>
                  <a:pt x="740071" y="445910"/>
                </a:lnTo>
                <a:lnTo>
                  <a:pt x="740217" y="435217"/>
                </a:lnTo>
                <a:lnTo>
                  <a:pt x="739848" y="378066"/>
                </a:lnTo>
                <a:lnTo>
                  <a:pt x="735483" y="367532"/>
                </a:lnTo>
                <a:lnTo>
                  <a:pt x="732875" y="363548"/>
                </a:lnTo>
                <a:lnTo>
                  <a:pt x="729578" y="359551"/>
                </a:lnTo>
                <a:lnTo>
                  <a:pt x="723745" y="354700"/>
                </a:lnTo>
                <a:lnTo>
                  <a:pt x="717348" y="351338"/>
                </a:lnTo>
                <a:lnTo>
                  <a:pt x="705616" y="347740"/>
                </a:lnTo>
                <a:lnTo>
                  <a:pt x="648241" y="347932"/>
                </a:lnTo>
                <a:close/>
                <a:moveTo>
                  <a:pt x="701566" y="378066"/>
                </a:moveTo>
                <a:lnTo>
                  <a:pt x="704329" y="379657"/>
                </a:lnTo>
                <a:lnTo>
                  <a:pt x="707757" y="383127"/>
                </a:lnTo>
                <a:lnTo>
                  <a:pt x="709184" y="385781"/>
                </a:lnTo>
                <a:lnTo>
                  <a:pt x="709391" y="388140"/>
                </a:lnTo>
                <a:lnTo>
                  <a:pt x="709722" y="408119"/>
                </a:lnTo>
                <a:lnTo>
                  <a:pt x="709511" y="440696"/>
                </a:lnTo>
                <a:lnTo>
                  <a:pt x="709136" y="447881"/>
                </a:lnTo>
                <a:lnTo>
                  <a:pt x="707395" y="450942"/>
                </a:lnTo>
                <a:lnTo>
                  <a:pt x="703977" y="454775"/>
                </a:lnTo>
                <a:lnTo>
                  <a:pt x="695395" y="457427"/>
                </a:lnTo>
                <a:lnTo>
                  <a:pt x="654027" y="457138"/>
                </a:lnTo>
                <a:lnTo>
                  <a:pt x="646795" y="454155"/>
                </a:lnTo>
                <a:lnTo>
                  <a:pt x="644080" y="451198"/>
                </a:lnTo>
                <a:lnTo>
                  <a:pt x="641105" y="445566"/>
                </a:lnTo>
                <a:lnTo>
                  <a:pt x="641202" y="388529"/>
                </a:lnTo>
                <a:lnTo>
                  <a:pt x="644507" y="382038"/>
                </a:lnTo>
                <a:lnTo>
                  <a:pt x="648056" y="378824"/>
                </a:lnTo>
                <a:lnTo>
                  <a:pt x="649880" y="378018"/>
                </a:lnTo>
                <a:lnTo>
                  <a:pt x="651928" y="377747"/>
                </a:lnTo>
                <a:lnTo>
                  <a:pt x="682908" y="377341"/>
                </a:lnTo>
                <a:lnTo>
                  <a:pt x="701566" y="378066"/>
                </a:lnTo>
                <a:close/>
                <a:moveTo>
                  <a:pt x="29266" y="350825"/>
                </a:moveTo>
                <a:lnTo>
                  <a:pt x="1832" y="351066"/>
                </a:lnTo>
                <a:lnTo>
                  <a:pt x="0" y="353332"/>
                </a:lnTo>
                <a:lnTo>
                  <a:pt x="0" y="376765"/>
                </a:lnTo>
                <a:lnTo>
                  <a:pt x="1832" y="379031"/>
                </a:lnTo>
                <a:lnTo>
                  <a:pt x="69959" y="379272"/>
                </a:lnTo>
                <a:lnTo>
                  <a:pt x="74599" y="381245"/>
                </a:lnTo>
                <a:lnTo>
                  <a:pt x="76550" y="382535"/>
                </a:lnTo>
                <a:lnTo>
                  <a:pt x="80036" y="387131"/>
                </a:lnTo>
                <a:lnTo>
                  <a:pt x="79915" y="397647"/>
                </a:lnTo>
                <a:lnTo>
                  <a:pt x="79312" y="400232"/>
                </a:lnTo>
                <a:lnTo>
                  <a:pt x="76999" y="401055"/>
                </a:lnTo>
                <a:lnTo>
                  <a:pt x="73266" y="401318"/>
                </a:lnTo>
                <a:lnTo>
                  <a:pt x="35341" y="401836"/>
                </a:lnTo>
                <a:lnTo>
                  <a:pt x="34423" y="403197"/>
                </a:lnTo>
                <a:lnTo>
                  <a:pt x="33935" y="406477"/>
                </a:lnTo>
                <a:lnTo>
                  <a:pt x="33875" y="423531"/>
                </a:lnTo>
                <a:lnTo>
                  <a:pt x="34582" y="428925"/>
                </a:lnTo>
                <a:lnTo>
                  <a:pt x="35250" y="430066"/>
                </a:lnTo>
                <a:lnTo>
                  <a:pt x="36072" y="430463"/>
                </a:lnTo>
                <a:lnTo>
                  <a:pt x="78011" y="430861"/>
                </a:lnTo>
                <a:lnTo>
                  <a:pt x="80277" y="432693"/>
                </a:lnTo>
                <a:lnTo>
                  <a:pt x="79550" y="447009"/>
                </a:lnTo>
                <a:lnTo>
                  <a:pt x="78522" y="448922"/>
                </a:lnTo>
                <a:lnTo>
                  <a:pt x="76084" y="451270"/>
                </a:lnTo>
                <a:lnTo>
                  <a:pt x="70634" y="454245"/>
                </a:lnTo>
                <a:lnTo>
                  <a:pt x="2025" y="454727"/>
                </a:lnTo>
                <a:lnTo>
                  <a:pt x="0" y="456559"/>
                </a:lnTo>
                <a:lnTo>
                  <a:pt x="0" y="480907"/>
                </a:lnTo>
                <a:lnTo>
                  <a:pt x="1832" y="483174"/>
                </a:lnTo>
                <a:lnTo>
                  <a:pt x="68296" y="483210"/>
                </a:lnTo>
                <a:lnTo>
                  <a:pt x="77628" y="482610"/>
                </a:lnTo>
                <a:lnTo>
                  <a:pt x="84714" y="481646"/>
                </a:lnTo>
                <a:lnTo>
                  <a:pt x="89438" y="480275"/>
                </a:lnTo>
                <a:lnTo>
                  <a:pt x="95899" y="477539"/>
                </a:lnTo>
                <a:lnTo>
                  <a:pt x="101748" y="472575"/>
                </a:lnTo>
                <a:lnTo>
                  <a:pt x="105541" y="467039"/>
                </a:lnTo>
                <a:lnTo>
                  <a:pt x="107538" y="462347"/>
                </a:lnTo>
                <a:lnTo>
                  <a:pt x="109850" y="454768"/>
                </a:lnTo>
                <a:lnTo>
                  <a:pt x="110438" y="450441"/>
                </a:lnTo>
                <a:lnTo>
                  <a:pt x="111158" y="427596"/>
                </a:lnTo>
                <a:lnTo>
                  <a:pt x="110640" y="387299"/>
                </a:lnTo>
                <a:lnTo>
                  <a:pt x="109783" y="378229"/>
                </a:lnTo>
                <a:lnTo>
                  <a:pt x="106276" y="367275"/>
                </a:lnTo>
                <a:lnTo>
                  <a:pt x="103724" y="363007"/>
                </a:lnTo>
                <a:lnTo>
                  <a:pt x="102112" y="361107"/>
                </a:lnTo>
                <a:lnTo>
                  <a:pt x="98204" y="357766"/>
                </a:lnTo>
                <a:lnTo>
                  <a:pt x="93368" y="355019"/>
                </a:lnTo>
                <a:lnTo>
                  <a:pt x="85591" y="352246"/>
                </a:lnTo>
                <a:lnTo>
                  <a:pt x="79310" y="351252"/>
                </a:lnTo>
                <a:lnTo>
                  <a:pt x="69398" y="350763"/>
                </a:lnTo>
                <a:lnTo>
                  <a:pt x="29266" y="350825"/>
                </a:lnTo>
                <a:close/>
                <a:moveTo>
                  <a:pt x="220002" y="350729"/>
                </a:moveTo>
                <a:lnTo>
                  <a:pt x="216985" y="351231"/>
                </a:lnTo>
                <a:lnTo>
                  <a:pt x="216386" y="351645"/>
                </a:lnTo>
                <a:lnTo>
                  <a:pt x="216129" y="352606"/>
                </a:lnTo>
                <a:lnTo>
                  <a:pt x="215277" y="397979"/>
                </a:lnTo>
                <a:lnTo>
                  <a:pt x="213445" y="400004"/>
                </a:lnTo>
                <a:lnTo>
                  <a:pt x="170408" y="399954"/>
                </a:lnTo>
                <a:lnTo>
                  <a:pt x="155250" y="399522"/>
                </a:lnTo>
                <a:lnTo>
                  <a:pt x="154068" y="397769"/>
                </a:lnTo>
                <a:lnTo>
                  <a:pt x="153500" y="392218"/>
                </a:lnTo>
                <a:lnTo>
                  <a:pt x="153321" y="352320"/>
                </a:lnTo>
                <a:lnTo>
                  <a:pt x="151494" y="351257"/>
                </a:lnTo>
                <a:lnTo>
                  <a:pt x="148964" y="350958"/>
                </a:lnTo>
                <a:lnTo>
                  <a:pt x="124875" y="350825"/>
                </a:lnTo>
                <a:lnTo>
                  <a:pt x="122946" y="352754"/>
                </a:lnTo>
                <a:lnTo>
                  <a:pt x="122946" y="481004"/>
                </a:lnTo>
                <a:lnTo>
                  <a:pt x="124310" y="482292"/>
                </a:lnTo>
                <a:lnTo>
                  <a:pt x="126586" y="483051"/>
                </a:lnTo>
                <a:lnTo>
                  <a:pt x="129417" y="483298"/>
                </a:lnTo>
                <a:lnTo>
                  <a:pt x="151345" y="483174"/>
                </a:lnTo>
                <a:lnTo>
                  <a:pt x="153418" y="481100"/>
                </a:lnTo>
                <a:lnTo>
                  <a:pt x="153396" y="440774"/>
                </a:lnTo>
                <a:lnTo>
                  <a:pt x="154039" y="431263"/>
                </a:lnTo>
                <a:lnTo>
                  <a:pt x="154761" y="429772"/>
                </a:lnTo>
                <a:lnTo>
                  <a:pt x="155718" y="429331"/>
                </a:lnTo>
                <a:lnTo>
                  <a:pt x="166581" y="429019"/>
                </a:lnTo>
                <a:lnTo>
                  <a:pt x="213541" y="428932"/>
                </a:lnTo>
                <a:lnTo>
                  <a:pt x="215518" y="431488"/>
                </a:lnTo>
                <a:lnTo>
                  <a:pt x="215518" y="481052"/>
                </a:lnTo>
                <a:lnTo>
                  <a:pt x="217929" y="483463"/>
                </a:lnTo>
                <a:lnTo>
                  <a:pt x="243434" y="483174"/>
                </a:lnTo>
                <a:lnTo>
                  <a:pt x="245604" y="481004"/>
                </a:lnTo>
                <a:lnTo>
                  <a:pt x="245411" y="353236"/>
                </a:lnTo>
                <a:lnTo>
                  <a:pt x="244117" y="351601"/>
                </a:lnTo>
                <a:lnTo>
                  <a:pt x="241619" y="351170"/>
                </a:lnTo>
                <a:lnTo>
                  <a:pt x="220002" y="350729"/>
                </a:lnTo>
                <a:close/>
                <a:moveTo>
                  <a:pt x="288080" y="351356"/>
                </a:moveTo>
                <a:lnTo>
                  <a:pt x="282940" y="352596"/>
                </a:lnTo>
                <a:lnTo>
                  <a:pt x="275966" y="355208"/>
                </a:lnTo>
                <a:lnTo>
                  <a:pt x="272314" y="357238"/>
                </a:lnTo>
                <a:lnTo>
                  <a:pt x="269012" y="360147"/>
                </a:lnTo>
                <a:lnTo>
                  <a:pt x="266194" y="363561"/>
                </a:lnTo>
                <a:lnTo>
                  <a:pt x="262969" y="369466"/>
                </a:lnTo>
                <a:lnTo>
                  <a:pt x="261552" y="373817"/>
                </a:lnTo>
                <a:lnTo>
                  <a:pt x="259875" y="382116"/>
                </a:lnTo>
                <a:lnTo>
                  <a:pt x="259466" y="400248"/>
                </a:lnTo>
                <a:lnTo>
                  <a:pt x="259634" y="451352"/>
                </a:lnTo>
                <a:lnTo>
                  <a:pt x="261816" y="460716"/>
                </a:lnTo>
                <a:lnTo>
                  <a:pt x="265146" y="468552"/>
                </a:lnTo>
                <a:lnTo>
                  <a:pt x="268274" y="472693"/>
                </a:lnTo>
                <a:lnTo>
                  <a:pt x="274511" y="477535"/>
                </a:lnTo>
                <a:lnTo>
                  <a:pt x="281993" y="480878"/>
                </a:lnTo>
                <a:lnTo>
                  <a:pt x="287663" y="482153"/>
                </a:lnTo>
                <a:lnTo>
                  <a:pt x="296313" y="482840"/>
                </a:lnTo>
                <a:lnTo>
                  <a:pt x="310209" y="483120"/>
                </a:lnTo>
                <a:lnTo>
                  <a:pt x="367489" y="483174"/>
                </a:lnTo>
                <a:lnTo>
                  <a:pt x="369321" y="480907"/>
                </a:lnTo>
                <a:lnTo>
                  <a:pt x="369243" y="459994"/>
                </a:lnTo>
                <a:lnTo>
                  <a:pt x="368984" y="456999"/>
                </a:lnTo>
                <a:lnTo>
                  <a:pt x="367995" y="455140"/>
                </a:lnTo>
                <a:lnTo>
                  <a:pt x="366162" y="454684"/>
                </a:lnTo>
                <a:lnTo>
                  <a:pt x="359752" y="454560"/>
                </a:lnTo>
                <a:lnTo>
                  <a:pt x="299652" y="454245"/>
                </a:lnTo>
                <a:lnTo>
                  <a:pt x="294909" y="451901"/>
                </a:lnTo>
                <a:lnTo>
                  <a:pt x="291577" y="448897"/>
                </a:lnTo>
                <a:lnTo>
                  <a:pt x="289806" y="444491"/>
                </a:lnTo>
                <a:lnTo>
                  <a:pt x="289286" y="438045"/>
                </a:lnTo>
                <a:lnTo>
                  <a:pt x="289546" y="433175"/>
                </a:lnTo>
                <a:lnTo>
                  <a:pt x="291311" y="431102"/>
                </a:lnTo>
                <a:lnTo>
                  <a:pt x="367441" y="430234"/>
                </a:lnTo>
                <a:lnTo>
                  <a:pt x="368570" y="428989"/>
                </a:lnTo>
                <a:lnTo>
                  <a:pt x="368996" y="427136"/>
                </a:lnTo>
                <a:lnTo>
                  <a:pt x="369321" y="415722"/>
                </a:lnTo>
                <a:lnTo>
                  <a:pt x="369321" y="403957"/>
                </a:lnTo>
                <a:lnTo>
                  <a:pt x="367489" y="401691"/>
                </a:lnTo>
                <a:lnTo>
                  <a:pt x="291229" y="400849"/>
                </a:lnTo>
                <a:lnTo>
                  <a:pt x="290254" y="400571"/>
                </a:lnTo>
                <a:lnTo>
                  <a:pt x="289750" y="399928"/>
                </a:lnTo>
                <a:lnTo>
                  <a:pt x="289299" y="396122"/>
                </a:lnTo>
                <a:lnTo>
                  <a:pt x="289792" y="388945"/>
                </a:lnTo>
                <a:lnTo>
                  <a:pt x="292207" y="383837"/>
                </a:lnTo>
                <a:lnTo>
                  <a:pt x="293649" y="382159"/>
                </a:lnTo>
                <a:lnTo>
                  <a:pt x="294911" y="381390"/>
                </a:lnTo>
                <a:lnTo>
                  <a:pt x="300809" y="379272"/>
                </a:lnTo>
                <a:lnTo>
                  <a:pt x="366766" y="379272"/>
                </a:lnTo>
                <a:lnTo>
                  <a:pt x="369321" y="377295"/>
                </a:lnTo>
                <a:lnTo>
                  <a:pt x="369321" y="352320"/>
                </a:lnTo>
                <a:lnTo>
                  <a:pt x="367052" y="351258"/>
                </a:lnTo>
                <a:lnTo>
                  <a:pt x="357110" y="350913"/>
                </a:lnTo>
                <a:lnTo>
                  <a:pt x="288080" y="351356"/>
                </a:lnTo>
                <a:close/>
                <a:moveTo>
                  <a:pt x="385570" y="351693"/>
                </a:moveTo>
                <a:lnTo>
                  <a:pt x="384750" y="352609"/>
                </a:lnTo>
                <a:lnTo>
                  <a:pt x="384750" y="481052"/>
                </a:lnTo>
                <a:lnTo>
                  <a:pt x="387113" y="483415"/>
                </a:lnTo>
                <a:lnTo>
                  <a:pt x="405133" y="483375"/>
                </a:lnTo>
                <a:lnTo>
                  <a:pt x="411932" y="482863"/>
                </a:lnTo>
                <a:lnTo>
                  <a:pt x="413524" y="482261"/>
                </a:lnTo>
                <a:lnTo>
                  <a:pt x="414546" y="481341"/>
                </a:lnTo>
                <a:lnTo>
                  <a:pt x="414914" y="479524"/>
                </a:lnTo>
                <a:lnTo>
                  <a:pt x="415274" y="440977"/>
                </a:lnTo>
                <a:lnTo>
                  <a:pt x="415684" y="437163"/>
                </a:lnTo>
                <a:lnTo>
                  <a:pt x="416478" y="435448"/>
                </a:lnTo>
                <a:lnTo>
                  <a:pt x="417777" y="434718"/>
                </a:lnTo>
                <a:lnTo>
                  <a:pt x="420759" y="434518"/>
                </a:lnTo>
                <a:lnTo>
                  <a:pt x="458465" y="434238"/>
                </a:lnTo>
                <a:lnTo>
                  <a:pt x="470297" y="433622"/>
                </a:lnTo>
                <a:lnTo>
                  <a:pt x="480890" y="431101"/>
                </a:lnTo>
                <a:lnTo>
                  <a:pt x="484985" y="429315"/>
                </a:lnTo>
                <a:lnTo>
                  <a:pt x="488622" y="427110"/>
                </a:lnTo>
                <a:lnTo>
                  <a:pt x="493172" y="423052"/>
                </a:lnTo>
                <a:lnTo>
                  <a:pt x="496061" y="419100"/>
                </a:lnTo>
                <a:lnTo>
                  <a:pt x="497645" y="415473"/>
                </a:lnTo>
                <a:lnTo>
                  <a:pt x="500079" y="406995"/>
                </a:lnTo>
                <a:lnTo>
                  <a:pt x="500356" y="383525"/>
                </a:lnTo>
                <a:lnTo>
                  <a:pt x="499903" y="377809"/>
                </a:lnTo>
                <a:lnTo>
                  <a:pt x="497071" y="367867"/>
                </a:lnTo>
                <a:lnTo>
                  <a:pt x="495068" y="364149"/>
                </a:lnTo>
                <a:lnTo>
                  <a:pt x="492400" y="360727"/>
                </a:lnTo>
                <a:lnTo>
                  <a:pt x="489259" y="357809"/>
                </a:lnTo>
                <a:lnTo>
                  <a:pt x="485832" y="355601"/>
                </a:lnTo>
                <a:lnTo>
                  <a:pt x="476739" y="352010"/>
                </a:lnTo>
                <a:lnTo>
                  <a:pt x="469366" y="351115"/>
                </a:lnTo>
                <a:lnTo>
                  <a:pt x="451214" y="350844"/>
                </a:lnTo>
                <a:lnTo>
                  <a:pt x="386341" y="350825"/>
                </a:lnTo>
                <a:lnTo>
                  <a:pt x="385570" y="351693"/>
                </a:lnTo>
                <a:close/>
                <a:moveTo>
                  <a:pt x="460205" y="379802"/>
                </a:moveTo>
                <a:lnTo>
                  <a:pt x="464999" y="381664"/>
                </a:lnTo>
                <a:lnTo>
                  <a:pt x="467202" y="383280"/>
                </a:lnTo>
                <a:lnTo>
                  <a:pt x="468717" y="385294"/>
                </a:lnTo>
                <a:lnTo>
                  <a:pt x="469896" y="389252"/>
                </a:lnTo>
                <a:lnTo>
                  <a:pt x="469987" y="393604"/>
                </a:lnTo>
                <a:lnTo>
                  <a:pt x="469192" y="398375"/>
                </a:lnTo>
                <a:lnTo>
                  <a:pt x="467471" y="400921"/>
                </a:lnTo>
                <a:lnTo>
                  <a:pt x="463881" y="403716"/>
                </a:lnTo>
                <a:lnTo>
                  <a:pt x="461952" y="404392"/>
                </a:lnTo>
                <a:lnTo>
                  <a:pt x="455480" y="404687"/>
                </a:lnTo>
                <a:lnTo>
                  <a:pt x="417102" y="404825"/>
                </a:lnTo>
                <a:lnTo>
                  <a:pt x="415125" y="402270"/>
                </a:lnTo>
                <a:lnTo>
                  <a:pt x="415423" y="384060"/>
                </a:lnTo>
                <a:lnTo>
                  <a:pt x="416242" y="380953"/>
                </a:lnTo>
                <a:lnTo>
                  <a:pt x="417825" y="379513"/>
                </a:lnTo>
                <a:lnTo>
                  <a:pt x="438581" y="379133"/>
                </a:lnTo>
                <a:lnTo>
                  <a:pt x="460205" y="379802"/>
                </a:lnTo>
                <a:close/>
                <a:moveTo>
                  <a:pt x="539759" y="351549"/>
                </a:moveTo>
                <a:lnTo>
                  <a:pt x="535238" y="352710"/>
                </a:lnTo>
                <a:lnTo>
                  <a:pt x="528752" y="355089"/>
                </a:lnTo>
                <a:lnTo>
                  <a:pt x="525446" y="357075"/>
                </a:lnTo>
                <a:lnTo>
                  <a:pt x="522155" y="359847"/>
                </a:lnTo>
                <a:lnTo>
                  <a:pt x="519205" y="363088"/>
                </a:lnTo>
                <a:lnTo>
                  <a:pt x="516923" y="366480"/>
                </a:lnTo>
                <a:lnTo>
                  <a:pt x="513245" y="375866"/>
                </a:lnTo>
                <a:lnTo>
                  <a:pt x="512385" y="385775"/>
                </a:lnTo>
                <a:lnTo>
                  <a:pt x="512132" y="398793"/>
                </a:lnTo>
                <a:lnTo>
                  <a:pt x="512036" y="481052"/>
                </a:lnTo>
                <a:lnTo>
                  <a:pt x="514398" y="483415"/>
                </a:lnTo>
                <a:lnTo>
                  <a:pt x="536458" y="483183"/>
                </a:lnTo>
                <a:lnTo>
                  <a:pt x="539941" y="482493"/>
                </a:lnTo>
                <a:lnTo>
                  <a:pt x="541398" y="481100"/>
                </a:lnTo>
                <a:lnTo>
                  <a:pt x="541808" y="469758"/>
                </a:lnTo>
                <a:lnTo>
                  <a:pt x="542206" y="394254"/>
                </a:lnTo>
                <a:lnTo>
                  <a:pt x="542689" y="388623"/>
                </a:lnTo>
                <a:lnTo>
                  <a:pt x="544469" y="383984"/>
                </a:lnTo>
                <a:lnTo>
                  <a:pt x="547719" y="381549"/>
                </a:lnTo>
                <a:lnTo>
                  <a:pt x="553523" y="379583"/>
                </a:lnTo>
                <a:lnTo>
                  <a:pt x="563369" y="379151"/>
                </a:lnTo>
                <a:lnTo>
                  <a:pt x="599400" y="379031"/>
                </a:lnTo>
                <a:lnTo>
                  <a:pt x="601232" y="376765"/>
                </a:lnTo>
                <a:lnTo>
                  <a:pt x="601100" y="354972"/>
                </a:lnTo>
                <a:lnTo>
                  <a:pt x="600800" y="352629"/>
                </a:lnTo>
                <a:lnTo>
                  <a:pt x="599738" y="350825"/>
                </a:lnTo>
                <a:lnTo>
                  <a:pt x="551864" y="350993"/>
                </a:lnTo>
                <a:lnTo>
                  <a:pt x="539759" y="351549"/>
                </a:lnTo>
                <a:close/>
                <a:moveTo>
                  <a:pt x="839170" y="362927"/>
                </a:moveTo>
                <a:lnTo>
                  <a:pt x="835115" y="365348"/>
                </a:lnTo>
                <a:lnTo>
                  <a:pt x="831061" y="366908"/>
                </a:lnTo>
                <a:lnTo>
                  <a:pt x="828117" y="368773"/>
                </a:lnTo>
                <a:lnTo>
                  <a:pt x="819589" y="376421"/>
                </a:lnTo>
                <a:lnTo>
                  <a:pt x="815303" y="379343"/>
                </a:lnTo>
                <a:lnTo>
                  <a:pt x="813750" y="381414"/>
                </a:lnTo>
                <a:lnTo>
                  <a:pt x="813375" y="383129"/>
                </a:lnTo>
                <a:lnTo>
                  <a:pt x="813753" y="383978"/>
                </a:lnTo>
                <a:lnTo>
                  <a:pt x="820208" y="390960"/>
                </a:lnTo>
                <a:lnTo>
                  <a:pt x="821405" y="393464"/>
                </a:lnTo>
                <a:lnTo>
                  <a:pt x="820330" y="400956"/>
                </a:lnTo>
                <a:lnTo>
                  <a:pt x="819785" y="411825"/>
                </a:lnTo>
                <a:lnTo>
                  <a:pt x="819268" y="413748"/>
                </a:lnTo>
                <a:lnTo>
                  <a:pt x="817804" y="416027"/>
                </a:lnTo>
                <a:lnTo>
                  <a:pt x="814966" y="418904"/>
                </a:lnTo>
                <a:lnTo>
                  <a:pt x="807782" y="417313"/>
                </a:lnTo>
                <a:lnTo>
                  <a:pt x="802004" y="419345"/>
                </a:lnTo>
                <a:lnTo>
                  <a:pt x="799652" y="419633"/>
                </a:lnTo>
                <a:lnTo>
                  <a:pt x="791978" y="417535"/>
                </a:lnTo>
                <a:lnTo>
                  <a:pt x="789040" y="417361"/>
                </a:lnTo>
                <a:lnTo>
                  <a:pt x="787779" y="417699"/>
                </a:lnTo>
                <a:lnTo>
                  <a:pt x="785332" y="419354"/>
                </a:lnTo>
                <a:lnTo>
                  <a:pt x="779499" y="426316"/>
                </a:lnTo>
                <a:lnTo>
                  <a:pt x="775133" y="430466"/>
                </a:lnTo>
                <a:lnTo>
                  <a:pt x="770638" y="433231"/>
                </a:lnTo>
                <a:lnTo>
                  <a:pt x="767839" y="434120"/>
                </a:lnTo>
                <a:lnTo>
                  <a:pt x="765343" y="434382"/>
                </a:lnTo>
                <a:lnTo>
                  <a:pt x="762521" y="436268"/>
                </a:lnTo>
                <a:lnTo>
                  <a:pt x="761515" y="438360"/>
                </a:lnTo>
                <a:lnTo>
                  <a:pt x="761381" y="440772"/>
                </a:lnTo>
                <a:lnTo>
                  <a:pt x="762268" y="443204"/>
                </a:lnTo>
                <a:lnTo>
                  <a:pt x="763763" y="444852"/>
                </a:lnTo>
                <a:lnTo>
                  <a:pt x="765680" y="445983"/>
                </a:lnTo>
                <a:lnTo>
                  <a:pt x="767721" y="446523"/>
                </a:lnTo>
                <a:lnTo>
                  <a:pt x="770370" y="446053"/>
                </a:lnTo>
                <a:lnTo>
                  <a:pt x="772289" y="444498"/>
                </a:lnTo>
                <a:lnTo>
                  <a:pt x="783475" y="437792"/>
                </a:lnTo>
                <a:lnTo>
                  <a:pt x="790022" y="430165"/>
                </a:lnTo>
                <a:lnTo>
                  <a:pt x="792106" y="428559"/>
                </a:lnTo>
                <a:lnTo>
                  <a:pt x="793594" y="428507"/>
                </a:lnTo>
                <a:lnTo>
                  <a:pt x="798994" y="430561"/>
                </a:lnTo>
                <a:lnTo>
                  <a:pt x="801888" y="431048"/>
                </a:lnTo>
                <a:lnTo>
                  <a:pt x="804288" y="430585"/>
                </a:lnTo>
                <a:lnTo>
                  <a:pt x="807204" y="428450"/>
                </a:lnTo>
                <a:lnTo>
                  <a:pt x="815663" y="428866"/>
                </a:lnTo>
                <a:lnTo>
                  <a:pt x="818298" y="428629"/>
                </a:lnTo>
                <a:lnTo>
                  <a:pt x="821476" y="427279"/>
                </a:lnTo>
                <a:lnTo>
                  <a:pt x="831356" y="419073"/>
                </a:lnTo>
                <a:lnTo>
                  <a:pt x="832088" y="417543"/>
                </a:lnTo>
                <a:lnTo>
                  <a:pt x="832102" y="416340"/>
                </a:lnTo>
                <a:lnTo>
                  <a:pt x="830086" y="410888"/>
                </a:lnTo>
                <a:lnTo>
                  <a:pt x="829734" y="404914"/>
                </a:lnTo>
                <a:lnTo>
                  <a:pt x="830676" y="400422"/>
                </a:lnTo>
                <a:lnTo>
                  <a:pt x="833006" y="394452"/>
                </a:lnTo>
                <a:lnTo>
                  <a:pt x="833288" y="392043"/>
                </a:lnTo>
                <a:lnTo>
                  <a:pt x="832319" y="388865"/>
                </a:lnTo>
                <a:lnTo>
                  <a:pt x="829533" y="385128"/>
                </a:lnTo>
                <a:lnTo>
                  <a:pt x="828804" y="383225"/>
                </a:lnTo>
                <a:lnTo>
                  <a:pt x="829866" y="381039"/>
                </a:lnTo>
                <a:lnTo>
                  <a:pt x="832667" y="378386"/>
                </a:lnTo>
                <a:lnTo>
                  <a:pt x="841796" y="372915"/>
                </a:lnTo>
                <a:lnTo>
                  <a:pt x="843331" y="371310"/>
                </a:lnTo>
                <a:lnTo>
                  <a:pt x="844290" y="366830"/>
                </a:lnTo>
                <a:lnTo>
                  <a:pt x="844088" y="363843"/>
                </a:lnTo>
                <a:lnTo>
                  <a:pt x="842008" y="362535"/>
                </a:lnTo>
                <a:lnTo>
                  <a:pt x="839170" y="362927"/>
                </a:lnTo>
                <a:close/>
                <a:moveTo>
                  <a:pt x="639948" y="508438"/>
                </a:moveTo>
                <a:lnTo>
                  <a:pt x="620566" y="508727"/>
                </a:lnTo>
                <a:lnTo>
                  <a:pt x="618348" y="510945"/>
                </a:lnTo>
                <a:lnTo>
                  <a:pt x="618244" y="630942"/>
                </a:lnTo>
                <a:lnTo>
                  <a:pt x="618348" y="638520"/>
                </a:lnTo>
                <a:lnTo>
                  <a:pt x="618916" y="639726"/>
                </a:lnTo>
                <a:lnTo>
                  <a:pt x="621362" y="640762"/>
                </a:lnTo>
                <a:lnTo>
                  <a:pt x="624770" y="641059"/>
                </a:lnTo>
                <a:lnTo>
                  <a:pt x="645830" y="641027"/>
                </a:lnTo>
                <a:lnTo>
                  <a:pt x="648000" y="639002"/>
                </a:lnTo>
                <a:lnTo>
                  <a:pt x="648121" y="552433"/>
                </a:lnTo>
                <a:lnTo>
                  <a:pt x="648327" y="542340"/>
                </a:lnTo>
                <a:lnTo>
                  <a:pt x="648905" y="539545"/>
                </a:lnTo>
                <a:lnTo>
                  <a:pt x="650266" y="538427"/>
                </a:lnTo>
                <a:lnTo>
                  <a:pt x="656561" y="538124"/>
                </a:lnTo>
                <a:lnTo>
                  <a:pt x="701134" y="537933"/>
                </a:lnTo>
                <a:lnTo>
                  <a:pt x="708144" y="538447"/>
                </a:lnTo>
                <a:lnTo>
                  <a:pt x="708991" y="539960"/>
                </a:lnTo>
                <a:lnTo>
                  <a:pt x="709266" y="541867"/>
                </a:lnTo>
                <a:lnTo>
                  <a:pt x="709665" y="556123"/>
                </a:lnTo>
                <a:lnTo>
                  <a:pt x="710100" y="639436"/>
                </a:lnTo>
                <a:lnTo>
                  <a:pt x="711443" y="640428"/>
                </a:lnTo>
                <a:lnTo>
                  <a:pt x="714856" y="640915"/>
                </a:lnTo>
                <a:lnTo>
                  <a:pt x="738498" y="641075"/>
                </a:lnTo>
                <a:lnTo>
                  <a:pt x="740137" y="639243"/>
                </a:lnTo>
                <a:lnTo>
                  <a:pt x="740208" y="537616"/>
                </a:lnTo>
                <a:lnTo>
                  <a:pt x="740053" y="514161"/>
                </a:lnTo>
                <a:lnTo>
                  <a:pt x="739698" y="510089"/>
                </a:lnTo>
                <a:lnTo>
                  <a:pt x="737196" y="508854"/>
                </a:lnTo>
                <a:lnTo>
                  <a:pt x="733145" y="508503"/>
                </a:lnTo>
                <a:lnTo>
                  <a:pt x="639948" y="508438"/>
                </a:lnTo>
                <a:close/>
                <a:moveTo>
                  <a:pt x="155732" y="509691"/>
                </a:moveTo>
                <a:lnTo>
                  <a:pt x="146635" y="511681"/>
                </a:lnTo>
                <a:lnTo>
                  <a:pt x="142742" y="513060"/>
                </a:lnTo>
                <a:lnTo>
                  <a:pt x="136175" y="516646"/>
                </a:lnTo>
                <a:lnTo>
                  <a:pt x="133463" y="518880"/>
                </a:lnTo>
                <a:lnTo>
                  <a:pt x="131106" y="521425"/>
                </a:lnTo>
                <a:lnTo>
                  <a:pt x="127386" y="527497"/>
                </a:lnTo>
                <a:lnTo>
                  <a:pt x="124169" y="537449"/>
                </a:lnTo>
                <a:lnTo>
                  <a:pt x="123576" y="543611"/>
                </a:lnTo>
                <a:lnTo>
                  <a:pt x="123278" y="563284"/>
                </a:lnTo>
                <a:lnTo>
                  <a:pt x="123183" y="629608"/>
                </a:lnTo>
                <a:lnTo>
                  <a:pt x="123477" y="640207"/>
                </a:lnTo>
                <a:lnTo>
                  <a:pt x="124111" y="641162"/>
                </a:lnTo>
                <a:lnTo>
                  <a:pt x="125411" y="641755"/>
                </a:lnTo>
                <a:lnTo>
                  <a:pt x="132307" y="642127"/>
                </a:lnTo>
                <a:lnTo>
                  <a:pt x="151538" y="641799"/>
                </a:lnTo>
                <a:lnTo>
                  <a:pt x="153321" y="639388"/>
                </a:lnTo>
                <a:lnTo>
                  <a:pt x="153843" y="550730"/>
                </a:lnTo>
                <a:lnTo>
                  <a:pt x="154141" y="546238"/>
                </a:lnTo>
                <a:lnTo>
                  <a:pt x="156371" y="542652"/>
                </a:lnTo>
                <a:lnTo>
                  <a:pt x="158963" y="540115"/>
                </a:lnTo>
                <a:lnTo>
                  <a:pt x="163467" y="539187"/>
                </a:lnTo>
                <a:lnTo>
                  <a:pt x="175426" y="538517"/>
                </a:lnTo>
                <a:lnTo>
                  <a:pt x="210066" y="538133"/>
                </a:lnTo>
                <a:lnTo>
                  <a:pt x="211422" y="537434"/>
                </a:lnTo>
                <a:lnTo>
                  <a:pt x="212052" y="536087"/>
                </a:lnTo>
                <a:lnTo>
                  <a:pt x="212584" y="529474"/>
                </a:lnTo>
                <a:lnTo>
                  <a:pt x="212625" y="511475"/>
                </a:lnTo>
                <a:lnTo>
                  <a:pt x="210793" y="509209"/>
                </a:lnTo>
                <a:lnTo>
                  <a:pt x="167705" y="509202"/>
                </a:lnTo>
                <a:lnTo>
                  <a:pt x="155732" y="509691"/>
                </a:lnTo>
                <a:close/>
                <a:moveTo>
                  <a:pt x="228680" y="509547"/>
                </a:moveTo>
                <a:lnTo>
                  <a:pt x="227330" y="510849"/>
                </a:lnTo>
                <a:lnTo>
                  <a:pt x="227120" y="519604"/>
                </a:lnTo>
                <a:lnTo>
                  <a:pt x="227798" y="637460"/>
                </a:lnTo>
                <a:lnTo>
                  <a:pt x="228968" y="640558"/>
                </a:lnTo>
                <a:lnTo>
                  <a:pt x="229645" y="641268"/>
                </a:lnTo>
                <a:lnTo>
                  <a:pt x="231035" y="641681"/>
                </a:lnTo>
                <a:lnTo>
                  <a:pt x="255783" y="642059"/>
                </a:lnTo>
                <a:lnTo>
                  <a:pt x="257469" y="640450"/>
                </a:lnTo>
                <a:lnTo>
                  <a:pt x="257852" y="637922"/>
                </a:lnTo>
                <a:lnTo>
                  <a:pt x="258070" y="600426"/>
                </a:lnTo>
                <a:lnTo>
                  <a:pt x="258363" y="596539"/>
                </a:lnTo>
                <a:lnTo>
                  <a:pt x="258923" y="594721"/>
                </a:lnTo>
                <a:lnTo>
                  <a:pt x="259827" y="594018"/>
                </a:lnTo>
                <a:lnTo>
                  <a:pt x="261308" y="593903"/>
                </a:lnTo>
                <a:lnTo>
                  <a:pt x="302407" y="593305"/>
                </a:lnTo>
                <a:lnTo>
                  <a:pt x="312282" y="592731"/>
                </a:lnTo>
                <a:lnTo>
                  <a:pt x="316825" y="591987"/>
                </a:lnTo>
                <a:lnTo>
                  <a:pt x="324011" y="590005"/>
                </a:lnTo>
                <a:lnTo>
                  <a:pt x="328758" y="587937"/>
                </a:lnTo>
                <a:lnTo>
                  <a:pt x="332781" y="585291"/>
                </a:lnTo>
                <a:lnTo>
                  <a:pt x="336139" y="582021"/>
                </a:lnTo>
                <a:lnTo>
                  <a:pt x="338890" y="578079"/>
                </a:lnTo>
                <a:lnTo>
                  <a:pt x="341349" y="572744"/>
                </a:lnTo>
                <a:lnTo>
                  <a:pt x="342169" y="569511"/>
                </a:lnTo>
                <a:lnTo>
                  <a:pt x="342755" y="558710"/>
                </a:lnTo>
                <a:lnTo>
                  <a:pt x="342562" y="532352"/>
                </a:lnTo>
                <a:lnTo>
                  <a:pt x="339042" y="524680"/>
                </a:lnTo>
                <a:lnTo>
                  <a:pt x="337306" y="522060"/>
                </a:lnTo>
                <a:lnTo>
                  <a:pt x="332979" y="517523"/>
                </a:lnTo>
                <a:lnTo>
                  <a:pt x="327534" y="513937"/>
                </a:lnTo>
                <a:lnTo>
                  <a:pt x="324400" y="512506"/>
                </a:lnTo>
                <a:lnTo>
                  <a:pt x="317327" y="510381"/>
                </a:lnTo>
                <a:lnTo>
                  <a:pt x="309625" y="509466"/>
                </a:lnTo>
                <a:lnTo>
                  <a:pt x="292799" y="509144"/>
                </a:lnTo>
                <a:lnTo>
                  <a:pt x="246602" y="509062"/>
                </a:lnTo>
                <a:lnTo>
                  <a:pt x="228680" y="509547"/>
                </a:lnTo>
                <a:close/>
                <a:moveTo>
                  <a:pt x="302593" y="538620"/>
                </a:moveTo>
                <a:lnTo>
                  <a:pt x="306383" y="539715"/>
                </a:lnTo>
                <a:lnTo>
                  <a:pt x="309012" y="541026"/>
                </a:lnTo>
                <a:lnTo>
                  <a:pt x="310776" y="542717"/>
                </a:lnTo>
                <a:lnTo>
                  <a:pt x="312429" y="545466"/>
                </a:lnTo>
                <a:lnTo>
                  <a:pt x="312429" y="557038"/>
                </a:lnTo>
                <a:lnTo>
                  <a:pt x="309879" y="560238"/>
                </a:lnTo>
                <a:lnTo>
                  <a:pt x="305534" y="563209"/>
                </a:lnTo>
                <a:lnTo>
                  <a:pt x="259971" y="563499"/>
                </a:lnTo>
                <a:lnTo>
                  <a:pt x="257946" y="560895"/>
                </a:lnTo>
                <a:lnTo>
                  <a:pt x="258149" y="542498"/>
                </a:lnTo>
                <a:lnTo>
                  <a:pt x="258764" y="539671"/>
                </a:lnTo>
                <a:lnTo>
                  <a:pt x="260020" y="538524"/>
                </a:lnTo>
                <a:lnTo>
                  <a:pt x="288388" y="537918"/>
                </a:lnTo>
                <a:lnTo>
                  <a:pt x="298124" y="538084"/>
                </a:lnTo>
                <a:lnTo>
                  <a:pt x="302593" y="538620"/>
                </a:lnTo>
                <a:close/>
                <a:moveTo>
                  <a:pt x="482095" y="509884"/>
                </a:moveTo>
                <a:lnTo>
                  <a:pt x="480938" y="510800"/>
                </a:lnTo>
                <a:lnTo>
                  <a:pt x="480821" y="619139"/>
                </a:lnTo>
                <a:lnTo>
                  <a:pt x="481004" y="633572"/>
                </a:lnTo>
                <a:lnTo>
                  <a:pt x="481869" y="641074"/>
                </a:lnTo>
                <a:lnTo>
                  <a:pt x="483011" y="641750"/>
                </a:lnTo>
                <a:lnTo>
                  <a:pt x="484990" y="641892"/>
                </a:lnTo>
                <a:lnTo>
                  <a:pt x="504984" y="642104"/>
                </a:lnTo>
                <a:lnTo>
                  <a:pt x="507993" y="641560"/>
                </a:lnTo>
                <a:lnTo>
                  <a:pt x="510348" y="639725"/>
                </a:lnTo>
                <a:lnTo>
                  <a:pt x="510598" y="550531"/>
                </a:lnTo>
                <a:lnTo>
                  <a:pt x="510782" y="540404"/>
                </a:lnTo>
                <a:lnTo>
                  <a:pt x="511439" y="539180"/>
                </a:lnTo>
                <a:lnTo>
                  <a:pt x="515296" y="538210"/>
                </a:lnTo>
                <a:lnTo>
                  <a:pt x="521885" y="537964"/>
                </a:lnTo>
                <a:lnTo>
                  <a:pt x="568929" y="537897"/>
                </a:lnTo>
                <a:lnTo>
                  <a:pt x="571918" y="540597"/>
                </a:lnTo>
                <a:lnTo>
                  <a:pt x="571967" y="613497"/>
                </a:lnTo>
                <a:lnTo>
                  <a:pt x="572400" y="639291"/>
                </a:lnTo>
                <a:lnTo>
                  <a:pt x="575920" y="642040"/>
                </a:lnTo>
                <a:lnTo>
                  <a:pt x="593214" y="641993"/>
                </a:lnTo>
                <a:lnTo>
                  <a:pt x="600158" y="641582"/>
                </a:lnTo>
                <a:lnTo>
                  <a:pt x="602196" y="638954"/>
                </a:lnTo>
                <a:lnTo>
                  <a:pt x="602196" y="511331"/>
                </a:lnTo>
                <a:lnTo>
                  <a:pt x="599834" y="508968"/>
                </a:lnTo>
                <a:lnTo>
                  <a:pt x="483204" y="508968"/>
                </a:lnTo>
                <a:lnTo>
                  <a:pt x="482095" y="509884"/>
                </a:lnTo>
                <a:close/>
                <a:moveTo>
                  <a:pt x="355146" y="511041"/>
                </a:moveTo>
                <a:lnTo>
                  <a:pt x="353816" y="513279"/>
                </a:lnTo>
                <a:lnTo>
                  <a:pt x="353572" y="515731"/>
                </a:lnTo>
                <a:lnTo>
                  <a:pt x="353666" y="556733"/>
                </a:lnTo>
                <a:lnTo>
                  <a:pt x="354098" y="568663"/>
                </a:lnTo>
                <a:lnTo>
                  <a:pt x="355388" y="574098"/>
                </a:lnTo>
                <a:lnTo>
                  <a:pt x="358254" y="578951"/>
                </a:lnTo>
                <a:lnTo>
                  <a:pt x="361049" y="582386"/>
                </a:lnTo>
                <a:lnTo>
                  <a:pt x="364319" y="585340"/>
                </a:lnTo>
                <a:lnTo>
                  <a:pt x="370164" y="588908"/>
                </a:lnTo>
                <a:lnTo>
                  <a:pt x="380461" y="592435"/>
                </a:lnTo>
                <a:lnTo>
                  <a:pt x="391393" y="593346"/>
                </a:lnTo>
                <a:lnTo>
                  <a:pt x="434700" y="594066"/>
                </a:lnTo>
                <a:lnTo>
                  <a:pt x="436641" y="594776"/>
                </a:lnTo>
                <a:lnTo>
                  <a:pt x="437388" y="595778"/>
                </a:lnTo>
                <a:lnTo>
                  <a:pt x="437962" y="600008"/>
                </a:lnTo>
                <a:lnTo>
                  <a:pt x="438027" y="607084"/>
                </a:lnTo>
                <a:lnTo>
                  <a:pt x="433988" y="611699"/>
                </a:lnTo>
                <a:lnTo>
                  <a:pt x="430777" y="613086"/>
                </a:lnTo>
                <a:lnTo>
                  <a:pt x="419506" y="613958"/>
                </a:lnTo>
                <a:lnTo>
                  <a:pt x="370714" y="614208"/>
                </a:lnTo>
                <a:lnTo>
                  <a:pt x="361952" y="614474"/>
                </a:lnTo>
                <a:lnTo>
                  <a:pt x="360729" y="614857"/>
                </a:lnTo>
                <a:lnTo>
                  <a:pt x="359773" y="615848"/>
                </a:lnTo>
                <a:lnTo>
                  <a:pt x="359172" y="617709"/>
                </a:lnTo>
                <a:lnTo>
                  <a:pt x="358768" y="623052"/>
                </a:lnTo>
                <a:lnTo>
                  <a:pt x="358944" y="638745"/>
                </a:lnTo>
                <a:lnTo>
                  <a:pt x="359360" y="641086"/>
                </a:lnTo>
                <a:lnTo>
                  <a:pt x="360091" y="642334"/>
                </a:lnTo>
                <a:lnTo>
                  <a:pt x="361871" y="643064"/>
                </a:lnTo>
                <a:lnTo>
                  <a:pt x="371527" y="643365"/>
                </a:lnTo>
                <a:lnTo>
                  <a:pt x="437545" y="643486"/>
                </a:lnTo>
                <a:lnTo>
                  <a:pt x="450984" y="639346"/>
                </a:lnTo>
                <a:lnTo>
                  <a:pt x="456503" y="636181"/>
                </a:lnTo>
                <a:lnTo>
                  <a:pt x="459773" y="633307"/>
                </a:lnTo>
                <a:lnTo>
                  <a:pt x="463586" y="628534"/>
                </a:lnTo>
                <a:lnTo>
                  <a:pt x="465998" y="623344"/>
                </a:lnTo>
                <a:lnTo>
                  <a:pt x="467293" y="617740"/>
                </a:lnTo>
                <a:lnTo>
                  <a:pt x="467373" y="529513"/>
                </a:lnTo>
                <a:lnTo>
                  <a:pt x="467160" y="517677"/>
                </a:lnTo>
                <a:lnTo>
                  <a:pt x="466215" y="511313"/>
                </a:lnTo>
                <a:lnTo>
                  <a:pt x="463933" y="510268"/>
                </a:lnTo>
                <a:lnTo>
                  <a:pt x="452467" y="509920"/>
                </a:lnTo>
                <a:lnTo>
                  <a:pt x="441093" y="510268"/>
                </a:lnTo>
                <a:lnTo>
                  <a:pt x="440100" y="510463"/>
                </a:lnTo>
                <a:lnTo>
                  <a:pt x="439008" y="511355"/>
                </a:lnTo>
                <a:lnTo>
                  <a:pt x="438123" y="515182"/>
                </a:lnTo>
                <a:lnTo>
                  <a:pt x="437900" y="521123"/>
                </a:lnTo>
                <a:lnTo>
                  <a:pt x="437930" y="562004"/>
                </a:lnTo>
                <a:lnTo>
                  <a:pt x="436590" y="563417"/>
                </a:lnTo>
                <a:lnTo>
                  <a:pt x="433972" y="564310"/>
                </a:lnTo>
                <a:lnTo>
                  <a:pt x="430304" y="564617"/>
                </a:lnTo>
                <a:lnTo>
                  <a:pt x="397334" y="564945"/>
                </a:lnTo>
                <a:lnTo>
                  <a:pt x="390167" y="563186"/>
                </a:lnTo>
                <a:lnTo>
                  <a:pt x="387317" y="561986"/>
                </a:lnTo>
                <a:lnTo>
                  <a:pt x="385176" y="559408"/>
                </a:lnTo>
                <a:lnTo>
                  <a:pt x="383423" y="555038"/>
                </a:lnTo>
                <a:lnTo>
                  <a:pt x="382988" y="550994"/>
                </a:lnTo>
                <a:lnTo>
                  <a:pt x="384310" y="543164"/>
                </a:lnTo>
                <a:lnTo>
                  <a:pt x="384594" y="522332"/>
                </a:lnTo>
                <a:lnTo>
                  <a:pt x="384316" y="515357"/>
                </a:lnTo>
                <a:lnTo>
                  <a:pt x="383361" y="512338"/>
                </a:lnTo>
                <a:lnTo>
                  <a:pt x="380652" y="510174"/>
                </a:lnTo>
                <a:lnTo>
                  <a:pt x="356304" y="509884"/>
                </a:lnTo>
                <a:lnTo>
                  <a:pt x="355146" y="511041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plate"/>
          <p:cNvSpPr/>
          <p:nvPr/>
        </p:nvSpPr>
        <p:spPr>
          <a:xfrm>
            <a:off x="6801146" y="10276252"/>
            <a:ext cx="290854" cy="415747"/>
          </a:xfrm>
          <a:prstGeom prst="rect">
            <a:avLst/>
          </a:prstGeom>
          <a:solidFill>
            <a:srgbClr val="F3F1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folio: 11"/>
          <p:cNvSpPr txBox="1"/>
          <p:nvPr/>
        </p:nvSpPr>
        <p:spPr>
          <a:xfrm>
            <a:off x="648000" y="10355540"/>
            <a:ext cx="6336000" cy="1377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75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A6672"/>
                </a:solidFill>
                <a:latin typeface="Onest SemiBold"/>
                <a:ea typeface="Onest SemiBold"/>
                <a:cs typeface="Onest SemiBol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itle: ВОЗДУШНЫЕ ЛИНИИ"/>
          <p:cNvSpPr txBox="1"/>
          <p:nvPr/>
        </p:nvSpPr>
        <p:spPr>
          <a:xfrm>
            <a:off x="576000" y="1674521"/>
            <a:ext cx="5448960" cy="8435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916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121">
                <a:solidFill>
                  <a:srgbClr val="F3F1EC"/>
                </a:solidFill>
                <a:latin typeface="PT Serif"/>
                <a:ea typeface="PT Serif"/>
                <a:cs typeface="PT Serif"/>
              </a:rPr>
              <a:t>ВОЗДУШНЫЕ ЛИНИИ</a:t>
            </a:r>
          </a:p>
          <a:p>
            <a:pPr algn="l">
              <a:lnSpc>
                <a:spcPts val="2916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121">
                <a:solidFill>
                  <a:srgbClr val="F3F1EC"/>
                </a:solidFill>
                <a:latin typeface="PT Serif"/>
                <a:ea typeface="PT Serif"/>
                <a:cs typeface="PT Serif"/>
              </a:rPr>
              <a:t>ЭЛЕКТРОПЕРЕДАЧ</a:t>
            </a:r>
          </a:p>
        </p:txBody>
      </p:sp>
      <p:cxnSp>
        <p:nvCxnSpPr>
          <p:cNvPr id="4" name="motif"/>
          <p:cNvCxnSpPr/>
          <p:nvPr/>
        </p:nvCxnSpPr>
        <p:spPr>
          <a:xfrm>
            <a:off x="576000" y="2876674"/>
            <a:ext cx="5195520" cy="0"/>
          </a:xfrm>
          <a:prstGeom prst="line">
            <a:avLst/>
          </a:prstGeom>
          <a:ln w="5080">
            <a:solidFill>
              <a:srgbClr val="696385"/>
            </a:solidFill>
          </a:ln>
          <a:effectLst/>
        </p:spPr>
      </p:cxnSp>
      <p:sp>
        <p:nvSpPr>
          <p:cNvPr id="5" name="marker"/>
          <p:cNvSpPr/>
          <p:nvPr/>
        </p:nvSpPr>
        <p:spPr>
          <a:xfrm>
            <a:off x="576000" y="3010914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item: Проектирование ключевых энерге"/>
          <p:cNvSpPr txBox="1"/>
          <p:nvPr/>
        </p:nvSpPr>
        <p:spPr>
          <a:xfrm>
            <a:off x="792000" y="2953764"/>
            <a:ext cx="4979520" cy="368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Проектирование ключевых энергетических объектов, необходимых</a:t>
            </a:r>
          </a:p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для бесперебойного функционирования инфраструктуры ВСМ.</a:t>
            </a:r>
          </a:p>
        </p:txBody>
      </p:sp>
      <p:cxnSp>
        <p:nvCxnSpPr>
          <p:cNvPr id="7" name="motif"/>
          <p:cNvCxnSpPr/>
          <p:nvPr/>
        </p:nvCxnSpPr>
        <p:spPr>
          <a:xfrm>
            <a:off x="576000" y="3390899"/>
            <a:ext cx="5195520" cy="0"/>
          </a:xfrm>
          <a:prstGeom prst="line">
            <a:avLst/>
          </a:prstGeom>
          <a:ln w="5080">
            <a:solidFill>
              <a:srgbClr val="696385"/>
            </a:solidFill>
          </a:ln>
          <a:effectLst/>
        </p:spPr>
      </p:cxnSp>
      <p:sp>
        <p:nvSpPr>
          <p:cNvPr id="8" name="marker"/>
          <p:cNvSpPr/>
          <p:nvPr/>
        </p:nvSpPr>
        <p:spPr>
          <a:xfrm>
            <a:off x="576000" y="3525139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item: Участие в строительстве высоко"/>
          <p:cNvSpPr txBox="1"/>
          <p:nvPr/>
        </p:nvSpPr>
        <p:spPr>
          <a:xfrm>
            <a:off x="792000" y="3467989"/>
            <a:ext cx="4979520" cy="368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Участие в строительстве высокоскоростной железнодорожной магистрали</a:t>
            </a:r>
          </a:p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в качестве генподрядчика.</a:t>
            </a:r>
          </a:p>
        </p:txBody>
      </p:sp>
      <p:cxnSp>
        <p:nvCxnSpPr>
          <p:cNvPr id="10" name="motif"/>
          <p:cNvCxnSpPr/>
          <p:nvPr/>
        </p:nvCxnSpPr>
        <p:spPr>
          <a:xfrm>
            <a:off x="576000" y="3905124"/>
            <a:ext cx="5195520" cy="0"/>
          </a:xfrm>
          <a:prstGeom prst="line">
            <a:avLst/>
          </a:prstGeom>
          <a:ln w="5080">
            <a:solidFill>
              <a:srgbClr val="696385"/>
            </a:solidFill>
          </a:ln>
          <a:effectLst/>
        </p:spPr>
      </p:cxnSp>
      <p:pic>
        <p:nvPicPr>
          <p:cNvPr id="11" name="image" descr="ee01a7b6d25f760f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5346000"/>
            <a:ext cx="7560000" cy="5346000"/>
          </a:xfrm>
          <a:prstGeom prst="rect">
            <a:avLst/>
          </a:prstGeom>
        </p:spPr>
      </p:pic>
      <p:sp>
        <p:nvSpPr>
          <p:cNvPr id="12" name="plate"/>
          <p:cNvSpPr/>
          <p:nvPr/>
        </p:nvSpPr>
        <p:spPr>
          <a:xfrm>
            <a:off x="468000" y="10276252"/>
            <a:ext cx="306945" cy="415747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folio: 12"/>
          <p:cNvSpPr txBox="1"/>
          <p:nvPr/>
        </p:nvSpPr>
        <p:spPr>
          <a:xfrm>
            <a:off x="576000" y="10355540"/>
            <a:ext cx="6336000" cy="1377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A39EB0"/>
                </a:solidFill>
                <a:latin typeface="Onest SemiBold"/>
                <a:ea typeface="Onest SemiBold"/>
                <a:cs typeface="Onest SemiBold"/>
              </a:rPr>
              <a:t>12</a:t>
            </a:r>
          </a:p>
        </p:txBody>
      </p:sp>
      <p:sp>
        <p:nvSpPr>
          <p:cNvPr id="14" name="arc"/>
          <p:cNvSpPr/>
          <p:nvPr/>
        </p:nvSpPr>
        <p:spPr>
          <a:xfrm>
            <a:off x="4754" y="8224"/>
            <a:ext cx="1908461" cy="1615632"/>
          </a:xfrm>
          <a:custGeom>
            <a:avLst/>
            <a:gdLst/>
            <a:ahLst/>
            <a:cxnLst/>
            <a:rect l="0" t="0" r="r" b="b"/>
            <a:pathLst>
              <a:path w="1908461" h="1615632">
                <a:moveTo>
                  <a:pt x="1908461" y="0"/>
                </a:moveTo>
                <a:lnTo>
                  <a:pt x="1893982" y="26392"/>
                </a:lnTo>
                <a:lnTo>
                  <a:pt x="1879273" y="52657"/>
                </a:lnTo>
                <a:lnTo>
                  <a:pt x="1864336" y="78792"/>
                </a:lnTo>
                <a:lnTo>
                  <a:pt x="1849171" y="104796"/>
                </a:lnTo>
                <a:lnTo>
                  <a:pt x="1833779" y="130667"/>
                </a:lnTo>
                <a:lnTo>
                  <a:pt x="1818163" y="156402"/>
                </a:lnTo>
                <a:lnTo>
                  <a:pt x="1802322" y="182000"/>
                </a:lnTo>
                <a:lnTo>
                  <a:pt x="1786259" y="207459"/>
                </a:lnTo>
                <a:lnTo>
                  <a:pt x="1769974" y="232777"/>
                </a:lnTo>
                <a:lnTo>
                  <a:pt x="1753468" y="257951"/>
                </a:lnTo>
                <a:lnTo>
                  <a:pt x="1736744" y="282981"/>
                </a:lnTo>
                <a:lnTo>
                  <a:pt x="1719802" y="307864"/>
                </a:lnTo>
                <a:lnTo>
                  <a:pt x="1702644" y="332598"/>
                </a:lnTo>
                <a:lnTo>
                  <a:pt x="1685270" y="357181"/>
                </a:lnTo>
                <a:lnTo>
                  <a:pt x="1667682" y="381612"/>
                </a:lnTo>
                <a:lnTo>
                  <a:pt x="1649882" y="405888"/>
                </a:lnTo>
                <a:lnTo>
                  <a:pt x="1631871" y="430008"/>
                </a:lnTo>
                <a:lnTo>
                  <a:pt x="1613650" y="453970"/>
                </a:lnTo>
                <a:lnTo>
                  <a:pt x="1595220" y="477772"/>
                </a:lnTo>
                <a:lnTo>
                  <a:pt x="1576583" y="501413"/>
                </a:lnTo>
                <a:lnTo>
                  <a:pt x="1557741" y="524890"/>
                </a:lnTo>
                <a:lnTo>
                  <a:pt x="1538695" y="548201"/>
                </a:lnTo>
                <a:lnTo>
                  <a:pt x="1519446" y="571345"/>
                </a:lnTo>
                <a:lnTo>
                  <a:pt x="1499996" y="594321"/>
                </a:lnTo>
                <a:lnTo>
                  <a:pt x="1480346" y="617126"/>
                </a:lnTo>
                <a:lnTo>
                  <a:pt x="1460498" y="639758"/>
                </a:lnTo>
                <a:lnTo>
                  <a:pt x="1440453" y="662217"/>
                </a:lnTo>
                <a:lnTo>
                  <a:pt x="1420212" y="684500"/>
                </a:lnTo>
                <a:lnTo>
                  <a:pt x="1399779" y="706605"/>
                </a:lnTo>
                <a:lnTo>
                  <a:pt x="1379153" y="728531"/>
                </a:lnTo>
                <a:lnTo>
                  <a:pt x="1358336" y="750276"/>
                </a:lnTo>
                <a:lnTo>
                  <a:pt x="1337330" y="771839"/>
                </a:lnTo>
                <a:lnTo>
                  <a:pt x="1316137" y="793218"/>
                </a:lnTo>
                <a:lnTo>
                  <a:pt x="1294759" y="814411"/>
                </a:lnTo>
                <a:lnTo>
                  <a:pt x="1273196" y="835416"/>
                </a:lnTo>
                <a:lnTo>
                  <a:pt x="1251451" y="856233"/>
                </a:lnTo>
                <a:lnTo>
                  <a:pt x="1229525" y="876859"/>
                </a:lnTo>
                <a:lnTo>
                  <a:pt x="1207419" y="897293"/>
                </a:lnTo>
                <a:lnTo>
                  <a:pt x="1185137" y="917533"/>
                </a:lnTo>
                <a:lnTo>
                  <a:pt x="1162678" y="937578"/>
                </a:lnTo>
                <a:lnTo>
                  <a:pt x="1140046" y="957426"/>
                </a:lnTo>
                <a:lnTo>
                  <a:pt x="1117241" y="977076"/>
                </a:lnTo>
                <a:lnTo>
                  <a:pt x="1094265" y="996526"/>
                </a:lnTo>
                <a:lnTo>
                  <a:pt x="1071121" y="1015775"/>
                </a:lnTo>
                <a:lnTo>
                  <a:pt x="1047809" y="1034822"/>
                </a:lnTo>
                <a:lnTo>
                  <a:pt x="1024332" y="1053664"/>
                </a:lnTo>
                <a:lnTo>
                  <a:pt x="1000692" y="1072300"/>
                </a:lnTo>
                <a:lnTo>
                  <a:pt x="976890" y="1090730"/>
                </a:lnTo>
                <a:lnTo>
                  <a:pt x="952928" y="1108951"/>
                </a:lnTo>
                <a:lnTo>
                  <a:pt x="928808" y="1126962"/>
                </a:lnTo>
                <a:lnTo>
                  <a:pt x="904532" y="1144762"/>
                </a:lnTo>
                <a:lnTo>
                  <a:pt x="880101" y="1162350"/>
                </a:lnTo>
                <a:lnTo>
                  <a:pt x="855518" y="1179724"/>
                </a:lnTo>
                <a:lnTo>
                  <a:pt x="830784" y="1196882"/>
                </a:lnTo>
                <a:lnTo>
                  <a:pt x="805901" y="1213824"/>
                </a:lnTo>
                <a:lnTo>
                  <a:pt x="780871" y="1230549"/>
                </a:lnTo>
                <a:lnTo>
                  <a:pt x="755696" y="1247054"/>
                </a:lnTo>
                <a:lnTo>
                  <a:pt x="730379" y="1263339"/>
                </a:lnTo>
                <a:lnTo>
                  <a:pt x="704920" y="1279402"/>
                </a:lnTo>
                <a:lnTo>
                  <a:pt x="679322" y="1295243"/>
                </a:lnTo>
                <a:lnTo>
                  <a:pt x="653586" y="1310859"/>
                </a:lnTo>
                <a:lnTo>
                  <a:pt x="627716" y="1326251"/>
                </a:lnTo>
                <a:lnTo>
                  <a:pt x="601712" y="1341416"/>
                </a:lnTo>
                <a:lnTo>
                  <a:pt x="575576" y="1356353"/>
                </a:lnTo>
                <a:lnTo>
                  <a:pt x="549312" y="1371062"/>
                </a:lnTo>
                <a:lnTo>
                  <a:pt x="522920" y="1385542"/>
                </a:lnTo>
                <a:lnTo>
                  <a:pt x="496402" y="1399790"/>
                </a:lnTo>
                <a:lnTo>
                  <a:pt x="469762" y="1413806"/>
                </a:lnTo>
                <a:lnTo>
                  <a:pt x="443000" y="1427590"/>
                </a:lnTo>
                <a:lnTo>
                  <a:pt x="416118" y="1441139"/>
                </a:lnTo>
                <a:lnTo>
                  <a:pt x="389120" y="1454453"/>
                </a:lnTo>
                <a:lnTo>
                  <a:pt x="362006" y="1467531"/>
                </a:lnTo>
                <a:lnTo>
                  <a:pt x="334779" y="1480372"/>
                </a:lnTo>
                <a:lnTo>
                  <a:pt x="307442" y="1492975"/>
                </a:lnTo>
                <a:lnTo>
                  <a:pt x="279995" y="1505339"/>
                </a:lnTo>
                <a:lnTo>
                  <a:pt x="252441" y="1517463"/>
                </a:lnTo>
                <a:lnTo>
                  <a:pt x="224783" y="1529346"/>
                </a:lnTo>
                <a:lnTo>
                  <a:pt x="197022" y="1540987"/>
                </a:lnTo>
                <a:lnTo>
                  <a:pt x="169161" y="1552385"/>
                </a:lnTo>
                <a:lnTo>
                  <a:pt x="141201" y="1563540"/>
                </a:lnTo>
                <a:lnTo>
                  <a:pt x="113145" y="1574450"/>
                </a:lnTo>
                <a:lnTo>
                  <a:pt x="84994" y="1585116"/>
                </a:lnTo>
                <a:lnTo>
                  <a:pt x="56752" y="1595535"/>
                </a:lnTo>
                <a:lnTo>
                  <a:pt x="28420" y="1605707"/>
                </a:lnTo>
                <a:lnTo>
                  <a:pt x="0" y="1615632"/>
                </a:lnTo>
              </a:path>
            </a:pathLst>
          </a:custGeom>
          <a:noFill/>
          <a:ln w="11430">
            <a:solidFill>
              <a:srgbClr val="5E577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image" descr="43279e91661fcba8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7560000" cy="5292000"/>
          </a:xfrm>
          <a:prstGeom prst="rect">
            <a:avLst/>
          </a:prstGeom>
        </p:spPr>
      </p:pic>
      <p:pic>
        <p:nvPicPr>
          <p:cNvPr id="5" name="image" descr="952bf5b404ee2678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5400000"/>
            <a:ext cx="7560000" cy="5292000"/>
          </a:xfrm>
          <a:prstGeom prst="rect">
            <a:avLst/>
          </a:prstGeom>
        </p:spPr>
      </p:pic>
      <p:sp>
        <p:nvSpPr>
          <p:cNvPr id="6" name="logo"/>
          <p:cNvSpPr/>
          <p:nvPr/>
        </p:nvSpPr>
        <p:spPr>
          <a:xfrm>
            <a:off x="5919911" y="582603"/>
            <a:ext cx="1056269" cy="643486"/>
          </a:xfrm>
          <a:custGeom>
            <a:avLst/>
            <a:gdLst/>
            <a:ahLst/>
            <a:cxnLst/>
            <a:rect l="0" t="0" r="r" b="b"/>
            <a:pathLst>
              <a:path w="1056269" h="643486">
                <a:moveTo>
                  <a:pt x="990129" y="307"/>
                </a:moveTo>
                <a:lnTo>
                  <a:pt x="984765" y="2441"/>
                </a:lnTo>
                <a:lnTo>
                  <a:pt x="980334" y="4783"/>
                </a:lnTo>
                <a:lnTo>
                  <a:pt x="973784" y="15399"/>
                </a:lnTo>
                <a:lnTo>
                  <a:pt x="945108" y="29884"/>
                </a:lnTo>
                <a:lnTo>
                  <a:pt x="936215" y="35779"/>
                </a:lnTo>
                <a:lnTo>
                  <a:pt x="925637" y="44186"/>
                </a:lnTo>
                <a:lnTo>
                  <a:pt x="922678" y="47590"/>
                </a:lnTo>
                <a:lnTo>
                  <a:pt x="919642" y="52792"/>
                </a:lnTo>
                <a:lnTo>
                  <a:pt x="914571" y="59051"/>
                </a:lnTo>
                <a:lnTo>
                  <a:pt x="913179" y="62022"/>
                </a:lnTo>
                <a:lnTo>
                  <a:pt x="913123" y="64251"/>
                </a:lnTo>
                <a:lnTo>
                  <a:pt x="914088" y="66524"/>
                </a:lnTo>
                <a:lnTo>
                  <a:pt x="918250" y="70371"/>
                </a:lnTo>
                <a:lnTo>
                  <a:pt x="918820" y="71628"/>
                </a:lnTo>
                <a:lnTo>
                  <a:pt x="917254" y="72548"/>
                </a:lnTo>
                <a:lnTo>
                  <a:pt x="912540" y="73833"/>
                </a:lnTo>
                <a:lnTo>
                  <a:pt x="910998" y="74930"/>
                </a:lnTo>
                <a:lnTo>
                  <a:pt x="907953" y="81097"/>
                </a:lnTo>
                <a:lnTo>
                  <a:pt x="901179" y="88226"/>
                </a:lnTo>
                <a:lnTo>
                  <a:pt x="898935" y="91512"/>
                </a:lnTo>
                <a:lnTo>
                  <a:pt x="896496" y="96302"/>
                </a:lnTo>
                <a:lnTo>
                  <a:pt x="894904" y="96871"/>
                </a:lnTo>
                <a:lnTo>
                  <a:pt x="892716" y="96691"/>
                </a:lnTo>
                <a:lnTo>
                  <a:pt x="886793" y="93872"/>
                </a:lnTo>
                <a:lnTo>
                  <a:pt x="885232" y="93566"/>
                </a:lnTo>
                <a:lnTo>
                  <a:pt x="879043" y="95049"/>
                </a:lnTo>
                <a:lnTo>
                  <a:pt x="874648" y="96727"/>
                </a:lnTo>
                <a:lnTo>
                  <a:pt x="871795" y="98579"/>
                </a:lnTo>
                <a:lnTo>
                  <a:pt x="870301" y="100254"/>
                </a:lnTo>
                <a:lnTo>
                  <a:pt x="863433" y="110615"/>
                </a:lnTo>
                <a:lnTo>
                  <a:pt x="859275" y="113693"/>
                </a:lnTo>
                <a:lnTo>
                  <a:pt x="856327" y="114619"/>
                </a:lnTo>
                <a:lnTo>
                  <a:pt x="854159" y="114634"/>
                </a:lnTo>
                <a:lnTo>
                  <a:pt x="848178" y="110817"/>
                </a:lnTo>
                <a:lnTo>
                  <a:pt x="844691" y="109921"/>
                </a:lnTo>
                <a:lnTo>
                  <a:pt x="840996" y="110094"/>
                </a:lnTo>
                <a:lnTo>
                  <a:pt x="837278" y="111327"/>
                </a:lnTo>
                <a:lnTo>
                  <a:pt x="830309" y="115701"/>
                </a:lnTo>
                <a:lnTo>
                  <a:pt x="812274" y="124472"/>
                </a:lnTo>
                <a:lnTo>
                  <a:pt x="810392" y="125926"/>
                </a:lnTo>
                <a:lnTo>
                  <a:pt x="808602" y="128847"/>
                </a:lnTo>
                <a:lnTo>
                  <a:pt x="809498" y="136259"/>
                </a:lnTo>
                <a:lnTo>
                  <a:pt x="811743" y="141043"/>
                </a:lnTo>
                <a:lnTo>
                  <a:pt x="811639" y="143299"/>
                </a:lnTo>
                <a:lnTo>
                  <a:pt x="809504" y="144904"/>
                </a:lnTo>
                <a:lnTo>
                  <a:pt x="803387" y="146819"/>
                </a:lnTo>
                <a:lnTo>
                  <a:pt x="799989" y="149218"/>
                </a:lnTo>
                <a:lnTo>
                  <a:pt x="798039" y="148765"/>
                </a:lnTo>
                <a:lnTo>
                  <a:pt x="794559" y="146688"/>
                </a:lnTo>
                <a:lnTo>
                  <a:pt x="786966" y="141660"/>
                </a:lnTo>
                <a:lnTo>
                  <a:pt x="777514" y="134651"/>
                </a:lnTo>
                <a:lnTo>
                  <a:pt x="758690" y="122136"/>
                </a:lnTo>
                <a:lnTo>
                  <a:pt x="747605" y="114310"/>
                </a:lnTo>
                <a:lnTo>
                  <a:pt x="734049" y="103713"/>
                </a:lnTo>
                <a:lnTo>
                  <a:pt x="711398" y="87282"/>
                </a:lnTo>
                <a:lnTo>
                  <a:pt x="707893" y="85299"/>
                </a:lnTo>
                <a:lnTo>
                  <a:pt x="706225" y="85513"/>
                </a:lnTo>
                <a:lnTo>
                  <a:pt x="705447" y="86702"/>
                </a:lnTo>
                <a:lnTo>
                  <a:pt x="706106" y="89234"/>
                </a:lnTo>
                <a:lnTo>
                  <a:pt x="707056" y="90691"/>
                </a:lnTo>
                <a:lnTo>
                  <a:pt x="709522" y="92736"/>
                </a:lnTo>
                <a:lnTo>
                  <a:pt x="728697" y="106781"/>
                </a:lnTo>
                <a:lnTo>
                  <a:pt x="751732" y="122897"/>
                </a:lnTo>
                <a:lnTo>
                  <a:pt x="765770" y="133493"/>
                </a:lnTo>
                <a:lnTo>
                  <a:pt x="771437" y="137312"/>
                </a:lnTo>
                <a:lnTo>
                  <a:pt x="776142" y="139562"/>
                </a:lnTo>
                <a:lnTo>
                  <a:pt x="781474" y="142851"/>
                </a:lnTo>
                <a:lnTo>
                  <a:pt x="785655" y="146180"/>
                </a:lnTo>
                <a:lnTo>
                  <a:pt x="787681" y="148503"/>
                </a:lnTo>
                <a:lnTo>
                  <a:pt x="788375" y="150255"/>
                </a:lnTo>
                <a:lnTo>
                  <a:pt x="789027" y="160620"/>
                </a:lnTo>
                <a:lnTo>
                  <a:pt x="786500" y="160654"/>
                </a:lnTo>
                <a:lnTo>
                  <a:pt x="784862" y="159571"/>
                </a:lnTo>
                <a:lnTo>
                  <a:pt x="783393" y="157474"/>
                </a:lnTo>
                <a:lnTo>
                  <a:pt x="781622" y="153577"/>
                </a:lnTo>
                <a:lnTo>
                  <a:pt x="779910" y="151326"/>
                </a:lnTo>
                <a:lnTo>
                  <a:pt x="771756" y="142974"/>
                </a:lnTo>
                <a:lnTo>
                  <a:pt x="769312" y="140932"/>
                </a:lnTo>
                <a:lnTo>
                  <a:pt x="767499" y="140113"/>
                </a:lnTo>
                <a:lnTo>
                  <a:pt x="765865" y="140315"/>
                </a:lnTo>
                <a:lnTo>
                  <a:pt x="761593" y="142299"/>
                </a:lnTo>
                <a:lnTo>
                  <a:pt x="753204" y="142540"/>
                </a:lnTo>
                <a:lnTo>
                  <a:pt x="749509" y="147584"/>
                </a:lnTo>
                <a:lnTo>
                  <a:pt x="748063" y="153309"/>
                </a:lnTo>
                <a:lnTo>
                  <a:pt x="746768" y="154275"/>
                </a:lnTo>
                <a:lnTo>
                  <a:pt x="743981" y="155306"/>
                </a:lnTo>
                <a:lnTo>
                  <a:pt x="741838" y="155282"/>
                </a:lnTo>
                <a:lnTo>
                  <a:pt x="736928" y="152601"/>
                </a:lnTo>
                <a:lnTo>
                  <a:pt x="734080" y="151761"/>
                </a:lnTo>
                <a:lnTo>
                  <a:pt x="726005" y="153635"/>
                </a:lnTo>
                <a:lnTo>
                  <a:pt x="722608" y="153980"/>
                </a:lnTo>
                <a:lnTo>
                  <a:pt x="720441" y="153701"/>
                </a:lnTo>
                <a:lnTo>
                  <a:pt x="716327" y="150447"/>
                </a:lnTo>
                <a:lnTo>
                  <a:pt x="714536" y="147843"/>
                </a:lnTo>
                <a:lnTo>
                  <a:pt x="716034" y="142306"/>
                </a:lnTo>
                <a:lnTo>
                  <a:pt x="716782" y="133751"/>
                </a:lnTo>
                <a:lnTo>
                  <a:pt x="716512" y="130100"/>
                </a:lnTo>
                <a:lnTo>
                  <a:pt x="714936" y="127653"/>
                </a:lnTo>
                <a:lnTo>
                  <a:pt x="709232" y="122338"/>
                </a:lnTo>
                <a:lnTo>
                  <a:pt x="705776" y="120054"/>
                </a:lnTo>
                <a:lnTo>
                  <a:pt x="702875" y="119395"/>
                </a:lnTo>
                <a:lnTo>
                  <a:pt x="694655" y="119133"/>
                </a:lnTo>
                <a:lnTo>
                  <a:pt x="691652" y="118631"/>
                </a:lnTo>
                <a:lnTo>
                  <a:pt x="690721" y="117815"/>
                </a:lnTo>
                <a:lnTo>
                  <a:pt x="689830" y="114026"/>
                </a:lnTo>
                <a:lnTo>
                  <a:pt x="688886" y="112448"/>
                </a:lnTo>
                <a:lnTo>
                  <a:pt x="687004" y="111273"/>
                </a:lnTo>
                <a:lnTo>
                  <a:pt x="682377" y="109609"/>
                </a:lnTo>
                <a:lnTo>
                  <a:pt x="677103" y="111550"/>
                </a:lnTo>
                <a:lnTo>
                  <a:pt x="673891" y="114190"/>
                </a:lnTo>
                <a:lnTo>
                  <a:pt x="674455" y="125887"/>
                </a:lnTo>
                <a:lnTo>
                  <a:pt x="675211" y="129461"/>
                </a:lnTo>
                <a:lnTo>
                  <a:pt x="675614" y="129920"/>
                </a:lnTo>
                <a:lnTo>
                  <a:pt x="676735" y="129886"/>
                </a:lnTo>
                <a:lnTo>
                  <a:pt x="680641" y="127610"/>
                </a:lnTo>
                <a:lnTo>
                  <a:pt x="682286" y="127672"/>
                </a:lnTo>
                <a:lnTo>
                  <a:pt x="684122" y="128410"/>
                </a:lnTo>
                <a:lnTo>
                  <a:pt x="693709" y="135525"/>
                </a:lnTo>
                <a:lnTo>
                  <a:pt x="700980" y="142389"/>
                </a:lnTo>
                <a:lnTo>
                  <a:pt x="701464" y="144697"/>
                </a:lnTo>
                <a:lnTo>
                  <a:pt x="701117" y="146026"/>
                </a:lnTo>
                <a:lnTo>
                  <a:pt x="699209" y="149325"/>
                </a:lnTo>
                <a:lnTo>
                  <a:pt x="694313" y="155679"/>
                </a:lnTo>
                <a:lnTo>
                  <a:pt x="693043" y="158983"/>
                </a:lnTo>
                <a:lnTo>
                  <a:pt x="693053" y="160668"/>
                </a:lnTo>
                <a:lnTo>
                  <a:pt x="693789" y="163376"/>
                </a:lnTo>
                <a:lnTo>
                  <a:pt x="695126" y="165711"/>
                </a:lnTo>
                <a:lnTo>
                  <a:pt x="696911" y="167504"/>
                </a:lnTo>
                <a:lnTo>
                  <a:pt x="699998" y="168866"/>
                </a:lnTo>
                <a:lnTo>
                  <a:pt x="703861" y="169063"/>
                </a:lnTo>
                <a:lnTo>
                  <a:pt x="709414" y="168253"/>
                </a:lnTo>
                <a:lnTo>
                  <a:pt x="714843" y="166243"/>
                </a:lnTo>
                <a:lnTo>
                  <a:pt x="719020" y="166852"/>
                </a:lnTo>
                <a:lnTo>
                  <a:pt x="724160" y="165624"/>
                </a:lnTo>
                <a:lnTo>
                  <a:pt x="726519" y="166565"/>
                </a:lnTo>
                <a:lnTo>
                  <a:pt x="758636" y="193750"/>
                </a:lnTo>
                <a:lnTo>
                  <a:pt x="760031" y="195403"/>
                </a:lnTo>
                <a:lnTo>
                  <a:pt x="763630" y="197962"/>
                </a:lnTo>
                <a:lnTo>
                  <a:pt x="773369" y="206281"/>
                </a:lnTo>
                <a:lnTo>
                  <a:pt x="782988" y="215012"/>
                </a:lnTo>
                <a:lnTo>
                  <a:pt x="789551" y="219837"/>
                </a:lnTo>
                <a:lnTo>
                  <a:pt x="792119" y="222990"/>
                </a:lnTo>
                <a:lnTo>
                  <a:pt x="799661" y="229348"/>
                </a:lnTo>
                <a:lnTo>
                  <a:pt x="804582" y="232935"/>
                </a:lnTo>
                <a:lnTo>
                  <a:pt x="805727" y="234276"/>
                </a:lnTo>
                <a:lnTo>
                  <a:pt x="808260" y="234750"/>
                </a:lnTo>
                <a:lnTo>
                  <a:pt x="809348" y="233928"/>
                </a:lnTo>
                <a:lnTo>
                  <a:pt x="809290" y="232777"/>
                </a:lnTo>
                <a:lnTo>
                  <a:pt x="805379" y="229009"/>
                </a:lnTo>
                <a:lnTo>
                  <a:pt x="801566" y="226225"/>
                </a:lnTo>
                <a:lnTo>
                  <a:pt x="795704" y="220743"/>
                </a:lnTo>
                <a:lnTo>
                  <a:pt x="790840" y="217943"/>
                </a:lnTo>
                <a:lnTo>
                  <a:pt x="787394" y="215349"/>
                </a:lnTo>
                <a:lnTo>
                  <a:pt x="785465" y="213054"/>
                </a:lnTo>
                <a:lnTo>
                  <a:pt x="777561" y="207340"/>
                </a:lnTo>
                <a:lnTo>
                  <a:pt x="740372" y="172697"/>
                </a:lnTo>
                <a:lnTo>
                  <a:pt x="738770" y="170436"/>
                </a:lnTo>
                <a:lnTo>
                  <a:pt x="738772" y="167988"/>
                </a:lnTo>
                <a:lnTo>
                  <a:pt x="740850" y="166539"/>
                </a:lnTo>
                <a:lnTo>
                  <a:pt x="749328" y="164908"/>
                </a:lnTo>
                <a:lnTo>
                  <a:pt x="753778" y="163198"/>
                </a:lnTo>
                <a:lnTo>
                  <a:pt x="756160" y="161451"/>
                </a:lnTo>
                <a:lnTo>
                  <a:pt x="757962" y="159299"/>
                </a:lnTo>
                <a:lnTo>
                  <a:pt x="760514" y="153798"/>
                </a:lnTo>
                <a:lnTo>
                  <a:pt x="762438" y="152921"/>
                </a:lnTo>
                <a:lnTo>
                  <a:pt x="764667" y="152882"/>
                </a:lnTo>
                <a:lnTo>
                  <a:pt x="768169" y="154153"/>
                </a:lnTo>
                <a:lnTo>
                  <a:pt x="770561" y="156136"/>
                </a:lnTo>
                <a:lnTo>
                  <a:pt x="771670" y="163947"/>
                </a:lnTo>
                <a:lnTo>
                  <a:pt x="782991" y="172282"/>
                </a:lnTo>
                <a:lnTo>
                  <a:pt x="786576" y="173075"/>
                </a:lnTo>
                <a:lnTo>
                  <a:pt x="802334" y="173975"/>
                </a:lnTo>
                <a:lnTo>
                  <a:pt x="803870" y="172444"/>
                </a:lnTo>
                <a:lnTo>
                  <a:pt x="804148" y="171311"/>
                </a:lnTo>
                <a:lnTo>
                  <a:pt x="802065" y="166040"/>
                </a:lnTo>
                <a:lnTo>
                  <a:pt x="801984" y="163519"/>
                </a:lnTo>
                <a:lnTo>
                  <a:pt x="803492" y="162104"/>
                </a:lnTo>
                <a:lnTo>
                  <a:pt x="806984" y="162014"/>
                </a:lnTo>
                <a:lnTo>
                  <a:pt x="814619" y="166384"/>
                </a:lnTo>
                <a:lnTo>
                  <a:pt x="820794" y="170878"/>
                </a:lnTo>
                <a:lnTo>
                  <a:pt x="826670" y="174331"/>
                </a:lnTo>
                <a:lnTo>
                  <a:pt x="852261" y="191465"/>
                </a:lnTo>
                <a:lnTo>
                  <a:pt x="853906" y="192101"/>
                </a:lnTo>
                <a:lnTo>
                  <a:pt x="855421" y="191895"/>
                </a:lnTo>
                <a:lnTo>
                  <a:pt x="855962" y="191491"/>
                </a:lnTo>
                <a:lnTo>
                  <a:pt x="856124" y="190224"/>
                </a:lnTo>
                <a:lnTo>
                  <a:pt x="855175" y="188549"/>
                </a:lnTo>
                <a:lnTo>
                  <a:pt x="853254" y="186715"/>
                </a:lnTo>
                <a:lnTo>
                  <a:pt x="826435" y="168774"/>
                </a:lnTo>
                <a:lnTo>
                  <a:pt x="821312" y="164797"/>
                </a:lnTo>
                <a:lnTo>
                  <a:pt x="815173" y="160983"/>
                </a:lnTo>
                <a:lnTo>
                  <a:pt x="812000" y="157727"/>
                </a:lnTo>
                <a:lnTo>
                  <a:pt x="811394" y="156210"/>
                </a:lnTo>
                <a:lnTo>
                  <a:pt x="811678" y="155542"/>
                </a:lnTo>
                <a:lnTo>
                  <a:pt x="816563" y="153629"/>
                </a:lnTo>
                <a:lnTo>
                  <a:pt x="825911" y="144757"/>
                </a:lnTo>
                <a:lnTo>
                  <a:pt x="825658" y="140881"/>
                </a:lnTo>
                <a:lnTo>
                  <a:pt x="820944" y="134534"/>
                </a:lnTo>
                <a:lnTo>
                  <a:pt x="820596" y="133289"/>
                </a:lnTo>
                <a:lnTo>
                  <a:pt x="821062" y="131777"/>
                </a:lnTo>
                <a:lnTo>
                  <a:pt x="825835" y="128789"/>
                </a:lnTo>
                <a:lnTo>
                  <a:pt x="835070" y="125069"/>
                </a:lnTo>
                <a:lnTo>
                  <a:pt x="845183" y="126055"/>
                </a:lnTo>
                <a:lnTo>
                  <a:pt x="866170" y="122531"/>
                </a:lnTo>
                <a:lnTo>
                  <a:pt x="868213" y="121153"/>
                </a:lnTo>
                <a:lnTo>
                  <a:pt x="869774" y="119457"/>
                </a:lnTo>
                <a:lnTo>
                  <a:pt x="877829" y="107659"/>
                </a:lnTo>
                <a:lnTo>
                  <a:pt x="880442" y="105164"/>
                </a:lnTo>
                <a:lnTo>
                  <a:pt x="881725" y="104474"/>
                </a:lnTo>
                <a:lnTo>
                  <a:pt x="883015" y="104149"/>
                </a:lnTo>
                <a:lnTo>
                  <a:pt x="885685" y="104570"/>
                </a:lnTo>
                <a:lnTo>
                  <a:pt x="889705" y="107005"/>
                </a:lnTo>
                <a:lnTo>
                  <a:pt x="893262" y="107948"/>
                </a:lnTo>
                <a:lnTo>
                  <a:pt x="898907" y="108257"/>
                </a:lnTo>
                <a:lnTo>
                  <a:pt x="901549" y="107410"/>
                </a:lnTo>
                <a:lnTo>
                  <a:pt x="903627" y="105302"/>
                </a:lnTo>
                <a:lnTo>
                  <a:pt x="907161" y="98050"/>
                </a:lnTo>
                <a:lnTo>
                  <a:pt x="909248" y="94850"/>
                </a:lnTo>
                <a:lnTo>
                  <a:pt x="918343" y="84725"/>
                </a:lnTo>
                <a:lnTo>
                  <a:pt x="927375" y="78916"/>
                </a:lnTo>
                <a:lnTo>
                  <a:pt x="931627" y="74867"/>
                </a:lnTo>
                <a:lnTo>
                  <a:pt x="931982" y="73449"/>
                </a:lnTo>
                <a:lnTo>
                  <a:pt x="931494" y="71467"/>
                </a:lnTo>
                <a:lnTo>
                  <a:pt x="927337" y="63639"/>
                </a:lnTo>
                <a:lnTo>
                  <a:pt x="926932" y="61961"/>
                </a:lnTo>
                <a:lnTo>
                  <a:pt x="927731" y="59277"/>
                </a:lnTo>
                <a:lnTo>
                  <a:pt x="931084" y="53724"/>
                </a:lnTo>
                <a:lnTo>
                  <a:pt x="934696" y="49748"/>
                </a:lnTo>
                <a:lnTo>
                  <a:pt x="941721" y="44424"/>
                </a:lnTo>
                <a:lnTo>
                  <a:pt x="952852" y="37291"/>
                </a:lnTo>
                <a:lnTo>
                  <a:pt x="955328" y="36098"/>
                </a:lnTo>
                <a:lnTo>
                  <a:pt x="957475" y="35835"/>
                </a:lnTo>
                <a:lnTo>
                  <a:pt x="959754" y="37122"/>
                </a:lnTo>
                <a:lnTo>
                  <a:pt x="976557" y="51548"/>
                </a:lnTo>
                <a:lnTo>
                  <a:pt x="983320" y="55808"/>
                </a:lnTo>
                <a:lnTo>
                  <a:pt x="984492" y="57662"/>
                </a:lnTo>
                <a:lnTo>
                  <a:pt x="986444" y="63697"/>
                </a:lnTo>
                <a:lnTo>
                  <a:pt x="988321" y="66656"/>
                </a:lnTo>
                <a:lnTo>
                  <a:pt x="991290" y="68432"/>
                </a:lnTo>
                <a:lnTo>
                  <a:pt x="1000573" y="71187"/>
                </a:lnTo>
                <a:lnTo>
                  <a:pt x="1002247" y="72330"/>
                </a:lnTo>
                <a:lnTo>
                  <a:pt x="1003966" y="74316"/>
                </a:lnTo>
                <a:lnTo>
                  <a:pt x="1003816" y="87126"/>
                </a:lnTo>
                <a:lnTo>
                  <a:pt x="1007202" y="108097"/>
                </a:lnTo>
                <a:lnTo>
                  <a:pt x="1009164" y="115745"/>
                </a:lnTo>
                <a:lnTo>
                  <a:pt x="1009300" y="118643"/>
                </a:lnTo>
                <a:lnTo>
                  <a:pt x="1008251" y="120852"/>
                </a:lnTo>
                <a:lnTo>
                  <a:pt x="1004645" y="124036"/>
                </a:lnTo>
                <a:lnTo>
                  <a:pt x="1002363" y="127226"/>
                </a:lnTo>
                <a:lnTo>
                  <a:pt x="1000732" y="132069"/>
                </a:lnTo>
                <a:lnTo>
                  <a:pt x="998428" y="142271"/>
                </a:lnTo>
                <a:lnTo>
                  <a:pt x="997339" y="144283"/>
                </a:lnTo>
                <a:lnTo>
                  <a:pt x="996142" y="144253"/>
                </a:lnTo>
                <a:lnTo>
                  <a:pt x="991792" y="140334"/>
                </a:lnTo>
                <a:lnTo>
                  <a:pt x="988222" y="136254"/>
                </a:lnTo>
                <a:lnTo>
                  <a:pt x="984548" y="130673"/>
                </a:lnTo>
                <a:lnTo>
                  <a:pt x="981872" y="128487"/>
                </a:lnTo>
                <a:lnTo>
                  <a:pt x="980299" y="128780"/>
                </a:lnTo>
                <a:lnTo>
                  <a:pt x="978573" y="129872"/>
                </a:lnTo>
                <a:lnTo>
                  <a:pt x="965721" y="140529"/>
                </a:lnTo>
                <a:lnTo>
                  <a:pt x="965257" y="141779"/>
                </a:lnTo>
                <a:lnTo>
                  <a:pt x="965642" y="143263"/>
                </a:lnTo>
                <a:lnTo>
                  <a:pt x="971040" y="150062"/>
                </a:lnTo>
                <a:lnTo>
                  <a:pt x="971885" y="151887"/>
                </a:lnTo>
                <a:lnTo>
                  <a:pt x="971683" y="153263"/>
                </a:lnTo>
                <a:lnTo>
                  <a:pt x="970422" y="154231"/>
                </a:lnTo>
                <a:lnTo>
                  <a:pt x="965637" y="155621"/>
                </a:lnTo>
                <a:lnTo>
                  <a:pt x="961646" y="158342"/>
                </a:lnTo>
                <a:lnTo>
                  <a:pt x="957525" y="162703"/>
                </a:lnTo>
                <a:lnTo>
                  <a:pt x="952955" y="169299"/>
                </a:lnTo>
                <a:lnTo>
                  <a:pt x="953289" y="180202"/>
                </a:lnTo>
                <a:lnTo>
                  <a:pt x="956837" y="196757"/>
                </a:lnTo>
                <a:lnTo>
                  <a:pt x="959834" y="203914"/>
                </a:lnTo>
                <a:lnTo>
                  <a:pt x="960172" y="206501"/>
                </a:lnTo>
                <a:lnTo>
                  <a:pt x="959922" y="207520"/>
                </a:lnTo>
                <a:lnTo>
                  <a:pt x="959389" y="208369"/>
                </a:lnTo>
                <a:lnTo>
                  <a:pt x="957459" y="209590"/>
                </a:lnTo>
                <a:lnTo>
                  <a:pt x="949273" y="211141"/>
                </a:lnTo>
                <a:lnTo>
                  <a:pt x="945163" y="212781"/>
                </a:lnTo>
                <a:lnTo>
                  <a:pt x="943427" y="213909"/>
                </a:lnTo>
                <a:lnTo>
                  <a:pt x="941881" y="215259"/>
                </a:lnTo>
                <a:lnTo>
                  <a:pt x="939286" y="218681"/>
                </a:lnTo>
                <a:lnTo>
                  <a:pt x="936171" y="225402"/>
                </a:lnTo>
                <a:lnTo>
                  <a:pt x="934175" y="228000"/>
                </a:lnTo>
                <a:lnTo>
                  <a:pt x="933977" y="229446"/>
                </a:lnTo>
                <a:lnTo>
                  <a:pt x="935224" y="230996"/>
                </a:lnTo>
                <a:lnTo>
                  <a:pt x="938038" y="232933"/>
                </a:lnTo>
                <a:lnTo>
                  <a:pt x="940742" y="234095"/>
                </a:lnTo>
                <a:lnTo>
                  <a:pt x="942211" y="234044"/>
                </a:lnTo>
                <a:lnTo>
                  <a:pt x="944437" y="232712"/>
                </a:lnTo>
                <a:lnTo>
                  <a:pt x="947038" y="229991"/>
                </a:lnTo>
                <a:lnTo>
                  <a:pt x="948827" y="223253"/>
                </a:lnTo>
                <a:lnTo>
                  <a:pt x="950779" y="220930"/>
                </a:lnTo>
                <a:lnTo>
                  <a:pt x="953438" y="220309"/>
                </a:lnTo>
                <a:lnTo>
                  <a:pt x="957707" y="223501"/>
                </a:lnTo>
                <a:lnTo>
                  <a:pt x="960380" y="224022"/>
                </a:lnTo>
                <a:lnTo>
                  <a:pt x="962372" y="223783"/>
                </a:lnTo>
                <a:lnTo>
                  <a:pt x="964003" y="223011"/>
                </a:lnTo>
                <a:lnTo>
                  <a:pt x="965944" y="220679"/>
                </a:lnTo>
                <a:lnTo>
                  <a:pt x="968669" y="213961"/>
                </a:lnTo>
                <a:lnTo>
                  <a:pt x="971355" y="209616"/>
                </a:lnTo>
                <a:lnTo>
                  <a:pt x="974525" y="205565"/>
                </a:lnTo>
                <a:lnTo>
                  <a:pt x="975429" y="202803"/>
                </a:lnTo>
                <a:lnTo>
                  <a:pt x="974428" y="200490"/>
                </a:lnTo>
                <a:lnTo>
                  <a:pt x="969425" y="197987"/>
                </a:lnTo>
                <a:lnTo>
                  <a:pt x="967451" y="194844"/>
                </a:lnTo>
                <a:lnTo>
                  <a:pt x="965420" y="187781"/>
                </a:lnTo>
                <a:lnTo>
                  <a:pt x="964068" y="181121"/>
                </a:lnTo>
                <a:lnTo>
                  <a:pt x="963466" y="175631"/>
                </a:lnTo>
                <a:lnTo>
                  <a:pt x="963707" y="172095"/>
                </a:lnTo>
                <a:lnTo>
                  <a:pt x="966359" y="168190"/>
                </a:lnTo>
                <a:lnTo>
                  <a:pt x="968542" y="166430"/>
                </a:lnTo>
                <a:lnTo>
                  <a:pt x="969734" y="166020"/>
                </a:lnTo>
                <a:lnTo>
                  <a:pt x="976397" y="169345"/>
                </a:lnTo>
                <a:lnTo>
                  <a:pt x="980401" y="169485"/>
                </a:lnTo>
                <a:lnTo>
                  <a:pt x="981566" y="168963"/>
                </a:lnTo>
                <a:lnTo>
                  <a:pt x="982340" y="166128"/>
                </a:lnTo>
                <a:lnTo>
                  <a:pt x="983052" y="150993"/>
                </a:lnTo>
                <a:lnTo>
                  <a:pt x="983489" y="149158"/>
                </a:lnTo>
                <a:lnTo>
                  <a:pt x="984594" y="148422"/>
                </a:lnTo>
                <a:lnTo>
                  <a:pt x="986003" y="149217"/>
                </a:lnTo>
                <a:lnTo>
                  <a:pt x="986904" y="151242"/>
                </a:lnTo>
                <a:lnTo>
                  <a:pt x="988168" y="167857"/>
                </a:lnTo>
                <a:lnTo>
                  <a:pt x="991521" y="182744"/>
                </a:lnTo>
                <a:lnTo>
                  <a:pt x="994245" y="192555"/>
                </a:lnTo>
                <a:lnTo>
                  <a:pt x="994503" y="195416"/>
                </a:lnTo>
                <a:lnTo>
                  <a:pt x="993523" y="202005"/>
                </a:lnTo>
                <a:lnTo>
                  <a:pt x="993648" y="204812"/>
                </a:lnTo>
                <a:lnTo>
                  <a:pt x="996505" y="211233"/>
                </a:lnTo>
                <a:lnTo>
                  <a:pt x="999675" y="221274"/>
                </a:lnTo>
                <a:lnTo>
                  <a:pt x="1002880" y="225871"/>
                </a:lnTo>
                <a:lnTo>
                  <a:pt x="1007287" y="230736"/>
                </a:lnTo>
                <a:lnTo>
                  <a:pt x="1010799" y="233904"/>
                </a:lnTo>
                <a:lnTo>
                  <a:pt x="1016344" y="237934"/>
                </a:lnTo>
                <a:lnTo>
                  <a:pt x="1035697" y="249973"/>
                </a:lnTo>
                <a:lnTo>
                  <a:pt x="1048805" y="257434"/>
                </a:lnTo>
                <a:lnTo>
                  <a:pt x="1052359" y="258550"/>
                </a:lnTo>
                <a:lnTo>
                  <a:pt x="1055011" y="258396"/>
                </a:lnTo>
                <a:lnTo>
                  <a:pt x="1055863" y="257476"/>
                </a:lnTo>
                <a:lnTo>
                  <a:pt x="1056269" y="255718"/>
                </a:lnTo>
                <a:lnTo>
                  <a:pt x="1055893" y="245959"/>
                </a:lnTo>
                <a:lnTo>
                  <a:pt x="1049328" y="233369"/>
                </a:lnTo>
                <a:lnTo>
                  <a:pt x="1048700" y="221961"/>
                </a:lnTo>
                <a:lnTo>
                  <a:pt x="1046877" y="219298"/>
                </a:lnTo>
                <a:lnTo>
                  <a:pt x="1041911" y="213704"/>
                </a:lnTo>
                <a:lnTo>
                  <a:pt x="1044916" y="206545"/>
                </a:lnTo>
                <a:lnTo>
                  <a:pt x="1045093" y="202349"/>
                </a:lnTo>
                <a:lnTo>
                  <a:pt x="1043083" y="199144"/>
                </a:lnTo>
                <a:lnTo>
                  <a:pt x="1037812" y="195905"/>
                </a:lnTo>
                <a:lnTo>
                  <a:pt x="1036890" y="194792"/>
                </a:lnTo>
                <a:lnTo>
                  <a:pt x="1036299" y="191974"/>
                </a:lnTo>
                <a:lnTo>
                  <a:pt x="1035884" y="182895"/>
                </a:lnTo>
                <a:lnTo>
                  <a:pt x="1032949" y="181207"/>
                </a:lnTo>
                <a:lnTo>
                  <a:pt x="1027591" y="180050"/>
                </a:lnTo>
                <a:lnTo>
                  <a:pt x="1022239" y="174828"/>
                </a:lnTo>
                <a:lnTo>
                  <a:pt x="1020003" y="173361"/>
                </a:lnTo>
                <a:lnTo>
                  <a:pt x="1018587" y="173199"/>
                </a:lnTo>
                <a:lnTo>
                  <a:pt x="1013665" y="174523"/>
                </a:lnTo>
                <a:lnTo>
                  <a:pt x="1011825" y="174457"/>
                </a:lnTo>
                <a:lnTo>
                  <a:pt x="1008947" y="170186"/>
                </a:lnTo>
                <a:lnTo>
                  <a:pt x="1003146" y="158981"/>
                </a:lnTo>
                <a:lnTo>
                  <a:pt x="1006813" y="152123"/>
                </a:lnTo>
                <a:lnTo>
                  <a:pt x="1009832" y="148630"/>
                </a:lnTo>
                <a:lnTo>
                  <a:pt x="1010740" y="146843"/>
                </a:lnTo>
                <a:lnTo>
                  <a:pt x="1010203" y="136623"/>
                </a:lnTo>
                <a:lnTo>
                  <a:pt x="1011091" y="132293"/>
                </a:lnTo>
                <a:lnTo>
                  <a:pt x="1013223" y="130805"/>
                </a:lnTo>
                <a:lnTo>
                  <a:pt x="1020745" y="127643"/>
                </a:lnTo>
                <a:lnTo>
                  <a:pt x="1022052" y="126303"/>
                </a:lnTo>
                <a:lnTo>
                  <a:pt x="1022273" y="125478"/>
                </a:lnTo>
                <a:lnTo>
                  <a:pt x="1021950" y="123296"/>
                </a:lnTo>
                <a:lnTo>
                  <a:pt x="1019576" y="117126"/>
                </a:lnTo>
                <a:lnTo>
                  <a:pt x="1018282" y="111977"/>
                </a:lnTo>
                <a:lnTo>
                  <a:pt x="1014686" y="90747"/>
                </a:lnTo>
                <a:lnTo>
                  <a:pt x="1013946" y="81597"/>
                </a:lnTo>
                <a:lnTo>
                  <a:pt x="1013946" y="78366"/>
                </a:lnTo>
                <a:lnTo>
                  <a:pt x="1021661" y="70266"/>
                </a:lnTo>
                <a:lnTo>
                  <a:pt x="1021661" y="65975"/>
                </a:lnTo>
                <a:lnTo>
                  <a:pt x="1017652" y="62612"/>
                </a:lnTo>
                <a:lnTo>
                  <a:pt x="1015061" y="61431"/>
                </a:lnTo>
                <a:lnTo>
                  <a:pt x="1011911" y="61161"/>
                </a:lnTo>
                <a:lnTo>
                  <a:pt x="1006376" y="61624"/>
                </a:lnTo>
                <a:lnTo>
                  <a:pt x="1000814" y="61437"/>
                </a:lnTo>
                <a:lnTo>
                  <a:pt x="996975" y="60527"/>
                </a:lnTo>
                <a:lnTo>
                  <a:pt x="995681" y="59156"/>
                </a:lnTo>
                <a:lnTo>
                  <a:pt x="994100" y="50288"/>
                </a:lnTo>
                <a:lnTo>
                  <a:pt x="991424" y="45169"/>
                </a:lnTo>
                <a:lnTo>
                  <a:pt x="992021" y="42520"/>
                </a:lnTo>
                <a:lnTo>
                  <a:pt x="994387" y="38534"/>
                </a:lnTo>
                <a:lnTo>
                  <a:pt x="996361" y="36126"/>
                </a:lnTo>
                <a:lnTo>
                  <a:pt x="1001781" y="34400"/>
                </a:lnTo>
                <a:lnTo>
                  <a:pt x="1007184" y="30062"/>
                </a:lnTo>
                <a:lnTo>
                  <a:pt x="1012292" y="26825"/>
                </a:lnTo>
                <a:lnTo>
                  <a:pt x="1014356" y="24047"/>
                </a:lnTo>
                <a:lnTo>
                  <a:pt x="1014702" y="20788"/>
                </a:lnTo>
                <a:lnTo>
                  <a:pt x="1013946" y="18436"/>
                </a:lnTo>
                <a:lnTo>
                  <a:pt x="1012627" y="16447"/>
                </a:lnTo>
                <a:lnTo>
                  <a:pt x="1004671" y="13209"/>
                </a:lnTo>
                <a:lnTo>
                  <a:pt x="1002453" y="11523"/>
                </a:lnTo>
                <a:lnTo>
                  <a:pt x="1001484" y="9680"/>
                </a:lnTo>
                <a:lnTo>
                  <a:pt x="1000291" y="5309"/>
                </a:lnTo>
                <a:lnTo>
                  <a:pt x="997517" y="1320"/>
                </a:lnTo>
                <a:lnTo>
                  <a:pt x="994565" y="0"/>
                </a:lnTo>
                <a:lnTo>
                  <a:pt x="990129" y="307"/>
                </a:lnTo>
                <a:close/>
                <a:moveTo>
                  <a:pt x="990514" y="16266"/>
                </a:moveTo>
                <a:lnTo>
                  <a:pt x="995471" y="21221"/>
                </a:lnTo>
                <a:lnTo>
                  <a:pt x="996402" y="23975"/>
                </a:lnTo>
                <a:lnTo>
                  <a:pt x="994956" y="25096"/>
                </a:lnTo>
                <a:lnTo>
                  <a:pt x="990189" y="26114"/>
                </a:lnTo>
                <a:lnTo>
                  <a:pt x="988248" y="26934"/>
                </a:lnTo>
                <a:lnTo>
                  <a:pt x="984242" y="33525"/>
                </a:lnTo>
                <a:lnTo>
                  <a:pt x="981860" y="34507"/>
                </a:lnTo>
                <a:lnTo>
                  <a:pt x="975221" y="34579"/>
                </a:lnTo>
                <a:lnTo>
                  <a:pt x="969234" y="33900"/>
                </a:lnTo>
                <a:lnTo>
                  <a:pt x="966459" y="32746"/>
                </a:lnTo>
                <a:lnTo>
                  <a:pt x="966533" y="31760"/>
                </a:lnTo>
                <a:lnTo>
                  <a:pt x="972675" y="26681"/>
                </a:lnTo>
                <a:lnTo>
                  <a:pt x="979603" y="27125"/>
                </a:lnTo>
                <a:lnTo>
                  <a:pt x="982264" y="26566"/>
                </a:lnTo>
                <a:lnTo>
                  <a:pt x="983401" y="24875"/>
                </a:lnTo>
                <a:lnTo>
                  <a:pt x="983999" y="20588"/>
                </a:lnTo>
                <a:lnTo>
                  <a:pt x="987171" y="15733"/>
                </a:lnTo>
                <a:lnTo>
                  <a:pt x="989000" y="14528"/>
                </a:lnTo>
                <a:lnTo>
                  <a:pt x="990514" y="16266"/>
                </a:lnTo>
                <a:close/>
                <a:moveTo>
                  <a:pt x="702771" y="130486"/>
                </a:moveTo>
                <a:lnTo>
                  <a:pt x="704846" y="132106"/>
                </a:lnTo>
                <a:lnTo>
                  <a:pt x="705874" y="134420"/>
                </a:lnTo>
                <a:lnTo>
                  <a:pt x="705702" y="137368"/>
                </a:lnTo>
                <a:lnTo>
                  <a:pt x="704417" y="138586"/>
                </a:lnTo>
                <a:lnTo>
                  <a:pt x="703268" y="138600"/>
                </a:lnTo>
                <a:lnTo>
                  <a:pt x="702100" y="137910"/>
                </a:lnTo>
                <a:lnTo>
                  <a:pt x="697689" y="133916"/>
                </a:lnTo>
                <a:lnTo>
                  <a:pt x="697224" y="132895"/>
                </a:lnTo>
                <a:lnTo>
                  <a:pt x="697413" y="130782"/>
                </a:lnTo>
                <a:lnTo>
                  <a:pt x="698619" y="129636"/>
                </a:lnTo>
                <a:lnTo>
                  <a:pt x="700801" y="129727"/>
                </a:lnTo>
                <a:lnTo>
                  <a:pt x="702771" y="130486"/>
                </a:lnTo>
                <a:close/>
                <a:moveTo>
                  <a:pt x="1007486" y="185450"/>
                </a:moveTo>
                <a:lnTo>
                  <a:pt x="1010097" y="187206"/>
                </a:lnTo>
                <a:lnTo>
                  <a:pt x="1011919" y="187776"/>
                </a:lnTo>
                <a:lnTo>
                  <a:pt x="1015723" y="186116"/>
                </a:lnTo>
                <a:lnTo>
                  <a:pt x="1017256" y="186168"/>
                </a:lnTo>
                <a:lnTo>
                  <a:pt x="1022883" y="188928"/>
                </a:lnTo>
                <a:lnTo>
                  <a:pt x="1025131" y="190865"/>
                </a:lnTo>
                <a:lnTo>
                  <a:pt x="1025757" y="196886"/>
                </a:lnTo>
                <a:lnTo>
                  <a:pt x="1026289" y="198589"/>
                </a:lnTo>
                <a:lnTo>
                  <a:pt x="1027900" y="201000"/>
                </a:lnTo>
                <a:lnTo>
                  <a:pt x="1032798" y="205941"/>
                </a:lnTo>
                <a:lnTo>
                  <a:pt x="1032050" y="212405"/>
                </a:lnTo>
                <a:lnTo>
                  <a:pt x="1032274" y="217001"/>
                </a:lnTo>
                <a:lnTo>
                  <a:pt x="1033865" y="220542"/>
                </a:lnTo>
                <a:lnTo>
                  <a:pt x="1038246" y="225565"/>
                </a:lnTo>
                <a:lnTo>
                  <a:pt x="1038765" y="232156"/>
                </a:lnTo>
                <a:lnTo>
                  <a:pt x="1039792" y="236539"/>
                </a:lnTo>
                <a:lnTo>
                  <a:pt x="1039819" y="237234"/>
                </a:lnTo>
                <a:lnTo>
                  <a:pt x="1039179" y="238140"/>
                </a:lnTo>
                <a:lnTo>
                  <a:pt x="1036884" y="238220"/>
                </a:lnTo>
                <a:lnTo>
                  <a:pt x="1034771" y="237366"/>
                </a:lnTo>
                <a:lnTo>
                  <a:pt x="1019043" y="227401"/>
                </a:lnTo>
                <a:lnTo>
                  <a:pt x="1014466" y="223396"/>
                </a:lnTo>
                <a:lnTo>
                  <a:pt x="1009297" y="216686"/>
                </a:lnTo>
                <a:lnTo>
                  <a:pt x="1007250" y="212068"/>
                </a:lnTo>
                <a:lnTo>
                  <a:pt x="1004559" y="202285"/>
                </a:lnTo>
                <a:lnTo>
                  <a:pt x="1004623" y="194533"/>
                </a:lnTo>
                <a:lnTo>
                  <a:pt x="1002899" y="186981"/>
                </a:lnTo>
                <a:lnTo>
                  <a:pt x="1002992" y="184969"/>
                </a:lnTo>
                <a:lnTo>
                  <a:pt x="1003831" y="183218"/>
                </a:lnTo>
                <a:lnTo>
                  <a:pt x="1004617" y="183369"/>
                </a:lnTo>
                <a:lnTo>
                  <a:pt x="1007486" y="185450"/>
                </a:lnTo>
                <a:close/>
                <a:moveTo>
                  <a:pt x="654316" y="8938"/>
                </a:moveTo>
                <a:lnTo>
                  <a:pt x="653078" y="11174"/>
                </a:lnTo>
                <a:lnTo>
                  <a:pt x="652316" y="14321"/>
                </a:lnTo>
                <a:lnTo>
                  <a:pt x="650451" y="26202"/>
                </a:lnTo>
                <a:lnTo>
                  <a:pt x="648285" y="35328"/>
                </a:lnTo>
                <a:lnTo>
                  <a:pt x="647598" y="44380"/>
                </a:lnTo>
                <a:lnTo>
                  <a:pt x="646633" y="47384"/>
                </a:lnTo>
                <a:lnTo>
                  <a:pt x="644929" y="49680"/>
                </a:lnTo>
                <a:lnTo>
                  <a:pt x="641361" y="52837"/>
                </a:lnTo>
                <a:lnTo>
                  <a:pt x="627014" y="58415"/>
                </a:lnTo>
                <a:lnTo>
                  <a:pt x="625366" y="59589"/>
                </a:lnTo>
                <a:lnTo>
                  <a:pt x="624382" y="61507"/>
                </a:lnTo>
                <a:lnTo>
                  <a:pt x="624864" y="62679"/>
                </a:lnTo>
                <a:lnTo>
                  <a:pt x="626097" y="63427"/>
                </a:lnTo>
                <a:lnTo>
                  <a:pt x="641893" y="65070"/>
                </a:lnTo>
                <a:lnTo>
                  <a:pt x="645011" y="66024"/>
                </a:lnTo>
                <a:lnTo>
                  <a:pt x="646134" y="66807"/>
                </a:lnTo>
                <a:lnTo>
                  <a:pt x="646210" y="67289"/>
                </a:lnTo>
                <a:lnTo>
                  <a:pt x="639562" y="71579"/>
                </a:lnTo>
                <a:lnTo>
                  <a:pt x="631179" y="74136"/>
                </a:lnTo>
                <a:lnTo>
                  <a:pt x="616835" y="79662"/>
                </a:lnTo>
                <a:lnTo>
                  <a:pt x="612988" y="81510"/>
                </a:lnTo>
                <a:lnTo>
                  <a:pt x="611598" y="82802"/>
                </a:lnTo>
                <a:lnTo>
                  <a:pt x="613816" y="84634"/>
                </a:lnTo>
                <a:lnTo>
                  <a:pt x="638801" y="84798"/>
                </a:lnTo>
                <a:lnTo>
                  <a:pt x="641607" y="85082"/>
                </a:lnTo>
                <a:lnTo>
                  <a:pt x="643700" y="85911"/>
                </a:lnTo>
                <a:lnTo>
                  <a:pt x="644317" y="87085"/>
                </a:lnTo>
                <a:lnTo>
                  <a:pt x="644699" y="93646"/>
                </a:lnTo>
                <a:lnTo>
                  <a:pt x="644507" y="106525"/>
                </a:lnTo>
                <a:lnTo>
                  <a:pt x="643508" y="117950"/>
                </a:lnTo>
                <a:lnTo>
                  <a:pt x="644052" y="122228"/>
                </a:lnTo>
                <a:lnTo>
                  <a:pt x="645335" y="122337"/>
                </a:lnTo>
                <a:lnTo>
                  <a:pt x="650508" y="119316"/>
                </a:lnTo>
                <a:lnTo>
                  <a:pt x="652498" y="114781"/>
                </a:lnTo>
                <a:lnTo>
                  <a:pt x="654485" y="113521"/>
                </a:lnTo>
                <a:lnTo>
                  <a:pt x="658173" y="112984"/>
                </a:lnTo>
                <a:lnTo>
                  <a:pt x="660745" y="115621"/>
                </a:lnTo>
                <a:lnTo>
                  <a:pt x="661512" y="117406"/>
                </a:lnTo>
                <a:lnTo>
                  <a:pt x="661012" y="118836"/>
                </a:lnTo>
                <a:lnTo>
                  <a:pt x="659326" y="119821"/>
                </a:lnTo>
                <a:lnTo>
                  <a:pt x="656535" y="120269"/>
                </a:lnTo>
                <a:lnTo>
                  <a:pt x="651616" y="120120"/>
                </a:lnTo>
                <a:lnTo>
                  <a:pt x="650906" y="124905"/>
                </a:lnTo>
                <a:lnTo>
                  <a:pt x="650459" y="125857"/>
                </a:lnTo>
                <a:lnTo>
                  <a:pt x="649616" y="126432"/>
                </a:lnTo>
                <a:lnTo>
                  <a:pt x="646471" y="126376"/>
                </a:lnTo>
                <a:lnTo>
                  <a:pt x="643094" y="124400"/>
                </a:lnTo>
                <a:lnTo>
                  <a:pt x="642455" y="124749"/>
                </a:lnTo>
                <a:lnTo>
                  <a:pt x="641717" y="126175"/>
                </a:lnTo>
                <a:lnTo>
                  <a:pt x="640494" y="133710"/>
                </a:lnTo>
                <a:lnTo>
                  <a:pt x="640623" y="144950"/>
                </a:lnTo>
                <a:lnTo>
                  <a:pt x="638432" y="150216"/>
                </a:lnTo>
                <a:lnTo>
                  <a:pt x="636983" y="156003"/>
                </a:lnTo>
                <a:lnTo>
                  <a:pt x="634722" y="171964"/>
                </a:lnTo>
                <a:lnTo>
                  <a:pt x="632819" y="179677"/>
                </a:lnTo>
                <a:lnTo>
                  <a:pt x="631275" y="193823"/>
                </a:lnTo>
                <a:lnTo>
                  <a:pt x="629920" y="198565"/>
                </a:lnTo>
                <a:lnTo>
                  <a:pt x="632438" y="200226"/>
                </a:lnTo>
                <a:lnTo>
                  <a:pt x="634806" y="199942"/>
                </a:lnTo>
                <a:lnTo>
                  <a:pt x="653255" y="186656"/>
                </a:lnTo>
                <a:lnTo>
                  <a:pt x="655283" y="185639"/>
                </a:lnTo>
                <a:lnTo>
                  <a:pt x="656624" y="185474"/>
                </a:lnTo>
                <a:lnTo>
                  <a:pt x="659292" y="186401"/>
                </a:lnTo>
                <a:lnTo>
                  <a:pt x="664990" y="190778"/>
                </a:lnTo>
                <a:lnTo>
                  <a:pt x="669998" y="193906"/>
                </a:lnTo>
                <a:lnTo>
                  <a:pt x="671358" y="195351"/>
                </a:lnTo>
                <a:lnTo>
                  <a:pt x="676762" y="199323"/>
                </a:lnTo>
                <a:lnTo>
                  <a:pt x="678214" y="200112"/>
                </a:lnTo>
                <a:lnTo>
                  <a:pt x="680140" y="200427"/>
                </a:lnTo>
                <a:lnTo>
                  <a:pt x="681540" y="199680"/>
                </a:lnTo>
                <a:lnTo>
                  <a:pt x="682004" y="198556"/>
                </a:lnTo>
                <a:lnTo>
                  <a:pt x="681840" y="193279"/>
                </a:lnTo>
                <a:lnTo>
                  <a:pt x="679074" y="178875"/>
                </a:lnTo>
                <a:lnTo>
                  <a:pt x="677092" y="163052"/>
                </a:lnTo>
                <a:lnTo>
                  <a:pt x="676268" y="160252"/>
                </a:lnTo>
                <a:lnTo>
                  <a:pt x="675254" y="159026"/>
                </a:lnTo>
                <a:lnTo>
                  <a:pt x="674355" y="158764"/>
                </a:lnTo>
                <a:lnTo>
                  <a:pt x="673782" y="159855"/>
                </a:lnTo>
                <a:lnTo>
                  <a:pt x="673312" y="163995"/>
                </a:lnTo>
                <a:lnTo>
                  <a:pt x="669660" y="164543"/>
                </a:lnTo>
                <a:lnTo>
                  <a:pt x="664152" y="161536"/>
                </a:lnTo>
                <a:lnTo>
                  <a:pt x="663137" y="160498"/>
                </a:lnTo>
                <a:lnTo>
                  <a:pt x="663323" y="158696"/>
                </a:lnTo>
                <a:lnTo>
                  <a:pt x="666129" y="155739"/>
                </a:lnTo>
                <a:lnTo>
                  <a:pt x="666321" y="155268"/>
                </a:lnTo>
                <a:lnTo>
                  <a:pt x="665920" y="154798"/>
                </a:lnTo>
                <a:lnTo>
                  <a:pt x="662572" y="154793"/>
                </a:lnTo>
                <a:lnTo>
                  <a:pt x="657988" y="156335"/>
                </a:lnTo>
                <a:lnTo>
                  <a:pt x="656398" y="156441"/>
                </a:lnTo>
                <a:lnTo>
                  <a:pt x="648859" y="153603"/>
                </a:lnTo>
                <a:lnTo>
                  <a:pt x="647855" y="152954"/>
                </a:lnTo>
                <a:lnTo>
                  <a:pt x="647576" y="151731"/>
                </a:lnTo>
                <a:lnTo>
                  <a:pt x="648536" y="149470"/>
                </a:lnTo>
                <a:lnTo>
                  <a:pt x="650811" y="147184"/>
                </a:lnTo>
                <a:lnTo>
                  <a:pt x="654683" y="145058"/>
                </a:lnTo>
                <a:lnTo>
                  <a:pt x="657393" y="144630"/>
                </a:lnTo>
                <a:lnTo>
                  <a:pt x="660825" y="145915"/>
                </a:lnTo>
                <a:lnTo>
                  <a:pt x="664160" y="148069"/>
                </a:lnTo>
                <a:lnTo>
                  <a:pt x="665777" y="149986"/>
                </a:lnTo>
                <a:lnTo>
                  <a:pt x="667588" y="153903"/>
                </a:lnTo>
                <a:lnTo>
                  <a:pt x="673405" y="156125"/>
                </a:lnTo>
                <a:lnTo>
                  <a:pt x="674169" y="155834"/>
                </a:lnTo>
                <a:lnTo>
                  <a:pt x="674567" y="154944"/>
                </a:lnTo>
                <a:lnTo>
                  <a:pt x="674725" y="151759"/>
                </a:lnTo>
                <a:lnTo>
                  <a:pt x="673837" y="144715"/>
                </a:lnTo>
                <a:lnTo>
                  <a:pt x="673767" y="140236"/>
                </a:lnTo>
                <a:lnTo>
                  <a:pt x="672117" y="132209"/>
                </a:lnTo>
                <a:lnTo>
                  <a:pt x="670724" y="127874"/>
                </a:lnTo>
                <a:lnTo>
                  <a:pt x="669377" y="113026"/>
                </a:lnTo>
                <a:lnTo>
                  <a:pt x="667538" y="105256"/>
                </a:lnTo>
                <a:lnTo>
                  <a:pt x="667241" y="99212"/>
                </a:lnTo>
                <a:lnTo>
                  <a:pt x="667533" y="94542"/>
                </a:lnTo>
                <a:lnTo>
                  <a:pt x="667049" y="90351"/>
                </a:lnTo>
                <a:lnTo>
                  <a:pt x="667706" y="87831"/>
                </a:lnTo>
                <a:lnTo>
                  <a:pt x="669341" y="86454"/>
                </a:lnTo>
                <a:lnTo>
                  <a:pt x="672348" y="84924"/>
                </a:lnTo>
                <a:lnTo>
                  <a:pt x="698468" y="84715"/>
                </a:lnTo>
                <a:lnTo>
                  <a:pt x="700698" y="84249"/>
                </a:lnTo>
                <a:lnTo>
                  <a:pt x="701538" y="82945"/>
                </a:lnTo>
                <a:lnTo>
                  <a:pt x="701090" y="82109"/>
                </a:lnTo>
                <a:lnTo>
                  <a:pt x="698762" y="80762"/>
                </a:lnTo>
                <a:lnTo>
                  <a:pt x="691613" y="78278"/>
                </a:lnTo>
                <a:lnTo>
                  <a:pt x="685955" y="76950"/>
                </a:lnTo>
                <a:lnTo>
                  <a:pt x="682112" y="74491"/>
                </a:lnTo>
                <a:lnTo>
                  <a:pt x="674754" y="71760"/>
                </a:lnTo>
                <a:lnTo>
                  <a:pt x="671076" y="69652"/>
                </a:lnTo>
                <a:lnTo>
                  <a:pt x="668902" y="67767"/>
                </a:lnTo>
                <a:lnTo>
                  <a:pt x="668753" y="67243"/>
                </a:lnTo>
                <a:lnTo>
                  <a:pt x="669196" y="66771"/>
                </a:lnTo>
                <a:lnTo>
                  <a:pt x="671610" y="65593"/>
                </a:lnTo>
                <a:lnTo>
                  <a:pt x="687240" y="65511"/>
                </a:lnTo>
                <a:lnTo>
                  <a:pt x="689131" y="64876"/>
                </a:lnTo>
                <a:lnTo>
                  <a:pt x="689711" y="63789"/>
                </a:lnTo>
                <a:lnTo>
                  <a:pt x="687710" y="61408"/>
                </a:lnTo>
                <a:lnTo>
                  <a:pt x="677212" y="55134"/>
                </a:lnTo>
                <a:lnTo>
                  <a:pt x="673234" y="53186"/>
                </a:lnTo>
                <a:lnTo>
                  <a:pt x="670661" y="51270"/>
                </a:lnTo>
                <a:lnTo>
                  <a:pt x="668235" y="48730"/>
                </a:lnTo>
                <a:lnTo>
                  <a:pt x="666621" y="44871"/>
                </a:lnTo>
                <a:lnTo>
                  <a:pt x="666008" y="37758"/>
                </a:lnTo>
                <a:lnTo>
                  <a:pt x="663967" y="29913"/>
                </a:lnTo>
                <a:lnTo>
                  <a:pt x="662253" y="18776"/>
                </a:lnTo>
                <a:lnTo>
                  <a:pt x="660579" y="11580"/>
                </a:lnTo>
                <a:lnTo>
                  <a:pt x="659716" y="9551"/>
                </a:lnTo>
                <a:lnTo>
                  <a:pt x="658456" y="8359"/>
                </a:lnTo>
                <a:lnTo>
                  <a:pt x="656265" y="8070"/>
                </a:lnTo>
                <a:lnTo>
                  <a:pt x="654316" y="8938"/>
                </a:lnTo>
                <a:close/>
                <a:moveTo>
                  <a:pt x="658366" y="37674"/>
                </a:moveTo>
                <a:lnTo>
                  <a:pt x="657983" y="39530"/>
                </a:lnTo>
                <a:lnTo>
                  <a:pt x="657130" y="39782"/>
                </a:lnTo>
                <a:lnTo>
                  <a:pt x="656159" y="39481"/>
                </a:lnTo>
                <a:lnTo>
                  <a:pt x="655262" y="37879"/>
                </a:lnTo>
                <a:lnTo>
                  <a:pt x="655467" y="36024"/>
                </a:lnTo>
                <a:lnTo>
                  <a:pt x="656368" y="35559"/>
                </a:lnTo>
                <a:lnTo>
                  <a:pt x="657889" y="35793"/>
                </a:lnTo>
                <a:lnTo>
                  <a:pt x="658366" y="37674"/>
                </a:lnTo>
                <a:close/>
                <a:moveTo>
                  <a:pt x="650121" y="54597"/>
                </a:moveTo>
                <a:lnTo>
                  <a:pt x="650881" y="55556"/>
                </a:lnTo>
                <a:lnTo>
                  <a:pt x="650095" y="56871"/>
                </a:lnTo>
                <a:lnTo>
                  <a:pt x="647474" y="57116"/>
                </a:lnTo>
                <a:lnTo>
                  <a:pt x="646375" y="56414"/>
                </a:lnTo>
                <a:lnTo>
                  <a:pt x="646517" y="55701"/>
                </a:lnTo>
                <a:lnTo>
                  <a:pt x="647903" y="54739"/>
                </a:lnTo>
                <a:lnTo>
                  <a:pt x="648964" y="54350"/>
                </a:lnTo>
                <a:lnTo>
                  <a:pt x="650121" y="54597"/>
                </a:lnTo>
                <a:close/>
                <a:moveTo>
                  <a:pt x="673505" y="57441"/>
                </a:moveTo>
                <a:lnTo>
                  <a:pt x="674766" y="58513"/>
                </a:lnTo>
                <a:lnTo>
                  <a:pt x="674711" y="60196"/>
                </a:lnTo>
                <a:lnTo>
                  <a:pt x="672833" y="61266"/>
                </a:lnTo>
                <a:lnTo>
                  <a:pt x="670854" y="61250"/>
                </a:lnTo>
                <a:lnTo>
                  <a:pt x="669232" y="60585"/>
                </a:lnTo>
                <a:lnTo>
                  <a:pt x="667986" y="59362"/>
                </a:lnTo>
                <a:lnTo>
                  <a:pt x="667334" y="57832"/>
                </a:lnTo>
                <a:lnTo>
                  <a:pt x="667286" y="56091"/>
                </a:lnTo>
                <a:lnTo>
                  <a:pt x="670931" y="56592"/>
                </a:lnTo>
                <a:lnTo>
                  <a:pt x="673505" y="57441"/>
                </a:lnTo>
                <a:close/>
                <a:moveTo>
                  <a:pt x="644143" y="57200"/>
                </a:moveTo>
                <a:lnTo>
                  <a:pt x="644551" y="57819"/>
                </a:lnTo>
                <a:lnTo>
                  <a:pt x="644411" y="58632"/>
                </a:lnTo>
                <a:lnTo>
                  <a:pt x="642975" y="60138"/>
                </a:lnTo>
                <a:lnTo>
                  <a:pt x="641259" y="60509"/>
                </a:lnTo>
                <a:lnTo>
                  <a:pt x="639773" y="59894"/>
                </a:lnTo>
                <a:lnTo>
                  <a:pt x="640302" y="58423"/>
                </a:lnTo>
                <a:lnTo>
                  <a:pt x="642010" y="57073"/>
                </a:lnTo>
                <a:lnTo>
                  <a:pt x="642948" y="56771"/>
                </a:lnTo>
                <a:lnTo>
                  <a:pt x="644143" y="57200"/>
                </a:lnTo>
                <a:close/>
                <a:moveTo>
                  <a:pt x="644046" y="74365"/>
                </a:moveTo>
                <a:lnTo>
                  <a:pt x="645087" y="75861"/>
                </a:lnTo>
                <a:lnTo>
                  <a:pt x="644295" y="77080"/>
                </a:lnTo>
                <a:lnTo>
                  <a:pt x="641736" y="77266"/>
                </a:lnTo>
                <a:lnTo>
                  <a:pt x="640549" y="76325"/>
                </a:lnTo>
                <a:lnTo>
                  <a:pt x="640292" y="74659"/>
                </a:lnTo>
                <a:lnTo>
                  <a:pt x="640661" y="73738"/>
                </a:lnTo>
                <a:lnTo>
                  <a:pt x="642366" y="73678"/>
                </a:lnTo>
                <a:lnTo>
                  <a:pt x="644046" y="74365"/>
                </a:lnTo>
                <a:close/>
                <a:moveTo>
                  <a:pt x="671480" y="75329"/>
                </a:moveTo>
                <a:lnTo>
                  <a:pt x="671531" y="76349"/>
                </a:lnTo>
                <a:lnTo>
                  <a:pt x="670721" y="77400"/>
                </a:lnTo>
                <a:lnTo>
                  <a:pt x="669283" y="77653"/>
                </a:lnTo>
                <a:lnTo>
                  <a:pt x="668513" y="77148"/>
                </a:lnTo>
                <a:lnTo>
                  <a:pt x="668369" y="75939"/>
                </a:lnTo>
                <a:lnTo>
                  <a:pt x="669296" y="74823"/>
                </a:lnTo>
                <a:lnTo>
                  <a:pt x="670582" y="74618"/>
                </a:lnTo>
                <a:lnTo>
                  <a:pt x="671480" y="75329"/>
                </a:lnTo>
                <a:close/>
                <a:moveTo>
                  <a:pt x="649929" y="88540"/>
                </a:moveTo>
                <a:lnTo>
                  <a:pt x="649495" y="89504"/>
                </a:lnTo>
                <a:lnTo>
                  <a:pt x="648834" y="89161"/>
                </a:lnTo>
                <a:lnTo>
                  <a:pt x="648609" y="88430"/>
                </a:lnTo>
                <a:lnTo>
                  <a:pt x="649356" y="87581"/>
                </a:lnTo>
                <a:lnTo>
                  <a:pt x="649929" y="88540"/>
                </a:lnTo>
                <a:close/>
                <a:moveTo>
                  <a:pt x="659957" y="92204"/>
                </a:moveTo>
                <a:lnTo>
                  <a:pt x="660839" y="93363"/>
                </a:lnTo>
                <a:lnTo>
                  <a:pt x="660974" y="94866"/>
                </a:lnTo>
                <a:lnTo>
                  <a:pt x="660370" y="96354"/>
                </a:lnTo>
                <a:lnTo>
                  <a:pt x="659254" y="97293"/>
                </a:lnTo>
                <a:lnTo>
                  <a:pt x="657086" y="97538"/>
                </a:lnTo>
                <a:lnTo>
                  <a:pt x="654904" y="97035"/>
                </a:lnTo>
                <a:lnTo>
                  <a:pt x="653319" y="96270"/>
                </a:lnTo>
                <a:lnTo>
                  <a:pt x="652562" y="95103"/>
                </a:lnTo>
                <a:lnTo>
                  <a:pt x="652677" y="92927"/>
                </a:lnTo>
                <a:lnTo>
                  <a:pt x="654337" y="91875"/>
                </a:lnTo>
                <a:lnTo>
                  <a:pt x="657780" y="91525"/>
                </a:lnTo>
                <a:lnTo>
                  <a:pt x="659957" y="92204"/>
                </a:lnTo>
                <a:close/>
                <a:moveTo>
                  <a:pt x="650411" y="109561"/>
                </a:moveTo>
                <a:lnTo>
                  <a:pt x="650772" y="110415"/>
                </a:lnTo>
                <a:lnTo>
                  <a:pt x="650039" y="111228"/>
                </a:lnTo>
                <a:lnTo>
                  <a:pt x="649125" y="111447"/>
                </a:lnTo>
                <a:lnTo>
                  <a:pt x="648157" y="110869"/>
                </a:lnTo>
                <a:lnTo>
                  <a:pt x="648039" y="109842"/>
                </a:lnTo>
                <a:lnTo>
                  <a:pt x="648543" y="108967"/>
                </a:lnTo>
                <a:lnTo>
                  <a:pt x="649422" y="108842"/>
                </a:lnTo>
                <a:lnTo>
                  <a:pt x="650411" y="109561"/>
                </a:lnTo>
                <a:close/>
                <a:moveTo>
                  <a:pt x="666707" y="109609"/>
                </a:moveTo>
                <a:lnTo>
                  <a:pt x="665237" y="110628"/>
                </a:lnTo>
                <a:lnTo>
                  <a:pt x="664183" y="110532"/>
                </a:lnTo>
                <a:lnTo>
                  <a:pt x="663911" y="110091"/>
                </a:lnTo>
                <a:lnTo>
                  <a:pt x="664164" y="109217"/>
                </a:lnTo>
                <a:lnTo>
                  <a:pt x="665009" y="108832"/>
                </a:lnTo>
                <a:lnTo>
                  <a:pt x="666468" y="108911"/>
                </a:lnTo>
                <a:lnTo>
                  <a:pt x="666707" y="109609"/>
                </a:lnTo>
                <a:close/>
                <a:moveTo>
                  <a:pt x="666466" y="121229"/>
                </a:moveTo>
                <a:lnTo>
                  <a:pt x="667446" y="123145"/>
                </a:lnTo>
                <a:lnTo>
                  <a:pt x="667595" y="124776"/>
                </a:lnTo>
                <a:lnTo>
                  <a:pt x="666530" y="126694"/>
                </a:lnTo>
                <a:lnTo>
                  <a:pt x="663037" y="128588"/>
                </a:lnTo>
                <a:lnTo>
                  <a:pt x="664379" y="132535"/>
                </a:lnTo>
                <a:lnTo>
                  <a:pt x="663560" y="134554"/>
                </a:lnTo>
                <a:lnTo>
                  <a:pt x="660445" y="136446"/>
                </a:lnTo>
                <a:lnTo>
                  <a:pt x="657565" y="137453"/>
                </a:lnTo>
                <a:lnTo>
                  <a:pt x="655124" y="136516"/>
                </a:lnTo>
                <a:lnTo>
                  <a:pt x="651570" y="133917"/>
                </a:lnTo>
                <a:lnTo>
                  <a:pt x="651178" y="131999"/>
                </a:lnTo>
                <a:lnTo>
                  <a:pt x="653289" y="128873"/>
                </a:lnTo>
                <a:lnTo>
                  <a:pt x="656105" y="127421"/>
                </a:lnTo>
                <a:lnTo>
                  <a:pt x="661941" y="126947"/>
                </a:lnTo>
                <a:lnTo>
                  <a:pt x="663477" y="120988"/>
                </a:lnTo>
                <a:lnTo>
                  <a:pt x="664917" y="120403"/>
                </a:lnTo>
                <a:lnTo>
                  <a:pt x="666466" y="121229"/>
                </a:lnTo>
                <a:close/>
                <a:moveTo>
                  <a:pt x="648964" y="137911"/>
                </a:moveTo>
                <a:lnTo>
                  <a:pt x="651113" y="140123"/>
                </a:lnTo>
                <a:lnTo>
                  <a:pt x="651106" y="141171"/>
                </a:lnTo>
                <a:lnTo>
                  <a:pt x="650374" y="142390"/>
                </a:lnTo>
                <a:lnTo>
                  <a:pt x="646096" y="146204"/>
                </a:lnTo>
                <a:lnTo>
                  <a:pt x="644903" y="146249"/>
                </a:lnTo>
                <a:lnTo>
                  <a:pt x="643181" y="145362"/>
                </a:lnTo>
                <a:lnTo>
                  <a:pt x="642510" y="144492"/>
                </a:lnTo>
                <a:lnTo>
                  <a:pt x="642419" y="142539"/>
                </a:lnTo>
                <a:lnTo>
                  <a:pt x="643064" y="138888"/>
                </a:lnTo>
                <a:lnTo>
                  <a:pt x="643924" y="137074"/>
                </a:lnTo>
                <a:lnTo>
                  <a:pt x="644486" y="136573"/>
                </a:lnTo>
                <a:lnTo>
                  <a:pt x="645919" y="136355"/>
                </a:lnTo>
                <a:lnTo>
                  <a:pt x="648964" y="137911"/>
                </a:lnTo>
                <a:close/>
                <a:moveTo>
                  <a:pt x="670564" y="137332"/>
                </a:moveTo>
                <a:lnTo>
                  <a:pt x="671149" y="140193"/>
                </a:lnTo>
                <a:lnTo>
                  <a:pt x="670845" y="144062"/>
                </a:lnTo>
                <a:lnTo>
                  <a:pt x="670057" y="145415"/>
                </a:lnTo>
                <a:lnTo>
                  <a:pt x="668278" y="145820"/>
                </a:lnTo>
                <a:lnTo>
                  <a:pt x="663706" y="142454"/>
                </a:lnTo>
                <a:lnTo>
                  <a:pt x="662874" y="141141"/>
                </a:lnTo>
                <a:lnTo>
                  <a:pt x="662772" y="139777"/>
                </a:lnTo>
                <a:lnTo>
                  <a:pt x="663595" y="138423"/>
                </a:lnTo>
                <a:lnTo>
                  <a:pt x="665892" y="137253"/>
                </a:lnTo>
                <a:lnTo>
                  <a:pt x="668626" y="136795"/>
                </a:lnTo>
                <a:lnTo>
                  <a:pt x="670564" y="137332"/>
                </a:lnTo>
                <a:close/>
                <a:moveTo>
                  <a:pt x="645589" y="156136"/>
                </a:moveTo>
                <a:lnTo>
                  <a:pt x="649157" y="159897"/>
                </a:lnTo>
                <a:lnTo>
                  <a:pt x="646873" y="161675"/>
                </a:lnTo>
                <a:lnTo>
                  <a:pt x="641588" y="163465"/>
                </a:lnTo>
                <a:lnTo>
                  <a:pt x="640428" y="161876"/>
                </a:lnTo>
                <a:lnTo>
                  <a:pt x="640006" y="160507"/>
                </a:lnTo>
                <a:lnTo>
                  <a:pt x="639800" y="158034"/>
                </a:lnTo>
                <a:lnTo>
                  <a:pt x="640140" y="156029"/>
                </a:lnTo>
                <a:lnTo>
                  <a:pt x="640704" y="155414"/>
                </a:lnTo>
                <a:lnTo>
                  <a:pt x="642111" y="155095"/>
                </a:lnTo>
                <a:lnTo>
                  <a:pt x="645589" y="156136"/>
                </a:lnTo>
                <a:close/>
                <a:moveTo>
                  <a:pt x="660005" y="163995"/>
                </a:moveTo>
                <a:lnTo>
                  <a:pt x="665581" y="166732"/>
                </a:lnTo>
                <a:lnTo>
                  <a:pt x="666568" y="168098"/>
                </a:lnTo>
                <a:lnTo>
                  <a:pt x="666668" y="170566"/>
                </a:lnTo>
                <a:lnTo>
                  <a:pt x="664971" y="172674"/>
                </a:lnTo>
                <a:lnTo>
                  <a:pt x="660151" y="176232"/>
                </a:lnTo>
                <a:lnTo>
                  <a:pt x="657122" y="177614"/>
                </a:lnTo>
                <a:lnTo>
                  <a:pt x="654380" y="177414"/>
                </a:lnTo>
                <a:lnTo>
                  <a:pt x="652749" y="176393"/>
                </a:lnTo>
                <a:lnTo>
                  <a:pt x="647458" y="171916"/>
                </a:lnTo>
                <a:lnTo>
                  <a:pt x="645171" y="168294"/>
                </a:lnTo>
                <a:lnTo>
                  <a:pt x="645175" y="167372"/>
                </a:lnTo>
                <a:lnTo>
                  <a:pt x="645784" y="166634"/>
                </a:lnTo>
                <a:lnTo>
                  <a:pt x="653891" y="162486"/>
                </a:lnTo>
                <a:lnTo>
                  <a:pt x="656374" y="162387"/>
                </a:lnTo>
                <a:lnTo>
                  <a:pt x="660005" y="163995"/>
                </a:lnTo>
                <a:close/>
                <a:moveTo>
                  <a:pt x="644288" y="175036"/>
                </a:moveTo>
                <a:lnTo>
                  <a:pt x="649309" y="179122"/>
                </a:lnTo>
                <a:lnTo>
                  <a:pt x="650603" y="181441"/>
                </a:lnTo>
                <a:lnTo>
                  <a:pt x="650652" y="183040"/>
                </a:lnTo>
                <a:lnTo>
                  <a:pt x="649798" y="184001"/>
                </a:lnTo>
                <a:lnTo>
                  <a:pt x="646886" y="185662"/>
                </a:lnTo>
                <a:lnTo>
                  <a:pt x="640552" y="190384"/>
                </a:lnTo>
                <a:lnTo>
                  <a:pt x="638502" y="191618"/>
                </a:lnTo>
                <a:lnTo>
                  <a:pt x="637679" y="191566"/>
                </a:lnTo>
                <a:lnTo>
                  <a:pt x="636892" y="190450"/>
                </a:lnTo>
                <a:lnTo>
                  <a:pt x="636449" y="187250"/>
                </a:lnTo>
                <a:lnTo>
                  <a:pt x="637935" y="179032"/>
                </a:lnTo>
                <a:lnTo>
                  <a:pt x="638086" y="175892"/>
                </a:lnTo>
                <a:lnTo>
                  <a:pt x="639503" y="174186"/>
                </a:lnTo>
                <a:lnTo>
                  <a:pt x="641059" y="173467"/>
                </a:lnTo>
                <a:lnTo>
                  <a:pt x="642641" y="173753"/>
                </a:lnTo>
                <a:lnTo>
                  <a:pt x="644288" y="175036"/>
                </a:lnTo>
                <a:close/>
                <a:moveTo>
                  <a:pt x="673698" y="174554"/>
                </a:moveTo>
                <a:lnTo>
                  <a:pt x="674484" y="178158"/>
                </a:lnTo>
                <a:lnTo>
                  <a:pt x="675172" y="189141"/>
                </a:lnTo>
                <a:lnTo>
                  <a:pt x="674894" y="190935"/>
                </a:lnTo>
                <a:lnTo>
                  <a:pt x="673215" y="191608"/>
                </a:lnTo>
                <a:lnTo>
                  <a:pt x="671332" y="190683"/>
                </a:lnTo>
                <a:lnTo>
                  <a:pt x="666150" y="186140"/>
                </a:lnTo>
                <a:lnTo>
                  <a:pt x="663285" y="184336"/>
                </a:lnTo>
                <a:lnTo>
                  <a:pt x="662633" y="182370"/>
                </a:lnTo>
                <a:lnTo>
                  <a:pt x="663454" y="180346"/>
                </a:lnTo>
                <a:lnTo>
                  <a:pt x="668680" y="175912"/>
                </a:lnTo>
                <a:lnTo>
                  <a:pt x="672204" y="173879"/>
                </a:lnTo>
                <a:lnTo>
                  <a:pt x="673698" y="174554"/>
                </a:lnTo>
                <a:close/>
                <a:moveTo>
                  <a:pt x="322120" y="11300"/>
                </a:moveTo>
                <a:lnTo>
                  <a:pt x="320780" y="12225"/>
                </a:lnTo>
                <a:lnTo>
                  <a:pt x="319992" y="13963"/>
                </a:lnTo>
                <a:lnTo>
                  <a:pt x="318620" y="23022"/>
                </a:lnTo>
                <a:lnTo>
                  <a:pt x="316436" y="32985"/>
                </a:lnTo>
                <a:lnTo>
                  <a:pt x="315068" y="43607"/>
                </a:lnTo>
                <a:lnTo>
                  <a:pt x="313347" y="50860"/>
                </a:lnTo>
                <a:lnTo>
                  <a:pt x="311483" y="62283"/>
                </a:lnTo>
                <a:lnTo>
                  <a:pt x="310598" y="64264"/>
                </a:lnTo>
                <a:lnTo>
                  <a:pt x="308317" y="66874"/>
                </a:lnTo>
                <a:lnTo>
                  <a:pt x="306271" y="68255"/>
                </a:lnTo>
                <a:lnTo>
                  <a:pt x="301261" y="70284"/>
                </a:lnTo>
                <a:lnTo>
                  <a:pt x="296974" y="72754"/>
                </a:lnTo>
                <a:lnTo>
                  <a:pt x="284517" y="77829"/>
                </a:lnTo>
                <a:lnTo>
                  <a:pt x="282525" y="79286"/>
                </a:lnTo>
                <a:lnTo>
                  <a:pt x="281113" y="81568"/>
                </a:lnTo>
                <a:lnTo>
                  <a:pt x="281517" y="82775"/>
                </a:lnTo>
                <a:lnTo>
                  <a:pt x="284348" y="83547"/>
                </a:lnTo>
                <a:lnTo>
                  <a:pt x="308021" y="84971"/>
                </a:lnTo>
                <a:lnTo>
                  <a:pt x="310546" y="85972"/>
                </a:lnTo>
                <a:lnTo>
                  <a:pt x="311416" y="86804"/>
                </a:lnTo>
                <a:lnTo>
                  <a:pt x="311408" y="87737"/>
                </a:lnTo>
                <a:lnTo>
                  <a:pt x="308941" y="90414"/>
                </a:lnTo>
                <a:lnTo>
                  <a:pt x="306122" y="92083"/>
                </a:lnTo>
                <a:lnTo>
                  <a:pt x="297940" y="95488"/>
                </a:lnTo>
                <a:lnTo>
                  <a:pt x="291956" y="97345"/>
                </a:lnTo>
                <a:lnTo>
                  <a:pt x="286921" y="99549"/>
                </a:lnTo>
                <a:lnTo>
                  <a:pt x="270719" y="105274"/>
                </a:lnTo>
                <a:lnTo>
                  <a:pt x="267086" y="107243"/>
                </a:lnTo>
                <a:lnTo>
                  <a:pt x="266058" y="108122"/>
                </a:lnTo>
                <a:lnTo>
                  <a:pt x="265544" y="109687"/>
                </a:lnTo>
                <a:lnTo>
                  <a:pt x="266835" y="110697"/>
                </a:lnTo>
                <a:lnTo>
                  <a:pt x="270235" y="110983"/>
                </a:lnTo>
                <a:lnTo>
                  <a:pt x="304576" y="111441"/>
                </a:lnTo>
                <a:lnTo>
                  <a:pt x="307975" y="112157"/>
                </a:lnTo>
                <a:lnTo>
                  <a:pt x="309198" y="113032"/>
                </a:lnTo>
                <a:lnTo>
                  <a:pt x="309700" y="114260"/>
                </a:lnTo>
                <a:lnTo>
                  <a:pt x="309983" y="121248"/>
                </a:lnTo>
                <a:lnTo>
                  <a:pt x="309108" y="128918"/>
                </a:lnTo>
                <a:lnTo>
                  <a:pt x="307525" y="155496"/>
                </a:lnTo>
                <a:lnTo>
                  <a:pt x="305583" y="160665"/>
                </a:lnTo>
                <a:lnTo>
                  <a:pt x="303681" y="178137"/>
                </a:lnTo>
                <a:lnTo>
                  <a:pt x="301282" y="187090"/>
                </a:lnTo>
                <a:lnTo>
                  <a:pt x="299766" y="201512"/>
                </a:lnTo>
                <a:lnTo>
                  <a:pt x="297548" y="210642"/>
                </a:lnTo>
                <a:lnTo>
                  <a:pt x="295855" y="224986"/>
                </a:lnTo>
                <a:lnTo>
                  <a:pt x="293643" y="235146"/>
                </a:lnTo>
                <a:lnTo>
                  <a:pt x="291240" y="254038"/>
                </a:lnTo>
                <a:lnTo>
                  <a:pt x="289911" y="259107"/>
                </a:lnTo>
                <a:lnTo>
                  <a:pt x="289881" y="261497"/>
                </a:lnTo>
                <a:lnTo>
                  <a:pt x="290395" y="262834"/>
                </a:lnTo>
                <a:lnTo>
                  <a:pt x="292120" y="263446"/>
                </a:lnTo>
                <a:lnTo>
                  <a:pt x="295397" y="262325"/>
                </a:lnTo>
                <a:lnTo>
                  <a:pt x="314938" y="248753"/>
                </a:lnTo>
                <a:lnTo>
                  <a:pt x="321329" y="243812"/>
                </a:lnTo>
                <a:lnTo>
                  <a:pt x="323144" y="243042"/>
                </a:lnTo>
                <a:lnTo>
                  <a:pt x="324901" y="242883"/>
                </a:lnTo>
                <a:lnTo>
                  <a:pt x="327402" y="243800"/>
                </a:lnTo>
                <a:lnTo>
                  <a:pt x="341652" y="254710"/>
                </a:lnTo>
                <a:lnTo>
                  <a:pt x="351859" y="261941"/>
                </a:lnTo>
                <a:lnTo>
                  <a:pt x="354393" y="263244"/>
                </a:lnTo>
                <a:lnTo>
                  <a:pt x="356289" y="263454"/>
                </a:lnTo>
                <a:lnTo>
                  <a:pt x="357171" y="262979"/>
                </a:lnTo>
                <a:lnTo>
                  <a:pt x="357583" y="261991"/>
                </a:lnTo>
                <a:lnTo>
                  <a:pt x="357591" y="257737"/>
                </a:lnTo>
                <a:lnTo>
                  <a:pt x="355267" y="243564"/>
                </a:lnTo>
                <a:lnTo>
                  <a:pt x="353733" y="230515"/>
                </a:lnTo>
                <a:lnTo>
                  <a:pt x="351641" y="220470"/>
                </a:lnTo>
                <a:lnTo>
                  <a:pt x="349730" y="204646"/>
                </a:lnTo>
                <a:lnTo>
                  <a:pt x="347255" y="193136"/>
                </a:lnTo>
                <a:lnTo>
                  <a:pt x="345853" y="181117"/>
                </a:lnTo>
                <a:lnTo>
                  <a:pt x="343316" y="166576"/>
                </a:lnTo>
                <a:lnTo>
                  <a:pt x="341755" y="152785"/>
                </a:lnTo>
                <a:lnTo>
                  <a:pt x="341049" y="149933"/>
                </a:lnTo>
                <a:lnTo>
                  <a:pt x="339452" y="146836"/>
                </a:lnTo>
                <a:lnTo>
                  <a:pt x="339079" y="144534"/>
                </a:lnTo>
                <a:lnTo>
                  <a:pt x="338609" y="113900"/>
                </a:lnTo>
                <a:lnTo>
                  <a:pt x="340872" y="112088"/>
                </a:lnTo>
                <a:lnTo>
                  <a:pt x="344672" y="111459"/>
                </a:lnTo>
                <a:lnTo>
                  <a:pt x="381147" y="111733"/>
                </a:lnTo>
                <a:lnTo>
                  <a:pt x="382550" y="111210"/>
                </a:lnTo>
                <a:lnTo>
                  <a:pt x="383575" y="109350"/>
                </a:lnTo>
                <a:lnTo>
                  <a:pt x="381646" y="107861"/>
                </a:lnTo>
                <a:lnTo>
                  <a:pt x="376374" y="105301"/>
                </a:lnTo>
                <a:lnTo>
                  <a:pt x="365203" y="100693"/>
                </a:lnTo>
                <a:lnTo>
                  <a:pt x="350012" y="95259"/>
                </a:lnTo>
                <a:lnTo>
                  <a:pt x="341612" y="91704"/>
                </a:lnTo>
                <a:lnTo>
                  <a:pt x="339809" y="90147"/>
                </a:lnTo>
                <a:lnTo>
                  <a:pt x="339563" y="87207"/>
                </a:lnTo>
                <a:lnTo>
                  <a:pt x="340109" y="86261"/>
                </a:lnTo>
                <a:lnTo>
                  <a:pt x="341282" y="85692"/>
                </a:lnTo>
                <a:lnTo>
                  <a:pt x="350276" y="85272"/>
                </a:lnTo>
                <a:lnTo>
                  <a:pt x="365415" y="86542"/>
                </a:lnTo>
                <a:lnTo>
                  <a:pt x="367345" y="85695"/>
                </a:lnTo>
                <a:lnTo>
                  <a:pt x="368195" y="84573"/>
                </a:lnTo>
                <a:lnTo>
                  <a:pt x="368348" y="83534"/>
                </a:lnTo>
                <a:lnTo>
                  <a:pt x="366417" y="81438"/>
                </a:lnTo>
                <a:lnTo>
                  <a:pt x="358329" y="77083"/>
                </a:lnTo>
                <a:lnTo>
                  <a:pt x="346833" y="69830"/>
                </a:lnTo>
                <a:lnTo>
                  <a:pt x="342749" y="67801"/>
                </a:lnTo>
                <a:lnTo>
                  <a:pt x="339047" y="64456"/>
                </a:lnTo>
                <a:lnTo>
                  <a:pt x="338570" y="63384"/>
                </a:lnTo>
                <a:lnTo>
                  <a:pt x="338187" y="58978"/>
                </a:lnTo>
                <a:lnTo>
                  <a:pt x="336380" y="51508"/>
                </a:lnTo>
                <a:lnTo>
                  <a:pt x="334256" y="38217"/>
                </a:lnTo>
                <a:lnTo>
                  <a:pt x="331973" y="28236"/>
                </a:lnTo>
                <a:lnTo>
                  <a:pt x="329750" y="15314"/>
                </a:lnTo>
                <a:lnTo>
                  <a:pt x="328482" y="12571"/>
                </a:lnTo>
                <a:lnTo>
                  <a:pt x="326321" y="10887"/>
                </a:lnTo>
                <a:lnTo>
                  <a:pt x="324354" y="10496"/>
                </a:lnTo>
                <a:lnTo>
                  <a:pt x="322120" y="11300"/>
                </a:lnTo>
                <a:close/>
                <a:moveTo>
                  <a:pt x="326363" y="34250"/>
                </a:moveTo>
                <a:lnTo>
                  <a:pt x="326809" y="35608"/>
                </a:lnTo>
                <a:lnTo>
                  <a:pt x="326519" y="37319"/>
                </a:lnTo>
                <a:lnTo>
                  <a:pt x="324964" y="37674"/>
                </a:lnTo>
                <a:lnTo>
                  <a:pt x="323423" y="37340"/>
                </a:lnTo>
                <a:lnTo>
                  <a:pt x="323131" y="35792"/>
                </a:lnTo>
                <a:lnTo>
                  <a:pt x="323818" y="34289"/>
                </a:lnTo>
                <a:lnTo>
                  <a:pt x="325088" y="33650"/>
                </a:lnTo>
                <a:lnTo>
                  <a:pt x="326363" y="34250"/>
                </a:lnTo>
                <a:close/>
                <a:moveTo>
                  <a:pt x="326989" y="46931"/>
                </a:moveTo>
                <a:lnTo>
                  <a:pt x="327839" y="49203"/>
                </a:lnTo>
                <a:lnTo>
                  <a:pt x="327568" y="52090"/>
                </a:lnTo>
                <a:lnTo>
                  <a:pt x="325416" y="52861"/>
                </a:lnTo>
                <a:lnTo>
                  <a:pt x="322650" y="52475"/>
                </a:lnTo>
                <a:lnTo>
                  <a:pt x="321577" y="50232"/>
                </a:lnTo>
                <a:lnTo>
                  <a:pt x="321725" y="48031"/>
                </a:lnTo>
                <a:lnTo>
                  <a:pt x="322282" y="46872"/>
                </a:lnTo>
                <a:lnTo>
                  <a:pt x="324382" y="46129"/>
                </a:lnTo>
                <a:lnTo>
                  <a:pt x="326989" y="46931"/>
                </a:lnTo>
                <a:close/>
                <a:moveTo>
                  <a:pt x="319179" y="55031"/>
                </a:moveTo>
                <a:lnTo>
                  <a:pt x="319534" y="56234"/>
                </a:lnTo>
                <a:lnTo>
                  <a:pt x="319050" y="57416"/>
                </a:lnTo>
                <a:lnTo>
                  <a:pt x="318010" y="58061"/>
                </a:lnTo>
                <a:lnTo>
                  <a:pt x="316858" y="57775"/>
                </a:lnTo>
                <a:lnTo>
                  <a:pt x="316369" y="55951"/>
                </a:lnTo>
                <a:lnTo>
                  <a:pt x="316915" y="54694"/>
                </a:lnTo>
                <a:lnTo>
                  <a:pt x="317997" y="54312"/>
                </a:lnTo>
                <a:lnTo>
                  <a:pt x="319179" y="55031"/>
                </a:lnTo>
                <a:close/>
                <a:moveTo>
                  <a:pt x="332871" y="55899"/>
                </a:moveTo>
                <a:lnTo>
                  <a:pt x="333788" y="56574"/>
                </a:lnTo>
                <a:lnTo>
                  <a:pt x="332335" y="56965"/>
                </a:lnTo>
                <a:lnTo>
                  <a:pt x="330954" y="56568"/>
                </a:lnTo>
                <a:lnTo>
                  <a:pt x="330268" y="55754"/>
                </a:lnTo>
                <a:lnTo>
                  <a:pt x="331190" y="55302"/>
                </a:lnTo>
                <a:lnTo>
                  <a:pt x="332871" y="55899"/>
                </a:lnTo>
                <a:close/>
                <a:moveTo>
                  <a:pt x="327375" y="61781"/>
                </a:moveTo>
                <a:lnTo>
                  <a:pt x="328116" y="63685"/>
                </a:lnTo>
                <a:lnTo>
                  <a:pt x="327301" y="64666"/>
                </a:lnTo>
                <a:lnTo>
                  <a:pt x="325674" y="65483"/>
                </a:lnTo>
                <a:lnTo>
                  <a:pt x="324436" y="65503"/>
                </a:lnTo>
                <a:lnTo>
                  <a:pt x="322587" y="64839"/>
                </a:lnTo>
                <a:lnTo>
                  <a:pt x="321204" y="63131"/>
                </a:lnTo>
                <a:lnTo>
                  <a:pt x="321535" y="61893"/>
                </a:lnTo>
                <a:lnTo>
                  <a:pt x="323458" y="60828"/>
                </a:lnTo>
                <a:lnTo>
                  <a:pt x="325979" y="60935"/>
                </a:lnTo>
                <a:lnTo>
                  <a:pt x="327375" y="61781"/>
                </a:lnTo>
                <a:close/>
                <a:moveTo>
                  <a:pt x="334029" y="71279"/>
                </a:moveTo>
                <a:lnTo>
                  <a:pt x="334614" y="73168"/>
                </a:lnTo>
                <a:lnTo>
                  <a:pt x="334246" y="75354"/>
                </a:lnTo>
                <a:lnTo>
                  <a:pt x="333363" y="76090"/>
                </a:lnTo>
                <a:lnTo>
                  <a:pt x="332166" y="75930"/>
                </a:lnTo>
                <a:lnTo>
                  <a:pt x="330945" y="74757"/>
                </a:lnTo>
                <a:lnTo>
                  <a:pt x="330971" y="72646"/>
                </a:lnTo>
                <a:lnTo>
                  <a:pt x="332333" y="71004"/>
                </a:lnTo>
                <a:lnTo>
                  <a:pt x="333206" y="70851"/>
                </a:lnTo>
                <a:lnTo>
                  <a:pt x="334029" y="71279"/>
                </a:lnTo>
                <a:close/>
                <a:moveTo>
                  <a:pt x="318407" y="72774"/>
                </a:moveTo>
                <a:lnTo>
                  <a:pt x="318565" y="74355"/>
                </a:lnTo>
                <a:lnTo>
                  <a:pt x="317277" y="75329"/>
                </a:lnTo>
                <a:lnTo>
                  <a:pt x="314708" y="74877"/>
                </a:lnTo>
                <a:lnTo>
                  <a:pt x="313113" y="73765"/>
                </a:lnTo>
                <a:lnTo>
                  <a:pt x="314031" y="71866"/>
                </a:lnTo>
                <a:lnTo>
                  <a:pt x="315620" y="71166"/>
                </a:lnTo>
                <a:lnTo>
                  <a:pt x="317297" y="71492"/>
                </a:lnTo>
                <a:lnTo>
                  <a:pt x="318407" y="72774"/>
                </a:lnTo>
                <a:close/>
                <a:moveTo>
                  <a:pt x="343864" y="73738"/>
                </a:moveTo>
                <a:lnTo>
                  <a:pt x="350210" y="77862"/>
                </a:lnTo>
                <a:lnTo>
                  <a:pt x="350962" y="78791"/>
                </a:lnTo>
                <a:lnTo>
                  <a:pt x="350736" y="79735"/>
                </a:lnTo>
                <a:lnTo>
                  <a:pt x="349367" y="80446"/>
                </a:lnTo>
                <a:lnTo>
                  <a:pt x="345786" y="80764"/>
                </a:lnTo>
                <a:lnTo>
                  <a:pt x="342279" y="80518"/>
                </a:lnTo>
                <a:lnTo>
                  <a:pt x="340085" y="79716"/>
                </a:lnTo>
                <a:lnTo>
                  <a:pt x="339317" y="78736"/>
                </a:lnTo>
                <a:lnTo>
                  <a:pt x="338983" y="77303"/>
                </a:lnTo>
                <a:lnTo>
                  <a:pt x="339380" y="73754"/>
                </a:lnTo>
                <a:lnTo>
                  <a:pt x="340696" y="72699"/>
                </a:lnTo>
                <a:lnTo>
                  <a:pt x="343864" y="73738"/>
                </a:lnTo>
                <a:close/>
                <a:moveTo>
                  <a:pt x="309584" y="73690"/>
                </a:moveTo>
                <a:lnTo>
                  <a:pt x="311072" y="74353"/>
                </a:lnTo>
                <a:lnTo>
                  <a:pt x="311285" y="75196"/>
                </a:lnTo>
                <a:lnTo>
                  <a:pt x="309584" y="76775"/>
                </a:lnTo>
                <a:lnTo>
                  <a:pt x="307370" y="77889"/>
                </a:lnTo>
                <a:lnTo>
                  <a:pt x="305269" y="78351"/>
                </a:lnTo>
                <a:lnTo>
                  <a:pt x="303499" y="78178"/>
                </a:lnTo>
                <a:lnTo>
                  <a:pt x="301940" y="76770"/>
                </a:lnTo>
                <a:lnTo>
                  <a:pt x="301927" y="75296"/>
                </a:lnTo>
                <a:lnTo>
                  <a:pt x="303360" y="73745"/>
                </a:lnTo>
                <a:lnTo>
                  <a:pt x="306079" y="73163"/>
                </a:lnTo>
                <a:lnTo>
                  <a:pt x="309584" y="73690"/>
                </a:lnTo>
                <a:close/>
                <a:moveTo>
                  <a:pt x="334029" y="88395"/>
                </a:moveTo>
                <a:lnTo>
                  <a:pt x="333212" y="90233"/>
                </a:lnTo>
                <a:lnTo>
                  <a:pt x="332244" y="90490"/>
                </a:lnTo>
                <a:lnTo>
                  <a:pt x="331680" y="90010"/>
                </a:lnTo>
                <a:lnTo>
                  <a:pt x="331450" y="88343"/>
                </a:lnTo>
                <a:lnTo>
                  <a:pt x="332529" y="86792"/>
                </a:lnTo>
                <a:lnTo>
                  <a:pt x="333893" y="86795"/>
                </a:lnTo>
                <a:lnTo>
                  <a:pt x="334029" y="88395"/>
                </a:lnTo>
                <a:close/>
                <a:moveTo>
                  <a:pt x="317636" y="88732"/>
                </a:moveTo>
                <a:lnTo>
                  <a:pt x="317577" y="89780"/>
                </a:lnTo>
                <a:lnTo>
                  <a:pt x="317011" y="90243"/>
                </a:lnTo>
                <a:lnTo>
                  <a:pt x="315804" y="89745"/>
                </a:lnTo>
                <a:lnTo>
                  <a:pt x="315158" y="88780"/>
                </a:lnTo>
                <a:lnTo>
                  <a:pt x="315650" y="87976"/>
                </a:lnTo>
                <a:lnTo>
                  <a:pt x="316455" y="87695"/>
                </a:lnTo>
                <a:lnTo>
                  <a:pt x="317208" y="87965"/>
                </a:lnTo>
                <a:lnTo>
                  <a:pt x="317636" y="88732"/>
                </a:lnTo>
                <a:close/>
                <a:moveTo>
                  <a:pt x="326411" y="96977"/>
                </a:moveTo>
                <a:lnTo>
                  <a:pt x="326773" y="98220"/>
                </a:lnTo>
                <a:lnTo>
                  <a:pt x="325857" y="99028"/>
                </a:lnTo>
                <a:lnTo>
                  <a:pt x="323165" y="98942"/>
                </a:lnTo>
                <a:lnTo>
                  <a:pt x="322103" y="98127"/>
                </a:lnTo>
                <a:lnTo>
                  <a:pt x="322421" y="97104"/>
                </a:lnTo>
                <a:lnTo>
                  <a:pt x="323843" y="96405"/>
                </a:lnTo>
                <a:lnTo>
                  <a:pt x="325552" y="96448"/>
                </a:lnTo>
                <a:lnTo>
                  <a:pt x="326411" y="96977"/>
                </a:lnTo>
                <a:close/>
                <a:moveTo>
                  <a:pt x="310066" y="98182"/>
                </a:moveTo>
                <a:lnTo>
                  <a:pt x="310973" y="99816"/>
                </a:lnTo>
                <a:lnTo>
                  <a:pt x="311145" y="101137"/>
                </a:lnTo>
                <a:lnTo>
                  <a:pt x="310006" y="102558"/>
                </a:lnTo>
                <a:lnTo>
                  <a:pt x="305625" y="103394"/>
                </a:lnTo>
                <a:lnTo>
                  <a:pt x="303913" y="102811"/>
                </a:lnTo>
                <a:lnTo>
                  <a:pt x="303196" y="101987"/>
                </a:lnTo>
                <a:lnTo>
                  <a:pt x="302910" y="98733"/>
                </a:lnTo>
                <a:lnTo>
                  <a:pt x="304067" y="97139"/>
                </a:lnTo>
                <a:lnTo>
                  <a:pt x="308209" y="96984"/>
                </a:lnTo>
                <a:lnTo>
                  <a:pt x="310066" y="98182"/>
                </a:lnTo>
                <a:close/>
                <a:moveTo>
                  <a:pt x="345262" y="98616"/>
                </a:moveTo>
                <a:lnTo>
                  <a:pt x="346666" y="100980"/>
                </a:lnTo>
                <a:lnTo>
                  <a:pt x="346143" y="102853"/>
                </a:lnTo>
                <a:lnTo>
                  <a:pt x="344536" y="103632"/>
                </a:lnTo>
                <a:lnTo>
                  <a:pt x="342514" y="103942"/>
                </a:lnTo>
                <a:lnTo>
                  <a:pt x="339525" y="103390"/>
                </a:lnTo>
                <a:lnTo>
                  <a:pt x="338952" y="100690"/>
                </a:lnTo>
                <a:lnTo>
                  <a:pt x="339718" y="97990"/>
                </a:lnTo>
                <a:lnTo>
                  <a:pt x="340619" y="97402"/>
                </a:lnTo>
                <a:lnTo>
                  <a:pt x="342346" y="97218"/>
                </a:lnTo>
                <a:lnTo>
                  <a:pt x="345262" y="98616"/>
                </a:lnTo>
                <a:close/>
                <a:moveTo>
                  <a:pt x="334559" y="100786"/>
                </a:moveTo>
                <a:lnTo>
                  <a:pt x="335017" y="102384"/>
                </a:lnTo>
                <a:lnTo>
                  <a:pt x="334597" y="103839"/>
                </a:lnTo>
                <a:lnTo>
                  <a:pt x="333311" y="104499"/>
                </a:lnTo>
                <a:lnTo>
                  <a:pt x="331882" y="104117"/>
                </a:lnTo>
                <a:lnTo>
                  <a:pt x="331060" y="102538"/>
                </a:lnTo>
                <a:lnTo>
                  <a:pt x="331549" y="100783"/>
                </a:lnTo>
                <a:lnTo>
                  <a:pt x="332966" y="100011"/>
                </a:lnTo>
                <a:lnTo>
                  <a:pt x="334559" y="100786"/>
                </a:lnTo>
                <a:close/>
                <a:moveTo>
                  <a:pt x="317250" y="102281"/>
                </a:moveTo>
                <a:lnTo>
                  <a:pt x="316641" y="102994"/>
                </a:lnTo>
                <a:lnTo>
                  <a:pt x="315828" y="102648"/>
                </a:lnTo>
                <a:lnTo>
                  <a:pt x="316614" y="101577"/>
                </a:lnTo>
                <a:lnTo>
                  <a:pt x="317250" y="102281"/>
                </a:lnTo>
                <a:close/>
                <a:moveTo>
                  <a:pt x="361993" y="104499"/>
                </a:moveTo>
                <a:lnTo>
                  <a:pt x="363517" y="105392"/>
                </a:lnTo>
                <a:lnTo>
                  <a:pt x="363771" y="106053"/>
                </a:lnTo>
                <a:lnTo>
                  <a:pt x="363417" y="106704"/>
                </a:lnTo>
                <a:lnTo>
                  <a:pt x="361074" y="107658"/>
                </a:lnTo>
                <a:lnTo>
                  <a:pt x="359880" y="107418"/>
                </a:lnTo>
                <a:lnTo>
                  <a:pt x="359040" y="106722"/>
                </a:lnTo>
                <a:lnTo>
                  <a:pt x="358808" y="105328"/>
                </a:lnTo>
                <a:lnTo>
                  <a:pt x="359582" y="104499"/>
                </a:lnTo>
                <a:lnTo>
                  <a:pt x="360450" y="103968"/>
                </a:lnTo>
                <a:lnTo>
                  <a:pt x="361993" y="104499"/>
                </a:lnTo>
                <a:close/>
                <a:moveTo>
                  <a:pt x="334704" y="113949"/>
                </a:moveTo>
                <a:lnTo>
                  <a:pt x="335519" y="115800"/>
                </a:lnTo>
                <a:lnTo>
                  <a:pt x="335050" y="118602"/>
                </a:lnTo>
                <a:lnTo>
                  <a:pt x="333252" y="119779"/>
                </a:lnTo>
                <a:lnTo>
                  <a:pt x="331143" y="119529"/>
                </a:lnTo>
                <a:lnTo>
                  <a:pt x="330284" y="117576"/>
                </a:lnTo>
                <a:lnTo>
                  <a:pt x="330974" y="114835"/>
                </a:lnTo>
                <a:lnTo>
                  <a:pt x="332956" y="113189"/>
                </a:lnTo>
                <a:lnTo>
                  <a:pt x="334704" y="113949"/>
                </a:lnTo>
                <a:close/>
                <a:moveTo>
                  <a:pt x="318696" y="115588"/>
                </a:moveTo>
                <a:lnTo>
                  <a:pt x="319110" y="117536"/>
                </a:lnTo>
                <a:lnTo>
                  <a:pt x="318148" y="118674"/>
                </a:lnTo>
                <a:lnTo>
                  <a:pt x="316913" y="118840"/>
                </a:lnTo>
                <a:lnTo>
                  <a:pt x="315321" y="118432"/>
                </a:lnTo>
                <a:lnTo>
                  <a:pt x="313664" y="117028"/>
                </a:lnTo>
                <a:lnTo>
                  <a:pt x="314029" y="115752"/>
                </a:lnTo>
                <a:lnTo>
                  <a:pt x="315826" y="114706"/>
                </a:lnTo>
                <a:lnTo>
                  <a:pt x="317744" y="114776"/>
                </a:lnTo>
                <a:lnTo>
                  <a:pt x="318696" y="115588"/>
                </a:lnTo>
                <a:close/>
                <a:moveTo>
                  <a:pt x="328773" y="121566"/>
                </a:moveTo>
                <a:lnTo>
                  <a:pt x="330545" y="124147"/>
                </a:lnTo>
                <a:lnTo>
                  <a:pt x="330750" y="125460"/>
                </a:lnTo>
                <a:lnTo>
                  <a:pt x="330168" y="126507"/>
                </a:lnTo>
                <a:lnTo>
                  <a:pt x="328794" y="127339"/>
                </a:lnTo>
                <a:lnTo>
                  <a:pt x="326088" y="128130"/>
                </a:lnTo>
                <a:lnTo>
                  <a:pt x="323995" y="128219"/>
                </a:lnTo>
                <a:lnTo>
                  <a:pt x="319752" y="127463"/>
                </a:lnTo>
                <a:lnTo>
                  <a:pt x="318100" y="126532"/>
                </a:lnTo>
                <a:lnTo>
                  <a:pt x="317892" y="125564"/>
                </a:lnTo>
                <a:lnTo>
                  <a:pt x="318696" y="123254"/>
                </a:lnTo>
                <a:lnTo>
                  <a:pt x="319850" y="121194"/>
                </a:lnTo>
                <a:lnTo>
                  <a:pt x="321154" y="120213"/>
                </a:lnTo>
                <a:lnTo>
                  <a:pt x="327279" y="119879"/>
                </a:lnTo>
                <a:lnTo>
                  <a:pt x="328773" y="121566"/>
                </a:lnTo>
                <a:close/>
                <a:moveTo>
                  <a:pt x="334655" y="128943"/>
                </a:moveTo>
                <a:lnTo>
                  <a:pt x="335704" y="131185"/>
                </a:lnTo>
                <a:lnTo>
                  <a:pt x="335089" y="133572"/>
                </a:lnTo>
                <a:lnTo>
                  <a:pt x="333135" y="134333"/>
                </a:lnTo>
                <a:lnTo>
                  <a:pt x="331189" y="133927"/>
                </a:lnTo>
                <a:lnTo>
                  <a:pt x="330497" y="132170"/>
                </a:lnTo>
                <a:lnTo>
                  <a:pt x="331832" y="128979"/>
                </a:lnTo>
                <a:lnTo>
                  <a:pt x="333058" y="128146"/>
                </a:lnTo>
                <a:lnTo>
                  <a:pt x="334655" y="128943"/>
                </a:lnTo>
                <a:close/>
                <a:moveTo>
                  <a:pt x="316527" y="129522"/>
                </a:moveTo>
                <a:lnTo>
                  <a:pt x="318256" y="131251"/>
                </a:lnTo>
                <a:lnTo>
                  <a:pt x="318432" y="132552"/>
                </a:lnTo>
                <a:lnTo>
                  <a:pt x="318070" y="133234"/>
                </a:lnTo>
                <a:lnTo>
                  <a:pt x="315231" y="133939"/>
                </a:lnTo>
                <a:lnTo>
                  <a:pt x="312573" y="133090"/>
                </a:lnTo>
                <a:lnTo>
                  <a:pt x="312001" y="131511"/>
                </a:lnTo>
                <a:lnTo>
                  <a:pt x="313220" y="129714"/>
                </a:lnTo>
                <a:lnTo>
                  <a:pt x="314429" y="129112"/>
                </a:lnTo>
                <a:lnTo>
                  <a:pt x="316527" y="129522"/>
                </a:lnTo>
                <a:close/>
                <a:moveTo>
                  <a:pt x="316768" y="142781"/>
                </a:moveTo>
                <a:lnTo>
                  <a:pt x="318136" y="144144"/>
                </a:lnTo>
                <a:lnTo>
                  <a:pt x="317626" y="145655"/>
                </a:lnTo>
                <a:lnTo>
                  <a:pt x="315160" y="147094"/>
                </a:lnTo>
                <a:lnTo>
                  <a:pt x="313940" y="147228"/>
                </a:lnTo>
                <a:lnTo>
                  <a:pt x="313037" y="146817"/>
                </a:lnTo>
                <a:lnTo>
                  <a:pt x="312333" y="145211"/>
                </a:lnTo>
                <a:lnTo>
                  <a:pt x="312751" y="142769"/>
                </a:lnTo>
                <a:lnTo>
                  <a:pt x="314630" y="142093"/>
                </a:lnTo>
                <a:lnTo>
                  <a:pt x="316768" y="142781"/>
                </a:lnTo>
                <a:close/>
                <a:moveTo>
                  <a:pt x="335475" y="142829"/>
                </a:moveTo>
                <a:lnTo>
                  <a:pt x="336142" y="143496"/>
                </a:lnTo>
                <a:lnTo>
                  <a:pt x="336409" y="144631"/>
                </a:lnTo>
                <a:lnTo>
                  <a:pt x="334993" y="146397"/>
                </a:lnTo>
                <a:lnTo>
                  <a:pt x="333196" y="146792"/>
                </a:lnTo>
                <a:lnTo>
                  <a:pt x="331923" y="146125"/>
                </a:lnTo>
                <a:lnTo>
                  <a:pt x="331055" y="145072"/>
                </a:lnTo>
                <a:lnTo>
                  <a:pt x="330871" y="143461"/>
                </a:lnTo>
                <a:lnTo>
                  <a:pt x="331840" y="142298"/>
                </a:lnTo>
                <a:lnTo>
                  <a:pt x="333620" y="142115"/>
                </a:lnTo>
                <a:lnTo>
                  <a:pt x="335475" y="142829"/>
                </a:lnTo>
                <a:close/>
                <a:moveTo>
                  <a:pt x="328966" y="149579"/>
                </a:moveTo>
                <a:lnTo>
                  <a:pt x="331651" y="151573"/>
                </a:lnTo>
                <a:lnTo>
                  <a:pt x="331962" y="153658"/>
                </a:lnTo>
                <a:lnTo>
                  <a:pt x="330834" y="155233"/>
                </a:lnTo>
                <a:lnTo>
                  <a:pt x="328629" y="157052"/>
                </a:lnTo>
                <a:lnTo>
                  <a:pt x="325414" y="158447"/>
                </a:lnTo>
                <a:lnTo>
                  <a:pt x="322123" y="158159"/>
                </a:lnTo>
                <a:lnTo>
                  <a:pt x="320030" y="157064"/>
                </a:lnTo>
                <a:lnTo>
                  <a:pt x="317420" y="154412"/>
                </a:lnTo>
                <a:lnTo>
                  <a:pt x="316378" y="152502"/>
                </a:lnTo>
                <a:lnTo>
                  <a:pt x="316618" y="151547"/>
                </a:lnTo>
                <a:lnTo>
                  <a:pt x="317664" y="150633"/>
                </a:lnTo>
                <a:lnTo>
                  <a:pt x="322646" y="148242"/>
                </a:lnTo>
                <a:lnTo>
                  <a:pt x="325108" y="148051"/>
                </a:lnTo>
                <a:lnTo>
                  <a:pt x="328966" y="149579"/>
                </a:lnTo>
                <a:close/>
                <a:moveTo>
                  <a:pt x="316527" y="158257"/>
                </a:moveTo>
                <a:lnTo>
                  <a:pt x="318202" y="160837"/>
                </a:lnTo>
                <a:lnTo>
                  <a:pt x="318474" y="162713"/>
                </a:lnTo>
                <a:lnTo>
                  <a:pt x="318108" y="163879"/>
                </a:lnTo>
                <a:lnTo>
                  <a:pt x="311561" y="168093"/>
                </a:lnTo>
                <a:lnTo>
                  <a:pt x="309808" y="168428"/>
                </a:lnTo>
                <a:lnTo>
                  <a:pt x="308853" y="167072"/>
                </a:lnTo>
                <a:lnTo>
                  <a:pt x="308731" y="164646"/>
                </a:lnTo>
                <a:lnTo>
                  <a:pt x="310187" y="160364"/>
                </a:lnTo>
                <a:lnTo>
                  <a:pt x="311613" y="158587"/>
                </a:lnTo>
                <a:lnTo>
                  <a:pt x="313159" y="157657"/>
                </a:lnTo>
                <a:lnTo>
                  <a:pt x="314811" y="157545"/>
                </a:lnTo>
                <a:lnTo>
                  <a:pt x="316527" y="158257"/>
                </a:lnTo>
                <a:close/>
                <a:moveTo>
                  <a:pt x="337982" y="158209"/>
                </a:moveTo>
                <a:lnTo>
                  <a:pt x="338999" y="161910"/>
                </a:lnTo>
                <a:lnTo>
                  <a:pt x="339341" y="166034"/>
                </a:lnTo>
                <a:lnTo>
                  <a:pt x="338146" y="168055"/>
                </a:lnTo>
                <a:lnTo>
                  <a:pt x="336729" y="168523"/>
                </a:lnTo>
                <a:lnTo>
                  <a:pt x="331632" y="164646"/>
                </a:lnTo>
                <a:lnTo>
                  <a:pt x="331106" y="163874"/>
                </a:lnTo>
                <a:lnTo>
                  <a:pt x="330991" y="162387"/>
                </a:lnTo>
                <a:lnTo>
                  <a:pt x="331697" y="160235"/>
                </a:lnTo>
                <a:lnTo>
                  <a:pt x="333636" y="158310"/>
                </a:lnTo>
                <a:lnTo>
                  <a:pt x="336059" y="157499"/>
                </a:lnTo>
                <a:lnTo>
                  <a:pt x="337982" y="158209"/>
                </a:lnTo>
                <a:close/>
                <a:moveTo>
                  <a:pt x="328773" y="167322"/>
                </a:moveTo>
                <a:lnTo>
                  <a:pt x="333355" y="170124"/>
                </a:lnTo>
                <a:lnTo>
                  <a:pt x="334935" y="171591"/>
                </a:lnTo>
                <a:lnTo>
                  <a:pt x="335650" y="174132"/>
                </a:lnTo>
                <a:lnTo>
                  <a:pt x="334287" y="176429"/>
                </a:lnTo>
                <a:lnTo>
                  <a:pt x="328139" y="180373"/>
                </a:lnTo>
                <a:lnTo>
                  <a:pt x="325477" y="180918"/>
                </a:lnTo>
                <a:lnTo>
                  <a:pt x="322984" y="180161"/>
                </a:lnTo>
                <a:lnTo>
                  <a:pt x="316732" y="175627"/>
                </a:lnTo>
                <a:lnTo>
                  <a:pt x="316296" y="173926"/>
                </a:lnTo>
                <a:lnTo>
                  <a:pt x="316650" y="171519"/>
                </a:lnTo>
                <a:lnTo>
                  <a:pt x="321059" y="168045"/>
                </a:lnTo>
                <a:lnTo>
                  <a:pt x="322917" y="166901"/>
                </a:lnTo>
                <a:lnTo>
                  <a:pt x="325458" y="166110"/>
                </a:lnTo>
                <a:lnTo>
                  <a:pt x="327610" y="166453"/>
                </a:lnTo>
                <a:lnTo>
                  <a:pt x="328773" y="167322"/>
                </a:lnTo>
                <a:close/>
                <a:moveTo>
                  <a:pt x="312043" y="179134"/>
                </a:moveTo>
                <a:lnTo>
                  <a:pt x="316199" y="181919"/>
                </a:lnTo>
                <a:lnTo>
                  <a:pt x="317607" y="183319"/>
                </a:lnTo>
                <a:lnTo>
                  <a:pt x="318160" y="184842"/>
                </a:lnTo>
                <a:lnTo>
                  <a:pt x="317851" y="186358"/>
                </a:lnTo>
                <a:lnTo>
                  <a:pt x="316673" y="187741"/>
                </a:lnTo>
                <a:lnTo>
                  <a:pt x="310668" y="191802"/>
                </a:lnTo>
                <a:lnTo>
                  <a:pt x="307544" y="193159"/>
                </a:lnTo>
                <a:lnTo>
                  <a:pt x="305777" y="193322"/>
                </a:lnTo>
                <a:lnTo>
                  <a:pt x="305025" y="192456"/>
                </a:lnTo>
                <a:lnTo>
                  <a:pt x="304787" y="189738"/>
                </a:lnTo>
                <a:lnTo>
                  <a:pt x="305594" y="184135"/>
                </a:lnTo>
                <a:lnTo>
                  <a:pt x="306672" y="180726"/>
                </a:lnTo>
                <a:lnTo>
                  <a:pt x="307993" y="178652"/>
                </a:lnTo>
                <a:lnTo>
                  <a:pt x="309214" y="177894"/>
                </a:lnTo>
                <a:lnTo>
                  <a:pt x="310263" y="177895"/>
                </a:lnTo>
                <a:lnTo>
                  <a:pt x="312043" y="179134"/>
                </a:lnTo>
                <a:close/>
                <a:moveTo>
                  <a:pt x="342177" y="178797"/>
                </a:moveTo>
                <a:lnTo>
                  <a:pt x="342789" y="182664"/>
                </a:lnTo>
                <a:lnTo>
                  <a:pt x="343286" y="191670"/>
                </a:lnTo>
                <a:lnTo>
                  <a:pt x="340831" y="192620"/>
                </a:lnTo>
                <a:lnTo>
                  <a:pt x="332992" y="187303"/>
                </a:lnTo>
                <a:lnTo>
                  <a:pt x="332102" y="186136"/>
                </a:lnTo>
                <a:lnTo>
                  <a:pt x="331714" y="184052"/>
                </a:lnTo>
                <a:lnTo>
                  <a:pt x="332640" y="182154"/>
                </a:lnTo>
                <a:lnTo>
                  <a:pt x="336313" y="179508"/>
                </a:lnTo>
                <a:lnTo>
                  <a:pt x="340441" y="178242"/>
                </a:lnTo>
                <a:lnTo>
                  <a:pt x="342177" y="178797"/>
                </a:lnTo>
                <a:close/>
                <a:moveTo>
                  <a:pt x="328870" y="190609"/>
                </a:moveTo>
                <a:lnTo>
                  <a:pt x="337164" y="196565"/>
                </a:lnTo>
                <a:lnTo>
                  <a:pt x="338814" y="198462"/>
                </a:lnTo>
                <a:lnTo>
                  <a:pt x="338199" y="199877"/>
                </a:lnTo>
                <a:lnTo>
                  <a:pt x="331097" y="203707"/>
                </a:lnTo>
                <a:lnTo>
                  <a:pt x="325616" y="205897"/>
                </a:lnTo>
                <a:lnTo>
                  <a:pt x="323803" y="206108"/>
                </a:lnTo>
                <a:lnTo>
                  <a:pt x="316289" y="202887"/>
                </a:lnTo>
                <a:lnTo>
                  <a:pt x="312856" y="200612"/>
                </a:lnTo>
                <a:lnTo>
                  <a:pt x="311292" y="199022"/>
                </a:lnTo>
                <a:lnTo>
                  <a:pt x="311320" y="197793"/>
                </a:lnTo>
                <a:lnTo>
                  <a:pt x="312483" y="196617"/>
                </a:lnTo>
                <a:lnTo>
                  <a:pt x="322955" y="189054"/>
                </a:lnTo>
                <a:lnTo>
                  <a:pt x="325382" y="188789"/>
                </a:lnTo>
                <a:lnTo>
                  <a:pt x="328870" y="190609"/>
                </a:lnTo>
                <a:close/>
                <a:moveTo>
                  <a:pt x="309439" y="204206"/>
                </a:moveTo>
                <a:lnTo>
                  <a:pt x="314299" y="207872"/>
                </a:lnTo>
                <a:lnTo>
                  <a:pt x="315694" y="209607"/>
                </a:lnTo>
                <a:lnTo>
                  <a:pt x="315660" y="210430"/>
                </a:lnTo>
                <a:lnTo>
                  <a:pt x="314543" y="211304"/>
                </a:lnTo>
                <a:lnTo>
                  <a:pt x="310325" y="212969"/>
                </a:lnTo>
                <a:lnTo>
                  <a:pt x="306296" y="215171"/>
                </a:lnTo>
                <a:lnTo>
                  <a:pt x="304977" y="215264"/>
                </a:lnTo>
                <a:lnTo>
                  <a:pt x="303034" y="214510"/>
                </a:lnTo>
                <a:lnTo>
                  <a:pt x="302157" y="213378"/>
                </a:lnTo>
                <a:lnTo>
                  <a:pt x="302082" y="211470"/>
                </a:lnTo>
                <a:lnTo>
                  <a:pt x="303312" y="206805"/>
                </a:lnTo>
                <a:lnTo>
                  <a:pt x="304690" y="203661"/>
                </a:lnTo>
                <a:lnTo>
                  <a:pt x="306444" y="202979"/>
                </a:lnTo>
                <a:lnTo>
                  <a:pt x="309439" y="204206"/>
                </a:lnTo>
                <a:close/>
                <a:moveTo>
                  <a:pt x="344443" y="204399"/>
                </a:moveTo>
                <a:lnTo>
                  <a:pt x="345583" y="206447"/>
                </a:lnTo>
                <a:lnTo>
                  <a:pt x="346414" y="211028"/>
                </a:lnTo>
                <a:lnTo>
                  <a:pt x="346086" y="215348"/>
                </a:lnTo>
                <a:lnTo>
                  <a:pt x="345166" y="216934"/>
                </a:lnTo>
                <a:lnTo>
                  <a:pt x="343637" y="216938"/>
                </a:lnTo>
                <a:lnTo>
                  <a:pt x="340127" y="215553"/>
                </a:lnTo>
                <a:lnTo>
                  <a:pt x="331995" y="210406"/>
                </a:lnTo>
                <a:lnTo>
                  <a:pt x="331823" y="209696"/>
                </a:lnTo>
                <a:lnTo>
                  <a:pt x="332544" y="208383"/>
                </a:lnTo>
                <a:lnTo>
                  <a:pt x="337496" y="204518"/>
                </a:lnTo>
                <a:lnTo>
                  <a:pt x="339863" y="203561"/>
                </a:lnTo>
                <a:lnTo>
                  <a:pt x="341975" y="203327"/>
                </a:lnTo>
                <a:lnTo>
                  <a:pt x="344443" y="204399"/>
                </a:lnTo>
                <a:close/>
                <a:moveTo>
                  <a:pt x="329786" y="215584"/>
                </a:moveTo>
                <a:lnTo>
                  <a:pt x="338097" y="220321"/>
                </a:lnTo>
                <a:lnTo>
                  <a:pt x="339210" y="221322"/>
                </a:lnTo>
                <a:lnTo>
                  <a:pt x="339328" y="222461"/>
                </a:lnTo>
                <a:lnTo>
                  <a:pt x="338350" y="224317"/>
                </a:lnTo>
                <a:lnTo>
                  <a:pt x="336291" y="226394"/>
                </a:lnTo>
                <a:lnTo>
                  <a:pt x="325491" y="234133"/>
                </a:lnTo>
                <a:lnTo>
                  <a:pt x="323011" y="233790"/>
                </a:lnTo>
                <a:lnTo>
                  <a:pt x="320396" y="232373"/>
                </a:lnTo>
                <a:lnTo>
                  <a:pt x="310761" y="225058"/>
                </a:lnTo>
                <a:lnTo>
                  <a:pt x="307685" y="221775"/>
                </a:lnTo>
                <a:lnTo>
                  <a:pt x="308055" y="220529"/>
                </a:lnTo>
                <a:lnTo>
                  <a:pt x="310311" y="218823"/>
                </a:lnTo>
                <a:lnTo>
                  <a:pt x="320849" y="213208"/>
                </a:lnTo>
                <a:lnTo>
                  <a:pt x="322544" y="212894"/>
                </a:lnTo>
                <a:lnTo>
                  <a:pt x="324503" y="213170"/>
                </a:lnTo>
                <a:lnTo>
                  <a:pt x="329786" y="215584"/>
                </a:lnTo>
                <a:close/>
                <a:moveTo>
                  <a:pt x="304666" y="227011"/>
                </a:moveTo>
                <a:lnTo>
                  <a:pt x="315811" y="235386"/>
                </a:lnTo>
                <a:lnTo>
                  <a:pt x="317448" y="236972"/>
                </a:lnTo>
                <a:lnTo>
                  <a:pt x="317554" y="238028"/>
                </a:lnTo>
                <a:lnTo>
                  <a:pt x="316453" y="240187"/>
                </a:lnTo>
                <a:lnTo>
                  <a:pt x="314855" y="241752"/>
                </a:lnTo>
                <a:lnTo>
                  <a:pt x="303478" y="250271"/>
                </a:lnTo>
                <a:lnTo>
                  <a:pt x="300004" y="252304"/>
                </a:lnTo>
                <a:lnTo>
                  <a:pt x="298617" y="252623"/>
                </a:lnTo>
                <a:lnTo>
                  <a:pt x="297436" y="251276"/>
                </a:lnTo>
                <a:lnTo>
                  <a:pt x="297247" y="248782"/>
                </a:lnTo>
                <a:lnTo>
                  <a:pt x="298965" y="240728"/>
                </a:lnTo>
                <a:lnTo>
                  <a:pt x="300512" y="228188"/>
                </a:lnTo>
                <a:lnTo>
                  <a:pt x="301698" y="226229"/>
                </a:lnTo>
                <a:lnTo>
                  <a:pt x="302943" y="226187"/>
                </a:lnTo>
                <a:lnTo>
                  <a:pt x="304666" y="227011"/>
                </a:lnTo>
                <a:close/>
                <a:moveTo>
                  <a:pt x="347288" y="228940"/>
                </a:moveTo>
                <a:lnTo>
                  <a:pt x="348214" y="231686"/>
                </a:lnTo>
                <a:lnTo>
                  <a:pt x="349933" y="245905"/>
                </a:lnTo>
                <a:lnTo>
                  <a:pt x="349631" y="251026"/>
                </a:lnTo>
                <a:lnTo>
                  <a:pt x="349216" y="252034"/>
                </a:lnTo>
                <a:lnTo>
                  <a:pt x="348367" y="252399"/>
                </a:lnTo>
                <a:lnTo>
                  <a:pt x="346203" y="251709"/>
                </a:lnTo>
                <a:lnTo>
                  <a:pt x="343977" y="250323"/>
                </a:lnTo>
                <a:lnTo>
                  <a:pt x="331473" y="241090"/>
                </a:lnTo>
                <a:lnTo>
                  <a:pt x="331473" y="236895"/>
                </a:lnTo>
                <a:lnTo>
                  <a:pt x="343834" y="227741"/>
                </a:lnTo>
                <a:lnTo>
                  <a:pt x="345435" y="227554"/>
                </a:lnTo>
                <a:lnTo>
                  <a:pt x="347288" y="228940"/>
                </a:lnTo>
                <a:close/>
                <a:moveTo>
                  <a:pt x="464545" y="82368"/>
                </a:moveTo>
                <a:lnTo>
                  <a:pt x="449711" y="83090"/>
                </a:lnTo>
                <a:lnTo>
                  <a:pt x="406409" y="83600"/>
                </a:lnTo>
                <a:lnTo>
                  <a:pt x="393182" y="85158"/>
                </a:lnTo>
                <a:lnTo>
                  <a:pt x="388982" y="86094"/>
                </a:lnTo>
                <a:lnTo>
                  <a:pt x="388986" y="86537"/>
                </a:lnTo>
                <a:lnTo>
                  <a:pt x="395405" y="88523"/>
                </a:lnTo>
                <a:lnTo>
                  <a:pt x="396484" y="89480"/>
                </a:lnTo>
                <a:lnTo>
                  <a:pt x="396678" y="90691"/>
                </a:lnTo>
                <a:lnTo>
                  <a:pt x="392057" y="99990"/>
                </a:lnTo>
                <a:lnTo>
                  <a:pt x="390840" y="101078"/>
                </a:lnTo>
                <a:lnTo>
                  <a:pt x="387593" y="102546"/>
                </a:lnTo>
                <a:lnTo>
                  <a:pt x="386317" y="104306"/>
                </a:lnTo>
                <a:lnTo>
                  <a:pt x="386343" y="106430"/>
                </a:lnTo>
                <a:lnTo>
                  <a:pt x="388102" y="109262"/>
                </a:lnTo>
                <a:lnTo>
                  <a:pt x="388497" y="110783"/>
                </a:lnTo>
                <a:lnTo>
                  <a:pt x="388345" y="112496"/>
                </a:lnTo>
                <a:lnTo>
                  <a:pt x="387398" y="115048"/>
                </a:lnTo>
                <a:lnTo>
                  <a:pt x="386763" y="115835"/>
                </a:lnTo>
                <a:lnTo>
                  <a:pt x="385563" y="116340"/>
                </a:lnTo>
                <a:lnTo>
                  <a:pt x="371352" y="115612"/>
                </a:lnTo>
                <a:lnTo>
                  <a:pt x="367200" y="116016"/>
                </a:lnTo>
                <a:lnTo>
                  <a:pt x="365684" y="116752"/>
                </a:lnTo>
                <a:lnTo>
                  <a:pt x="364802" y="117961"/>
                </a:lnTo>
                <a:lnTo>
                  <a:pt x="362786" y="122786"/>
                </a:lnTo>
                <a:lnTo>
                  <a:pt x="361378" y="124724"/>
                </a:lnTo>
                <a:lnTo>
                  <a:pt x="359704" y="126130"/>
                </a:lnTo>
                <a:lnTo>
                  <a:pt x="355449" y="127810"/>
                </a:lnTo>
                <a:lnTo>
                  <a:pt x="353802" y="129196"/>
                </a:lnTo>
                <a:lnTo>
                  <a:pt x="352160" y="131838"/>
                </a:lnTo>
                <a:lnTo>
                  <a:pt x="350108" y="137983"/>
                </a:lnTo>
                <a:lnTo>
                  <a:pt x="343105" y="144360"/>
                </a:lnTo>
                <a:lnTo>
                  <a:pt x="342696" y="145359"/>
                </a:lnTo>
                <a:lnTo>
                  <a:pt x="342900" y="146975"/>
                </a:lnTo>
                <a:lnTo>
                  <a:pt x="345791" y="149422"/>
                </a:lnTo>
                <a:lnTo>
                  <a:pt x="349982" y="151691"/>
                </a:lnTo>
                <a:lnTo>
                  <a:pt x="356574" y="154467"/>
                </a:lnTo>
                <a:lnTo>
                  <a:pt x="360751" y="157136"/>
                </a:lnTo>
                <a:lnTo>
                  <a:pt x="364844" y="158348"/>
                </a:lnTo>
                <a:lnTo>
                  <a:pt x="367803" y="160584"/>
                </a:lnTo>
                <a:lnTo>
                  <a:pt x="372754" y="162491"/>
                </a:lnTo>
                <a:lnTo>
                  <a:pt x="387478" y="170879"/>
                </a:lnTo>
                <a:lnTo>
                  <a:pt x="394447" y="174078"/>
                </a:lnTo>
                <a:lnTo>
                  <a:pt x="398606" y="176797"/>
                </a:lnTo>
                <a:lnTo>
                  <a:pt x="429555" y="192392"/>
                </a:lnTo>
                <a:lnTo>
                  <a:pt x="453321" y="203246"/>
                </a:lnTo>
                <a:lnTo>
                  <a:pt x="463669" y="207318"/>
                </a:lnTo>
                <a:lnTo>
                  <a:pt x="504247" y="220590"/>
                </a:lnTo>
                <a:lnTo>
                  <a:pt x="518816" y="226698"/>
                </a:lnTo>
                <a:lnTo>
                  <a:pt x="541163" y="234195"/>
                </a:lnTo>
                <a:lnTo>
                  <a:pt x="548359" y="236190"/>
                </a:lnTo>
                <a:lnTo>
                  <a:pt x="564800" y="241777"/>
                </a:lnTo>
                <a:lnTo>
                  <a:pt x="572273" y="243850"/>
                </a:lnTo>
                <a:lnTo>
                  <a:pt x="589348" y="249620"/>
                </a:lnTo>
                <a:lnTo>
                  <a:pt x="596523" y="251574"/>
                </a:lnTo>
                <a:lnTo>
                  <a:pt x="624917" y="260982"/>
                </a:lnTo>
                <a:lnTo>
                  <a:pt x="657866" y="270995"/>
                </a:lnTo>
                <a:lnTo>
                  <a:pt x="687033" y="280523"/>
                </a:lnTo>
                <a:lnTo>
                  <a:pt x="694726" y="282463"/>
                </a:lnTo>
                <a:lnTo>
                  <a:pt x="700674" y="284720"/>
                </a:lnTo>
                <a:lnTo>
                  <a:pt x="706383" y="285994"/>
                </a:lnTo>
                <a:lnTo>
                  <a:pt x="708259" y="285837"/>
                </a:lnTo>
                <a:lnTo>
                  <a:pt x="709036" y="284737"/>
                </a:lnTo>
                <a:lnTo>
                  <a:pt x="709060" y="283288"/>
                </a:lnTo>
                <a:lnTo>
                  <a:pt x="707185" y="281722"/>
                </a:lnTo>
                <a:lnTo>
                  <a:pt x="702440" y="280505"/>
                </a:lnTo>
                <a:lnTo>
                  <a:pt x="673649" y="270502"/>
                </a:lnTo>
                <a:lnTo>
                  <a:pt x="534835" y="224674"/>
                </a:lnTo>
                <a:lnTo>
                  <a:pt x="459182" y="199120"/>
                </a:lnTo>
                <a:lnTo>
                  <a:pt x="425405" y="184186"/>
                </a:lnTo>
                <a:lnTo>
                  <a:pt x="400076" y="172072"/>
                </a:lnTo>
                <a:lnTo>
                  <a:pt x="399334" y="171146"/>
                </a:lnTo>
                <a:lnTo>
                  <a:pt x="399737" y="170290"/>
                </a:lnTo>
                <a:lnTo>
                  <a:pt x="402388" y="169363"/>
                </a:lnTo>
                <a:lnTo>
                  <a:pt x="407025" y="168913"/>
                </a:lnTo>
                <a:lnTo>
                  <a:pt x="408958" y="166094"/>
                </a:lnTo>
                <a:lnTo>
                  <a:pt x="410822" y="165140"/>
                </a:lnTo>
                <a:lnTo>
                  <a:pt x="413082" y="165538"/>
                </a:lnTo>
                <a:lnTo>
                  <a:pt x="415718" y="167278"/>
                </a:lnTo>
                <a:lnTo>
                  <a:pt x="421489" y="173879"/>
                </a:lnTo>
                <a:lnTo>
                  <a:pt x="428191" y="173252"/>
                </a:lnTo>
                <a:lnTo>
                  <a:pt x="451287" y="184420"/>
                </a:lnTo>
                <a:lnTo>
                  <a:pt x="468775" y="191521"/>
                </a:lnTo>
                <a:lnTo>
                  <a:pt x="495528" y="199290"/>
                </a:lnTo>
                <a:lnTo>
                  <a:pt x="504719" y="201319"/>
                </a:lnTo>
                <a:lnTo>
                  <a:pt x="510481" y="203229"/>
                </a:lnTo>
                <a:lnTo>
                  <a:pt x="519191" y="205054"/>
                </a:lnTo>
                <a:lnTo>
                  <a:pt x="523113" y="206821"/>
                </a:lnTo>
                <a:lnTo>
                  <a:pt x="530609" y="209244"/>
                </a:lnTo>
                <a:lnTo>
                  <a:pt x="534571" y="211255"/>
                </a:lnTo>
                <a:lnTo>
                  <a:pt x="545484" y="215418"/>
                </a:lnTo>
                <a:lnTo>
                  <a:pt x="575960" y="226289"/>
                </a:lnTo>
                <a:lnTo>
                  <a:pt x="604070" y="235655"/>
                </a:lnTo>
                <a:lnTo>
                  <a:pt x="618330" y="239848"/>
                </a:lnTo>
                <a:lnTo>
                  <a:pt x="623585" y="241861"/>
                </a:lnTo>
                <a:lnTo>
                  <a:pt x="650268" y="249916"/>
                </a:lnTo>
                <a:lnTo>
                  <a:pt x="677736" y="257627"/>
                </a:lnTo>
                <a:lnTo>
                  <a:pt x="738371" y="272788"/>
                </a:lnTo>
                <a:lnTo>
                  <a:pt x="776484" y="280930"/>
                </a:lnTo>
                <a:lnTo>
                  <a:pt x="780878" y="280930"/>
                </a:lnTo>
                <a:lnTo>
                  <a:pt x="782286" y="280287"/>
                </a:lnTo>
                <a:lnTo>
                  <a:pt x="783153" y="279349"/>
                </a:lnTo>
                <a:lnTo>
                  <a:pt x="783902" y="276650"/>
                </a:lnTo>
                <a:lnTo>
                  <a:pt x="783386" y="275707"/>
                </a:lnTo>
                <a:lnTo>
                  <a:pt x="782402" y="275296"/>
                </a:lnTo>
                <a:lnTo>
                  <a:pt x="750988" y="268942"/>
                </a:lnTo>
                <a:lnTo>
                  <a:pt x="726339" y="262594"/>
                </a:lnTo>
                <a:lnTo>
                  <a:pt x="686387" y="253427"/>
                </a:lnTo>
                <a:lnTo>
                  <a:pt x="670275" y="249224"/>
                </a:lnTo>
                <a:lnTo>
                  <a:pt x="637509" y="239393"/>
                </a:lnTo>
                <a:lnTo>
                  <a:pt x="579283" y="220273"/>
                </a:lnTo>
                <a:lnTo>
                  <a:pt x="560101" y="214483"/>
                </a:lnTo>
                <a:lnTo>
                  <a:pt x="544063" y="209017"/>
                </a:lnTo>
                <a:lnTo>
                  <a:pt x="537399" y="207470"/>
                </a:lnTo>
                <a:lnTo>
                  <a:pt x="535866" y="206659"/>
                </a:lnTo>
                <a:lnTo>
                  <a:pt x="535588" y="206170"/>
                </a:lnTo>
                <a:lnTo>
                  <a:pt x="536003" y="204985"/>
                </a:lnTo>
                <a:lnTo>
                  <a:pt x="542055" y="200393"/>
                </a:lnTo>
                <a:lnTo>
                  <a:pt x="543128" y="199143"/>
                </a:lnTo>
                <a:lnTo>
                  <a:pt x="543786" y="196779"/>
                </a:lnTo>
                <a:lnTo>
                  <a:pt x="543857" y="190609"/>
                </a:lnTo>
                <a:lnTo>
                  <a:pt x="547996" y="185495"/>
                </a:lnTo>
                <a:lnTo>
                  <a:pt x="548623" y="183361"/>
                </a:lnTo>
                <a:lnTo>
                  <a:pt x="548598" y="179351"/>
                </a:lnTo>
                <a:lnTo>
                  <a:pt x="549616" y="178215"/>
                </a:lnTo>
                <a:lnTo>
                  <a:pt x="551523" y="177768"/>
                </a:lnTo>
                <a:lnTo>
                  <a:pt x="554253" y="178021"/>
                </a:lnTo>
                <a:lnTo>
                  <a:pt x="561950" y="180147"/>
                </a:lnTo>
                <a:lnTo>
                  <a:pt x="571520" y="182124"/>
                </a:lnTo>
                <a:lnTo>
                  <a:pt x="592927" y="188030"/>
                </a:lnTo>
                <a:lnTo>
                  <a:pt x="621604" y="195132"/>
                </a:lnTo>
                <a:lnTo>
                  <a:pt x="623917" y="195430"/>
                </a:lnTo>
                <a:lnTo>
                  <a:pt x="625641" y="195063"/>
                </a:lnTo>
                <a:lnTo>
                  <a:pt x="626612" y="194112"/>
                </a:lnTo>
                <a:lnTo>
                  <a:pt x="626669" y="192657"/>
                </a:lnTo>
                <a:lnTo>
                  <a:pt x="625697" y="190959"/>
                </a:lnTo>
                <a:lnTo>
                  <a:pt x="624098" y="189940"/>
                </a:lnTo>
                <a:lnTo>
                  <a:pt x="610298" y="186336"/>
                </a:lnTo>
                <a:lnTo>
                  <a:pt x="597231" y="183667"/>
                </a:lnTo>
                <a:lnTo>
                  <a:pt x="595421" y="182706"/>
                </a:lnTo>
                <a:lnTo>
                  <a:pt x="594945" y="181567"/>
                </a:lnTo>
                <a:lnTo>
                  <a:pt x="595513" y="180382"/>
                </a:lnTo>
                <a:lnTo>
                  <a:pt x="597046" y="179237"/>
                </a:lnTo>
                <a:lnTo>
                  <a:pt x="605276" y="176133"/>
                </a:lnTo>
                <a:lnTo>
                  <a:pt x="606101" y="174464"/>
                </a:lnTo>
                <a:lnTo>
                  <a:pt x="607221" y="168815"/>
                </a:lnTo>
                <a:lnTo>
                  <a:pt x="609203" y="166803"/>
                </a:lnTo>
                <a:lnTo>
                  <a:pt x="611362" y="166306"/>
                </a:lnTo>
                <a:lnTo>
                  <a:pt x="626277" y="166127"/>
                </a:lnTo>
                <a:lnTo>
                  <a:pt x="630217" y="165588"/>
                </a:lnTo>
                <a:lnTo>
                  <a:pt x="631513" y="164990"/>
                </a:lnTo>
                <a:lnTo>
                  <a:pt x="631987" y="164090"/>
                </a:lnTo>
                <a:lnTo>
                  <a:pt x="631269" y="157448"/>
                </a:lnTo>
                <a:lnTo>
                  <a:pt x="631603" y="154496"/>
                </a:lnTo>
                <a:lnTo>
                  <a:pt x="632718" y="151450"/>
                </a:lnTo>
                <a:lnTo>
                  <a:pt x="635478" y="146474"/>
                </a:lnTo>
                <a:lnTo>
                  <a:pt x="636007" y="143636"/>
                </a:lnTo>
                <a:lnTo>
                  <a:pt x="635450" y="140453"/>
                </a:lnTo>
                <a:lnTo>
                  <a:pt x="633823" y="139236"/>
                </a:lnTo>
                <a:lnTo>
                  <a:pt x="631619" y="139677"/>
                </a:lnTo>
                <a:lnTo>
                  <a:pt x="627161" y="143659"/>
                </a:lnTo>
                <a:lnTo>
                  <a:pt x="621096" y="150760"/>
                </a:lnTo>
                <a:lnTo>
                  <a:pt x="620187" y="152487"/>
                </a:lnTo>
                <a:lnTo>
                  <a:pt x="619602" y="154906"/>
                </a:lnTo>
                <a:lnTo>
                  <a:pt x="617524" y="156890"/>
                </a:lnTo>
                <a:lnTo>
                  <a:pt x="615014" y="157297"/>
                </a:lnTo>
                <a:lnTo>
                  <a:pt x="609788" y="156270"/>
                </a:lnTo>
                <a:lnTo>
                  <a:pt x="606307" y="156166"/>
                </a:lnTo>
                <a:lnTo>
                  <a:pt x="602956" y="156804"/>
                </a:lnTo>
                <a:lnTo>
                  <a:pt x="599120" y="158658"/>
                </a:lnTo>
                <a:lnTo>
                  <a:pt x="597996" y="160541"/>
                </a:lnTo>
                <a:lnTo>
                  <a:pt x="596725" y="166199"/>
                </a:lnTo>
                <a:lnTo>
                  <a:pt x="596164" y="167093"/>
                </a:lnTo>
                <a:lnTo>
                  <a:pt x="595412" y="167350"/>
                </a:lnTo>
                <a:lnTo>
                  <a:pt x="591915" y="165954"/>
                </a:lnTo>
                <a:lnTo>
                  <a:pt x="585754" y="164849"/>
                </a:lnTo>
                <a:lnTo>
                  <a:pt x="581332" y="161777"/>
                </a:lnTo>
                <a:lnTo>
                  <a:pt x="576788" y="160222"/>
                </a:lnTo>
                <a:lnTo>
                  <a:pt x="569799" y="155448"/>
                </a:lnTo>
                <a:lnTo>
                  <a:pt x="563484" y="153224"/>
                </a:lnTo>
                <a:lnTo>
                  <a:pt x="561043" y="153274"/>
                </a:lnTo>
                <a:lnTo>
                  <a:pt x="559021" y="154111"/>
                </a:lnTo>
                <a:lnTo>
                  <a:pt x="549202" y="163204"/>
                </a:lnTo>
                <a:lnTo>
                  <a:pt x="542288" y="167866"/>
                </a:lnTo>
                <a:lnTo>
                  <a:pt x="540420" y="168744"/>
                </a:lnTo>
                <a:lnTo>
                  <a:pt x="538439" y="169088"/>
                </a:lnTo>
                <a:lnTo>
                  <a:pt x="534908" y="168619"/>
                </a:lnTo>
                <a:lnTo>
                  <a:pt x="528755" y="166687"/>
                </a:lnTo>
                <a:lnTo>
                  <a:pt x="518846" y="164598"/>
                </a:lnTo>
                <a:lnTo>
                  <a:pt x="511493" y="162356"/>
                </a:lnTo>
                <a:lnTo>
                  <a:pt x="502843" y="160886"/>
                </a:lnTo>
                <a:lnTo>
                  <a:pt x="496437" y="158843"/>
                </a:lnTo>
                <a:lnTo>
                  <a:pt x="486458" y="157239"/>
                </a:lnTo>
                <a:lnTo>
                  <a:pt x="479681" y="155014"/>
                </a:lnTo>
                <a:lnTo>
                  <a:pt x="470007" y="153745"/>
                </a:lnTo>
                <a:lnTo>
                  <a:pt x="469612" y="154281"/>
                </a:lnTo>
                <a:lnTo>
                  <a:pt x="469843" y="155419"/>
                </a:lnTo>
                <a:lnTo>
                  <a:pt x="471919" y="156721"/>
                </a:lnTo>
                <a:lnTo>
                  <a:pt x="480715" y="158565"/>
                </a:lnTo>
                <a:lnTo>
                  <a:pt x="486653" y="161237"/>
                </a:lnTo>
                <a:lnTo>
                  <a:pt x="494468" y="162609"/>
                </a:lnTo>
                <a:lnTo>
                  <a:pt x="502666" y="165007"/>
                </a:lnTo>
                <a:lnTo>
                  <a:pt x="511554" y="166207"/>
                </a:lnTo>
                <a:lnTo>
                  <a:pt x="516366" y="168866"/>
                </a:lnTo>
                <a:lnTo>
                  <a:pt x="521950" y="169684"/>
                </a:lnTo>
                <a:lnTo>
                  <a:pt x="535021" y="173935"/>
                </a:lnTo>
                <a:lnTo>
                  <a:pt x="535918" y="174513"/>
                </a:lnTo>
                <a:lnTo>
                  <a:pt x="536950" y="176061"/>
                </a:lnTo>
                <a:lnTo>
                  <a:pt x="536563" y="179253"/>
                </a:lnTo>
                <a:lnTo>
                  <a:pt x="532650" y="184928"/>
                </a:lnTo>
                <a:lnTo>
                  <a:pt x="530387" y="186951"/>
                </a:lnTo>
                <a:lnTo>
                  <a:pt x="529831" y="186989"/>
                </a:lnTo>
                <a:lnTo>
                  <a:pt x="528814" y="186175"/>
                </a:lnTo>
                <a:lnTo>
                  <a:pt x="526332" y="182051"/>
                </a:lnTo>
                <a:lnTo>
                  <a:pt x="522186" y="177417"/>
                </a:lnTo>
                <a:lnTo>
                  <a:pt x="518625" y="174510"/>
                </a:lnTo>
                <a:lnTo>
                  <a:pt x="512921" y="170975"/>
                </a:lnTo>
                <a:lnTo>
                  <a:pt x="510774" y="171085"/>
                </a:lnTo>
                <a:lnTo>
                  <a:pt x="504545" y="175102"/>
                </a:lnTo>
                <a:lnTo>
                  <a:pt x="502126" y="175705"/>
                </a:lnTo>
                <a:lnTo>
                  <a:pt x="498909" y="174578"/>
                </a:lnTo>
                <a:lnTo>
                  <a:pt x="491613" y="173649"/>
                </a:lnTo>
                <a:lnTo>
                  <a:pt x="486964" y="171854"/>
                </a:lnTo>
                <a:lnTo>
                  <a:pt x="486877" y="168214"/>
                </a:lnTo>
                <a:lnTo>
                  <a:pt x="486139" y="166671"/>
                </a:lnTo>
                <a:lnTo>
                  <a:pt x="479491" y="162066"/>
                </a:lnTo>
                <a:lnTo>
                  <a:pt x="464020" y="161337"/>
                </a:lnTo>
                <a:lnTo>
                  <a:pt x="458301" y="160739"/>
                </a:lnTo>
                <a:lnTo>
                  <a:pt x="455672" y="160042"/>
                </a:lnTo>
                <a:lnTo>
                  <a:pt x="454202" y="158543"/>
                </a:lnTo>
                <a:lnTo>
                  <a:pt x="453842" y="156523"/>
                </a:lnTo>
                <a:lnTo>
                  <a:pt x="454661" y="154256"/>
                </a:lnTo>
                <a:lnTo>
                  <a:pt x="456227" y="152403"/>
                </a:lnTo>
                <a:lnTo>
                  <a:pt x="457915" y="152005"/>
                </a:lnTo>
                <a:lnTo>
                  <a:pt x="461067" y="152989"/>
                </a:lnTo>
                <a:lnTo>
                  <a:pt x="465735" y="153480"/>
                </a:lnTo>
                <a:lnTo>
                  <a:pt x="467347" y="153101"/>
                </a:lnTo>
                <a:lnTo>
                  <a:pt x="467402" y="152314"/>
                </a:lnTo>
                <a:lnTo>
                  <a:pt x="457762" y="149397"/>
                </a:lnTo>
                <a:lnTo>
                  <a:pt x="447520" y="141101"/>
                </a:lnTo>
                <a:lnTo>
                  <a:pt x="445675" y="140081"/>
                </a:lnTo>
                <a:lnTo>
                  <a:pt x="443974" y="139894"/>
                </a:lnTo>
                <a:lnTo>
                  <a:pt x="439352" y="141284"/>
                </a:lnTo>
                <a:lnTo>
                  <a:pt x="437967" y="141262"/>
                </a:lnTo>
                <a:lnTo>
                  <a:pt x="434808" y="136730"/>
                </a:lnTo>
                <a:lnTo>
                  <a:pt x="431711" y="133473"/>
                </a:lnTo>
                <a:lnTo>
                  <a:pt x="431701" y="131825"/>
                </a:lnTo>
                <a:lnTo>
                  <a:pt x="432709" y="131137"/>
                </a:lnTo>
                <a:lnTo>
                  <a:pt x="437263" y="130578"/>
                </a:lnTo>
                <a:lnTo>
                  <a:pt x="460880" y="129731"/>
                </a:lnTo>
                <a:lnTo>
                  <a:pt x="489982" y="127378"/>
                </a:lnTo>
                <a:lnTo>
                  <a:pt x="503546" y="126022"/>
                </a:lnTo>
                <a:lnTo>
                  <a:pt x="509336" y="123640"/>
                </a:lnTo>
                <a:lnTo>
                  <a:pt x="521998" y="124598"/>
                </a:lnTo>
                <a:lnTo>
                  <a:pt x="530624" y="123459"/>
                </a:lnTo>
                <a:lnTo>
                  <a:pt x="547521" y="122680"/>
                </a:lnTo>
                <a:lnTo>
                  <a:pt x="560065" y="121179"/>
                </a:lnTo>
                <a:lnTo>
                  <a:pt x="568628" y="119539"/>
                </a:lnTo>
                <a:lnTo>
                  <a:pt x="588313" y="118692"/>
                </a:lnTo>
                <a:lnTo>
                  <a:pt x="591855" y="118016"/>
                </a:lnTo>
                <a:lnTo>
                  <a:pt x="593085" y="117136"/>
                </a:lnTo>
                <a:lnTo>
                  <a:pt x="591751" y="116618"/>
                </a:lnTo>
                <a:lnTo>
                  <a:pt x="586757" y="116379"/>
                </a:lnTo>
                <a:lnTo>
                  <a:pt x="568945" y="116795"/>
                </a:lnTo>
                <a:lnTo>
                  <a:pt x="552388" y="118699"/>
                </a:lnTo>
                <a:lnTo>
                  <a:pt x="521120" y="120058"/>
                </a:lnTo>
                <a:lnTo>
                  <a:pt x="512483" y="121546"/>
                </a:lnTo>
                <a:lnTo>
                  <a:pt x="505177" y="121452"/>
                </a:lnTo>
                <a:lnTo>
                  <a:pt x="497819" y="122663"/>
                </a:lnTo>
                <a:lnTo>
                  <a:pt x="454481" y="124577"/>
                </a:lnTo>
                <a:lnTo>
                  <a:pt x="444913" y="126071"/>
                </a:lnTo>
                <a:lnTo>
                  <a:pt x="441498" y="125857"/>
                </a:lnTo>
                <a:lnTo>
                  <a:pt x="438735" y="122704"/>
                </a:lnTo>
                <a:lnTo>
                  <a:pt x="437490" y="121934"/>
                </a:lnTo>
                <a:lnTo>
                  <a:pt x="432397" y="123579"/>
                </a:lnTo>
                <a:lnTo>
                  <a:pt x="431204" y="123634"/>
                </a:lnTo>
                <a:lnTo>
                  <a:pt x="429901" y="123056"/>
                </a:lnTo>
                <a:lnTo>
                  <a:pt x="429154" y="121213"/>
                </a:lnTo>
                <a:lnTo>
                  <a:pt x="429806" y="118335"/>
                </a:lnTo>
                <a:lnTo>
                  <a:pt x="432401" y="115915"/>
                </a:lnTo>
                <a:lnTo>
                  <a:pt x="435128" y="114649"/>
                </a:lnTo>
                <a:lnTo>
                  <a:pt x="442000" y="113155"/>
                </a:lnTo>
                <a:lnTo>
                  <a:pt x="452456" y="111895"/>
                </a:lnTo>
                <a:lnTo>
                  <a:pt x="467438" y="112924"/>
                </a:lnTo>
                <a:lnTo>
                  <a:pt x="478121" y="111760"/>
                </a:lnTo>
                <a:lnTo>
                  <a:pt x="512787" y="111106"/>
                </a:lnTo>
                <a:lnTo>
                  <a:pt x="530387" y="109947"/>
                </a:lnTo>
                <a:lnTo>
                  <a:pt x="546479" y="109579"/>
                </a:lnTo>
                <a:lnTo>
                  <a:pt x="556018" y="108198"/>
                </a:lnTo>
                <a:lnTo>
                  <a:pt x="582847" y="107677"/>
                </a:lnTo>
                <a:lnTo>
                  <a:pt x="607385" y="106595"/>
                </a:lnTo>
                <a:lnTo>
                  <a:pt x="613075" y="106156"/>
                </a:lnTo>
                <a:lnTo>
                  <a:pt x="615938" y="105316"/>
                </a:lnTo>
                <a:lnTo>
                  <a:pt x="615572" y="104291"/>
                </a:lnTo>
                <a:lnTo>
                  <a:pt x="614431" y="103902"/>
                </a:lnTo>
                <a:lnTo>
                  <a:pt x="599762" y="103221"/>
                </a:lnTo>
                <a:lnTo>
                  <a:pt x="586412" y="104119"/>
                </a:lnTo>
                <a:lnTo>
                  <a:pt x="539784" y="104771"/>
                </a:lnTo>
                <a:lnTo>
                  <a:pt x="536112" y="105067"/>
                </a:lnTo>
                <a:lnTo>
                  <a:pt x="530014" y="106288"/>
                </a:lnTo>
                <a:lnTo>
                  <a:pt x="511023" y="106548"/>
                </a:lnTo>
                <a:lnTo>
                  <a:pt x="498504" y="107748"/>
                </a:lnTo>
                <a:lnTo>
                  <a:pt x="470728" y="108211"/>
                </a:lnTo>
                <a:lnTo>
                  <a:pt x="449717" y="109935"/>
                </a:lnTo>
                <a:lnTo>
                  <a:pt x="430302" y="109569"/>
                </a:lnTo>
                <a:lnTo>
                  <a:pt x="429204" y="109320"/>
                </a:lnTo>
                <a:lnTo>
                  <a:pt x="427796" y="108117"/>
                </a:lnTo>
                <a:lnTo>
                  <a:pt x="426799" y="106352"/>
                </a:lnTo>
                <a:lnTo>
                  <a:pt x="426274" y="104273"/>
                </a:lnTo>
                <a:lnTo>
                  <a:pt x="426283" y="102126"/>
                </a:lnTo>
                <a:lnTo>
                  <a:pt x="427594" y="98108"/>
                </a:lnTo>
                <a:lnTo>
                  <a:pt x="428031" y="94926"/>
                </a:lnTo>
                <a:lnTo>
                  <a:pt x="427689" y="93451"/>
                </a:lnTo>
                <a:lnTo>
                  <a:pt x="425684" y="90324"/>
                </a:lnTo>
                <a:lnTo>
                  <a:pt x="427564" y="88395"/>
                </a:lnTo>
                <a:lnTo>
                  <a:pt x="479704" y="88054"/>
                </a:lnTo>
                <a:lnTo>
                  <a:pt x="539499" y="86545"/>
                </a:lnTo>
                <a:lnTo>
                  <a:pt x="558575" y="85110"/>
                </a:lnTo>
                <a:lnTo>
                  <a:pt x="591086" y="84205"/>
                </a:lnTo>
                <a:lnTo>
                  <a:pt x="597313" y="83385"/>
                </a:lnTo>
                <a:lnTo>
                  <a:pt x="597616" y="82754"/>
                </a:lnTo>
                <a:lnTo>
                  <a:pt x="596063" y="82268"/>
                </a:lnTo>
                <a:lnTo>
                  <a:pt x="579745" y="81747"/>
                </a:lnTo>
                <a:lnTo>
                  <a:pt x="487803" y="81639"/>
                </a:lnTo>
                <a:lnTo>
                  <a:pt x="464545" y="82368"/>
                </a:lnTo>
                <a:close/>
                <a:moveTo>
                  <a:pt x="410111" y="101413"/>
                </a:moveTo>
                <a:lnTo>
                  <a:pt x="411579" y="103683"/>
                </a:lnTo>
                <a:lnTo>
                  <a:pt x="415031" y="107549"/>
                </a:lnTo>
                <a:lnTo>
                  <a:pt x="415352" y="108946"/>
                </a:lnTo>
                <a:lnTo>
                  <a:pt x="414691" y="110284"/>
                </a:lnTo>
                <a:lnTo>
                  <a:pt x="413775" y="111441"/>
                </a:lnTo>
                <a:lnTo>
                  <a:pt x="405621" y="111782"/>
                </a:lnTo>
                <a:lnTo>
                  <a:pt x="402701" y="111141"/>
                </a:lnTo>
                <a:lnTo>
                  <a:pt x="401818" y="108500"/>
                </a:lnTo>
                <a:lnTo>
                  <a:pt x="401789" y="105763"/>
                </a:lnTo>
                <a:lnTo>
                  <a:pt x="402440" y="103336"/>
                </a:lnTo>
                <a:lnTo>
                  <a:pt x="403665" y="101391"/>
                </a:lnTo>
                <a:lnTo>
                  <a:pt x="406345" y="99750"/>
                </a:lnTo>
                <a:lnTo>
                  <a:pt x="409387" y="99629"/>
                </a:lnTo>
                <a:lnTo>
                  <a:pt x="410111" y="101413"/>
                </a:lnTo>
                <a:close/>
                <a:moveTo>
                  <a:pt x="412473" y="114865"/>
                </a:moveTo>
                <a:lnTo>
                  <a:pt x="415876" y="115952"/>
                </a:lnTo>
                <a:lnTo>
                  <a:pt x="417578" y="117336"/>
                </a:lnTo>
                <a:lnTo>
                  <a:pt x="418765" y="119170"/>
                </a:lnTo>
                <a:lnTo>
                  <a:pt x="419384" y="121392"/>
                </a:lnTo>
                <a:lnTo>
                  <a:pt x="419395" y="124175"/>
                </a:lnTo>
                <a:lnTo>
                  <a:pt x="418966" y="125348"/>
                </a:lnTo>
                <a:lnTo>
                  <a:pt x="417774" y="126224"/>
                </a:lnTo>
                <a:lnTo>
                  <a:pt x="416335" y="126420"/>
                </a:lnTo>
                <a:lnTo>
                  <a:pt x="415298" y="125999"/>
                </a:lnTo>
                <a:lnTo>
                  <a:pt x="410490" y="121639"/>
                </a:lnTo>
                <a:lnTo>
                  <a:pt x="404701" y="119809"/>
                </a:lnTo>
                <a:lnTo>
                  <a:pt x="403077" y="118661"/>
                </a:lnTo>
                <a:lnTo>
                  <a:pt x="402131" y="117340"/>
                </a:lnTo>
                <a:lnTo>
                  <a:pt x="402008" y="115989"/>
                </a:lnTo>
                <a:lnTo>
                  <a:pt x="403023" y="114238"/>
                </a:lnTo>
                <a:lnTo>
                  <a:pt x="412473" y="114865"/>
                </a:lnTo>
                <a:close/>
                <a:moveTo>
                  <a:pt x="383545" y="124218"/>
                </a:moveTo>
                <a:lnTo>
                  <a:pt x="383993" y="124871"/>
                </a:lnTo>
                <a:lnTo>
                  <a:pt x="384090" y="126976"/>
                </a:lnTo>
                <a:lnTo>
                  <a:pt x="382593" y="131283"/>
                </a:lnTo>
                <a:lnTo>
                  <a:pt x="379697" y="135615"/>
                </a:lnTo>
                <a:lnTo>
                  <a:pt x="377049" y="138113"/>
                </a:lnTo>
                <a:lnTo>
                  <a:pt x="373692" y="140692"/>
                </a:lnTo>
                <a:lnTo>
                  <a:pt x="372077" y="141405"/>
                </a:lnTo>
                <a:lnTo>
                  <a:pt x="370696" y="141426"/>
                </a:lnTo>
                <a:lnTo>
                  <a:pt x="367230" y="140226"/>
                </a:lnTo>
                <a:lnTo>
                  <a:pt x="364741" y="140611"/>
                </a:lnTo>
                <a:lnTo>
                  <a:pt x="364908" y="141997"/>
                </a:lnTo>
                <a:lnTo>
                  <a:pt x="366126" y="143940"/>
                </a:lnTo>
                <a:lnTo>
                  <a:pt x="371043" y="148472"/>
                </a:lnTo>
                <a:lnTo>
                  <a:pt x="372899" y="154700"/>
                </a:lnTo>
                <a:lnTo>
                  <a:pt x="373007" y="156491"/>
                </a:lnTo>
                <a:lnTo>
                  <a:pt x="372616" y="157624"/>
                </a:lnTo>
                <a:lnTo>
                  <a:pt x="371269" y="158298"/>
                </a:lnTo>
                <a:lnTo>
                  <a:pt x="368857" y="157932"/>
                </a:lnTo>
                <a:lnTo>
                  <a:pt x="364265" y="155208"/>
                </a:lnTo>
                <a:lnTo>
                  <a:pt x="358991" y="152994"/>
                </a:lnTo>
                <a:lnTo>
                  <a:pt x="357926" y="150556"/>
                </a:lnTo>
                <a:lnTo>
                  <a:pt x="358166" y="146403"/>
                </a:lnTo>
                <a:lnTo>
                  <a:pt x="360033" y="142679"/>
                </a:lnTo>
                <a:lnTo>
                  <a:pt x="363162" y="140352"/>
                </a:lnTo>
                <a:lnTo>
                  <a:pt x="363137" y="137722"/>
                </a:lnTo>
                <a:lnTo>
                  <a:pt x="364084" y="135916"/>
                </a:lnTo>
                <a:lnTo>
                  <a:pt x="367851" y="132891"/>
                </a:lnTo>
                <a:lnTo>
                  <a:pt x="371815" y="128364"/>
                </a:lnTo>
                <a:lnTo>
                  <a:pt x="377420" y="123916"/>
                </a:lnTo>
                <a:lnTo>
                  <a:pt x="380531" y="123465"/>
                </a:lnTo>
                <a:lnTo>
                  <a:pt x="383545" y="124218"/>
                </a:lnTo>
                <a:close/>
                <a:moveTo>
                  <a:pt x="397864" y="139888"/>
                </a:moveTo>
                <a:lnTo>
                  <a:pt x="400486" y="144256"/>
                </a:lnTo>
                <a:lnTo>
                  <a:pt x="402517" y="149123"/>
                </a:lnTo>
                <a:lnTo>
                  <a:pt x="402046" y="151730"/>
                </a:lnTo>
                <a:lnTo>
                  <a:pt x="400211" y="153102"/>
                </a:lnTo>
                <a:lnTo>
                  <a:pt x="398805" y="153038"/>
                </a:lnTo>
                <a:lnTo>
                  <a:pt x="397810" y="152369"/>
                </a:lnTo>
                <a:lnTo>
                  <a:pt x="396214" y="146848"/>
                </a:lnTo>
                <a:lnTo>
                  <a:pt x="395085" y="145172"/>
                </a:lnTo>
                <a:lnTo>
                  <a:pt x="393205" y="144021"/>
                </a:lnTo>
                <a:lnTo>
                  <a:pt x="389812" y="142781"/>
                </a:lnTo>
                <a:lnTo>
                  <a:pt x="390103" y="140228"/>
                </a:lnTo>
                <a:lnTo>
                  <a:pt x="390883" y="139227"/>
                </a:lnTo>
                <a:lnTo>
                  <a:pt x="392681" y="138134"/>
                </a:lnTo>
                <a:lnTo>
                  <a:pt x="395878" y="138013"/>
                </a:lnTo>
                <a:lnTo>
                  <a:pt x="397864" y="139888"/>
                </a:lnTo>
                <a:close/>
                <a:moveTo>
                  <a:pt x="436532" y="143793"/>
                </a:moveTo>
                <a:lnTo>
                  <a:pt x="436796" y="146937"/>
                </a:lnTo>
                <a:lnTo>
                  <a:pt x="436068" y="148741"/>
                </a:lnTo>
                <a:lnTo>
                  <a:pt x="431025" y="151663"/>
                </a:lnTo>
                <a:lnTo>
                  <a:pt x="426581" y="157265"/>
                </a:lnTo>
                <a:lnTo>
                  <a:pt x="425687" y="157341"/>
                </a:lnTo>
                <a:lnTo>
                  <a:pt x="424940" y="156887"/>
                </a:lnTo>
                <a:lnTo>
                  <a:pt x="423823" y="155026"/>
                </a:lnTo>
                <a:lnTo>
                  <a:pt x="423562" y="151990"/>
                </a:lnTo>
                <a:lnTo>
                  <a:pt x="427167" y="149718"/>
                </a:lnTo>
                <a:lnTo>
                  <a:pt x="429460" y="145462"/>
                </a:lnTo>
                <a:lnTo>
                  <a:pt x="431208" y="143844"/>
                </a:lnTo>
                <a:lnTo>
                  <a:pt x="434121" y="143022"/>
                </a:lnTo>
                <a:lnTo>
                  <a:pt x="435815" y="143209"/>
                </a:lnTo>
                <a:lnTo>
                  <a:pt x="436532" y="143793"/>
                </a:lnTo>
                <a:close/>
                <a:moveTo>
                  <a:pt x="562179" y="169588"/>
                </a:moveTo>
                <a:lnTo>
                  <a:pt x="562649" y="172113"/>
                </a:lnTo>
                <a:lnTo>
                  <a:pt x="561304" y="173649"/>
                </a:lnTo>
                <a:lnTo>
                  <a:pt x="558699" y="173727"/>
                </a:lnTo>
                <a:lnTo>
                  <a:pt x="556231" y="172242"/>
                </a:lnTo>
                <a:lnTo>
                  <a:pt x="556122" y="171402"/>
                </a:lnTo>
                <a:lnTo>
                  <a:pt x="556678" y="170498"/>
                </a:lnTo>
                <a:lnTo>
                  <a:pt x="559290" y="168813"/>
                </a:lnTo>
                <a:lnTo>
                  <a:pt x="561224" y="168554"/>
                </a:lnTo>
                <a:lnTo>
                  <a:pt x="562179" y="169588"/>
                </a:lnTo>
                <a:close/>
                <a:moveTo>
                  <a:pt x="463339" y="170938"/>
                </a:moveTo>
                <a:lnTo>
                  <a:pt x="466320" y="171431"/>
                </a:lnTo>
                <a:lnTo>
                  <a:pt x="467974" y="172278"/>
                </a:lnTo>
                <a:lnTo>
                  <a:pt x="471453" y="178246"/>
                </a:lnTo>
                <a:lnTo>
                  <a:pt x="473911" y="180228"/>
                </a:lnTo>
                <a:lnTo>
                  <a:pt x="477604" y="181677"/>
                </a:lnTo>
                <a:lnTo>
                  <a:pt x="485108" y="182768"/>
                </a:lnTo>
                <a:lnTo>
                  <a:pt x="493966" y="184837"/>
                </a:lnTo>
                <a:lnTo>
                  <a:pt x="495448" y="185669"/>
                </a:lnTo>
                <a:lnTo>
                  <a:pt x="499201" y="189024"/>
                </a:lnTo>
                <a:lnTo>
                  <a:pt x="502055" y="190368"/>
                </a:lnTo>
                <a:lnTo>
                  <a:pt x="508462" y="188371"/>
                </a:lnTo>
                <a:lnTo>
                  <a:pt x="513422" y="185312"/>
                </a:lnTo>
                <a:lnTo>
                  <a:pt x="514871" y="185071"/>
                </a:lnTo>
                <a:lnTo>
                  <a:pt x="517859" y="187947"/>
                </a:lnTo>
                <a:lnTo>
                  <a:pt x="523662" y="197292"/>
                </a:lnTo>
                <a:lnTo>
                  <a:pt x="524080" y="199192"/>
                </a:lnTo>
                <a:lnTo>
                  <a:pt x="523770" y="201662"/>
                </a:lnTo>
                <a:lnTo>
                  <a:pt x="522788" y="202513"/>
                </a:lnTo>
                <a:lnTo>
                  <a:pt x="521744" y="202452"/>
                </a:lnTo>
                <a:lnTo>
                  <a:pt x="507126" y="197577"/>
                </a:lnTo>
                <a:lnTo>
                  <a:pt x="500079" y="195822"/>
                </a:lnTo>
                <a:lnTo>
                  <a:pt x="493934" y="193478"/>
                </a:lnTo>
                <a:lnTo>
                  <a:pt x="474423" y="187789"/>
                </a:lnTo>
                <a:lnTo>
                  <a:pt x="463586" y="183871"/>
                </a:lnTo>
                <a:lnTo>
                  <a:pt x="451334" y="178411"/>
                </a:lnTo>
                <a:lnTo>
                  <a:pt x="447985" y="176511"/>
                </a:lnTo>
                <a:lnTo>
                  <a:pt x="446988" y="175082"/>
                </a:lnTo>
                <a:lnTo>
                  <a:pt x="448115" y="173632"/>
                </a:lnTo>
                <a:lnTo>
                  <a:pt x="452202" y="170841"/>
                </a:lnTo>
                <a:lnTo>
                  <a:pt x="455131" y="170166"/>
                </a:lnTo>
                <a:lnTo>
                  <a:pt x="463339" y="170938"/>
                </a:lnTo>
                <a:close/>
                <a:moveTo>
                  <a:pt x="588889" y="177881"/>
                </a:moveTo>
                <a:lnTo>
                  <a:pt x="589613" y="179472"/>
                </a:lnTo>
                <a:lnTo>
                  <a:pt x="588120" y="180461"/>
                </a:lnTo>
                <a:lnTo>
                  <a:pt x="584673" y="180187"/>
                </a:lnTo>
                <a:lnTo>
                  <a:pt x="583393" y="178990"/>
                </a:lnTo>
                <a:lnTo>
                  <a:pt x="583802" y="178143"/>
                </a:lnTo>
                <a:lnTo>
                  <a:pt x="585508" y="177368"/>
                </a:lnTo>
                <a:lnTo>
                  <a:pt x="587670" y="177362"/>
                </a:lnTo>
                <a:lnTo>
                  <a:pt x="588889" y="177881"/>
                </a:lnTo>
                <a:close/>
                <a:moveTo>
                  <a:pt x="432338" y="100931"/>
                </a:moveTo>
                <a:lnTo>
                  <a:pt x="432042" y="102431"/>
                </a:lnTo>
                <a:lnTo>
                  <a:pt x="432723" y="103968"/>
                </a:lnTo>
                <a:lnTo>
                  <a:pt x="433716" y="104340"/>
                </a:lnTo>
                <a:lnTo>
                  <a:pt x="435116" y="103709"/>
                </a:lnTo>
                <a:lnTo>
                  <a:pt x="435747" y="102310"/>
                </a:lnTo>
                <a:lnTo>
                  <a:pt x="435375" y="101316"/>
                </a:lnTo>
                <a:lnTo>
                  <a:pt x="433838" y="100635"/>
                </a:lnTo>
                <a:lnTo>
                  <a:pt x="432338" y="100931"/>
                </a:lnTo>
                <a:close/>
                <a:moveTo>
                  <a:pt x="634259" y="111441"/>
                </a:moveTo>
                <a:lnTo>
                  <a:pt x="625104" y="112473"/>
                </a:lnTo>
                <a:lnTo>
                  <a:pt x="622861" y="113248"/>
                </a:lnTo>
                <a:lnTo>
                  <a:pt x="622624" y="113909"/>
                </a:lnTo>
                <a:lnTo>
                  <a:pt x="623555" y="114624"/>
                </a:lnTo>
                <a:lnTo>
                  <a:pt x="625772" y="114938"/>
                </a:lnTo>
                <a:lnTo>
                  <a:pt x="631505" y="114768"/>
                </a:lnTo>
                <a:lnTo>
                  <a:pt x="636912" y="114077"/>
                </a:lnTo>
                <a:lnTo>
                  <a:pt x="638654" y="113295"/>
                </a:lnTo>
                <a:lnTo>
                  <a:pt x="638828" y="112477"/>
                </a:lnTo>
                <a:lnTo>
                  <a:pt x="638331" y="111490"/>
                </a:lnTo>
                <a:lnTo>
                  <a:pt x="637055" y="110905"/>
                </a:lnTo>
                <a:lnTo>
                  <a:pt x="634259" y="111441"/>
                </a:lnTo>
                <a:close/>
                <a:moveTo>
                  <a:pt x="611357" y="113852"/>
                </a:moveTo>
                <a:lnTo>
                  <a:pt x="611213" y="115076"/>
                </a:lnTo>
                <a:lnTo>
                  <a:pt x="613238" y="115540"/>
                </a:lnTo>
                <a:lnTo>
                  <a:pt x="615381" y="115131"/>
                </a:lnTo>
                <a:lnTo>
                  <a:pt x="616560" y="113958"/>
                </a:lnTo>
                <a:lnTo>
                  <a:pt x="616227" y="113489"/>
                </a:lnTo>
                <a:lnTo>
                  <a:pt x="614669" y="113154"/>
                </a:lnTo>
                <a:lnTo>
                  <a:pt x="612689" y="113283"/>
                </a:lnTo>
                <a:lnTo>
                  <a:pt x="611357" y="113852"/>
                </a:lnTo>
                <a:close/>
                <a:moveTo>
                  <a:pt x="597279" y="116118"/>
                </a:moveTo>
                <a:lnTo>
                  <a:pt x="595978" y="117138"/>
                </a:lnTo>
                <a:lnTo>
                  <a:pt x="597566" y="117843"/>
                </a:lnTo>
                <a:lnTo>
                  <a:pt x="601471" y="117762"/>
                </a:lnTo>
                <a:lnTo>
                  <a:pt x="602378" y="117367"/>
                </a:lnTo>
                <a:lnTo>
                  <a:pt x="602679" y="116745"/>
                </a:lnTo>
                <a:lnTo>
                  <a:pt x="602358" y="116129"/>
                </a:lnTo>
                <a:lnTo>
                  <a:pt x="600919" y="115636"/>
                </a:lnTo>
                <a:lnTo>
                  <a:pt x="597279" y="116118"/>
                </a:lnTo>
                <a:close/>
                <a:moveTo>
                  <a:pt x="276027" y="116986"/>
                </a:moveTo>
                <a:lnTo>
                  <a:pt x="275915" y="117692"/>
                </a:lnTo>
                <a:lnTo>
                  <a:pt x="276593" y="118309"/>
                </a:lnTo>
                <a:lnTo>
                  <a:pt x="280602" y="119845"/>
                </a:lnTo>
                <a:lnTo>
                  <a:pt x="284079" y="122169"/>
                </a:lnTo>
                <a:lnTo>
                  <a:pt x="288406" y="123917"/>
                </a:lnTo>
                <a:lnTo>
                  <a:pt x="292245" y="126068"/>
                </a:lnTo>
                <a:lnTo>
                  <a:pt x="296807" y="127810"/>
                </a:lnTo>
                <a:lnTo>
                  <a:pt x="300429" y="130181"/>
                </a:lnTo>
                <a:lnTo>
                  <a:pt x="302755" y="130551"/>
                </a:lnTo>
                <a:lnTo>
                  <a:pt x="304079" y="129687"/>
                </a:lnTo>
                <a:lnTo>
                  <a:pt x="304133" y="128647"/>
                </a:lnTo>
                <a:lnTo>
                  <a:pt x="303364" y="127575"/>
                </a:lnTo>
                <a:lnTo>
                  <a:pt x="297879" y="124238"/>
                </a:lnTo>
                <a:lnTo>
                  <a:pt x="293452" y="122864"/>
                </a:lnTo>
                <a:lnTo>
                  <a:pt x="289788" y="120603"/>
                </a:lnTo>
                <a:lnTo>
                  <a:pt x="284689" y="118935"/>
                </a:lnTo>
                <a:lnTo>
                  <a:pt x="280773" y="117035"/>
                </a:lnTo>
                <a:lnTo>
                  <a:pt x="277881" y="116460"/>
                </a:lnTo>
                <a:lnTo>
                  <a:pt x="276027" y="116986"/>
                </a:lnTo>
                <a:close/>
                <a:moveTo>
                  <a:pt x="875668" y="132945"/>
                </a:moveTo>
                <a:lnTo>
                  <a:pt x="872953" y="134908"/>
                </a:lnTo>
                <a:lnTo>
                  <a:pt x="871929" y="137160"/>
                </a:lnTo>
                <a:lnTo>
                  <a:pt x="866567" y="167063"/>
                </a:lnTo>
                <a:lnTo>
                  <a:pt x="864155" y="178223"/>
                </a:lnTo>
                <a:lnTo>
                  <a:pt x="862680" y="189850"/>
                </a:lnTo>
                <a:lnTo>
                  <a:pt x="860336" y="199306"/>
                </a:lnTo>
                <a:lnTo>
                  <a:pt x="858275" y="212816"/>
                </a:lnTo>
                <a:lnTo>
                  <a:pt x="857232" y="215837"/>
                </a:lnTo>
                <a:lnTo>
                  <a:pt x="855616" y="217898"/>
                </a:lnTo>
                <a:lnTo>
                  <a:pt x="853128" y="219577"/>
                </a:lnTo>
                <a:lnTo>
                  <a:pt x="815399" y="236724"/>
                </a:lnTo>
                <a:lnTo>
                  <a:pt x="811606" y="239150"/>
                </a:lnTo>
                <a:lnTo>
                  <a:pt x="810482" y="240656"/>
                </a:lnTo>
                <a:lnTo>
                  <a:pt x="811805" y="242280"/>
                </a:lnTo>
                <a:lnTo>
                  <a:pt x="814094" y="243127"/>
                </a:lnTo>
                <a:lnTo>
                  <a:pt x="851223" y="244079"/>
                </a:lnTo>
                <a:lnTo>
                  <a:pt x="854449" y="245810"/>
                </a:lnTo>
                <a:lnTo>
                  <a:pt x="855915" y="247869"/>
                </a:lnTo>
                <a:lnTo>
                  <a:pt x="856032" y="252247"/>
                </a:lnTo>
                <a:lnTo>
                  <a:pt x="855125" y="254674"/>
                </a:lnTo>
                <a:lnTo>
                  <a:pt x="853853" y="255894"/>
                </a:lnTo>
                <a:lnTo>
                  <a:pt x="851878" y="256948"/>
                </a:lnTo>
                <a:lnTo>
                  <a:pt x="841320" y="261164"/>
                </a:lnTo>
                <a:lnTo>
                  <a:pt x="815860" y="270012"/>
                </a:lnTo>
                <a:lnTo>
                  <a:pt x="810193" y="272604"/>
                </a:lnTo>
                <a:lnTo>
                  <a:pt x="791910" y="279165"/>
                </a:lnTo>
                <a:lnTo>
                  <a:pt x="788100" y="281027"/>
                </a:lnTo>
                <a:lnTo>
                  <a:pt x="786409" y="282838"/>
                </a:lnTo>
                <a:lnTo>
                  <a:pt x="786843" y="284219"/>
                </a:lnTo>
                <a:lnTo>
                  <a:pt x="788304" y="285736"/>
                </a:lnTo>
                <a:lnTo>
                  <a:pt x="854213" y="285929"/>
                </a:lnTo>
                <a:lnTo>
                  <a:pt x="855539" y="286942"/>
                </a:lnTo>
                <a:lnTo>
                  <a:pt x="855914" y="289090"/>
                </a:lnTo>
                <a:lnTo>
                  <a:pt x="856181" y="298934"/>
                </a:lnTo>
                <a:lnTo>
                  <a:pt x="855600" y="303148"/>
                </a:lnTo>
                <a:lnTo>
                  <a:pt x="853451" y="304940"/>
                </a:lnTo>
                <a:lnTo>
                  <a:pt x="848902" y="307370"/>
                </a:lnTo>
                <a:lnTo>
                  <a:pt x="821041" y="318184"/>
                </a:lnTo>
                <a:lnTo>
                  <a:pt x="810506" y="315671"/>
                </a:lnTo>
                <a:lnTo>
                  <a:pt x="803977" y="312745"/>
                </a:lnTo>
                <a:lnTo>
                  <a:pt x="774615" y="303649"/>
                </a:lnTo>
                <a:lnTo>
                  <a:pt x="754602" y="296944"/>
                </a:lnTo>
                <a:lnTo>
                  <a:pt x="747692" y="295924"/>
                </a:lnTo>
                <a:lnTo>
                  <a:pt x="746598" y="296391"/>
                </a:lnTo>
                <a:lnTo>
                  <a:pt x="746424" y="297323"/>
                </a:lnTo>
                <a:lnTo>
                  <a:pt x="746975" y="298781"/>
                </a:lnTo>
                <a:lnTo>
                  <a:pt x="748288" y="299850"/>
                </a:lnTo>
                <a:lnTo>
                  <a:pt x="755289" y="301797"/>
                </a:lnTo>
                <a:lnTo>
                  <a:pt x="769813" y="307680"/>
                </a:lnTo>
                <a:lnTo>
                  <a:pt x="779989" y="311210"/>
                </a:lnTo>
                <a:lnTo>
                  <a:pt x="794951" y="315351"/>
                </a:lnTo>
                <a:lnTo>
                  <a:pt x="808274" y="318458"/>
                </a:lnTo>
                <a:lnTo>
                  <a:pt x="810300" y="319609"/>
                </a:lnTo>
                <a:lnTo>
                  <a:pt x="811801" y="321316"/>
                </a:lnTo>
                <a:lnTo>
                  <a:pt x="811720" y="322192"/>
                </a:lnTo>
                <a:lnTo>
                  <a:pt x="810060" y="325290"/>
                </a:lnTo>
                <a:lnTo>
                  <a:pt x="810316" y="326221"/>
                </a:lnTo>
                <a:lnTo>
                  <a:pt x="811387" y="327041"/>
                </a:lnTo>
                <a:lnTo>
                  <a:pt x="847052" y="328277"/>
                </a:lnTo>
                <a:lnTo>
                  <a:pt x="853806" y="328842"/>
                </a:lnTo>
                <a:lnTo>
                  <a:pt x="854669" y="329358"/>
                </a:lnTo>
                <a:lnTo>
                  <a:pt x="854954" y="331198"/>
                </a:lnTo>
                <a:lnTo>
                  <a:pt x="854703" y="334111"/>
                </a:lnTo>
                <a:lnTo>
                  <a:pt x="852948" y="342605"/>
                </a:lnTo>
                <a:lnTo>
                  <a:pt x="850412" y="360789"/>
                </a:lnTo>
                <a:lnTo>
                  <a:pt x="848728" y="369177"/>
                </a:lnTo>
                <a:lnTo>
                  <a:pt x="847341" y="381259"/>
                </a:lnTo>
                <a:lnTo>
                  <a:pt x="844901" y="392416"/>
                </a:lnTo>
                <a:lnTo>
                  <a:pt x="839228" y="431063"/>
                </a:lnTo>
                <a:lnTo>
                  <a:pt x="833139" y="467029"/>
                </a:lnTo>
                <a:lnTo>
                  <a:pt x="828244" y="500323"/>
                </a:lnTo>
                <a:lnTo>
                  <a:pt x="825675" y="513904"/>
                </a:lnTo>
                <a:lnTo>
                  <a:pt x="825648" y="516110"/>
                </a:lnTo>
                <a:lnTo>
                  <a:pt x="826425" y="518263"/>
                </a:lnTo>
                <a:lnTo>
                  <a:pt x="828023" y="518902"/>
                </a:lnTo>
                <a:lnTo>
                  <a:pt x="831225" y="517655"/>
                </a:lnTo>
                <a:lnTo>
                  <a:pt x="873940" y="486961"/>
                </a:lnTo>
                <a:lnTo>
                  <a:pt x="875983" y="485744"/>
                </a:lnTo>
                <a:lnTo>
                  <a:pt x="877886" y="485343"/>
                </a:lnTo>
                <a:lnTo>
                  <a:pt x="879935" y="485676"/>
                </a:lnTo>
                <a:lnTo>
                  <a:pt x="881471" y="486491"/>
                </a:lnTo>
                <a:lnTo>
                  <a:pt x="915396" y="512048"/>
                </a:lnTo>
                <a:lnTo>
                  <a:pt x="922326" y="516807"/>
                </a:lnTo>
                <a:lnTo>
                  <a:pt x="926871" y="519190"/>
                </a:lnTo>
                <a:lnTo>
                  <a:pt x="928040" y="517641"/>
                </a:lnTo>
                <a:lnTo>
                  <a:pt x="928451" y="516215"/>
                </a:lnTo>
                <a:lnTo>
                  <a:pt x="928364" y="510736"/>
                </a:lnTo>
                <a:lnTo>
                  <a:pt x="925919" y="498679"/>
                </a:lnTo>
                <a:lnTo>
                  <a:pt x="924509" y="486169"/>
                </a:lnTo>
                <a:lnTo>
                  <a:pt x="922466" y="475092"/>
                </a:lnTo>
                <a:lnTo>
                  <a:pt x="920597" y="460041"/>
                </a:lnTo>
                <a:lnTo>
                  <a:pt x="918838" y="451286"/>
                </a:lnTo>
                <a:lnTo>
                  <a:pt x="916583" y="432517"/>
                </a:lnTo>
                <a:lnTo>
                  <a:pt x="914715" y="424340"/>
                </a:lnTo>
                <a:lnTo>
                  <a:pt x="912582" y="407700"/>
                </a:lnTo>
                <a:lnTo>
                  <a:pt x="910708" y="399575"/>
                </a:lnTo>
                <a:lnTo>
                  <a:pt x="908894" y="384190"/>
                </a:lnTo>
                <a:lnTo>
                  <a:pt x="906913" y="373296"/>
                </a:lnTo>
                <a:lnTo>
                  <a:pt x="905374" y="359546"/>
                </a:lnTo>
                <a:lnTo>
                  <a:pt x="902814" y="345320"/>
                </a:lnTo>
                <a:lnTo>
                  <a:pt x="901463" y="332986"/>
                </a:lnTo>
                <a:lnTo>
                  <a:pt x="903198" y="331057"/>
                </a:lnTo>
                <a:lnTo>
                  <a:pt x="925479" y="331164"/>
                </a:lnTo>
                <a:lnTo>
                  <a:pt x="941952" y="331887"/>
                </a:lnTo>
                <a:lnTo>
                  <a:pt x="945407" y="331073"/>
                </a:lnTo>
                <a:lnTo>
                  <a:pt x="947025" y="329177"/>
                </a:lnTo>
                <a:lnTo>
                  <a:pt x="942254" y="325754"/>
                </a:lnTo>
                <a:lnTo>
                  <a:pt x="904745" y="307098"/>
                </a:lnTo>
                <a:lnTo>
                  <a:pt x="899196" y="302949"/>
                </a:lnTo>
                <a:lnTo>
                  <a:pt x="899542" y="288269"/>
                </a:lnTo>
                <a:lnTo>
                  <a:pt x="900068" y="287079"/>
                </a:lnTo>
                <a:lnTo>
                  <a:pt x="901472" y="286310"/>
                </a:lnTo>
                <a:lnTo>
                  <a:pt x="908322" y="285756"/>
                </a:lnTo>
                <a:lnTo>
                  <a:pt x="966262" y="285832"/>
                </a:lnTo>
                <a:lnTo>
                  <a:pt x="967753" y="284353"/>
                </a:lnTo>
                <a:lnTo>
                  <a:pt x="968126" y="283062"/>
                </a:lnTo>
                <a:lnTo>
                  <a:pt x="967564" y="281975"/>
                </a:lnTo>
                <a:lnTo>
                  <a:pt x="963587" y="280137"/>
                </a:lnTo>
                <a:lnTo>
                  <a:pt x="954878" y="276959"/>
                </a:lnTo>
                <a:lnTo>
                  <a:pt x="940091" y="270574"/>
                </a:lnTo>
                <a:lnTo>
                  <a:pt x="933718" y="268602"/>
                </a:lnTo>
                <a:lnTo>
                  <a:pt x="904680" y="257135"/>
                </a:lnTo>
                <a:lnTo>
                  <a:pt x="901494" y="255201"/>
                </a:lnTo>
                <a:lnTo>
                  <a:pt x="899504" y="252890"/>
                </a:lnTo>
                <a:lnTo>
                  <a:pt x="898873" y="250498"/>
                </a:lnTo>
                <a:lnTo>
                  <a:pt x="899119" y="249364"/>
                </a:lnTo>
                <a:lnTo>
                  <a:pt x="900836" y="247406"/>
                </a:lnTo>
                <a:lnTo>
                  <a:pt x="902644" y="246776"/>
                </a:lnTo>
                <a:lnTo>
                  <a:pt x="910873" y="246612"/>
                </a:lnTo>
                <a:lnTo>
                  <a:pt x="943795" y="247309"/>
                </a:lnTo>
                <a:lnTo>
                  <a:pt x="945516" y="245785"/>
                </a:lnTo>
                <a:lnTo>
                  <a:pt x="945863" y="244758"/>
                </a:lnTo>
                <a:lnTo>
                  <a:pt x="941348" y="241173"/>
                </a:lnTo>
                <a:lnTo>
                  <a:pt x="902426" y="218674"/>
                </a:lnTo>
                <a:lnTo>
                  <a:pt x="900013" y="216404"/>
                </a:lnTo>
                <a:lnTo>
                  <a:pt x="898657" y="213114"/>
                </a:lnTo>
                <a:lnTo>
                  <a:pt x="897545" y="201661"/>
                </a:lnTo>
                <a:lnTo>
                  <a:pt x="895605" y="193523"/>
                </a:lnTo>
                <a:lnTo>
                  <a:pt x="893658" y="181418"/>
                </a:lnTo>
                <a:lnTo>
                  <a:pt x="889333" y="158584"/>
                </a:lnTo>
                <a:lnTo>
                  <a:pt x="887517" y="151037"/>
                </a:lnTo>
                <a:lnTo>
                  <a:pt x="885296" y="137924"/>
                </a:lnTo>
                <a:lnTo>
                  <a:pt x="883886" y="135049"/>
                </a:lnTo>
                <a:lnTo>
                  <a:pt x="881044" y="132313"/>
                </a:lnTo>
                <a:lnTo>
                  <a:pt x="879034" y="131918"/>
                </a:lnTo>
                <a:lnTo>
                  <a:pt x="875668" y="132945"/>
                </a:lnTo>
                <a:close/>
                <a:moveTo>
                  <a:pt x="878705" y="152182"/>
                </a:moveTo>
                <a:lnTo>
                  <a:pt x="877880" y="153545"/>
                </a:lnTo>
                <a:lnTo>
                  <a:pt x="877101" y="153471"/>
                </a:lnTo>
                <a:lnTo>
                  <a:pt x="876729" y="152954"/>
                </a:lnTo>
                <a:lnTo>
                  <a:pt x="876668" y="151652"/>
                </a:lnTo>
                <a:lnTo>
                  <a:pt x="877329" y="150868"/>
                </a:lnTo>
                <a:lnTo>
                  <a:pt x="878393" y="151127"/>
                </a:lnTo>
                <a:lnTo>
                  <a:pt x="878705" y="152182"/>
                </a:lnTo>
                <a:close/>
                <a:moveTo>
                  <a:pt x="880779" y="167370"/>
                </a:moveTo>
                <a:lnTo>
                  <a:pt x="882833" y="169918"/>
                </a:lnTo>
                <a:lnTo>
                  <a:pt x="882948" y="172341"/>
                </a:lnTo>
                <a:lnTo>
                  <a:pt x="881967" y="173748"/>
                </a:lnTo>
                <a:lnTo>
                  <a:pt x="880152" y="174891"/>
                </a:lnTo>
                <a:lnTo>
                  <a:pt x="878181" y="175540"/>
                </a:lnTo>
                <a:lnTo>
                  <a:pt x="876673" y="175339"/>
                </a:lnTo>
                <a:lnTo>
                  <a:pt x="873500" y="172108"/>
                </a:lnTo>
                <a:lnTo>
                  <a:pt x="873275" y="171318"/>
                </a:lnTo>
                <a:lnTo>
                  <a:pt x="873751" y="169879"/>
                </a:lnTo>
                <a:lnTo>
                  <a:pt x="875137" y="167678"/>
                </a:lnTo>
                <a:lnTo>
                  <a:pt x="876835" y="166287"/>
                </a:lnTo>
                <a:lnTo>
                  <a:pt x="878710" y="166187"/>
                </a:lnTo>
                <a:lnTo>
                  <a:pt x="880779" y="167370"/>
                </a:lnTo>
                <a:close/>
                <a:moveTo>
                  <a:pt x="872582" y="178797"/>
                </a:moveTo>
                <a:lnTo>
                  <a:pt x="873076" y="179912"/>
                </a:lnTo>
                <a:lnTo>
                  <a:pt x="872184" y="181206"/>
                </a:lnTo>
                <a:lnTo>
                  <a:pt x="870350" y="182745"/>
                </a:lnTo>
                <a:lnTo>
                  <a:pt x="869046" y="182773"/>
                </a:lnTo>
                <a:lnTo>
                  <a:pt x="868317" y="180769"/>
                </a:lnTo>
                <a:lnTo>
                  <a:pt x="868802" y="178693"/>
                </a:lnTo>
                <a:lnTo>
                  <a:pt x="870385" y="177918"/>
                </a:lnTo>
                <a:lnTo>
                  <a:pt x="872582" y="178797"/>
                </a:lnTo>
                <a:close/>
                <a:moveTo>
                  <a:pt x="886082" y="178797"/>
                </a:moveTo>
                <a:lnTo>
                  <a:pt x="886599" y="180824"/>
                </a:lnTo>
                <a:lnTo>
                  <a:pt x="886175" y="181642"/>
                </a:lnTo>
                <a:lnTo>
                  <a:pt x="885379" y="181793"/>
                </a:lnTo>
                <a:lnTo>
                  <a:pt x="884072" y="180726"/>
                </a:lnTo>
                <a:lnTo>
                  <a:pt x="883803" y="179294"/>
                </a:lnTo>
                <a:lnTo>
                  <a:pt x="884788" y="178210"/>
                </a:lnTo>
                <a:lnTo>
                  <a:pt x="886082" y="178797"/>
                </a:lnTo>
                <a:close/>
                <a:moveTo>
                  <a:pt x="882659" y="188488"/>
                </a:moveTo>
                <a:lnTo>
                  <a:pt x="884732" y="190980"/>
                </a:lnTo>
                <a:lnTo>
                  <a:pt x="885183" y="192910"/>
                </a:lnTo>
                <a:lnTo>
                  <a:pt x="883382" y="195527"/>
                </a:lnTo>
                <a:lnTo>
                  <a:pt x="880672" y="197451"/>
                </a:lnTo>
                <a:lnTo>
                  <a:pt x="877596" y="198613"/>
                </a:lnTo>
                <a:lnTo>
                  <a:pt x="873421" y="196029"/>
                </a:lnTo>
                <a:lnTo>
                  <a:pt x="871795" y="194458"/>
                </a:lnTo>
                <a:lnTo>
                  <a:pt x="871299" y="192205"/>
                </a:lnTo>
                <a:lnTo>
                  <a:pt x="871710" y="190354"/>
                </a:lnTo>
                <a:lnTo>
                  <a:pt x="876747" y="186215"/>
                </a:lnTo>
                <a:lnTo>
                  <a:pt x="878021" y="185853"/>
                </a:lnTo>
                <a:lnTo>
                  <a:pt x="879397" y="186106"/>
                </a:lnTo>
                <a:lnTo>
                  <a:pt x="882659" y="188488"/>
                </a:lnTo>
                <a:close/>
                <a:moveTo>
                  <a:pt x="890229" y="199047"/>
                </a:moveTo>
                <a:lnTo>
                  <a:pt x="891461" y="202042"/>
                </a:lnTo>
                <a:lnTo>
                  <a:pt x="892375" y="206049"/>
                </a:lnTo>
                <a:lnTo>
                  <a:pt x="891805" y="207369"/>
                </a:lnTo>
                <a:lnTo>
                  <a:pt x="890744" y="207655"/>
                </a:lnTo>
                <a:lnTo>
                  <a:pt x="888549" y="207020"/>
                </a:lnTo>
                <a:lnTo>
                  <a:pt x="886927" y="205941"/>
                </a:lnTo>
                <a:lnTo>
                  <a:pt x="885014" y="203972"/>
                </a:lnTo>
                <a:lnTo>
                  <a:pt x="884365" y="202500"/>
                </a:lnTo>
                <a:lnTo>
                  <a:pt x="884952" y="201042"/>
                </a:lnTo>
                <a:lnTo>
                  <a:pt x="887642" y="198446"/>
                </a:lnTo>
                <a:lnTo>
                  <a:pt x="888898" y="198055"/>
                </a:lnTo>
                <a:lnTo>
                  <a:pt x="890229" y="199047"/>
                </a:lnTo>
                <a:close/>
                <a:moveTo>
                  <a:pt x="870895" y="200300"/>
                </a:moveTo>
                <a:lnTo>
                  <a:pt x="872097" y="202120"/>
                </a:lnTo>
                <a:lnTo>
                  <a:pt x="871374" y="204097"/>
                </a:lnTo>
                <a:lnTo>
                  <a:pt x="868124" y="207362"/>
                </a:lnTo>
                <a:lnTo>
                  <a:pt x="866320" y="208298"/>
                </a:lnTo>
                <a:lnTo>
                  <a:pt x="864943" y="208226"/>
                </a:lnTo>
                <a:lnTo>
                  <a:pt x="864076" y="207150"/>
                </a:lnTo>
                <a:lnTo>
                  <a:pt x="863807" y="205074"/>
                </a:lnTo>
                <a:lnTo>
                  <a:pt x="864243" y="201906"/>
                </a:lnTo>
                <a:lnTo>
                  <a:pt x="865295" y="199755"/>
                </a:lnTo>
                <a:lnTo>
                  <a:pt x="866838" y="198710"/>
                </a:lnTo>
                <a:lnTo>
                  <a:pt x="867754" y="198631"/>
                </a:lnTo>
                <a:lnTo>
                  <a:pt x="870895" y="200300"/>
                </a:lnTo>
                <a:close/>
                <a:moveTo>
                  <a:pt x="881261" y="208256"/>
                </a:moveTo>
                <a:lnTo>
                  <a:pt x="885774" y="213111"/>
                </a:lnTo>
                <a:lnTo>
                  <a:pt x="886179" y="213897"/>
                </a:lnTo>
                <a:lnTo>
                  <a:pt x="885647" y="214738"/>
                </a:lnTo>
                <a:lnTo>
                  <a:pt x="883700" y="215160"/>
                </a:lnTo>
                <a:lnTo>
                  <a:pt x="877982" y="215247"/>
                </a:lnTo>
                <a:lnTo>
                  <a:pt x="872156" y="214934"/>
                </a:lnTo>
                <a:lnTo>
                  <a:pt x="870527" y="214385"/>
                </a:lnTo>
                <a:lnTo>
                  <a:pt x="870321" y="213941"/>
                </a:lnTo>
                <a:lnTo>
                  <a:pt x="871010" y="212605"/>
                </a:lnTo>
                <a:lnTo>
                  <a:pt x="875957" y="207629"/>
                </a:lnTo>
                <a:lnTo>
                  <a:pt x="879136" y="207722"/>
                </a:lnTo>
                <a:lnTo>
                  <a:pt x="881261" y="208256"/>
                </a:lnTo>
                <a:close/>
                <a:moveTo>
                  <a:pt x="880875" y="221418"/>
                </a:moveTo>
                <a:lnTo>
                  <a:pt x="881153" y="221973"/>
                </a:lnTo>
                <a:lnTo>
                  <a:pt x="880708" y="222967"/>
                </a:lnTo>
                <a:lnTo>
                  <a:pt x="878501" y="223866"/>
                </a:lnTo>
                <a:lnTo>
                  <a:pt x="875985" y="223566"/>
                </a:lnTo>
                <a:lnTo>
                  <a:pt x="874782" y="222165"/>
                </a:lnTo>
                <a:lnTo>
                  <a:pt x="875089" y="221370"/>
                </a:lnTo>
                <a:lnTo>
                  <a:pt x="876546" y="220743"/>
                </a:lnTo>
                <a:lnTo>
                  <a:pt x="879419" y="220770"/>
                </a:lnTo>
                <a:lnTo>
                  <a:pt x="880875" y="221418"/>
                </a:lnTo>
                <a:close/>
                <a:moveTo>
                  <a:pt x="893893" y="222865"/>
                </a:moveTo>
                <a:lnTo>
                  <a:pt x="894652" y="226123"/>
                </a:lnTo>
                <a:lnTo>
                  <a:pt x="894741" y="231117"/>
                </a:lnTo>
                <a:lnTo>
                  <a:pt x="893634" y="234219"/>
                </a:lnTo>
                <a:lnTo>
                  <a:pt x="892154" y="234606"/>
                </a:lnTo>
                <a:lnTo>
                  <a:pt x="890063" y="233665"/>
                </a:lnTo>
                <a:lnTo>
                  <a:pt x="885864" y="230662"/>
                </a:lnTo>
                <a:lnTo>
                  <a:pt x="885039" y="228822"/>
                </a:lnTo>
                <a:lnTo>
                  <a:pt x="886273" y="226402"/>
                </a:lnTo>
                <a:lnTo>
                  <a:pt x="889312" y="223732"/>
                </a:lnTo>
                <a:lnTo>
                  <a:pt x="892254" y="222178"/>
                </a:lnTo>
                <a:lnTo>
                  <a:pt x="893001" y="222195"/>
                </a:lnTo>
                <a:lnTo>
                  <a:pt x="893893" y="222865"/>
                </a:lnTo>
                <a:close/>
                <a:moveTo>
                  <a:pt x="867713" y="224022"/>
                </a:moveTo>
                <a:lnTo>
                  <a:pt x="870479" y="227104"/>
                </a:lnTo>
                <a:lnTo>
                  <a:pt x="871179" y="228509"/>
                </a:lnTo>
                <a:lnTo>
                  <a:pt x="871101" y="229442"/>
                </a:lnTo>
                <a:lnTo>
                  <a:pt x="869347" y="231121"/>
                </a:lnTo>
                <a:lnTo>
                  <a:pt x="865509" y="233287"/>
                </a:lnTo>
                <a:lnTo>
                  <a:pt x="864132" y="233598"/>
                </a:lnTo>
                <a:lnTo>
                  <a:pt x="862751" y="233194"/>
                </a:lnTo>
                <a:lnTo>
                  <a:pt x="861829" y="232258"/>
                </a:lnTo>
                <a:lnTo>
                  <a:pt x="861344" y="230426"/>
                </a:lnTo>
                <a:lnTo>
                  <a:pt x="861454" y="224565"/>
                </a:lnTo>
                <a:lnTo>
                  <a:pt x="862880" y="223219"/>
                </a:lnTo>
                <a:lnTo>
                  <a:pt x="864387" y="222744"/>
                </a:lnTo>
                <a:lnTo>
                  <a:pt x="866008" y="223009"/>
                </a:lnTo>
                <a:lnTo>
                  <a:pt x="867713" y="224022"/>
                </a:lnTo>
                <a:close/>
                <a:moveTo>
                  <a:pt x="906091" y="227059"/>
                </a:moveTo>
                <a:lnTo>
                  <a:pt x="921000" y="236271"/>
                </a:lnTo>
                <a:lnTo>
                  <a:pt x="922444" y="238189"/>
                </a:lnTo>
                <a:lnTo>
                  <a:pt x="922291" y="239547"/>
                </a:lnTo>
                <a:lnTo>
                  <a:pt x="919342" y="240356"/>
                </a:lnTo>
                <a:lnTo>
                  <a:pt x="913347" y="240304"/>
                </a:lnTo>
                <a:lnTo>
                  <a:pt x="902970" y="239036"/>
                </a:lnTo>
                <a:lnTo>
                  <a:pt x="900113" y="238052"/>
                </a:lnTo>
                <a:lnTo>
                  <a:pt x="899052" y="237184"/>
                </a:lnTo>
                <a:lnTo>
                  <a:pt x="899677" y="225741"/>
                </a:lnTo>
                <a:lnTo>
                  <a:pt x="900437" y="225165"/>
                </a:lnTo>
                <a:lnTo>
                  <a:pt x="902029" y="225227"/>
                </a:lnTo>
                <a:lnTo>
                  <a:pt x="906091" y="227059"/>
                </a:lnTo>
                <a:close/>
                <a:moveTo>
                  <a:pt x="855032" y="226722"/>
                </a:moveTo>
                <a:lnTo>
                  <a:pt x="856099" y="228849"/>
                </a:lnTo>
                <a:lnTo>
                  <a:pt x="856244" y="231589"/>
                </a:lnTo>
                <a:lnTo>
                  <a:pt x="855643" y="235330"/>
                </a:lnTo>
                <a:lnTo>
                  <a:pt x="854544" y="236322"/>
                </a:lnTo>
                <a:lnTo>
                  <a:pt x="850561" y="236980"/>
                </a:lnTo>
                <a:lnTo>
                  <a:pt x="842619" y="237270"/>
                </a:lnTo>
                <a:lnTo>
                  <a:pt x="837000" y="237199"/>
                </a:lnTo>
                <a:lnTo>
                  <a:pt x="835647" y="236709"/>
                </a:lnTo>
                <a:lnTo>
                  <a:pt x="836298" y="234967"/>
                </a:lnTo>
                <a:lnTo>
                  <a:pt x="839315" y="232169"/>
                </a:lnTo>
                <a:lnTo>
                  <a:pt x="844780" y="230129"/>
                </a:lnTo>
                <a:lnTo>
                  <a:pt x="853629" y="226041"/>
                </a:lnTo>
                <a:lnTo>
                  <a:pt x="855032" y="226722"/>
                </a:lnTo>
                <a:close/>
                <a:moveTo>
                  <a:pt x="880393" y="234243"/>
                </a:moveTo>
                <a:lnTo>
                  <a:pt x="882425" y="236201"/>
                </a:lnTo>
                <a:lnTo>
                  <a:pt x="882593" y="237251"/>
                </a:lnTo>
                <a:lnTo>
                  <a:pt x="881840" y="238016"/>
                </a:lnTo>
                <a:lnTo>
                  <a:pt x="878002" y="238436"/>
                </a:lnTo>
                <a:lnTo>
                  <a:pt x="876372" y="238053"/>
                </a:lnTo>
                <a:lnTo>
                  <a:pt x="875373" y="237323"/>
                </a:lnTo>
                <a:lnTo>
                  <a:pt x="875132" y="235666"/>
                </a:lnTo>
                <a:lnTo>
                  <a:pt x="876489" y="233595"/>
                </a:lnTo>
                <a:lnTo>
                  <a:pt x="878187" y="233271"/>
                </a:lnTo>
                <a:lnTo>
                  <a:pt x="880393" y="234243"/>
                </a:lnTo>
                <a:close/>
                <a:moveTo>
                  <a:pt x="878946" y="247116"/>
                </a:moveTo>
                <a:lnTo>
                  <a:pt x="877831" y="247916"/>
                </a:lnTo>
                <a:lnTo>
                  <a:pt x="877025" y="247297"/>
                </a:lnTo>
                <a:lnTo>
                  <a:pt x="877725" y="246698"/>
                </a:lnTo>
                <a:lnTo>
                  <a:pt x="878946" y="247116"/>
                </a:lnTo>
                <a:close/>
                <a:moveTo>
                  <a:pt x="893893" y="247647"/>
                </a:moveTo>
                <a:lnTo>
                  <a:pt x="894740" y="249288"/>
                </a:lnTo>
                <a:lnTo>
                  <a:pt x="894795" y="250947"/>
                </a:lnTo>
                <a:lnTo>
                  <a:pt x="894005" y="253634"/>
                </a:lnTo>
                <a:lnTo>
                  <a:pt x="893086" y="254713"/>
                </a:lnTo>
                <a:lnTo>
                  <a:pt x="891064" y="255363"/>
                </a:lnTo>
                <a:lnTo>
                  <a:pt x="889320" y="255144"/>
                </a:lnTo>
                <a:lnTo>
                  <a:pt x="886462" y="253979"/>
                </a:lnTo>
                <a:lnTo>
                  <a:pt x="885414" y="253121"/>
                </a:lnTo>
                <a:lnTo>
                  <a:pt x="885178" y="252173"/>
                </a:lnTo>
                <a:lnTo>
                  <a:pt x="885764" y="251057"/>
                </a:lnTo>
                <a:lnTo>
                  <a:pt x="889939" y="247691"/>
                </a:lnTo>
                <a:lnTo>
                  <a:pt x="892244" y="246776"/>
                </a:lnTo>
                <a:lnTo>
                  <a:pt x="893893" y="247647"/>
                </a:lnTo>
                <a:close/>
                <a:moveTo>
                  <a:pt x="868484" y="249141"/>
                </a:moveTo>
                <a:lnTo>
                  <a:pt x="870244" y="250655"/>
                </a:lnTo>
                <a:lnTo>
                  <a:pt x="871013" y="252001"/>
                </a:lnTo>
                <a:lnTo>
                  <a:pt x="870796" y="253165"/>
                </a:lnTo>
                <a:lnTo>
                  <a:pt x="869598" y="254129"/>
                </a:lnTo>
                <a:lnTo>
                  <a:pt x="867423" y="254879"/>
                </a:lnTo>
                <a:lnTo>
                  <a:pt x="864644" y="255065"/>
                </a:lnTo>
                <a:lnTo>
                  <a:pt x="862532" y="254178"/>
                </a:lnTo>
                <a:lnTo>
                  <a:pt x="861540" y="253014"/>
                </a:lnTo>
                <a:lnTo>
                  <a:pt x="860759" y="250227"/>
                </a:lnTo>
                <a:lnTo>
                  <a:pt x="860882" y="249237"/>
                </a:lnTo>
                <a:lnTo>
                  <a:pt x="861850" y="247860"/>
                </a:lnTo>
                <a:lnTo>
                  <a:pt x="864680" y="247426"/>
                </a:lnTo>
                <a:lnTo>
                  <a:pt x="868484" y="249141"/>
                </a:lnTo>
                <a:close/>
                <a:moveTo>
                  <a:pt x="885021" y="261870"/>
                </a:moveTo>
                <a:lnTo>
                  <a:pt x="886001" y="262311"/>
                </a:lnTo>
                <a:lnTo>
                  <a:pt x="886460" y="263028"/>
                </a:lnTo>
                <a:lnTo>
                  <a:pt x="885862" y="264769"/>
                </a:lnTo>
                <a:lnTo>
                  <a:pt x="880651" y="267948"/>
                </a:lnTo>
                <a:lnTo>
                  <a:pt x="878174" y="268844"/>
                </a:lnTo>
                <a:lnTo>
                  <a:pt x="872998" y="266896"/>
                </a:lnTo>
                <a:lnTo>
                  <a:pt x="869894" y="265035"/>
                </a:lnTo>
                <a:lnTo>
                  <a:pt x="868886" y="263829"/>
                </a:lnTo>
                <a:lnTo>
                  <a:pt x="869438" y="262366"/>
                </a:lnTo>
                <a:lnTo>
                  <a:pt x="871443" y="261545"/>
                </a:lnTo>
                <a:lnTo>
                  <a:pt x="885021" y="261870"/>
                </a:lnTo>
                <a:close/>
                <a:moveTo>
                  <a:pt x="855080" y="262882"/>
                </a:moveTo>
                <a:lnTo>
                  <a:pt x="855989" y="263718"/>
                </a:lnTo>
                <a:lnTo>
                  <a:pt x="856322" y="264781"/>
                </a:lnTo>
                <a:lnTo>
                  <a:pt x="856416" y="268591"/>
                </a:lnTo>
                <a:lnTo>
                  <a:pt x="855616" y="274344"/>
                </a:lnTo>
                <a:lnTo>
                  <a:pt x="854289" y="276323"/>
                </a:lnTo>
                <a:lnTo>
                  <a:pt x="853035" y="276350"/>
                </a:lnTo>
                <a:lnTo>
                  <a:pt x="844866" y="272168"/>
                </a:lnTo>
                <a:lnTo>
                  <a:pt x="842037" y="270244"/>
                </a:lnTo>
                <a:lnTo>
                  <a:pt x="840695" y="268484"/>
                </a:lnTo>
                <a:lnTo>
                  <a:pt x="840901" y="267490"/>
                </a:lnTo>
                <a:lnTo>
                  <a:pt x="842258" y="266621"/>
                </a:lnTo>
                <a:lnTo>
                  <a:pt x="847788" y="264877"/>
                </a:lnTo>
                <a:lnTo>
                  <a:pt x="852584" y="262782"/>
                </a:lnTo>
                <a:lnTo>
                  <a:pt x="855080" y="262882"/>
                </a:lnTo>
                <a:close/>
                <a:moveTo>
                  <a:pt x="906670" y="264907"/>
                </a:moveTo>
                <a:lnTo>
                  <a:pt x="914478" y="267876"/>
                </a:lnTo>
                <a:lnTo>
                  <a:pt x="914962" y="269123"/>
                </a:lnTo>
                <a:lnTo>
                  <a:pt x="914288" y="270886"/>
                </a:lnTo>
                <a:lnTo>
                  <a:pt x="912607" y="272559"/>
                </a:lnTo>
                <a:lnTo>
                  <a:pt x="904802" y="276494"/>
                </a:lnTo>
                <a:lnTo>
                  <a:pt x="901890" y="277088"/>
                </a:lnTo>
                <a:lnTo>
                  <a:pt x="900156" y="276754"/>
                </a:lnTo>
                <a:lnTo>
                  <a:pt x="899520" y="275930"/>
                </a:lnTo>
                <a:lnTo>
                  <a:pt x="899152" y="272060"/>
                </a:lnTo>
                <a:lnTo>
                  <a:pt x="899335" y="267180"/>
                </a:lnTo>
                <a:lnTo>
                  <a:pt x="900016" y="264281"/>
                </a:lnTo>
                <a:lnTo>
                  <a:pt x="902439" y="263690"/>
                </a:lnTo>
                <a:lnTo>
                  <a:pt x="906670" y="264907"/>
                </a:lnTo>
                <a:close/>
                <a:moveTo>
                  <a:pt x="893555" y="268765"/>
                </a:moveTo>
                <a:lnTo>
                  <a:pt x="894574" y="271582"/>
                </a:lnTo>
                <a:lnTo>
                  <a:pt x="894431" y="275796"/>
                </a:lnTo>
                <a:lnTo>
                  <a:pt x="893693" y="276888"/>
                </a:lnTo>
                <a:lnTo>
                  <a:pt x="892369" y="277432"/>
                </a:lnTo>
                <a:lnTo>
                  <a:pt x="889885" y="276938"/>
                </a:lnTo>
                <a:lnTo>
                  <a:pt x="888179" y="275814"/>
                </a:lnTo>
                <a:lnTo>
                  <a:pt x="886661" y="274116"/>
                </a:lnTo>
                <a:lnTo>
                  <a:pt x="885921" y="272534"/>
                </a:lnTo>
                <a:lnTo>
                  <a:pt x="886082" y="271627"/>
                </a:lnTo>
                <a:lnTo>
                  <a:pt x="887374" y="270323"/>
                </a:lnTo>
                <a:lnTo>
                  <a:pt x="891240" y="268302"/>
                </a:lnTo>
                <a:lnTo>
                  <a:pt x="892464" y="268020"/>
                </a:lnTo>
                <a:lnTo>
                  <a:pt x="893555" y="268765"/>
                </a:lnTo>
                <a:close/>
                <a:moveTo>
                  <a:pt x="867857" y="270741"/>
                </a:moveTo>
                <a:lnTo>
                  <a:pt x="868897" y="271826"/>
                </a:lnTo>
                <a:lnTo>
                  <a:pt x="869149" y="273064"/>
                </a:lnTo>
                <a:lnTo>
                  <a:pt x="868603" y="274557"/>
                </a:lnTo>
                <a:lnTo>
                  <a:pt x="867287" y="276223"/>
                </a:lnTo>
                <a:lnTo>
                  <a:pt x="866223" y="276948"/>
                </a:lnTo>
                <a:lnTo>
                  <a:pt x="864013" y="277384"/>
                </a:lnTo>
                <a:lnTo>
                  <a:pt x="862095" y="276625"/>
                </a:lnTo>
                <a:lnTo>
                  <a:pt x="861396" y="275857"/>
                </a:lnTo>
                <a:lnTo>
                  <a:pt x="860817" y="273663"/>
                </a:lnTo>
                <a:lnTo>
                  <a:pt x="861381" y="271483"/>
                </a:lnTo>
                <a:lnTo>
                  <a:pt x="862354" y="270293"/>
                </a:lnTo>
                <a:lnTo>
                  <a:pt x="863681" y="269669"/>
                </a:lnTo>
                <a:lnTo>
                  <a:pt x="865256" y="269635"/>
                </a:lnTo>
                <a:lnTo>
                  <a:pt x="867857" y="270741"/>
                </a:lnTo>
                <a:close/>
                <a:moveTo>
                  <a:pt x="828032" y="273490"/>
                </a:moveTo>
                <a:lnTo>
                  <a:pt x="828640" y="274505"/>
                </a:lnTo>
                <a:lnTo>
                  <a:pt x="828726" y="275725"/>
                </a:lnTo>
                <a:lnTo>
                  <a:pt x="828032" y="277443"/>
                </a:lnTo>
                <a:lnTo>
                  <a:pt x="827153" y="278212"/>
                </a:lnTo>
                <a:lnTo>
                  <a:pt x="820589" y="278344"/>
                </a:lnTo>
                <a:lnTo>
                  <a:pt x="818628" y="277848"/>
                </a:lnTo>
                <a:lnTo>
                  <a:pt x="817770" y="276993"/>
                </a:lnTo>
                <a:lnTo>
                  <a:pt x="818307" y="275287"/>
                </a:lnTo>
                <a:lnTo>
                  <a:pt x="820417" y="274190"/>
                </a:lnTo>
                <a:lnTo>
                  <a:pt x="825613" y="272847"/>
                </a:lnTo>
                <a:lnTo>
                  <a:pt x="827079" y="272895"/>
                </a:lnTo>
                <a:lnTo>
                  <a:pt x="828032" y="273490"/>
                </a:lnTo>
                <a:close/>
                <a:moveTo>
                  <a:pt x="937768" y="275707"/>
                </a:moveTo>
                <a:lnTo>
                  <a:pt x="944450" y="278475"/>
                </a:lnTo>
                <a:lnTo>
                  <a:pt x="945640" y="279754"/>
                </a:lnTo>
                <a:lnTo>
                  <a:pt x="944904" y="280481"/>
                </a:lnTo>
                <a:lnTo>
                  <a:pt x="942956" y="280933"/>
                </a:lnTo>
                <a:lnTo>
                  <a:pt x="935784" y="281345"/>
                </a:lnTo>
                <a:lnTo>
                  <a:pt x="930584" y="280915"/>
                </a:lnTo>
                <a:lnTo>
                  <a:pt x="928752" y="278624"/>
                </a:lnTo>
                <a:lnTo>
                  <a:pt x="927643" y="275756"/>
                </a:lnTo>
                <a:lnTo>
                  <a:pt x="928145" y="274501"/>
                </a:lnTo>
                <a:lnTo>
                  <a:pt x="930608" y="273779"/>
                </a:lnTo>
                <a:lnTo>
                  <a:pt x="934581" y="274463"/>
                </a:lnTo>
                <a:lnTo>
                  <a:pt x="937768" y="275707"/>
                </a:lnTo>
                <a:close/>
                <a:moveTo>
                  <a:pt x="839314" y="274743"/>
                </a:moveTo>
                <a:lnTo>
                  <a:pt x="839855" y="276750"/>
                </a:lnTo>
                <a:lnTo>
                  <a:pt x="838665" y="278228"/>
                </a:lnTo>
                <a:lnTo>
                  <a:pt x="836978" y="277892"/>
                </a:lnTo>
                <a:lnTo>
                  <a:pt x="835114" y="276224"/>
                </a:lnTo>
                <a:lnTo>
                  <a:pt x="835402" y="275225"/>
                </a:lnTo>
                <a:lnTo>
                  <a:pt x="836759" y="274400"/>
                </a:lnTo>
                <a:lnTo>
                  <a:pt x="838429" y="274291"/>
                </a:lnTo>
                <a:lnTo>
                  <a:pt x="839314" y="274743"/>
                </a:lnTo>
                <a:close/>
                <a:moveTo>
                  <a:pt x="920411" y="275129"/>
                </a:moveTo>
                <a:lnTo>
                  <a:pt x="921364" y="276134"/>
                </a:lnTo>
                <a:lnTo>
                  <a:pt x="922028" y="278177"/>
                </a:lnTo>
                <a:lnTo>
                  <a:pt x="921857" y="279516"/>
                </a:lnTo>
                <a:lnTo>
                  <a:pt x="920998" y="280471"/>
                </a:lnTo>
                <a:lnTo>
                  <a:pt x="919741" y="281110"/>
                </a:lnTo>
                <a:lnTo>
                  <a:pt x="917453" y="281398"/>
                </a:lnTo>
                <a:lnTo>
                  <a:pt x="915890" y="281089"/>
                </a:lnTo>
                <a:lnTo>
                  <a:pt x="914040" y="279978"/>
                </a:lnTo>
                <a:lnTo>
                  <a:pt x="914469" y="278598"/>
                </a:lnTo>
                <a:lnTo>
                  <a:pt x="918347" y="275278"/>
                </a:lnTo>
                <a:lnTo>
                  <a:pt x="919339" y="274740"/>
                </a:lnTo>
                <a:lnTo>
                  <a:pt x="920411" y="275129"/>
                </a:lnTo>
                <a:close/>
                <a:moveTo>
                  <a:pt x="879188" y="278166"/>
                </a:moveTo>
                <a:lnTo>
                  <a:pt x="879760" y="279211"/>
                </a:lnTo>
                <a:lnTo>
                  <a:pt x="878629" y="279857"/>
                </a:lnTo>
                <a:lnTo>
                  <a:pt x="876005" y="279786"/>
                </a:lnTo>
                <a:lnTo>
                  <a:pt x="875213" y="279095"/>
                </a:lnTo>
                <a:lnTo>
                  <a:pt x="875828" y="278015"/>
                </a:lnTo>
                <a:lnTo>
                  <a:pt x="876830" y="277597"/>
                </a:lnTo>
                <a:lnTo>
                  <a:pt x="879188" y="278166"/>
                </a:lnTo>
                <a:close/>
                <a:moveTo>
                  <a:pt x="882514" y="286797"/>
                </a:moveTo>
                <a:lnTo>
                  <a:pt x="882702" y="287372"/>
                </a:lnTo>
                <a:lnTo>
                  <a:pt x="882175" y="288448"/>
                </a:lnTo>
                <a:lnTo>
                  <a:pt x="878861" y="289772"/>
                </a:lnTo>
                <a:lnTo>
                  <a:pt x="875909" y="289449"/>
                </a:lnTo>
                <a:lnTo>
                  <a:pt x="873922" y="288254"/>
                </a:lnTo>
                <a:lnTo>
                  <a:pt x="873475" y="287377"/>
                </a:lnTo>
                <a:lnTo>
                  <a:pt x="874421" y="286202"/>
                </a:lnTo>
                <a:lnTo>
                  <a:pt x="877210" y="285762"/>
                </a:lnTo>
                <a:lnTo>
                  <a:pt x="880530" y="285984"/>
                </a:lnTo>
                <a:lnTo>
                  <a:pt x="882514" y="286797"/>
                </a:lnTo>
                <a:close/>
                <a:moveTo>
                  <a:pt x="893700" y="288677"/>
                </a:moveTo>
                <a:lnTo>
                  <a:pt x="894572" y="291614"/>
                </a:lnTo>
                <a:lnTo>
                  <a:pt x="894560" y="297405"/>
                </a:lnTo>
                <a:lnTo>
                  <a:pt x="893700" y="300007"/>
                </a:lnTo>
                <a:lnTo>
                  <a:pt x="892266" y="300621"/>
                </a:lnTo>
                <a:lnTo>
                  <a:pt x="885052" y="295962"/>
                </a:lnTo>
                <a:lnTo>
                  <a:pt x="884586" y="295412"/>
                </a:lnTo>
                <a:lnTo>
                  <a:pt x="884437" y="294030"/>
                </a:lnTo>
                <a:lnTo>
                  <a:pt x="886005" y="291561"/>
                </a:lnTo>
                <a:lnTo>
                  <a:pt x="889457" y="289111"/>
                </a:lnTo>
                <a:lnTo>
                  <a:pt x="892410" y="287791"/>
                </a:lnTo>
                <a:lnTo>
                  <a:pt x="893700" y="288677"/>
                </a:lnTo>
                <a:close/>
                <a:moveTo>
                  <a:pt x="867713" y="289641"/>
                </a:moveTo>
                <a:lnTo>
                  <a:pt x="870535" y="292589"/>
                </a:lnTo>
                <a:lnTo>
                  <a:pt x="871184" y="294218"/>
                </a:lnTo>
                <a:lnTo>
                  <a:pt x="870947" y="295433"/>
                </a:lnTo>
                <a:lnTo>
                  <a:pt x="868912" y="297068"/>
                </a:lnTo>
                <a:lnTo>
                  <a:pt x="864496" y="299536"/>
                </a:lnTo>
                <a:lnTo>
                  <a:pt x="862442" y="300156"/>
                </a:lnTo>
                <a:lnTo>
                  <a:pt x="861064" y="299895"/>
                </a:lnTo>
                <a:lnTo>
                  <a:pt x="860351" y="298414"/>
                </a:lnTo>
                <a:lnTo>
                  <a:pt x="860166" y="293443"/>
                </a:lnTo>
                <a:lnTo>
                  <a:pt x="860513" y="289982"/>
                </a:lnTo>
                <a:lnTo>
                  <a:pt x="861300" y="288050"/>
                </a:lnTo>
                <a:lnTo>
                  <a:pt x="864929" y="288559"/>
                </a:lnTo>
                <a:lnTo>
                  <a:pt x="867713" y="289641"/>
                </a:lnTo>
                <a:close/>
                <a:moveTo>
                  <a:pt x="882755" y="299815"/>
                </a:moveTo>
                <a:lnTo>
                  <a:pt x="885516" y="302718"/>
                </a:lnTo>
                <a:lnTo>
                  <a:pt x="885504" y="303117"/>
                </a:lnTo>
                <a:lnTo>
                  <a:pt x="884586" y="303636"/>
                </a:lnTo>
                <a:lnTo>
                  <a:pt x="876556" y="303948"/>
                </a:lnTo>
                <a:lnTo>
                  <a:pt x="873818" y="303570"/>
                </a:lnTo>
                <a:lnTo>
                  <a:pt x="872540" y="302750"/>
                </a:lnTo>
                <a:lnTo>
                  <a:pt x="872411" y="302150"/>
                </a:lnTo>
                <a:lnTo>
                  <a:pt x="873098" y="300523"/>
                </a:lnTo>
                <a:lnTo>
                  <a:pt x="875620" y="297307"/>
                </a:lnTo>
                <a:lnTo>
                  <a:pt x="879541" y="297565"/>
                </a:lnTo>
                <a:lnTo>
                  <a:pt x="882755" y="299815"/>
                </a:lnTo>
                <a:close/>
                <a:moveTo>
                  <a:pt x="882225" y="309457"/>
                </a:moveTo>
                <a:lnTo>
                  <a:pt x="882878" y="310545"/>
                </a:lnTo>
                <a:lnTo>
                  <a:pt x="882187" y="311596"/>
                </a:lnTo>
                <a:lnTo>
                  <a:pt x="877018" y="313411"/>
                </a:lnTo>
                <a:lnTo>
                  <a:pt x="873757" y="311735"/>
                </a:lnTo>
                <a:lnTo>
                  <a:pt x="872706" y="310538"/>
                </a:lnTo>
                <a:lnTo>
                  <a:pt x="873257" y="309554"/>
                </a:lnTo>
                <a:lnTo>
                  <a:pt x="875717" y="308844"/>
                </a:lnTo>
                <a:lnTo>
                  <a:pt x="880008" y="308801"/>
                </a:lnTo>
                <a:lnTo>
                  <a:pt x="882225" y="309457"/>
                </a:lnTo>
                <a:close/>
                <a:moveTo>
                  <a:pt x="866604" y="312640"/>
                </a:moveTo>
                <a:lnTo>
                  <a:pt x="868169" y="313584"/>
                </a:lnTo>
                <a:lnTo>
                  <a:pt x="870021" y="315466"/>
                </a:lnTo>
                <a:lnTo>
                  <a:pt x="870922" y="317413"/>
                </a:lnTo>
                <a:lnTo>
                  <a:pt x="870798" y="318474"/>
                </a:lnTo>
                <a:lnTo>
                  <a:pt x="869569" y="319554"/>
                </a:lnTo>
                <a:lnTo>
                  <a:pt x="866405" y="320384"/>
                </a:lnTo>
                <a:lnTo>
                  <a:pt x="862967" y="320134"/>
                </a:lnTo>
                <a:lnTo>
                  <a:pt x="861252" y="319293"/>
                </a:lnTo>
                <a:lnTo>
                  <a:pt x="860294" y="318192"/>
                </a:lnTo>
                <a:lnTo>
                  <a:pt x="859974" y="316666"/>
                </a:lnTo>
                <a:lnTo>
                  <a:pt x="860188" y="313229"/>
                </a:lnTo>
                <a:lnTo>
                  <a:pt x="860862" y="311897"/>
                </a:lnTo>
                <a:lnTo>
                  <a:pt x="862931" y="311427"/>
                </a:lnTo>
                <a:lnTo>
                  <a:pt x="866604" y="312640"/>
                </a:lnTo>
                <a:close/>
                <a:moveTo>
                  <a:pt x="894375" y="313507"/>
                </a:moveTo>
                <a:lnTo>
                  <a:pt x="894824" y="316454"/>
                </a:lnTo>
                <a:lnTo>
                  <a:pt x="894588" y="319771"/>
                </a:lnTo>
                <a:lnTo>
                  <a:pt x="893983" y="321334"/>
                </a:lnTo>
                <a:lnTo>
                  <a:pt x="892964" y="322137"/>
                </a:lnTo>
                <a:lnTo>
                  <a:pt x="890965" y="322014"/>
                </a:lnTo>
                <a:lnTo>
                  <a:pt x="886254" y="319492"/>
                </a:lnTo>
                <a:lnTo>
                  <a:pt x="885130" y="318335"/>
                </a:lnTo>
                <a:lnTo>
                  <a:pt x="885065" y="317411"/>
                </a:lnTo>
                <a:lnTo>
                  <a:pt x="885938" y="315629"/>
                </a:lnTo>
                <a:lnTo>
                  <a:pt x="889572" y="312567"/>
                </a:lnTo>
                <a:lnTo>
                  <a:pt x="892531" y="311687"/>
                </a:lnTo>
                <a:lnTo>
                  <a:pt x="893484" y="312184"/>
                </a:lnTo>
                <a:lnTo>
                  <a:pt x="894375" y="313507"/>
                </a:lnTo>
                <a:close/>
                <a:moveTo>
                  <a:pt x="854839" y="313218"/>
                </a:moveTo>
                <a:lnTo>
                  <a:pt x="855698" y="314853"/>
                </a:lnTo>
                <a:lnTo>
                  <a:pt x="855773" y="316870"/>
                </a:lnTo>
                <a:lnTo>
                  <a:pt x="855088" y="318716"/>
                </a:lnTo>
                <a:lnTo>
                  <a:pt x="853586" y="320306"/>
                </a:lnTo>
                <a:lnTo>
                  <a:pt x="839133" y="320842"/>
                </a:lnTo>
                <a:lnTo>
                  <a:pt x="837605" y="320614"/>
                </a:lnTo>
                <a:lnTo>
                  <a:pt x="836373" y="319534"/>
                </a:lnTo>
                <a:lnTo>
                  <a:pt x="837334" y="318126"/>
                </a:lnTo>
                <a:lnTo>
                  <a:pt x="838513" y="317274"/>
                </a:lnTo>
                <a:lnTo>
                  <a:pt x="845272" y="315161"/>
                </a:lnTo>
                <a:lnTo>
                  <a:pt x="850672" y="312807"/>
                </a:lnTo>
                <a:lnTo>
                  <a:pt x="852882" y="312349"/>
                </a:lnTo>
                <a:lnTo>
                  <a:pt x="854839" y="313218"/>
                </a:lnTo>
                <a:close/>
                <a:moveTo>
                  <a:pt x="906911" y="313749"/>
                </a:moveTo>
                <a:lnTo>
                  <a:pt x="920859" y="321034"/>
                </a:lnTo>
                <a:lnTo>
                  <a:pt x="921990" y="321975"/>
                </a:lnTo>
                <a:lnTo>
                  <a:pt x="922083" y="323254"/>
                </a:lnTo>
                <a:lnTo>
                  <a:pt x="920481" y="324056"/>
                </a:lnTo>
                <a:lnTo>
                  <a:pt x="912504" y="324018"/>
                </a:lnTo>
                <a:lnTo>
                  <a:pt x="904047" y="323420"/>
                </a:lnTo>
                <a:lnTo>
                  <a:pt x="901210" y="322481"/>
                </a:lnTo>
                <a:lnTo>
                  <a:pt x="900259" y="321430"/>
                </a:lnTo>
                <a:lnTo>
                  <a:pt x="899457" y="319141"/>
                </a:lnTo>
                <a:lnTo>
                  <a:pt x="899236" y="315491"/>
                </a:lnTo>
                <a:lnTo>
                  <a:pt x="899694" y="313413"/>
                </a:lnTo>
                <a:lnTo>
                  <a:pt x="900415" y="312672"/>
                </a:lnTo>
                <a:lnTo>
                  <a:pt x="902294" y="312211"/>
                </a:lnTo>
                <a:lnTo>
                  <a:pt x="904615" y="312593"/>
                </a:lnTo>
                <a:lnTo>
                  <a:pt x="906911" y="313749"/>
                </a:lnTo>
                <a:close/>
                <a:moveTo>
                  <a:pt x="880441" y="329611"/>
                </a:moveTo>
                <a:lnTo>
                  <a:pt x="881303" y="330871"/>
                </a:lnTo>
                <a:lnTo>
                  <a:pt x="880104" y="332456"/>
                </a:lnTo>
                <a:lnTo>
                  <a:pt x="878104" y="333387"/>
                </a:lnTo>
                <a:lnTo>
                  <a:pt x="876970" y="333257"/>
                </a:lnTo>
                <a:lnTo>
                  <a:pt x="876113" y="332578"/>
                </a:lnTo>
                <a:lnTo>
                  <a:pt x="875571" y="330624"/>
                </a:lnTo>
                <a:lnTo>
                  <a:pt x="876268" y="329627"/>
                </a:lnTo>
                <a:lnTo>
                  <a:pt x="878560" y="329149"/>
                </a:lnTo>
                <a:lnTo>
                  <a:pt x="880441" y="329611"/>
                </a:lnTo>
                <a:close/>
                <a:moveTo>
                  <a:pt x="864482" y="332022"/>
                </a:moveTo>
                <a:lnTo>
                  <a:pt x="869839" y="335534"/>
                </a:lnTo>
                <a:lnTo>
                  <a:pt x="870638" y="337659"/>
                </a:lnTo>
                <a:lnTo>
                  <a:pt x="869685" y="338907"/>
                </a:lnTo>
                <a:lnTo>
                  <a:pt x="863624" y="342465"/>
                </a:lnTo>
                <a:lnTo>
                  <a:pt x="860947" y="342906"/>
                </a:lnTo>
                <a:lnTo>
                  <a:pt x="859890" y="341893"/>
                </a:lnTo>
                <a:lnTo>
                  <a:pt x="859389" y="339800"/>
                </a:lnTo>
                <a:lnTo>
                  <a:pt x="860000" y="332843"/>
                </a:lnTo>
                <a:lnTo>
                  <a:pt x="861249" y="331260"/>
                </a:lnTo>
                <a:lnTo>
                  <a:pt x="862604" y="331267"/>
                </a:lnTo>
                <a:lnTo>
                  <a:pt x="864482" y="332022"/>
                </a:lnTo>
                <a:close/>
                <a:moveTo>
                  <a:pt x="895580" y="332697"/>
                </a:moveTo>
                <a:lnTo>
                  <a:pt x="896963" y="334809"/>
                </a:lnTo>
                <a:lnTo>
                  <a:pt x="897640" y="337294"/>
                </a:lnTo>
                <a:lnTo>
                  <a:pt x="897332" y="340661"/>
                </a:lnTo>
                <a:lnTo>
                  <a:pt x="896244" y="341962"/>
                </a:lnTo>
                <a:lnTo>
                  <a:pt x="894900" y="342066"/>
                </a:lnTo>
                <a:lnTo>
                  <a:pt x="892169" y="341065"/>
                </a:lnTo>
                <a:lnTo>
                  <a:pt x="888005" y="338956"/>
                </a:lnTo>
                <a:lnTo>
                  <a:pt x="886436" y="337707"/>
                </a:lnTo>
                <a:lnTo>
                  <a:pt x="886316" y="336435"/>
                </a:lnTo>
                <a:lnTo>
                  <a:pt x="887175" y="334897"/>
                </a:lnTo>
                <a:lnTo>
                  <a:pt x="890489" y="332209"/>
                </a:lnTo>
                <a:lnTo>
                  <a:pt x="893266" y="331537"/>
                </a:lnTo>
                <a:lnTo>
                  <a:pt x="895580" y="332697"/>
                </a:lnTo>
                <a:close/>
                <a:moveTo>
                  <a:pt x="882032" y="342436"/>
                </a:moveTo>
                <a:lnTo>
                  <a:pt x="889737" y="347159"/>
                </a:lnTo>
                <a:lnTo>
                  <a:pt x="891193" y="348511"/>
                </a:lnTo>
                <a:lnTo>
                  <a:pt x="891420" y="349365"/>
                </a:lnTo>
                <a:lnTo>
                  <a:pt x="890777" y="350904"/>
                </a:lnTo>
                <a:lnTo>
                  <a:pt x="888976" y="352715"/>
                </a:lnTo>
                <a:lnTo>
                  <a:pt x="882645" y="357411"/>
                </a:lnTo>
                <a:lnTo>
                  <a:pt x="880148" y="358689"/>
                </a:lnTo>
                <a:lnTo>
                  <a:pt x="877476" y="359285"/>
                </a:lnTo>
                <a:lnTo>
                  <a:pt x="874598" y="358463"/>
                </a:lnTo>
                <a:lnTo>
                  <a:pt x="867339" y="353383"/>
                </a:lnTo>
                <a:lnTo>
                  <a:pt x="863825" y="349475"/>
                </a:lnTo>
                <a:lnTo>
                  <a:pt x="863819" y="348513"/>
                </a:lnTo>
                <a:lnTo>
                  <a:pt x="865019" y="347245"/>
                </a:lnTo>
                <a:lnTo>
                  <a:pt x="876373" y="341042"/>
                </a:lnTo>
                <a:lnTo>
                  <a:pt x="878007" y="340813"/>
                </a:lnTo>
                <a:lnTo>
                  <a:pt x="882032" y="342436"/>
                </a:lnTo>
                <a:close/>
                <a:moveTo>
                  <a:pt x="861734" y="355213"/>
                </a:moveTo>
                <a:lnTo>
                  <a:pt x="869326" y="360640"/>
                </a:lnTo>
                <a:lnTo>
                  <a:pt x="870946" y="362996"/>
                </a:lnTo>
                <a:lnTo>
                  <a:pt x="871088" y="364470"/>
                </a:lnTo>
                <a:lnTo>
                  <a:pt x="859299" y="373100"/>
                </a:lnTo>
                <a:lnTo>
                  <a:pt x="854598" y="374932"/>
                </a:lnTo>
                <a:lnTo>
                  <a:pt x="853230" y="373150"/>
                </a:lnTo>
                <a:lnTo>
                  <a:pt x="852971" y="371877"/>
                </a:lnTo>
                <a:lnTo>
                  <a:pt x="855098" y="364548"/>
                </a:lnTo>
                <a:lnTo>
                  <a:pt x="856538" y="356338"/>
                </a:lnTo>
                <a:lnTo>
                  <a:pt x="857877" y="354809"/>
                </a:lnTo>
                <a:lnTo>
                  <a:pt x="859568" y="354710"/>
                </a:lnTo>
                <a:lnTo>
                  <a:pt x="861734" y="355213"/>
                </a:lnTo>
                <a:close/>
                <a:moveTo>
                  <a:pt x="897895" y="355550"/>
                </a:moveTo>
                <a:lnTo>
                  <a:pt x="899894" y="359983"/>
                </a:lnTo>
                <a:lnTo>
                  <a:pt x="901647" y="368084"/>
                </a:lnTo>
                <a:lnTo>
                  <a:pt x="901958" y="373519"/>
                </a:lnTo>
                <a:lnTo>
                  <a:pt x="901679" y="374517"/>
                </a:lnTo>
                <a:lnTo>
                  <a:pt x="900529" y="375335"/>
                </a:lnTo>
                <a:lnTo>
                  <a:pt x="898564" y="374631"/>
                </a:lnTo>
                <a:lnTo>
                  <a:pt x="887474" y="366915"/>
                </a:lnTo>
                <a:lnTo>
                  <a:pt x="884732" y="364325"/>
                </a:lnTo>
                <a:lnTo>
                  <a:pt x="887502" y="360968"/>
                </a:lnTo>
                <a:lnTo>
                  <a:pt x="894806" y="355087"/>
                </a:lnTo>
                <a:lnTo>
                  <a:pt x="896415" y="354740"/>
                </a:lnTo>
                <a:lnTo>
                  <a:pt x="897895" y="355550"/>
                </a:lnTo>
                <a:close/>
                <a:moveTo>
                  <a:pt x="882707" y="369581"/>
                </a:moveTo>
                <a:lnTo>
                  <a:pt x="892949" y="376659"/>
                </a:lnTo>
                <a:lnTo>
                  <a:pt x="896977" y="378623"/>
                </a:lnTo>
                <a:lnTo>
                  <a:pt x="897540" y="379488"/>
                </a:lnTo>
                <a:lnTo>
                  <a:pt x="897663" y="381330"/>
                </a:lnTo>
                <a:lnTo>
                  <a:pt x="897099" y="382791"/>
                </a:lnTo>
                <a:lnTo>
                  <a:pt x="895702" y="384045"/>
                </a:lnTo>
                <a:lnTo>
                  <a:pt x="891228" y="386653"/>
                </a:lnTo>
                <a:lnTo>
                  <a:pt x="882617" y="392755"/>
                </a:lnTo>
                <a:lnTo>
                  <a:pt x="879634" y="393371"/>
                </a:lnTo>
                <a:lnTo>
                  <a:pt x="876955" y="392281"/>
                </a:lnTo>
                <a:lnTo>
                  <a:pt x="865763" y="384521"/>
                </a:lnTo>
                <a:lnTo>
                  <a:pt x="863209" y="381827"/>
                </a:lnTo>
                <a:lnTo>
                  <a:pt x="862912" y="380225"/>
                </a:lnTo>
                <a:lnTo>
                  <a:pt x="864546" y="377899"/>
                </a:lnTo>
                <a:lnTo>
                  <a:pt x="876668" y="369014"/>
                </a:lnTo>
                <a:lnTo>
                  <a:pt x="879091" y="368182"/>
                </a:lnTo>
                <a:lnTo>
                  <a:pt x="882707" y="369581"/>
                </a:lnTo>
                <a:close/>
                <a:moveTo>
                  <a:pt x="856382" y="386890"/>
                </a:moveTo>
                <a:lnTo>
                  <a:pt x="868399" y="395429"/>
                </a:lnTo>
                <a:lnTo>
                  <a:pt x="870750" y="397617"/>
                </a:lnTo>
                <a:lnTo>
                  <a:pt x="871272" y="399204"/>
                </a:lnTo>
                <a:lnTo>
                  <a:pt x="869255" y="401306"/>
                </a:lnTo>
                <a:lnTo>
                  <a:pt x="852610" y="412349"/>
                </a:lnTo>
                <a:lnTo>
                  <a:pt x="849395" y="413473"/>
                </a:lnTo>
                <a:lnTo>
                  <a:pt x="848249" y="412414"/>
                </a:lnTo>
                <a:lnTo>
                  <a:pt x="847854" y="407940"/>
                </a:lnTo>
                <a:lnTo>
                  <a:pt x="849189" y="396461"/>
                </a:lnTo>
                <a:lnTo>
                  <a:pt x="850454" y="390392"/>
                </a:lnTo>
                <a:lnTo>
                  <a:pt x="851953" y="386983"/>
                </a:lnTo>
                <a:lnTo>
                  <a:pt x="853269" y="385817"/>
                </a:lnTo>
                <a:lnTo>
                  <a:pt x="854622" y="385682"/>
                </a:lnTo>
                <a:lnTo>
                  <a:pt x="856382" y="386890"/>
                </a:lnTo>
                <a:close/>
                <a:moveTo>
                  <a:pt x="904404" y="387179"/>
                </a:moveTo>
                <a:lnTo>
                  <a:pt x="905138" y="389069"/>
                </a:lnTo>
                <a:lnTo>
                  <a:pt x="906493" y="401775"/>
                </a:lnTo>
                <a:lnTo>
                  <a:pt x="908116" y="409599"/>
                </a:lnTo>
                <a:lnTo>
                  <a:pt x="907590" y="411456"/>
                </a:lnTo>
                <a:lnTo>
                  <a:pt x="906210" y="412076"/>
                </a:lnTo>
                <a:lnTo>
                  <a:pt x="903086" y="411133"/>
                </a:lnTo>
                <a:lnTo>
                  <a:pt x="888724" y="400864"/>
                </a:lnTo>
                <a:lnTo>
                  <a:pt x="887103" y="399344"/>
                </a:lnTo>
                <a:lnTo>
                  <a:pt x="886796" y="398456"/>
                </a:lnTo>
                <a:lnTo>
                  <a:pt x="887252" y="396706"/>
                </a:lnTo>
                <a:lnTo>
                  <a:pt x="888786" y="394848"/>
                </a:lnTo>
                <a:lnTo>
                  <a:pt x="896587" y="389686"/>
                </a:lnTo>
                <a:lnTo>
                  <a:pt x="900398" y="386406"/>
                </a:lnTo>
                <a:lnTo>
                  <a:pt x="902234" y="386215"/>
                </a:lnTo>
                <a:lnTo>
                  <a:pt x="904404" y="387179"/>
                </a:lnTo>
                <a:close/>
                <a:moveTo>
                  <a:pt x="881598" y="404247"/>
                </a:moveTo>
                <a:lnTo>
                  <a:pt x="901597" y="417831"/>
                </a:lnTo>
                <a:lnTo>
                  <a:pt x="901818" y="418582"/>
                </a:lnTo>
                <a:lnTo>
                  <a:pt x="901190" y="419754"/>
                </a:lnTo>
                <a:lnTo>
                  <a:pt x="897199" y="423009"/>
                </a:lnTo>
                <a:lnTo>
                  <a:pt x="880529" y="430849"/>
                </a:lnTo>
                <a:lnTo>
                  <a:pt x="876666" y="431393"/>
                </a:lnTo>
                <a:lnTo>
                  <a:pt x="873736" y="430525"/>
                </a:lnTo>
                <a:lnTo>
                  <a:pt x="860594" y="423560"/>
                </a:lnTo>
                <a:lnTo>
                  <a:pt x="857977" y="421862"/>
                </a:lnTo>
                <a:lnTo>
                  <a:pt x="855663" y="419670"/>
                </a:lnTo>
                <a:lnTo>
                  <a:pt x="855368" y="418597"/>
                </a:lnTo>
                <a:lnTo>
                  <a:pt x="856659" y="417144"/>
                </a:lnTo>
                <a:lnTo>
                  <a:pt x="874486" y="404597"/>
                </a:lnTo>
                <a:lnTo>
                  <a:pt x="878042" y="403269"/>
                </a:lnTo>
                <a:lnTo>
                  <a:pt x="881598" y="404247"/>
                </a:lnTo>
                <a:close/>
                <a:moveTo>
                  <a:pt x="908887" y="424400"/>
                </a:moveTo>
                <a:lnTo>
                  <a:pt x="909660" y="426833"/>
                </a:lnTo>
                <a:lnTo>
                  <a:pt x="911093" y="437617"/>
                </a:lnTo>
                <a:lnTo>
                  <a:pt x="912644" y="444604"/>
                </a:lnTo>
                <a:lnTo>
                  <a:pt x="912369" y="447465"/>
                </a:lnTo>
                <a:lnTo>
                  <a:pt x="911225" y="449061"/>
                </a:lnTo>
                <a:lnTo>
                  <a:pt x="909573" y="448929"/>
                </a:lnTo>
                <a:lnTo>
                  <a:pt x="906525" y="447609"/>
                </a:lnTo>
                <a:lnTo>
                  <a:pt x="889092" y="438726"/>
                </a:lnTo>
                <a:lnTo>
                  <a:pt x="887173" y="437291"/>
                </a:lnTo>
                <a:lnTo>
                  <a:pt x="886692" y="434872"/>
                </a:lnTo>
                <a:lnTo>
                  <a:pt x="887218" y="433599"/>
                </a:lnTo>
                <a:lnTo>
                  <a:pt x="887994" y="432939"/>
                </a:lnTo>
                <a:lnTo>
                  <a:pt x="892939" y="431040"/>
                </a:lnTo>
                <a:lnTo>
                  <a:pt x="901179" y="426797"/>
                </a:lnTo>
                <a:lnTo>
                  <a:pt x="905423" y="424095"/>
                </a:lnTo>
                <a:lnTo>
                  <a:pt x="907465" y="423731"/>
                </a:lnTo>
                <a:lnTo>
                  <a:pt x="908887" y="424400"/>
                </a:lnTo>
                <a:close/>
                <a:moveTo>
                  <a:pt x="852429" y="425847"/>
                </a:moveTo>
                <a:lnTo>
                  <a:pt x="865477" y="433105"/>
                </a:lnTo>
                <a:lnTo>
                  <a:pt x="866693" y="434388"/>
                </a:lnTo>
                <a:lnTo>
                  <a:pt x="866708" y="435895"/>
                </a:lnTo>
                <a:lnTo>
                  <a:pt x="865748" y="437430"/>
                </a:lnTo>
                <a:lnTo>
                  <a:pt x="863876" y="438679"/>
                </a:lnTo>
                <a:lnTo>
                  <a:pt x="858081" y="440828"/>
                </a:lnTo>
                <a:lnTo>
                  <a:pt x="847223" y="446347"/>
                </a:lnTo>
                <a:lnTo>
                  <a:pt x="844762" y="446609"/>
                </a:lnTo>
                <a:lnTo>
                  <a:pt x="843745" y="445477"/>
                </a:lnTo>
                <a:lnTo>
                  <a:pt x="843557" y="444120"/>
                </a:lnTo>
                <a:lnTo>
                  <a:pt x="844473" y="432669"/>
                </a:lnTo>
                <a:lnTo>
                  <a:pt x="845679" y="424834"/>
                </a:lnTo>
                <a:lnTo>
                  <a:pt x="846543" y="424259"/>
                </a:lnTo>
                <a:lnTo>
                  <a:pt x="848439" y="424147"/>
                </a:lnTo>
                <a:lnTo>
                  <a:pt x="852429" y="425847"/>
                </a:lnTo>
                <a:close/>
                <a:moveTo>
                  <a:pt x="880634" y="441420"/>
                </a:moveTo>
                <a:lnTo>
                  <a:pt x="900753" y="452479"/>
                </a:lnTo>
                <a:lnTo>
                  <a:pt x="902095" y="453666"/>
                </a:lnTo>
                <a:lnTo>
                  <a:pt x="902556" y="455779"/>
                </a:lnTo>
                <a:lnTo>
                  <a:pt x="902274" y="457103"/>
                </a:lnTo>
                <a:lnTo>
                  <a:pt x="901185" y="458277"/>
                </a:lnTo>
                <a:lnTo>
                  <a:pt x="880850" y="473370"/>
                </a:lnTo>
                <a:lnTo>
                  <a:pt x="878969" y="474428"/>
                </a:lnTo>
                <a:lnTo>
                  <a:pt x="877163" y="474561"/>
                </a:lnTo>
                <a:lnTo>
                  <a:pt x="873771" y="472861"/>
                </a:lnTo>
                <a:lnTo>
                  <a:pt x="857048" y="459942"/>
                </a:lnTo>
                <a:lnTo>
                  <a:pt x="852091" y="455709"/>
                </a:lnTo>
                <a:lnTo>
                  <a:pt x="850571" y="453391"/>
                </a:lnTo>
                <a:lnTo>
                  <a:pt x="850934" y="452365"/>
                </a:lnTo>
                <a:lnTo>
                  <a:pt x="852297" y="451432"/>
                </a:lnTo>
                <a:lnTo>
                  <a:pt x="869595" y="442738"/>
                </a:lnTo>
                <a:lnTo>
                  <a:pt x="873668" y="440241"/>
                </a:lnTo>
                <a:lnTo>
                  <a:pt x="877035" y="439849"/>
                </a:lnTo>
                <a:lnTo>
                  <a:pt x="880634" y="441420"/>
                </a:lnTo>
                <a:close/>
                <a:moveTo>
                  <a:pt x="848571" y="462297"/>
                </a:moveTo>
                <a:lnTo>
                  <a:pt x="867306" y="476144"/>
                </a:lnTo>
                <a:lnTo>
                  <a:pt x="869527" y="478216"/>
                </a:lnTo>
                <a:lnTo>
                  <a:pt x="870268" y="479799"/>
                </a:lnTo>
                <a:lnTo>
                  <a:pt x="869329" y="481295"/>
                </a:lnTo>
                <a:lnTo>
                  <a:pt x="866188" y="484086"/>
                </a:lnTo>
                <a:lnTo>
                  <a:pt x="860824" y="487604"/>
                </a:lnTo>
                <a:lnTo>
                  <a:pt x="839208" y="503677"/>
                </a:lnTo>
                <a:lnTo>
                  <a:pt x="837698" y="503954"/>
                </a:lnTo>
                <a:lnTo>
                  <a:pt x="836376" y="503082"/>
                </a:lnTo>
                <a:lnTo>
                  <a:pt x="836211" y="500021"/>
                </a:lnTo>
                <a:lnTo>
                  <a:pt x="840846" y="462286"/>
                </a:lnTo>
                <a:lnTo>
                  <a:pt x="841695" y="459915"/>
                </a:lnTo>
                <a:lnTo>
                  <a:pt x="843107" y="459209"/>
                </a:lnTo>
                <a:lnTo>
                  <a:pt x="845321" y="460043"/>
                </a:lnTo>
                <a:lnTo>
                  <a:pt x="848571" y="462297"/>
                </a:lnTo>
                <a:close/>
                <a:moveTo>
                  <a:pt x="913516" y="462827"/>
                </a:moveTo>
                <a:lnTo>
                  <a:pt x="914399" y="466918"/>
                </a:lnTo>
                <a:lnTo>
                  <a:pt x="916715" y="487166"/>
                </a:lnTo>
                <a:lnTo>
                  <a:pt x="917734" y="501086"/>
                </a:lnTo>
                <a:lnTo>
                  <a:pt x="917610" y="503344"/>
                </a:lnTo>
                <a:lnTo>
                  <a:pt x="916885" y="504545"/>
                </a:lnTo>
                <a:lnTo>
                  <a:pt x="916302" y="504742"/>
                </a:lnTo>
                <a:lnTo>
                  <a:pt x="913698" y="503698"/>
                </a:lnTo>
                <a:lnTo>
                  <a:pt x="890312" y="485390"/>
                </a:lnTo>
                <a:lnTo>
                  <a:pt x="886569" y="482029"/>
                </a:lnTo>
                <a:lnTo>
                  <a:pt x="885214" y="479991"/>
                </a:lnTo>
                <a:lnTo>
                  <a:pt x="886944" y="478026"/>
                </a:lnTo>
                <a:lnTo>
                  <a:pt x="892405" y="473840"/>
                </a:lnTo>
                <a:lnTo>
                  <a:pt x="908758" y="462383"/>
                </a:lnTo>
                <a:lnTo>
                  <a:pt x="912070" y="461091"/>
                </a:lnTo>
                <a:lnTo>
                  <a:pt x="913516" y="462827"/>
                </a:lnTo>
                <a:close/>
                <a:moveTo>
                  <a:pt x="297482" y="149097"/>
                </a:moveTo>
                <a:lnTo>
                  <a:pt x="294233" y="150770"/>
                </a:lnTo>
                <a:lnTo>
                  <a:pt x="290859" y="153798"/>
                </a:lnTo>
                <a:lnTo>
                  <a:pt x="286218" y="155319"/>
                </a:lnTo>
                <a:lnTo>
                  <a:pt x="283246" y="157133"/>
                </a:lnTo>
                <a:lnTo>
                  <a:pt x="274091" y="169045"/>
                </a:lnTo>
                <a:lnTo>
                  <a:pt x="273075" y="170919"/>
                </a:lnTo>
                <a:lnTo>
                  <a:pt x="272918" y="172740"/>
                </a:lnTo>
                <a:lnTo>
                  <a:pt x="276534" y="185216"/>
                </a:lnTo>
                <a:lnTo>
                  <a:pt x="276474" y="187264"/>
                </a:lnTo>
                <a:lnTo>
                  <a:pt x="268837" y="196509"/>
                </a:lnTo>
                <a:lnTo>
                  <a:pt x="264537" y="204918"/>
                </a:lnTo>
                <a:lnTo>
                  <a:pt x="263194" y="205862"/>
                </a:lnTo>
                <a:lnTo>
                  <a:pt x="259503" y="206072"/>
                </a:lnTo>
                <a:lnTo>
                  <a:pt x="256288" y="207945"/>
                </a:lnTo>
                <a:lnTo>
                  <a:pt x="251058" y="213830"/>
                </a:lnTo>
                <a:lnTo>
                  <a:pt x="249426" y="217722"/>
                </a:lnTo>
                <a:lnTo>
                  <a:pt x="249362" y="219620"/>
                </a:lnTo>
                <a:lnTo>
                  <a:pt x="250601" y="222949"/>
                </a:lnTo>
                <a:lnTo>
                  <a:pt x="256396" y="232885"/>
                </a:lnTo>
                <a:lnTo>
                  <a:pt x="255955" y="233928"/>
                </a:lnTo>
                <a:lnTo>
                  <a:pt x="252871" y="236449"/>
                </a:lnTo>
                <a:lnTo>
                  <a:pt x="251600" y="238444"/>
                </a:lnTo>
                <a:lnTo>
                  <a:pt x="251410" y="240660"/>
                </a:lnTo>
                <a:lnTo>
                  <a:pt x="252552" y="245435"/>
                </a:lnTo>
                <a:lnTo>
                  <a:pt x="250699" y="251181"/>
                </a:lnTo>
                <a:lnTo>
                  <a:pt x="250626" y="254532"/>
                </a:lnTo>
                <a:lnTo>
                  <a:pt x="254330" y="261399"/>
                </a:lnTo>
                <a:lnTo>
                  <a:pt x="258424" y="267281"/>
                </a:lnTo>
                <a:lnTo>
                  <a:pt x="259181" y="269741"/>
                </a:lnTo>
                <a:lnTo>
                  <a:pt x="259712" y="275635"/>
                </a:lnTo>
                <a:lnTo>
                  <a:pt x="262111" y="281505"/>
                </a:lnTo>
                <a:lnTo>
                  <a:pt x="262940" y="285845"/>
                </a:lnTo>
                <a:lnTo>
                  <a:pt x="263883" y="287381"/>
                </a:lnTo>
                <a:lnTo>
                  <a:pt x="265044" y="287903"/>
                </a:lnTo>
                <a:lnTo>
                  <a:pt x="268951" y="288115"/>
                </a:lnTo>
                <a:lnTo>
                  <a:pt x="272001" y="287237"/>
                </a:lnTo>
                <a:lnTo>
                  <a:pt x="273280" y="285586"/>
                </a:lnTo>
                <a:lnTo>
                  <a:pt x="274027" y="282072"/>
                </a:lnTo>
                <a:lnTo>
                  <a:pt x="273145" y="277542"/>
                </a:lnTo>
                <a:lnTo>
                  <a:pt x="270115" y="272007"/>
                </a:lnTo>
                <a:lnTo>
                  <a:pt x="268892" y="265547"/>
                </a:lnTo>
                <a:lnTo>
                  <a:pt x="267119" y="260586"/>
                </a:lnTo>
                <a:lnTo>
                  <a:pt x="264799" y="256185"/>
                </a:lnTo>
                <a:lnTo>
                  <a:pt x="261804" y="252324"/>
                </a:lnTo>
                <a:lnTo>
                  <a:pt x="262720" y="243163"/>
                </a:lnTo>
                <a:lnTo>
                  <a:pt x="268010" y="234745"/>
                </a:lnTo>
                <a:lnTo>
                  <a:pt x="269934" y="229657"/>
                </a:lnTo>
                <a:lnTo>
                  <a:pt x="269944" y="225597"/>
                </a:lnTo>
                <a:lnTo>
                  <a:pt x="267541" y="221659"/>
                </a:lnTo>
                <a:lnTo>
                  <a:pt x="273730" y="218575"/>
                </a:lnTo>
                <a:lnTo>
                  <a:pt x="276796" y="215728"/>
                </a:lnTo>
                <a:lnTo>
                  <a:pt x="277122" y="213075"/>
                </a:lnTo>
                <a:lnTo>
                  <a:pt x="275159" y="207677"/>
                </a:lnTo>
                <a:lnTo>
                  <a:pt x="277550" y="202122"/>
                </a:lnTo>
                <a:lnTo>
                  <a:pt x="284202" y="194493"/>
                </a:lnTo>
                <a:lnTo>
                  <a:pt x="286574" y="190038"/>
                </a:lnTo>
                <a:lnTo>
                  <a:pt x="287015" y="187809"/>
                </a:lnTo>
                <a:lnTo>
                  <a:pt x="286932" y="184604"/>
                </a:lnTo>
                <a:lnTo>
                  <a:pt x="285377" y="179810"/>
                </a:lnTo>
                <a:lnTo>
                  <a:pt x="284851" y="175831"/>
                </a:lnTo>
                <a:lnTo>
                  <a:pt x="285043" y="173252"/>
                </a:lnTo>
                <a:lnTo>
                  <a:pt x="285682" y="171535"/>
                </a:lnTo>
                <a:lnTo>
                  <a:pt x="287435" y="168762"/>
                </a:lnTo>
                <a:lnTo>
                  <a:pt x="289567" y="166497"/>
                </a:lnTo>
                <a:lnTo>
                  <a:pt x="295150" y="163730"/>
                </a:lnTo>
                <a:lnTo>
                  <a:pt x="298302" y="161343"/>
                </a:lnTo>
                <a:lnTo>
                  <a:pt x="302008" y="157351"/>
                </a:lnTo>
                <a:lnTo>
                  <a:pt x="303839" y="154352"/>
                </a:lnTo>
                <a:lnTo>
                  <a:pt x="304211" y="152544"/>
                </a:lnTo>
                <a:lnTo>
                  <a:pt x="304039" y="150640"/>
                </a:lnTo>
                <a:lnTo>
                  <a:pt x="302863" y="148215"/>
                </a:lnTo>
                <a:lnTo>
                  <a:pt x="300928" y="148030"/>
                </a:lnTo>
                <a:lnTo>
                  <a:pt x="297482" y="149097"/>
                </a:lnTo>
                <a:close/>
                <a:moveTo>
                  <a:pt x="717525" y="285254"/>
                </a:moveTo>
                <a:lnTo>
                  <a:pt x="716127" y="286507"/>
                </a:lnTo>
                <a:lnTo>
                  <a:pt x="716741" y="289170"/>
                </a:lnTo>
                <a:lnTo>
                  <a:pt x="719183" y="292692"/>
                </a:lnTo>
                <a:lnTo>
                  <a:pt x="721172" y="293269"/>
                </a:lnTo>
                <a:lnTo>
                  <a:pt x="727424" y="293363"/>
                </a:lnTo>
                <a:lnTo>
                  <a:pt x="730969" y="292722"/>
                </a:lnTo>
                <a:lnTo>
                  <a:pt x="734384" y="289806"/>
                </a:lnTo>
                <a:lnTo>
                  <a:pt x="735750" y="287327"/>
                </a:lnTo>
                <a:lnTo>
                  <a:pt x="735293" y="286011"/>
                </a:lnTo>
                <a:lnTo>
                  <a:pt x="733225" y="284934"/>
                </a:lnTo>
                <a:lnTo>
                  <a:pt x="730336" y="285095"/>
                </a:lnTo>
                <a:lnTo>
                  <a:pt x="725908" y="287098"/>
                </a:lnTo>
                <a:lnTo>
                  <a:pt x="720136" y="284966"/>
                </a:lnTo>
                <a:lnTo>
                  <a:pt x="717525" y="285254"/>
                </a:lnTo>
                <a:close/>
                <a:moveTo>
                  <a:pt x="10221" y="295331"/>
                </a:moveTo>
                <a:lnTo>
                  <a:pt x="6935" y="295755"/>
                </a:lnTo>
                <a:lnTo>
                  <a:pt x="4968" y="297012"/>
                </a:lnTo>
                <a:lnTo>
                  <a:pt x="4381" y="298272"/>
                </a:lnTo>
                <a:lnTo>
                  <a:pt x="3807" y="302688"/>
                </a:lnTo>
                <a:lnTo>
                  <a:pt x="4098" y="329563"/>
                </a:lnTo>
                <a:lnTo>
                  <a:pt x="6279" y="331292"/>
                </a:lnTo>
                <a:lnTo>
                  <a:pt x="8721" y="331745"/>
                </a:lnTo>
                <a:lnTo>
                  <a:pt x="11306" y="331494"/>
                </a:lnTo>
                <a:lnTo>
                  <a:pt x="13982" y="330093"/>
                </a:lnTo>
                <a:lnTo>
                  <a:pt x="13982" y="306082"/>
                </a:lnTo>
                <a:lnTo>
                  <a:pt x="15814" y="303816"/>
                </a:lnTo>
                <a:lnTo>
                  <a:pt x="24407" y="303360"/>
                </a:lnTo>
                <a:lnTo>
                  <a:pt x="26646" y="302897"/>
                </a:lnTo>
                <a:lnTo>
                  <a:pt x="28268" y="301541"/>
                </a:lnTo>
                <a:lnTo>
                  <a:pt x="29216" y="299488"/>
                </a:lnTo>
                <a:lnTo>
                  <a:pt x="28732" y="297580"/>
                </a:lnTo>
                <a:lnTo>
                  <a:pt x="26153" y="295749"/>
                </a:lnTo>
                <a:lnTo>
                  <a:pt x="18534" y="295055"/>
                </a:lnTo>
                <a:lnTo>
                  <a:pt x="10221" y="295331"/>
                </a:lnTo>
                <a:close/>
                <a:moveTo>
                  <a:pt x="51734" y="295427"/>
                </a:moveTo>
                <a:lnTo>
                  <a:pt x="50342" y="296468"/>
                </a:lnTo>
                <a:lnTo>
                  <a:pt x="48986" y="298416"/>
                </a:lnTo>
                <a:lnTo>
                  <a:pt x="49179" y="329852"/>
                </a:lnTo>
                <a:lnTo>
                  <a:pt x="51427" y="331572"/>
                </a:lnTo>
                <a:lnTo>
                  <a:pt x="54025" y="331979"/>
                </a:lnTo>
                <a:lnTo>
                  <a:pt x="58580" y="330334"/>
                </a:lnTo>
                <a:lnTo>
                  <a:pt x="59062" y="321270"/>
                </a:lnTo>
                <a:lnTo>
                  <a:pt x="61666" y="319784"/>
                </a:lnTo>
                <a:lnTo>
                  <a:pt x="67462" y="318640"/>
                </a:lnTo>
                <a:lnTo>
                  <a:pt x="71032" y="317443"/>
                </a:lnTo>
                <a:lnTo>
                  <a:pt x="75311" y="314809"/>
                </a:lnTo>
                <a:lnTo>
                  <a:pt x="77053" y="311626"/>
                </a:lnTo>
                <a:lnTo>
                  <a:pt x="77489" y="309715"/>
                </a:lnTo>
                <a:lnTo>
                  <a:pt x="77535" y="305643"/>
                </a:lnTo>
                <a:lnTo>
                  <a:pt x="76545" y="301749"/>
                </a:lnTo>
                <a:lnTo>
                  <a:pt x="75686" y="300063"/>
                </a:lnTo>
                <a:lnTo>
                  <a:pt x="74596" y="298653"/>
                </a:lnTo>
                <a:lnTo>
                  <a:pt x="71956" y="297020"/>
                </a:lnTo>
                <a:lnTo>
                  <a:pt x="67798" y="296010"/>
                </a:lnTo>
                <a:lnTo>
                  <a:pt x="59848" y="295059"/>
                </a:lnTo>
                <a:lnTo>
                  <a:pt x="54984" y="294963"/>
                </a:lnTo>
                <a:lnTo>
                  <a:pt x="51734" y="295427"/>
                </a:lnTo>
                <a:close/>
                <a:moveTo>
                  <a:pt x="66054" y="304057"/>
                </a:moveTo>
                <a:lnTo>
                  <a:pt x="67889" y="305448"/>
                </a:lnTo>
                <a:lnTo>
                  <a:pt x="68299" y="306656"/>
                </a:lnTo>
                <a:lnTo>
                  <a:pt x="67934" y="308107"/>
                </a:lnTo>
                <a:lnTo>
                  <a:pt x="66209" y="310185"/>
                </a:lnTo>
                <a:lnTo>
                  <a:pt x="65073" y="310794"/>
                </a:lnTo>
                <a:lnTo>
                  <a:pt x="62618" y="311175"/>
                </a:lnTo>
                <a:lnTo>
                  <a:pt x="60407" y="310474"/>
                </a:lnTo>
                <a:lnTo>
                  <a:pt x="59575" y="309731"/>
                </a:lnTo>
                <a:lnTo>
                  <a:pt x="59022" y="308731"/>
                </a:lnTo>
                <a:lnTo>
                  <a:pt x="58918" y="306394"/>
                </a:lnTo>
                <a:lnTo>
                  <a:pt x="60242" y="304040"/>
                </a:lnTo>
                <a:lnTo>
                  <a:pt x="62769" y="303196"/>
                </a:lnTo>
                <a:lnTo>
                  <a:pt x="66054" y="304057"/>
                </a:lnTo>
                <a:close/>
                <a:moveTo>
                  <a:pt x="98357" y="295186"/>
                </a:moveTo>
                <a:lnTo>
                  <a:pt x="96841" y="296529"/>
                </a:lnTo>
                <a:lnTo>
                  <a:pt x="96471" y="297874"/>
                </a:lnTo>
                <a:lnTo>
                  <a:pt x="96627" y="299439"/>
                </a:lnTo>
                <a:lnTo>
                  <a:pt x="104394" y="314969"/>
                </a:lnTo>
                <a:lnTo>
                  <a:pt x="107036" y="321463"/>
                </a:lnTo>
                <a:lnTo>
                  <a:pt x="106644" y="322800"/>
                </a:lnTo>
                <a:lnTo>
                  <a:pt x="105567" y="323778"/>
                </a:lnTo>
                <a:lnTo>
                  <a:pt x="102068" y="324479"/>
                </a:lnTo>
                <a:lnTo>
                  <a:pt x="100696" y="325362"/>
                </a:lnTo>
                <a:lnTo>
                  <a:pt x="99947" y="326961"/>
                </a:lnTo>
                <a:lnTo>
                  <a:pt x="99894" y="329539"/>
                </a:lnTo>
                <a:lnTo>
                  <a:pt x="100603" y="331311"/>
                </a:lnTo>
                <a:lnTo>
                  <a:pt x="101985" y="332407"/>
                </a:lnTo>
                <a:lnTo>
                  <a:pt x="104004" y="332809"/>
                </a:lnTo>
                <a:lnTo>
                  <a:pt x="106622" y="332498"/>
                </a:lnTo>
                <a:lnTo>
                  <a:pt x="111120" y="330662"/>
                </a:lnTo>
                <a:lnTo>
                  <a:pt x="113459" y="328668"/>
                </a:lnTo>
                <a:lnTo>
                  <a:pt x="114674" y="326994"/>
                </a:lnTo>
                <a:lnTo>
                  <a:pt x="125972" y="301716"/>
                </a:lnTo>
                <a:lnTo>
                  <a:pt x="126691" y="299286"/>
                </a:lnTo>
                <a:lnTo>
                  <a:pt x="126629" y="297271"/>
                </a:lnTo>
                <a:lnTo>
                  <a:pt x="125820" y="295800"/>
                </a:lnTo>
                <a:lnTo>
                  <a:pt x="124300" y="295003"/>
                </a:lnTo>
                <a:lnTo>
                  <a:pt x="122420" y="294979"/>
                </a:lnTo>
                <a:lnTo>
                  <a:pt x="120791" y="295647"/>
                </a:lnTo>
                <a:lnTo>
                  <a:pt x="119270" y="297018"/>
                </a:lnTo>
                <a:lnTo>
                  <a:pt x="117831" y="299130"/>
                </a:lnTo>
                <a:lnTo>
                  <a:pt x="114558" y="306519"/>
                </a:lnTo>
                <a:lnTo>
                  <a:pt x="113424" y="307736"/>
                </a:lnTo>
                <a:lnTo>
                  <a:pt x="112827" y="307752"/>
                </a:lnTo>
                <a:lnTo>
                  <a:pt x="110642" y="305353"/>
                </a:lnTo>
                <a:lnTo>
                  <a:pt x="105751" y="297009"/>
                </a:lnTo>
                <a:lnTo>
                  <a:pt x="102651" y="295541"/>
                </a:lnTo>
                <a:lnTo>
                  <a:pt x="98357" y="295186"/>
                </a:lnTo>
                <a:close/>
                <a:moveTo>
                  <a:pt x="153466" y="295379"/>
                </a:moveTo>
                <a:lnTo>
                  <a:pt x="149606" y="295969"/>
                </a:lnTo>
                <a:lnTo>
                  <a:pt x="147054" y="297934"/>
                </a:lnTo>
                <a:lnTo>
                  <a:pt x="147103" y="321280"/>
                </a:lnTo>
                <a:lnTo>
                  <a:pt x="147536" y="330093"/>
                </a:lnTo>
                <a:lnTo>
                  <a:pt x="149604" y="331520"/>
                </a:lnTo>
                <a:lnTo>
                  <a:pt x="152833" y="331982"/>
                </a:lnTo>
                <a:lnTo>
                  <a:pt x="155755" y="331344"/>
                </a:lnTo>
                <a:lnTo>
                  <a:pt x="157564" y="329756"/>
                </a:lnTo>
                <a:lnTo>
                  <a:pt x="157468" y="305407"/>
                </a:lnTo>
                <a:lnTo>
                  <a:pt x="159281" y="304061"/>
                </a:lnTo>
                <a:lnTo>
                  <a:pt x="162037" y="303613"/>
                </a:lnTo>
                <a:lnTo>
                  <a:pt x="164844" y="304274"/>
                </a:lnTo>
                <a:lnTo>
                  <a:pt x="166166" y="305231"/>
                </a:lnTo>
                <a:lnTo>
                  <a:pt x="166587" y="306134"/>
                </a:lnTo>
                <a:lnTo>
                  <a:pt x="166629" y="329756"/>
                </a:lnTo>
                <a:lnTo>
                  <a:pt x="168483" y="331104"/>
                </a:lnTo>
                <a:lnTo>
                  <a:pt x="171469" y="331891"/>
                </a:lnTo>
                <a:lnTo>
                  <a:pt x="174564" y="331710"/>
                </a:lnTo>
                <a:lnTo>
                  <a:pt x="176044" y="331058"/>
                </a:lnTo>
                <a:lnTo>
                  <a:pt x="176548" y="330233"/>
                </a:lnTo>
                <a:lnTo>
                  <a:pt x="176814" y="325519"/>
                </a:lnTo>
                <a:lnTo>
                  <a:pt x="176946" y="297452"/>
                </a:lnTo>
                <a:lnTo>
                  <a:pt x="174777" y="295475"/>
                </a:lnTo>
                <a:lnTo>
                  <a:pt x="153466" y="295379"/>
                </a:lnTo>
                <a:close/>
                <a:moveTo>
                  <a:pt x="204284" y="295331"/>
                </a:moveTo>
                <a:lnTo>
                  <a:pt x="202096" y="296239"/>
                </a:lnTo>
                <a:lnTo>
                  <a:pt x="200427" y="297741"/>
                </a:lnTo>
                <a:lnTo>
                  <a:pt x="200475" y="329659"/>
                </a:lnTo>
                <a:lnTo>
                  <a:pt x="201978" y="331110"/>
                </a:lnTo>
                <a:lnTo>
                  <a:pt x="205119" y="331868"/>
                </a:lnTo>
                <a:lnTo>
                  <a:pt x="208542" y="331445"/>
                </a:lnTo>
                <a:lnTo>
                  <a:pt x="210504" y="329949"/>
                </a:lnTo>
                <a:lnTo>
                  <a:pt x="210938" y="305407"/>
                </a:lnTo>
                <a:lnTo>
                  <a:pt x="212968" y="303935"/>
                </a:lnTo>
                <a:lnTo>
                  <a:pt x="215993" y="303473"/>
                </a:lnTo>
                <a:lnTo>
                  <a:pt x="218691" y="304547"/>
                </a:lnTo>
                <a:lnTo>
                  <a:pt x="219857" y="306806"/>
                </a:lnTo>
                <a:lnTo>
                  <a:pt x="219809" y="329563"/>
                </a:lnTo>
                <a:lnTo>
                  <a:pt x="221344" y="330952"/>
                </a:lnTo>
                <a:lnTo>
                  <a:pt x="224059" y="331783"/>
                </a:lnTo>
                <a:lnTo>
                  <a:pt x="227196" y="331702"/>
                </a:lnTo>
                <a:lnTo>
                  <a:pt x="229645" y="330672"/>
                </a:lnTo>
                <a:lnTo>
                  <a:pt x="230464" y="329949"/>
                </a:lnTo>
                <a:lnTo>
                  <a:pt x="230435" y="305331"/>
                </a:lnTo>
                <a:lnTo>
                  <a:pt x="230067" y="298356"/>
                </a:lnTo>
                <a:lnTo>
                  <a:pt x="229401" y="296473"/>
                </a:lnTo>
                <a:lnTo>
                  <a:pt x="228238" y="295809"/>
                </a:lnTo>
                <a:lnTo>
                  <a:pt x="224103" y="295429"/>
                </a:lnTo>
                <a:lnTo>
                  <a:pt x="204284" y="295331"/>
                </a:lnTo>
                <a:close/>
                <a:moveTo>
                  <a:pt x="263154" y="295668"/>
                </a:moveTo>
                <a:lnTo>
                  <a:pt x="261013" y="297898"/>
                </a:lnTo>
                <a:lnTo>
                  <a:pt x="259104" y="302147"/>
                </a:lnTo>
                <a:lnTo>
                  <a:pt x="253339" y="321166"/>
                </a:lnTo>
                <a:lnTo>
                  <a:pt x="250961" y="327372"/>
                </a:lnTo>
                <a:lnTo>
                  <a:pt x="251040" y="330316"/>
                </a:lnTo>
                <a:lnTo>
                  <a:pt x="252915" y="331815"/>
                </a:lnTo>
                <a:lnTo>
                  <a:pt x="256870" y="331454"/>
                </a:lnTo>
                <a:lnTo>
                  <a:pt x="258473" y="330119"/>
                </a:lnTo>
                <a:lnTo>
                  <a:pt x="260602" y="326485"/>
                </a:lnTo>
                <a:lnTo>
                  <a:pt x="262171" y="324814"/>
                </a:lnTo>
                <a:lnTo>
                  <a:pt x="264014" y="323975"/>
                </a:lnTo>
                <a:lnTo>
                  <a:pt x="266328" y="323850"/>
                </a:lnTo>
                <a:lnTo>
                  <a:pt x="268386" y="324276"/>
                </a:lnTo>
                <a:lnTo>
                  <a:pt x="269446" y="324929"/>
                </a:lnTo>
                <a:lnTo>
                  <a:pt x="273857" y="331174"/>
                </a:lnTo>
                <a:lnTo>
                  <a:pt x="276442" y="331952"/>
                </a:lnTo>
                <a:lnTo>
                  <a:pt x="280189" y="331352"/>
                </a:lnTo>
                <a:lnTo>
                  <a:pt x="282102" y="329225"/>
                </a:lnTo>
                <a:lnTo>
                  <a:pt x="281330" y="325947"/>
                </a:lnTo>
                <a:lnTo>
                  <a:pt x="272369" y="298444"/>
                </a:lnTo>
                <a:lnTo>
                  <a:pt x="270643" y="296506"/>
                </a:lnTo>
                <a:lnTo>
                  <a:pt x="267972" y="295298"/>
                </a:lnTo>
                <a:lnTo>
                  <a:pt x="265419" y="294997"/>
                </a:lnTo>
                <a:lnTo>
                  <a:pt x="263154" y="295668"/>
                </a:lnTo>
                <a:close/>
                <a:moveTo>
                  <a:pt x="267011" y="312688"/>
                </a:moveTo>
                <a:lnTo>
                  <a:pt x="267630" y="313528"/>
                </a:lnTo>
                <a:lnTo>
                  <a:pt x="266985" y="314582"/>
                </a:lnTo>
                <a:lnTo>
                  <a:pt x="264998" y="314875"/>
                </a:lnTo>
                <a:lnTo>
                  <a:pt x="263936" y="314344"/>
                </a:lnTo>
                <a:lnTo>
                  <a:pt x="263911" y="313189"/>
                </a:lnTo>
                <a:lnTo>
                  <a:pt x="264697" y="312447"/>
                </a:lnTo>
                <a:lnTo>
                  <a:pt x="265783" y="312260"/>
                </a:lnTo>
                <a:lnTo>
                  <a:pt x="267011" y="312688"/>
                </a:lnTo>
                <a:close/>
                <a:moveTo>
                  <a:pt x="336102" y="295524"/>
                </a:moveTo>
                <a:lnTo>
                  <a:pt x="334538" y="296998"/>
                </a:lnTo>
                <a:lnTo>
                  <a:pt x="333849" y="300706"/>
                </a:lnTo>
                <a:lnTo>
                  <a:pt x="333643" y="329081"/>
                </a:lnTo>
                <a:lnTo>
                  <a:pt x="335299" y="330949"/>
                </a:lnTo>
                <a:lnTo>
                  <a:pt x="336488" y="331577"/>
                </a:lnTo>
                <a:lnTo>
                  <a:pt x="339347" y="331709"/>
                </a:lnTo>
                <a:lnTo>
                  <a:pt x="341398" y="331128"/>
                </a:lnTo>
                <a:lnTo>
                  <a:pt x="342485" y="329615"/>
                </a:lnTo>
                <a:lnTo>
                  <a:pt x="343016" y="324272"/>
                </a:lnTo>
                <a:lnTo>
                  <a:pt x="343668" y="322280"/>
                </a:lnTo>
                <a:lnTo>
                  <a:pt x="344784" y="320975"/>
                </a:lnTo>
                <a:lnTo>
                  <a:pt x="347383" y="320034"/>
                </a:lnTo>
                <a:lnTo>
                  <a:pt x="348505" y="320294"/>
                </a:lnTo>
                <a:lnTo>
                  <a:pt x="349454" y="321143"/>
                </a:lnTo>
                <a:lnTo>
                  <a:pt x="352693" y="327463"/>
                </a:lnTo>
                <a:lnTo>
                  <a:pt x="355809" y="331287"/>
                </a:lnTo>
                <a:lnTo>
                  <a:pt x="358914" y="332035"/>
                </a:lnTo>
                <a:lnTo>
                  <a:pt x="364125" y="331181"/>
                </a:lnTo>
                <a:lnTo>
                  <a:pt x="364795" y="330244"/>
                </a:lnTo>
                <a:lnTo>
                  <a:pt x="364002" y="327465"/>
                </a:lnTo>
                <a:lnTo>
                  <a:pt x="355460" y="311778"/>
                </a:lnTo>
                <a:lnTo>
                  <a:pt x="354995" y="310024"/>
                </a:lnTo>
                <a:lnTo>
                  <a:pt x="355321" y="308077"/>
                </a:lnTo>
                <a:lnTo>
                  <a:pt x="356509" y="305754"/>
                </a:lnTo>
                <a:lnTo>
                  <a:pt x="361199" y="299365"/>
                </a:lnTo>
                <a:lnTo>
                  <a:pt x="361563" y="297667"/>
                </a:lnTo>
                <a:lnTo>
                  <a:pt x="361196" y="296242"/>
                </a:lnTo>
                <a:lnTo>
                  <a:pt x="360137" y="295262"/>
                </a:lnTo>
                <a:lnTo>
                  <a:pt x="358425" y="294897"/>
                </a:lnTo>
                <a:lnTo>
                  <a:pt x="356275" y="295475"/>
                </a:lnTo>
                <a:lnTo>
                  <a:pt x="353721" y="296865"/>
                </a:lnTo>
                <a:lnTo>
                  <a:pt x="351662" y="298552"/>
                </a:lnTo>
                <a:lnTo>
                  <a:pt x="347233" y="304600"/>
                </a:lnTo>
                <a:lnTo>
                  <a:pt x="344491" y="307432"/>
                </a:lnTo>
                <a:lnTo>
                  <a:pt x="343616" y="306949"/>
                </a:lnTo>
                <a:lnTo>
                  <a:pt x="343064" y="305443"/>
                </a:lnTo>
                <a:lnTo>
                  <a:pt x="342694" y="298764"/>
                </a:lnTo>
                <a:lnTo>
                  <a:pt x="341995" y="296895"/>
                </a:lnTo>
                <a:lnTo>
                  <a:pt x="340795" y="295812"/>
                </a:lnTo>
                <a:lnTo>
                  <a:pt x="339031" y="295150"/>
                </a:lnTo>
                <a:lnTo>
                  <a:pt x="336102" y="295524"/>
                </a:lnTo>
                <a:close/>
                <a:moveTo>
                  <a:pt x="395936" y="295620"/>
                </a:moveTo>
                <a:lnTo>
                  <a:pt x="392641" y="296850"/>
                </a:lnTo>
                <a:lnTo>
                  <a:pt x="389900" y="298549"/>
                </a:lnTo>
                <a:lnTo>
                  <a:pt x="386719" y="302096"/>
                </a:lnTo>
                <a:lnTo>
                  <a:pt x="385148" y="305202"/>
                </a:lnTo>
                <a:lnTo>
                  <a:pt x="383808" y="309510"/>
                </a:lnTo>
                <a:lnTo>
                  <a:pt x="383494" y="314876"/>
                </a:lnTo>
                <a:lnTo>
                  <a:pt x="385685" y="323768"/>
                </a:lnTo>
                <a:lnTo>
                  <a:pt x="386969" y="326140"/>
                </a:lnTo>
                <a:lnTo>
                  <a:pt x="388945" y="328406"/>
                </a:lnTo>
                <a:lnTo>
                  <a:pt x="391084" y="330286"/>
                </a:lnTo>
                <a:lnTo>
                  <a:pt x="393538" y="331417"/>
                </a:lnTo>
                <a:lnTo>
                  <a:pt x="398518" y="332741"/>
                </a:lnTo>
                <a:lnTo>
                  <a:pt x="401276" y="332751"/>
                </a:lnTo>
                <a:lnTo>
                  <a:pt x="406688" y="331491"/>
                </a:lnTo>
                <a:lnTo>
                  <a:pt x="408327" y="330720"/>
                </a:lnTo>
                <a:lnTo>
                  <a:pt x="411940" y="327475"/>
                </a:lnTo>
                <a:lnTo>
                  <a:pt x="414312" y="324197"/>
                </a:lnTo>
                <a:lnTo>
                  <a:pt x="416330" y="320209"/>
                </a:lnTo>
                <a:lnTo>
                  <a:pt x="416134" y="308371"/>
                </a:lnTo>
                <a:lnTo>
                  <a:pt x="414684" y="303750"/>
                </a:lnTo>
                <a:lnTo>
                  <a:pt x="411554" y="299508"/>
                </a:lnTo>
                <a:lnTo>
                  <a:pt x="409265" y="297424"/>
                </a:lnTo>
                <a:lnTo>
                  <a:pt x="405628" y="296007"/>
                </a:lnTo>
                <a:lnTo>
                  <a:pt x="402150" y="295266"/>
                </a:lnTo>
                <a:lnTo>
                  <a:pt x="398906" y="295140"/>
                </a:lnTo>
                <a:lnTo>
                  <a:pt x="395936" y="295620"/>
                </a:lnTo>
                <a:close/>
                <a:moveTo>
                  <a:pt x="403216" y="304540"/>
                </a:moveTo>
                <a:lnTo>
                  <a:pt x="404771" y="306473"/>
                </a:lnTo>
                <a:lnTo>
                  <a:pt x="405816" y="309232"/>
                </a:lnTo>
                <a:lnTo>
                  <a:pt x="406328" y="314247"/>
                </a:lnTo>
                <a:lnTo>
                  <a:pt x="405898" y="317725"/>
                </a:lnTo>
                <a:lnTo>
                  <a:pt x="404670" y="321253"/>
                </a:lnTo>
                <a:lnTo>
                  <a:pt x="403312" y="323168"/>
                </a:lnTo>
                <a:lnTo>
                  <a:pt x="401591" y="324134"/>
                </a:lnTo>
                <a:lnTo>
                  <a:pt x="398815" y="324144"/>
                </a:lnTo>
                <a:lnTo>
                  <a:pt x="397099" y="323211"/>
                </a:lnTo>
                <a:lnTo>
                  <a:pt x="396090" y="322063"/>
                </a:lnTo>
                <a:lnTo>
                  <a:pt x="394056" y="318079"/>
                </a:lnTo>
                <a:lnTo>
                  <a:pt x="393461" y="315328"/>
                </a:lnTo>
                <a:lnTo>
                  <a:pt x="393861" y="311108"/>
                </a:lnTo>
                <a:lnTo>
                  <a:pt x="395316" y="307014"/>
                </a:lnTo>
                <a:lnTo>
                  <a:pt x="397382" y="304347"/>
                </a:lnTo>
                <a:lnTo>
                  <a:pt x="400299" y="303611"/>
                </a:lnTo>
                <a:lnTo>
                  <a:pt x="403216" y="304540"/>
                </a:lnTo>
                <a:close/>
                <a:moveTo>
                  <a:pt x="441257" y="295379"/>
                </a:moveTo>
                <a:lnTo>
                  <a:pt x="439822" y="296784"/>
                </a:lnTo>
                <a:lnTo>
                  <a:pt x="439147" y="300892"/>
                </a:lnTo>
                <a:lnTo>
                  <a:pt x="438991" y="330190"/>
                </a:lnTo>
                <a:lnTo>
                  <a:pt x="441126" y="331661"/>
                </a:lnTo>
                <a:lnTo>
                  <a:pt x="442848" y="331974"/>
                </a:lnTo>
                <a:lnTo>
                  <a:pt x="444570" y="331661"/>
                </a:lnTo>
                <a:lnTo>
                  <a:pt x="446705" y="330190"/>
                </a:lnTo>
                <a:lnTo>
                  <a:pt x="447428" y="318483"/>
                </a:lnTo>
                <a:lnTo>
                  <a:pt x="447621" y="317413"/>
                </a:lnTo>
                <a:lnTo>
                  <a:pt x="448495" y="316576"/>
                </a:lnTo>
                <a:lnTo>
                  <a:pt x="449796" y="318336"/>
                </a:lnTo>
                <a:lnTo>
                  <a:pt x="452802" y="327701"/>
                </a:lnTo>
                <a:lnTo>
                  <a:pt x="454281" y="330129"/>
                </a:lnTo>
                <a:lnTo>
                  <a:pt x="455997" y="331435"/>
                </a:lnTo>
                <a:lnTo>
                  <a:pt x="459193" y="331491"/>
                </a:lnTo>
                <a:lnTo>
                  <a:pt x="461127" y="330283"/>
                </a:lnTo>
                <a:lnTo>
                  <a:pt x="462013" y="328427"/>
                </a:lnTo>
                <a:lnTo>
                  <a:pt x="463610" y="322065"/>
                </a:lnTo>
                <a:lnTo>
                  <a:pt x="464843" y="320335"/>
                </a:lnTo>
                <a:lnTo>
                  <a:pt x="466329" y="319582"/>
                </a:lnTo>
                <a:lnTo>
                  <a:pt x="467435" y="319837"/>
                </a:lnTo>
                <a:lnTo>
                  <a:pt x="467835" y="320601"/>
                </a:lnTo>
                <a:lnTo>
                  <a:pt x="467534" y="329177"/>
                </a:lnTo>
                <a:lnTo>
                  <a:pt x="468643" y="330334"/>
                </a:lnTo>
                <a:lnTo>
                  <a:pt x="470337" y="331462"/>
                </a:lnTo>
                <a:lnTo>
                  <a:pt x="472403" y="331913"/>
                </a:lnTo>
                <a:lnTo>
                  <a:pt x="475421" y="331390"/>
                </a:lnTo>
                <a:lnTo>
                  <a:pt x="476860" y="330283"/>
                </a:lnTo>
                <a:lnTo>
                  <a:pt x="477370" y="329078"/>
                </a:lnTo>
                <a:lnTo>
                  <a:pt x="477606" y="326079"/>
                </a:lnTo>
                <a:lnTo>
                  <a:pt x="477803" y="308452"/>
                </a:lnTo>
                <a:lnTo>
                  <a:pt x="477492" y="299273"/>
                </a:lnTo>
                <a:lnTo>
                  <a:pt x="476648" y="296578"/>
                </a:lnTo>
                <a:lnTo>
                  <a:pt x="474940" y="295504"/>
                </a:lnTo>
                <a:lnTo>
                  <a:pt x="469767" y="294993"/>
                </a:lnTo>
                <a:lnTo>
                  <a:pt x="467490" y="295610"/>
                </a:lnTo>
                <a:lnTo>
                  <a:pt x="464932" y="297118"/>
                </a:lnTo>
                <a:lnTo>
                  <a:pt x="463354" y="299726"/>
                </a:lnTo>
                <a:lnTo>
                  <a:pt x="460856" y="308963"/>
                </a:lnTo>
                <a:lnTo>
                  <a:pt x="459782" y="310509"/>
                </a:lnTo>
                <a:lnTo>
                  <a:pt x="457409" y="311868"/>
                </a:lnTo>
                <a:lnTo>
                  <a:pt x="455814" y="309583"/>
                </a:lnTo>
                <a:lnTo>
                  <a:pt x="452829" y="299718"/>
                </a:lnTo>
                <a:lnTo>
                  <a:pt x="450884" y="296662"/>
                </a:lnTo>
                <a:lnTo>
                  <a:pt x="449828" y="295802"/>
                </a:lnTo>
                <a:lnTo>
                  <a:pt x="447179" y="295153"/>
                </a:lnTo>
                <a:lnTo>
                  <a:pt x="443859" y="294973"/>
                </a:lnTo>
                <a:lnTo>
                  <a:pt x="441257" y="295379"/>
                </a:lnTo>
                <a:close/>
                <a:moveTo>
                  <a:pt x="505045" y="295282"/>
                </a:moveTo>
                <a:lnTo>
                  <a:pt x="503188" y="295991"/>
                </a:lnTo>
                <a:lnTo>
                  <a:pt x="501429" y="297452"/>
                </a:lnTo>
                <a:lnTo>
                  <a:pt x="501429" y="329949"/>
                </a:lnTo>
                <a:lnTo>
                  <a:pt x="503615" y="331458"/>
                </a:lnTo>
                <a:lnTo>
                  <a:pt x="505831" y="331817"/>
                </a:lnTo>
                <a:lnTo>
                  <a:pt x="509306" y="330978"/>
                </a:lnTo>
                <a:lnTo>
                  <a:pt x="510301" y="329920"/>
                </a:lnTo>
                <a:lnTo>
                  <a:pt x="511035" y="323810"/>
                </a:lnTo>
                <a:lnTo>
                  <a:pt x="511071" y="306082"/>
                </a:lnTo>
                <a:lnTo>
                  <a:pt x="514187" y="303859"/>
                </a:lnTo>
                <a:lnTo>
                  <a:pt x="517472" y="303604"/>
                </a:lnTo>
                <a:lnTo>
                  <a:pt x="519403" y="304071"/>
                </a:lnTo>
                <a:lnTo>
                  <a:pt x="520048" y="304666"/>
                </a:lnTo>
                <a:lnTo>
                  <a:pt x="520831" y="306970"/>
                </a:lnTo>
                <a:lnTo>
                  <a:pt x="520955" y="329515"/>
                </a:lnTo>
                <a:lnTo>
                  <a:pt x="522496" y="331037"/>
                </a:lnTo>
                <a:lnTo>
                  <a:pt x="524270" y="331694"/>
                </a:lnTo>
                <a:lnTo>
                  <a:pt x="527336" y="331611"/>
                </a:lnTo>
                <a:lnTo>
                  <a:pt x="529130" y="330899"/>
                </a:lnTo>
                <a:lnTo>
                  <a:pt x="530309" y="329707"/>
                </a:lnTo>
                <a:lnTo>
                  <a:pt x="530641" y="326571"/>
                </a:lnTo>
                <a:lnTo>
                  <a:pt x="530839" y="298175"/>
                </a:lnTo>
                <a:lnTo>
                  <a:pt x="528667" y="296134"/>
                </a:lnTo>
                <a:lnTo>
                  <a:pt x="526886" y="295331"/>
                </a:lnTo>
                <a:lnTo>
                  <a:pt x="505045" y="295282"/>
                </a:lnTo>
                <a:close/>
                <a:moveTo>
                  <a:pt x="563625" y="295957"/>
                </a:moveTo>
                <a:lnTo>
                  <a:pt x="561185" y="298346"/>
                </a:lnTo>
                <a:lnTo>
                  <a:pt x="559915" y="301027"/>
                </a:lnTo>
                <a:lnTo>
                  <a:pt x="557564" y="309850"/>
                </a:lnTo>
                <a:lnTo>
                  <a:pt x="551710" y="326686"/>
                </a:lnTo>
                <a:lnTo>
                  <a:pt x="551501" y="329805"/>
                </a:lnTo>
                <a:lnTo>
                  <a:pt x="553319" y="331769"/>
                </a:lnTo>
                <a:lnTo>
                  <a:pt x="557118" y="331760"/>
                </a:lnTo>
                <a:lnTo>
                  <a:pt x="558939" y="330304"/>
                </a:lnTo>
                <a:lnTo>
                  <a:pt x="560962" y="326512"/>
                </a:lnTo>
                <a:lnTo>
                  <a:pt x="562323" y="324964"/>
                </a:lnTo>
                <a:lnTo>
                  <a:pt x="564153" y="324159"/>
                </a:lnTo>
                <a:lnTo>
                  <a:pt x="567560" y="323894"/>
                </a:lnTo>
                <a:lnTo>
                  <a:pt x="569561" y="324458"/>
                </a:lnTo>
                <a:lnTo>
                  <a:pt x="570570" y="325296"/>
                </a:lnTo>
                <a:lnTo>
                  <a:pt x="573057" y="329597"/>
                </a:lnTo>
                <a:lnTo>
                  <a:pt x="574648" y="331039"/>
                </a:lnTo>
                <a:lnTo>
                  <a:pt x="577463" y="331877"/>
                </a:lnTo>
                <a:lnTo>
                  <a:pt x="580964" y="331407"/>
                </a:lnTo>
                <a:lnTo>
                  <a:pt x="582043" y="330327"/>
                </a:lnTo>
                <a:lnTo>
                  <a:pt x="582332" y="329274"/>
                </a:lnTo>
                <a:lnTo>
                  <a:pt x="581699" y="324856"/>
                </a:lnTo>
                <a:lnTo>
                  <a:pt x="575411" y="306229"/>
                </a:lnTo>
                <a:lnTo>
                  <a:pt x="573271" y="298604"/>
                </a:lnTo>
                <a:lnTo>
                  <a:pt x="572207" y="296952"/>
                </a:lnTo>
                <a:lnTo>
                  <a:pt x="569881" y="295528"/>
                </a:lnTo>
                <a:lnTo>
                  <a:pt x="565798" y="295013"/>
                </a:lnTo>
                <a:lnTo>
                  <a:pt x="563625" y="295957"/>
                </a:lnTo>
                <a:close/>
                <a:moveTo>
                  <a:pt x="567675" y="312688"/>
                </a:moveTo>
                <a:lnTo>
                  <a:pt x="568200" y="313989"/>
                </a:lnTo>
                <a:lnTo>
                  <a:pt x="567521" y="315022"/>
                </a:lnTo>
                <a:lnTo>
                  <a:pt x="565421" y="315459"/>
                </a:lnTo>
                <a:lnTo>
                  <a:pt x="564352" y="314796"/>
                </a:lnTo>
                <a:lnTo>
                  <a:pt x="564168" y="313137"/>
                </a:lnTo>
                <a:lnTo>
                  <a:pt x="564946" y="312011"/>
                </a:lnTo>
                <a:lnTo>
                  <a:pt x="566266" y="311822"/>
                </a:lnTo>
                <a:lnTo>
                  <a:pt x="567675" y="312688"/>
                </a:lnTo>
                <a:close/>
                <a:moveTo>
                  <a:pt x="606632" y="295379"/>
                </a:moveTo>
                <a:lnTo>
                  <a:pt x="605091" y="296781"/>
                </a:lnTo>
                <a:lnTo>
                  <a:pt x="604355" y="300767"/>
                </a:lnTo>
                <a:lnTo>
                  <a:pt x="604185" y="322627"/>
                </a:lnTo>
                <a:lnTo>
                  <a:pt x="604371" y="329140"/>
                </a:lnTo>
                <a:lnTo>
                  <a:pt x="604729" y="330180"/>
                </a:lnTo>
                <a:lnTo>
                  <a:pt x="606718" y="331592"/>
                </a:lnTo>
                <a:lnTo>
                  <a:pt x="609477" y="331957"/>
                </a:lnTo>
                <a:lnTo>
                  <a:pt x="611240" y="331512"/>
                </a:lnTo>
                <a:lnTo>
                  <a:pt x="613189" y="330093"/>
                </a:lnTo>
                <a:lnTo>
                  <a:pt x="613507" y="321391"/>
                </a:lnTo>
                <a:lnTo>
                  <a:pt x="614021" y="318678"/>
                </a:lnTo>
                <a:lnTo>
                  <a:pt x="615892" y="317237"/>
                </a:lnTo>
                <a:lnTo>
                  <a:pt x="619138" y="316828"/>
                </a:lnTo>
                <a:lnTo>
                  <a:pt x="622214" y="317500"/>
                </a:lnTo>
                <a:lnTo>
                  <a:pt x="623411" y="318522"/>
                </a:lnTo>
                <a:lnTo>
                  <a:pt x="623893" y="329659"/>
                </a:lnTo>
                <a:lnTo>
                  <a:pt x="625691" y="331338"/>
                </a:lnTo>
                <a:lnTo>
                  <a:pt x="627095" y="331879"/>
                </a:lnTo>
                <a:lnTo>
                  <a:pt x="629541" y="331923"/>
                </a:lnTo>
                <a:lnTo>
                  <a:pt x="631680" y="331061"/>
                </a:lnTo>
                <a:lnTo>
                  <a:pt x="633054" y="329515"/>
                </a:lnTo>
                <a:lnTo>
                  <a:pt x="633054" y="298513"/>
                </a:lnTo>
                <a:lnTo>
                  <a:pt x="631897" y="296666"/>
                </a:lnTo>
                <a:lnTo>
                  <a:pt x="630763" y="295561"/>
                </a:lnTo>
                <a:lnTo>
                  <a:pt x="629582" y="295138"/>
                </a:lnTo>
                <a:lnTo>
                  <a:pt x="627460" y="295112"/>
                </a:lnTo>
                <a:lnTo>
                  <a:pt x="625804" y="295871"/>
                </a:lnTo>
                <a:lnTo>
                  <a:pt x="624284" y="298375"/>
                </a:lnTo>
                <a:lnTo>
                  <a:pt x="624053" y="305166"/>
                </a:lnTo>
                <a:lnTo>
                  <a:pt x="623470" y="307124"/>
                </a:lnTo>
                <a:lnTo>
                  <a:pt x="622208" y="308320"/>
                </a:lnTo>
                <a:lnTo>
                  <a:pt x="618872" y="308854"/>
                </a:lnTo>
                <a:lnTo>
                  <a:pt x="615544" y="308423"/>
                </a:lnTo>
                <a:lnTo>
                  <a:pt x="613973" y="307348"/>
                </a:lnTo>
                <a:lnTo>
                  <a:pt x="613364" y="304945"/>
                </a:lnTo>
                <a:lnTo>
                  <a:pt x="613286" y="297693"/>
                </a:lnTo>
                <a:lnTo>
                  <a:pt x="610003" y="295112"/>
                </a:lnTo>
                <a:lnTo>
                  <a:pt x="608420" y="294942"/>
                </a:lnTo>
                <a:lnTo>
                  <a:pt x="606632" y="295379"/>
                </a:lnTo>
                <a:close/>
                <a:moveTo>
                  <a:pt x="659716" y="295861"/>
                </a:moveTo>
                <a:lnTo>
                  <a:pt x="657959" y="297321"/>
                </a:lnTo>
                <a:lnTo>
                  <a:pt x="657578" y="298673"/>
                </a:lnTo>
                <a:lnTo>
                  <a:pt x="657257" y="329177"/>
                </a:lnTo>
                <a:lnTo>
                  <a:pt x="658755" y="330837"/>
                </a:lnTo>
                <a:lnTo>
                  <a:pt x="660623" y="331690"/>
                </a:lnTo>
                <a:lnTo>
                  <a:pt x="662850" y="331923"/>
                </a:lnTo>
                <a:lnTo>
                  <a:pt x="664827" y="331443"/>
                </a:lnTo>
                <a:lnTo>
                  <a:pt x="667430" y="328400"/>
                </a:lnTo>
                <a:lnTo>
                  <a:pt x="671528" y="321632"/>
                </a:lnTo>
                <a:lnTo>
                  <a:pt x="676157" y="316449"/>
                </a:lnTo>
                <a:lnTo>
                  <a:pt x="677500" y="318224"/>
                </a:lnTo>
                <a:lnTo>
                  <a:pt x="677827" y="319402"/>
                </a:lnTo>
                <a:lnTo>
                  <a:pt x="677653" y="327030"/>
                </a:lnTo>
                <a:lnTo>
                  <a:pt x="677989" y="329852"/>
                </a:lnTo>
                <a:lnTo>
                  <a:pt x="679051" y="331056"/>
                </a:lnTo>
                <a:lnTo>
                  <a:pt x="680687" y="331756"/>
                </a:lnTo>
                <a:lnTo>
                  <a:pt x="683498" y="331794"/>
                </a:lnTo>
                <a:lnTo>
                  <a:pt x="685131" y="331101"/>
                </a:lnTo>
                <a:lnTo>
                  <a:pt x="686571" y="329515"/>
                </a:lnTo>
                <a:lnTo>
                  <a:pt x="686571" y="297693"/>
                </a:lnTo>
                <a:lnTo>
                  <a:pt x="683298" y="295048"/>
                </a:lnTo>
                <a:lnTo>
                  <a:pt x="681337" y="294940"/>
                </a:lnTo>
                <a:lnTo>
                  <a:pt x="679320" y="295951"/>
                </a:lnTo>
                <a:lnTo>
                  <a:pt x="676257" y="299529"/>
                </a:lnTo>
                <a:lnTo>
                  <a:pt x="670295" y="308915"/>
                </a:lnTo>
                <a:lnTo>
                  <a:pt x="668510" y="310614"/>
                </a:lnTo>
                <a:lnTo>
                  <a:pt x="667800" y="310304"/>
                </a:lnTo>
                <a:lnTo>
                  <a:pt x="667061" y="308415"/>
                </a:lnTo>
                <a:lnTo>
                  <a:pt x="666636" y="299454"/>
                </a:lnTo>
                <a:lnTo>
                  <a:pt x="665829" y="296488"/>
                </a:lnTo>
                <a:lnTo>
                  <a:pt x="664586" y="295427"/>
                </a:lnTo>
                <a:lnTo>
                  <a:pt x="663096" y="294971"/>
                </a:lnTo>
                <a:lnTo>
                  <a:pt x="661680" y="295007"/>
                </a:lnTo>
                <a:lnTo>
                  <a:pt x="659716" y="295861"/>
                </a:lnTo>
                <a:close/>
                <a:moveTo>
                  <a:pt x="712077" y="296777"/>
                </a:moveTo>
                <a:lnTo>
                  <a:pt x="710679" y="298224"/>
                </a:lnTo>
                <a:lnTo>
                  <a:pt x="710920" y="324693"/>
                </a:lnTo>
                <a:lnTo>
                  <a:pt x="711185" y="329417"/>
                </a:lnTo>
                <a:lnTo>
                  <a:pt x="711743" y="330406"/>
                </a:lnTo>
                <a:lnTo>
                  <a:pt x="713309" y="331344"/>
                </a:lnTo>
                <a:lnTo>
                  <a:pt x="715325" y="331775"/>
                </a:lnTo>
                <a:lnTo>
                  <a:pt x="717382" y="331667"/>
                </a:lnTo>
                <a:lnTo>
                  <a:pt x="719069" y="330991"/>
                </a:lnTo>
                <a:lnTo>
                  <a:pt x="725565" y="320121"/>
                </a:lnTo>
                <a:lnTo>
                  <a:pt x="727391" y="318600"/>
                </a:lnTo>
                <a:lnTo>
                  <a:pt x="729517" y="317658"/>
                </a:lnTo>
                <a:lnTo>
                  <a:pt x="730237" y="317861"/>
                </a:lnTo>
                <a:lnTo>
                  <a:pt x="730597" y="318877"/>
                </a:lnTo>
                <a:lnTo>
                  <a:pt x="731555" y="330431"/>
                </a:lnTo>
                <a:lnTo>
                  <a:pt x="733363" y="331543"/>
                </a:lnTo>
                <a:lnTo>
                  <a:pt x="736120" y="331882"/>
                </a:lnTo>
                <a:lnTo>
                  <a:pt x="738696" y="331377"/>
                </a:lnTo>
                <a:lnTo>
                  <a:pt x="740571" y="330045"/>
                </a:lnTo>
                <a:lnTo>
                  <a:pt x="740432" y="301937"/>
                </a:lnTo>
                <a:lnTo>
                  <a:pt x="739509" y="296622"/>
                </a:lnTo>
                <a:lnTo>
                  <a:pt x="738084" y="295540"/>
                </a:lnTo>
                <a:lnTo>
                  <a:pt x="735750" y="295379"/>
                </a:lnTo>
                <a:lnTo>
                  <a:pt x="734304" y="295622"/>
                </a:lnTo>
                <a:lnTo>
                  <a:pt x="732194" y="296837"/>
                </a:lnTo>
                <a:lnTo>
                  <a:pt x="730267" y="298964"/>
                </a:lnTo>
                <a:lnTo>
                  <a:pt x="723938" y="309216"/>
                </a:lnTo>
                <a:lnTo>
                  <a:pt x="722262" y="310289"/>
                </a:lnTo>
                <a:lnTo>
                  <a:pt x="721296" y="310000"/>
                </a:lnTo>
                <a:lnTo>
                  <a:pt x="720661" y="308831"/>
                </a:lnTo>
                <a:lnTo>
                  <a:pt x="720321" y="297741"/>
                </a:lnTo>
                <a:lnTo>
                  <a:pt x="718538" y="296105"/>
                </a:lnTo>
                <a:lnTo>
                  <a:pt x="716423" y="295340"/>
                </a:lnTo>
                <a:lnTo>
                  <a:pt x="714111" y="295569"/>
                </a:lnTo>
                <a:lnTo>
                  <a:pt x="712077" y="296777"/>
                </a:lnTo>
                <a:close/>
                <a:moveTo>
                  <a:pt x="952039" y="298320"/>
                </a:moveTo>
                <a:lnTo>
                  <a:pt x="951702" y="300249"/>
                </a:lnTo>
                <a:lnTo>
                  <a:pt x="954512" y="306484"/>
                </a:lnTo>
                <a:lnTo>
                  <a:pt x="953908" y="307749"/>
                </a:lnTo>
                <a:lnTo>
                  <a:pt x="950526" y="308599"/>
                </a:lnTo>
                <a:lnTo>
                  <a:pt x="941771" y="307873"/>
                </a:lnTo>
                <a:lnTo>
                  <a:pt x="936673" y="308532"/>
                </a:lnTo>
                <a:lnTo>
                  <a:pt x="933621" y="310201"/>
                </a:lnTo>
                <a:lnTo>
                  <a:pt x="933176" y="312428"/>
                </a:lnTo>
                <a:lnTo>
                  <a:pt x="934217" y="314684"/>
                </a:lnTo>
                <a:lnTo>
                  <a:pt x="936527" y="316120"/>
                </a:lnTo>
                <a:lnTo>
                  <a:pt x="941879" y="317702"/>
                </a:lnTo>
                <a:lnTo>
                  <a:pt x="948194" y="318410"/>
                </a:lnTo>
                <a:lnTo>
                  <a:pt x="949882" y="319046"/>
                </a:lnTo>
                <a:lnTo>
                  <a:pt x="951710" y="320649"/>
                </a:lnTo>
                <a:lnTo>
                  <a:pt x="955237" y="328258"/>
                </a:lnTo>
                <a:lnTo>
                  <a:pt x="960063" y="341840"/>
                </a:lnTo>
                <a:lnTo>
                  <a:pt x="966865" y="351696"/>
                </a:lnTo>
                <a:lnTo>
                  <a:pt x="971351" y="362236"/>
                </a:lnTo>
                <a:lnTo>
                  <a:pt x="972331" y="368231"/>
                </a:lnTo>
                <a:lnTo>
                  <a:pt x="972673" y="388370"/>
                </a:lnTo>
                <a:lnTo>
                  <a:pt x="974073" y="395327"/>
                </a:lnTo>
                <a:lnTo>
                  <a:pt x="972452" y="405573"/>
                </a:lnTo>
                <a:lnTo>
                  <a:pt x="970429" y="428035"/>
                </a:lnTo>
                <a:lnTo>
                  <a:pt x="969435" y="432623"/>
                </a:lnTo>
                <a:lnTo>
                  <a:pt x="967187" y="438068"/>
                </a:lnTo>
                <a:lnTo>
                  <a:pt x="965715" y="440326"/>
                </a:lnTo>
                <a:lnTo>
                  <a:pt x="963695" y="442047"/>
                </a:lnTo>
                <a:lnTo>
                  <a:pt x="961154" y="443212"/>
                </a:lnTo>
                <a:lnTo>
                  <a:pt x="958120" y="443804"/>
                </a:lnTo>
                <a:lnTo>
                  <a:pt x="953775" y="443879"/>
                </a:lnTo>
                <a:lnTo>
                  <a:pt x="948983" y="437837"/>
                </a:lnTo>
                <a:lnTo>
                  <a:pt x="949025" y="436694"/>
                </a:lnTo>
                <a:lnTo>
                  <a:pt x="949858" y="435809"/>
                </a:lnTo>
                <a:lnTo>
                  <a:pt x="955627" y="434734"/>
                </a:lnTo>
                <a:lnTo>
                  <a:pt x="957373" y="433873"/>
                </a:lnTo>
                <a:lnTo>
                  <a:pt x="958307" y="432693"/>
                </a:lnTo>
                <a:lnTo>
                  <a:pt x="958452" y="410370"/>
                </a:lnTo>
                <a:lnTo>
                  <a:pt x="955903" y="403724"/>
                </a:lnTo>
                <a:lnTo>
                  <a:pt x="954493" y="394445"/>
                </a:lnTo>
                <a:lnTo>
                  <a:pt x="953276" y="390689"/>
                </a:lnTo>
                <a:lnTo>
                  <a:pt x="950109" y="385758"/>
                </a:lnTo>
                <a:lnTo>
                  <a:pt x="943794" y="380241"/>
                </a:lnTo>
                <a:lnTo>
                  <a:pt x="940859" y="378942"/>
                </a:lnTo>
                <a:lnTo>
                  <a:pt x="938632" y="379626"/>
                </a:lnTo>
                <a:lnTo>
                  <a:pt x="928242" y="395003"/>
                </a:lnTo>
                <a:lnTo>
                  <a:pt x="925921" y="397095"/>
                </a:lnTo>
                <a:lnTo>
                  <a:pt x="923591" y="397292"/>
                </a:lnTo>
                <a:lnTo>
                  <a:pt x="919775" y="394537"/>
                </a:lnTo>
                <a:lnTo>
                  <a:pt x="917861" y="393670"/>
                </a:lnTo>
                <a:lnTo>
                  <a:pt x="916169" y="393753"/>
                </a:lnTo>
                <a:lnTo>
                  <a:pt x="914480" y="395086"/>
                </a:lnTo>
                <a:lnTo>
                  <a:pt x="918386" y="407604"/>
                </a:lnTo>
                <a:lnTo>
                  <a:pt x="919844" y="408686"/>
                </a:lnTo>
                <a:lnTo>
                  <a:pt x="923549" y="409385"/>
                </a:lnTo>
                <a:lnTo>
                  <a:pt x="926904" y="408908"/>
                </a:lnTo>
                <a:lnTo>
                  <a:pt x="929600" y="407322"/>
                </a:lnTo>
                <a:lnTo>
                  <a:pt x="934356" y="402835"/>
                </a:lnTo>
                <a:lnTo>
                  <a:pt x="941963" y="394598"/>
                </a:lnTo>
                <a:lnTo>
                  <a:pt x="943011" y="394569"/>
                </a:lnTo>
                <a:lnTo>
                  <a:pt x="943999" y="395729"/>
                </a:lnTo>
                <a:lnTo>
                  <a:pt x="944458" y="397995"/>
                </a:lnTo>
                <a:lnTo>
                  <a:pt x="944518" y="404488"/>
                </a:lnTo>
                <a:lnTo>
                  <a:pt x="948134" y="410852"/>
                </a:lnTo>
                <a:lnTo>
                  <a:pt x="948471" y="422134"/>
                </a:lnTo>
                <a:lnTo>
                  <a:pt x="946129" y="424197"/>
                </a:lnTo>
                <a:lnTo>
                  <a:pt x="941421" y="425018"/>
                </a:lnTo>
                <a:lnTo>
                  <a:pt x="939388" y="426478"/>
                </a:lnTo>
                <a:lnTo>
                  <a:pt x="936056" y="432313"/>
                </a:lnTo>
                <a:lnTo>
                  <a:pt x="934967" y="435013"/>
                </a:lnTo>
                <a:lnTo>
                  <a:pt x="934718" y="436954"/>
                </a:lnTo>
                <a:lnTo>
                  <a:pt x="936031" y="439534"/>
                </a:lnTo>
                <a:lnTo>
                  <a:pt x="942905" y="447489"/>
                </a:lnTo>
                <a:lnTo>
                  <a:pt x="944845" y="452017"/>
                </a:lnTo>
                <a:lnTo>
                  <a:pt x="944393" y="454696"/>
                </a:lnTo>
                <a:lnTo>
                  <a:pt x="939622" y="460715"/>
                </a:lnTo>
                <a:lnTo>
                  <a:pt x="939576" y="462815"/>
                </a:lnTo>
                <a:lnTo>
                  <a:pt x="942042" y="465387"/>
                </a:lnTo>
                <a:lnTo>
                  <a:pt x="944263" y="466301"/>
                </a:lnTo>
                <a:lnTo>
                  <a:pt x="948117" y="466942"/>
                </a:lnTo>
                <a:lnTo>
                  <a:pt x="951345" y="466547"/>
                </a:lnTo>
                <a:lnTo>
                  <a:pt x="952596" y="465652"/>
                </a:lnTo>
                <a:lnTo>
                  <a:pt x="955254" y="462037"/>
                </a:lnTo>
                <a:lnTo>
                  <a:pt x="957376" y="456899"/>
                </a:lnTo>
                <a:lnTo>
                  <a:pt x="959766" y="454595"/>
                </a:lnTo>
                <a:lnTo>
                  <a:pt x="963587" y="452993"/>
                </a:lnTo>
                <a:lnTo>
                  <a:pt x="970373" y="451344"/>
                </a:lnTo>
                <a:lnTo>
                  <a:pt x="974342" y="445898"/>
                </a:lnTo>
                <a:lnTo>
                  <a:pt x="978798" y="438624"/>
                </a:lnTo>
                <a:lnTo>
                  <a:pt x="981818" y="417633"/>
                </a:lnTo>
                <a:lnTo>
                  <a:pt x="983030" y="402124"/>
                </a:lnTo>
                <a:lnTo>
                  <a:pt x="982848" y="361674"/>
                </a:lnTo>
                <a:lnTo>
                  <a:pt x="977767" y="350301"/>
                </a:lnTo>
                <a:lnTo>
                  <a:pt x="974933" y="345720"/>
                </a:lnTo>
                <a:lnTo>
                  <a:pt x="972127" y="342237"/>
                </a:lnTo>
                <a:lnTo>
                  <a:pt x="968186" y="335286"/>
                </a:lnTo>
                <a:lnTo>
                  <a:pt x="967720" y="333377"/>
                </a:lnTo>
                <a:lnTo>
                  <a:pt x="968195" y="330669"/>
                </a:lnTo>
                <a:lnTo>
                  <a:pt x="969177" y="330235"/>
                </a:lnTo>
                <a:lnTo>
                  <a:pt x="971719" y="332137"/>
                </a:lnTo>
                <a:lnTo>
                  <a:pt x="980672" y="343931"/>
                </a:lnTo>
                <a:lnTo>
                  <a:pt x="985130" y="350555"/>
                </a:lnTo>
                <a:lnTo>
                  <a:pt x="988240" y="354028"/>
                </a:lnTo>
                <a:lnTo>
                  <a:pt x="990951" y="356331"/>
                </a:lnTo>
                <a:lnTo>
                  <a:pt x="993265" y="360060"/>
                </a:lnTo>
                <a:lnTo>
                  <a:pt x="995450" y="365096"/>
                </a:lnTo>
                <a:lnTo>
                  <a:pt x="997891" y="369372"/>
                </a:lnTo>
                <a:lnTo>
                  <a:pt x="1000941" y="373245"/>
                </a:lnTo>
                <a:lnTo>
                  <a:pt x="1004257" y="376331"/>
                </a:lnTo>
                <a:lnTo>
                  <a:pt x="1007496" y="378247"/>
                </a:lnTo>
                <a:lnTo>
                  <a:pt x="1008980" y="378645"/>
                </a:lnTo>
                <a:lnTo>
                  <a:pt x="1011563" y="378289"/>
                </a:lnTo>
                <a:lnTo>
                  <a:pt x="1012979" y="376240"/>
                </a:lnTo>
                <a:lnTo>
                  <a:pt x="1013609" y="371943"/>
                </a:lnTo>
                <a:lnTo>
                  <a:pt x="1016405" y="370864"/>
                </a:lnTo>
                <a:lnTo>
                  <a:pt x="1019815" y="370272"/>
                </a:lnTo>
                <a:lnTo>
                  <a:pt x="1020751" y="368779"/>
                </a:lnTo>
                <a:lnTo>
                  <a:pt x="1019877" y="366440"/>
                </a:lnTo>
                <a:lnTo>
                  <a:pt x="1016771" y="363313"/>
                </a:lnTo>
                <a:lnTo>
                  <a:pt x="1004080" y="357046"/>
                </a:lnTo>
                <a:lnTo>
                  <a:pt x="1001547" y="355065"/>
                </a:lnTo>
                <a:lnTo>
                  <a:pt x="999645" y="352447"/>
                </a:lnTo>
                <a:lnTo>
                  <a:pt x="998036" y="347016"/>
                </a:lnTo>
                <a:lnTo>
                  <a:pt x="997420" y="342500"/>
                </a:lnTo>
                <a:lnTo>
                  <a:pt x="998207" y="340682"/>
                </a:lnTo>
                <a:lnTo>
                  <a:pt x="1002592" y="337428"/>
                </a:lnTo>
                <a:lnTo>
                  <a:pt x="1002664" y="334625"/>
                </a:lnTo>
                <a:lnTo>
                  <a:pt x="1001705" y="332775"/>
                </a:lnTo>
                <a:lnTo>
                  <a:pt x="975254" y="314213"/>
                </a:lnTo>
                <a:lnTo>
                  <a:pt x="972896" y="311775"/>
                </a:lnTo>
                <a:lnTo>
                  <a:pt x="968273" y="305690"/>
                </a:lnTo>
                <a:lnTo>
                  <a:pt x="960959" y="298706"/>
                </a:lnTo>
                <a:lnTo>
                  <a:pt x="959050" y="297805"/>
                </a:lnTo>
                <a:lnTo>
                  <a:pt x="955866" y="297211"/>
                </a:lnTo>
                <a:lnTo>
                  <a:pt x="953138" y="297555"/>
                </a:lnTo>
                <a:lnTo>
                  <a:pt x="952039" y="298320"/>
                </a:lnTo>
                <a:close/>
                <a:moveTo>
                  <a:pt x="648241" y="347932"/>
                </a:moveTo>
                <a:lnTo>
                  <a:pt x="642794" y="348762"/>
                </a:lnTo>
                <a:lnTo>
                  <a:pt x="637670" y="350133"/>
                </a:lnTo>
                <a:lnTo>
                  <a:pt x="632905" y="352017"/>
                </a:lnTo>
                <a:lnTo>
                  <a:pt x="628532" y="354385"/>
                </a:lnTo>
                <a:lnTo>
                  <a:pt x="624586" y="357208"/>
                </a:lnTo>
                <a:lnTo>
                  <a:pt x="621101" y="360457"/>
                </a:lnTo>
                <a:lnTo>
                  <a:pt x="618113" y="364105"/>
                </a:lnTo>
                <a:lnTo>
                  <a:pt x="615654" y="368122"/>
                </a:lnTo>
                <a:lnTo>
                  <a:pt x="613761" y="372480"/>
                </a:lnTo>
                <a:lnTo>
                  <a:pt x="612466" y="377150"/>
                </a:lnTo>
                <a:lnTo>
                  <a:pt x="611598" y="381441"/>
                </a:lnTo>
                <a:lnTo>
                  <a:pt x="611598" y="451352"/>
                </a:lnTo>
                <a:lnTo>
                  <a:pt x="613317" y="459657"/>
                </a:lnTo>
                <a:lnTo>
                  <a:pt x="616071" y="466314"/>
                </a:lnTo>
                <a:lnTo>
                  <a:pt x="617931" y="469386"/>
                </a:lnTo>
                <a:lnTo>
                  <a:pt x="622509" y="474888"/>
                </a:lnTo>
                <a:lnTo>
                  <a:pt x="628089" y="479361"/>
                </a:lnTo>
                <a:lnTo>
                  <a:pt x="634500" y="482595"/>
                </a:lnTo>
                <a:lnTo>
                  <a:pt x="642274" y="485017"/>
                </a:lnTo>
                <a:lnTo>
                  <a:pt x="657769" y="485634"/>
                </a:lnTo>
                <a:lnTo>
                  <a:pt x="704356" y="485548"/>
                </a:lnTo>
                <a:lnTo>
                  <a:pt x="710843" y="484724"/>
                </a:lnTo>
                <a:lnTo>
                  <a:pt x="720089" y="481248"/>
                </a:lnTo>
                <a:lnTo>
                  <a:pt x="726366" y="477026"/>
                </a:lnTo>
                <a:lnTo>
                  <a:pt x="731603" y="472064"/>
                </a:lnTo>
                <a:lnTo>
                  <a:pt x="736078" y="465049"/>
                </a:lnTo>
                <a:lnTo>
                  <a:pt x="739418" y="454961"/>
                </a:lnTo>
                <a:lnTo>
                  <a:pt x="740071" y="445910"/>
                </a:lnTo>
                <a:lnTo>
                  <a:pt x="740217" y="435217"/>
                </a:lnTo>
                <a:lnTo>
                  <a:pt x="739848" y="378066"/>
                </a:lnTo>
                <a:lnTo>
                  <a:pt x="735483" y="367532"/>
                </a:lnTo>
                <a:lnTo>
                  <a:pt x="732875" y="363548"/>
                </a:lnTo>
                <a:lnTo>
                  <a:pt x="729578" y="359551"/>
                </a:lnTo>
                <a:lnTo>
                  <a:pt x="723745" y="354700"/>
                </a:lnTo>
                <a:lnTo>
                  <a:pt x="717348" y="351338"/>
                </a:lnTo>
                <a:lnTo>
                  <a:pt x="705616" y="347740"/>
                </a:lnTo>
                <a:lnTo>
                  <a:pt x="648241" y="347932"/>
                </a:lnTo>
                <a:close/>
                <a:moveTo>
                  <a:pt x="701566" y="378066"/>
                </a:moveTo>
                <a:lnTo>
                  <a:pt x="704329" y="379657"/>
                </a:lnTo>
                <a:lnTo>
                  <a:pt x="707757" y="383127"/>
                </a:lnTo>
                <a:lnTo>
                  <a:pt x="709184" y="385781"/>
                </a:lnTo>
                <a:lnTo>
                  <a:pt x="709391" y="388140"/>
                </a:lnTo>
                <a:lnTo>
                  <a:pt x="709722" y="408119"/>
                </a:lnTo>
                <a:lnTo>
                  <a:pt x="709511" y="440696"/>
                </a:lnTo>
                <a:lnTo>
                  <a:pt x="709136" y="447881"/>
                </a:lnTo>
                <a:lnTo>
                  <a:pt x="707395" y="450942"/>
                </a:lnTo>
                <a:lnTo>
                  <a:pt x="703977" y="454775"/>
                </a:lnTo>
                <a:lnTo>
                  <a:pt x="695395" y="457427"/>
                </a:lnTo>
                <a:lnTo>
                  <a:pt x="654027" y="457138"/>
                </a:lnTo>
                <a:lnTo>
                  <a:pt x="646795" y="454155"/>
                </a:lnTo>
                <a:lnTo>
                  <a:pt x="644080" y="451198"/>
                </a:lnTo>
                <a:lnTo>
                  <a:pt x="641105" y="445566"/>
                </a:lnTo>
                <a:lnTo>
                  <a:pt x="641202" y="388529"/>
                </a:lnTo>
                <a:lnTo>
                  <a:pt x="644507" y="382038"/>
                </a:lnTo>
                <a:lnTo>
                  <a:pt x="648056" y="378824"/>
                </a:lnTo>
                <a:lnTo>
                  <a:pt x="649880" y="378018"/>
                </a:lnTo>
                <a:lnTo>
                  <a:pt x="651928" y="377747"/>
                </a:lnTo>
                <a:lnTo>
                  <a:pt x="682908" y="377341"/>
                </a:lnTo>
                <a:lnTo>
                  <a:pt x="701566" y="378066"/>
                </a:lnTo>
                <a:close/>
                <a:moveTo>
                  <a:pt x="29266" y="350825"/>
                </a:moveTo>
                <a:lnTo>
                  <a:pt x="1832" y="351066"/>
                </a:lnTo>
                <a:lnTo>
                  <a:pt x="0" y="353332"/>
                </a:lnTo>
                <a:lnTo>
                  <a:pt x="0" y="376765"/>
                </a:lnTo>
                <a:lnTo>
                  <a:pt x="1832" y="379031"/>
                </a:lnTo>
                <a:lnTo>
                  <a:pt x="69959" y="379272"/>
                </a:lnTo>
                <a:lnTo>
                  <a:pt x="74599" y="381245"/>
                </a:lnTo>
                <a:lnTo>
                  <a:pt x="76550" y="382535"/>
                </a:lnTo>
                <a:lnTo>
                  <a:pt x="80036" y="387131"/>
                </a:lnTo>
                <a:lnTo>
                  <a:pt x="79915" y="397647"/>
                </a:lnTo>
                <a:lnTo>
                  <a:pt x="79312" y="400232"/>
                </a:lnTo>
                <a:lnTo>
                  <a:pt x="76999" y="401055"/>
                </a:lnTo>
                <a:lnTo>
                  <a:pt x="73266" y="401318"/>
                </a:lnTo>
                <a:lnTo>
                  <a:pt x="35341" y="401836"/>
                </a:lnTo>
                <a:lnTo>
                  <a:pt x="34423" y="403197"/>
                </a:lnTo>
                <a:lnTo>
                  <a:pt x="33935" y="406477"/>
                </a:lnTo>
                <a:lnTo>
                  <a:pt x="33875" y="423531"/>
                </a:lnTo>
                <a:lnTo>
                  <a:pt x="34582" y="428925"/>
                </a:lnTo>
                <a:lnTo>
                  <a:pt x="35250" y="430066"/>
                </a:lnTo>
                <a:lnTo>
                  <a:pt x="36072" y="430463"/>
                </a:lnTo>
                <a:lnTo>
                  <a:pt x="78011" y="430861"/>
                </a:lnTo>
                <a:lnTo>
                  <a:pt x="80277" y="432693"/>
                </a:lnTo>
                <a:lnTo>
                  <a:pt x="79550" y="447009"/>
                </a:lnTo>
                <a:lnTo>
                  <a:pt x="78522" y="448922"/>
                </a:lnTo>
                <a:lnTo>
                  <a:pt x="76084" y="451270"/>
                </a:lnTo>
                <a:lnTo>
                  <a:pt x="70634" y="454245"/>
                </a:lnTo>
                <a:lnTo>
                  <a:pt x="2025" y="454727"/>
                </a:lnTo>
                <a:lnTo>
                  <a:pt x="0" y="456559"/>
                </a:lnTo>
                <a:lnTo>
                  <a:pt x="0" y="480907"/>
                </a:lnTo>
                <a:lnTo>
                  <a:pt x="1832" y="483174"/>
                </a:lnTo>
                <a:lnTo>
                  <a:pt x="68296" y="483210"/>
                </a:lnTo>
                <a:lnTo>
                  <a:pt x="77628" y="482610"/>
                </a:lnTo>
                <a:lnTo>
                  <a:pt x="84714" y="481646"/>
                </a:lnTo>
                <a:lnTo>
                  <a:pt x="89438" y="480275"/>
                </a:lnTo>
                <a:lnTo>
                  <a:pt x="95899" y="477539"/>
                </a:lnTo>
                <a:lnTo>
                  <a:pt x="101748" y="472575"/>
                </a:lnTo>
                <a:lnTo>
                  <a:pt x="105541" y="467039"/>
                </a:lnTo>
                <a:lnTo>
                  <a:pt x="107538" y="462347"/>
                </a:lnTo>
                <a:lnTo>
                  <a:pt x="109850" y="454768"/>
                </a:lnTo>
                <a:lnTo>
                  <a:pt x="110438" y="450441"/>
                </a:lnTo>
                <a:lnTo>
                  <a:pt x="111158" y="427596"/>
                </a:lnTo>
                <a:lnTo>
                  <a:pt x="110640" y="387299"/>
                </a:lnTo>
                <a:lnTo>
                  <a:pt x="109783" y="378229"/>
                </a:lnTo>
                <a:lnTo>
                  <a:pt x="106276" y="367275"/>
                </a:lnTo>
                <a:lnTo>
                  <a:pt x="103724" y="363007"/>
                </a:lnTo>
                <a:lnTo>
                  <a:pt x="102112" y="361107"/>
                </a:lnTo>
                <a:lnTo>
                  <a:pt x="98204" y="357766"/>
                </a:lnTo>
                <a:lnTo>
                  <a:pt x="93368" y="355019"/>
                </a:lnTo>
                <a:lnTo>
                  <a:pt x="85591" y="352246"/>
                </a:lnTo>
                <a:lnTo>
                  <a:pt x="79310" y="351252"/>
                </a:lnTo>
                <a:lnTo>
                  <a:pt x="69398" y="350763"/>
                </a:lnTo>
                <a:lnTo>
                  <a:pt x="29266" y="350825"/>
                </a:lnTo>
                <a:close/>
                <a:moveTo>
                  <a:pt x="220002" y="350729"/>
                </a:moveTo>
                <a:lnTo>
                  <a:pt x="216985" y="351231"/>
                </a:lnTo>
                <a:lnTo>
                  <a:pt x="216386" y="351645"/>
                </a:lnTo>
                <a:lnTo>
                  <a:pt x="216129" y="352606"/>
                </a:lnTo>
                <a:lnTo>
                  <a:pt x="215277" y="397979"/>
                </a:lnTo>
                <a:lnTo>
                  <a:pt x="213445" y="400004"/>
                </a:lnTo>
                <a:lnTo>
                  <a:pt x="170408" y="399954"/>
                </a:lnTo>
                <a:lnTo>
                  <a:pt x="155250" y="399522"/>
                </a:lnTo>
                <a:lnTo>
                  <a:pt x="154068" y="397769"/>
                </a:lnTo>
                <a:lnTo>
                  <a:pt x="153500" y="392218"/>
                </a:lnTo>
                <a:lnTo>
                  <a:pt x="153321" y="352320"/>
                </a:lnTo>
                <a:lnTo>
                  <a:pt x="151494" y="351257"/>
                </a:lnTo>
                <a:lnTo>
                  <a:pt x="148964" y="350958"/>
                </a:lnTo>
                <a:lnTo>
                  <a:pt x="124875" y="350825"/>
                </a:lnTo>
                <a:lnTo>
                  <a:pt x="122946" y="352754"/>
                </a:lnTo>
                <a:lnTo>
                  <a:pt x="122946" y="481004"/>
                </a:lnTo>
                <a:lnTo>
                  <a:pt x="124310" y="482292"/>
                </a:lnTo>
                <a:lnTo>
                  <a:pt x="126586" y="483051"/>
                </a:lnTo>
                <a:lnTo>
                  <a:pt x="129417" y="483298"/>
                </a:lnTo>
                <a:lnTo>
                  <a:pt x="151345" y="483174"/>
                </a:lnTo>
                <a:lnTo>
                  <a:pt x="153418" y="481100"/>
                </a:lnTo>
                <a:lnTo>
                  <a:pt x="153396" y="440774"/>
                </a:lnTo>
                <a:lnTo>
                  <a:pt x="154039" y="431263"/>
                </a:lnTo>
                <a:lnTo>
                  <a:pt x="154761" y="429772"/>
                </a:lnTo>
                <a:lnTo>
                  <a:pt x="155718" y="429331"/>
                </a:lnTo>
                <a:lnTo>
                  <a:pt x="166581" y="429019"/>
                </a:lnTo>
                <a:lnTo>
                  <a:pt x="213541" y="428932"/>
                </a:lnTo>
                <a:lnTo>
                  <a:pt x="215518" y="431488"/>
                </a:lnTo>
                <a:lnTo>
                  <a:pt x="215518" y="481052"/>
                </a:lnTo>
                <a:lnTo>
                  <a:pt x="217929" y="483463"/>
                </a:lnTo>
                <a:lnTo>
                  <a:pt x="243434" y="483174"/>
                </a:lnTo>
                <a:lnTo>
                  <a:pt x="245604" y="481004"/>
                </a:lnTo>
                <a:lnTo>
                  <a:pt x="245411" y="353236"/>
                </a:lnTo>
                <a:lnTo>
                  <a:pt x="244117" y="351601"/>
                </a:lnTo>
                <a:lnTo>
                  <a:pt x="241619" y="351170"/>
                </a:lnTo>
                <a:lnTo>
                  <a:pt x="220002" y="350729"/>
                </a:lnTo>
                <a:close/>
                <a:moveTo>
                  <a:pt x="288080" y="351356"/>
                </a:moveTo>
                <a:lnTo>
                  <a:pt x="282940" y="352596"/>
                </a:lnTo>
                <a:lnTo>
                  <a:pt x="275966" y="355208"/>
                </a:lnTo>
                <a:lnTo>
                  <a:pt x="272314" y="357238"/>
                </a:lnTo>
                <a:lnTo>
                  <a:pt x="269012" y="360147"/>
                </a:lnTo>
                <a:lnTo>
                  <a:pt x="266194" y="363561"/>
                </a:lnTo>
                <a:lnTo>
                  <a:pt x="262969" y="369466"/>
                </a:lnTo>
                <a:lnTo>
                  <a:pt x="261552" y="373817"/>
                </a:lnTo>
                <a:lnTo>
                  <a:pt x="259875" y="382116"/>
                </a:lnTo>
                <a:lnTo>
                  <a:pt x="259466" y="400248"/>
                </a:lnTo>
                <a:lnTo>
                  <a:pt x="259634" y="451352"/>
                </a:lnTo>
                <a:lnTo>
                  <a:pt x="261816" y="460716"/>
                </a:lnTo>
                <a:lnTo>
                  <a:pt x="265146" y="468552"/>
                </a:lnTo>
                <a:lnTo>
                  <a:pt x="268274" y="472693"/>
                </a:lnTo>
                <a:lnTo>
                  <a:pt x="274511" y="477535"/>
                </a:lnTo>
                <a:lnTo>
                  <a:pt x="281993" y="480878"/>
                </a:lnTo>
                <a:lnTo>
                  <a:pt x="287663" y="482153"/>
                </a:lnTo>
                <a:lnTo>
                  <a:pt x="296313" y="482840"/>
                </a:lnTo>
                <a:lnTo>
                  <a:pt x="310209" y="483120"/>
                </a:lnTo>
                <a:lnTo>
                  <a:pt x="367489" y="483174"/>
                </a:lnTo>
                <a:lnTo>
                  <a:pt x="369321" y="480907"/>
                </a:lnTo>
                <a:lnTo>
                  <a:pt x="369243" y="459994"/>
                </a:lnTo>
                <a:lnTo>
                  <a:pt x="368984" y="456999"/>
                </a:lnTo>
                <a:lnTo>
                  <a:pt x="367995" y="455140"/>
                </a:lnTo>
                <a:lnTo>
                  <a:pt x="366162" y="454684"/>
                </a:lnTo>
                <a:lnTo>
                  <a:pt x="359752" y="454560"/>
                </a:lnTo>
                <a:lnTo>
                  <a:pt x="299652" y="454245"/>
                </a:lnTo>
                <a:lnTo>
                  <a:pt x="294909" y="451901"/>
                </a:lnTo>
                <a:lnTo>
                  <a:pt x="291577" y="448897"/>
                </a:lnTo>
                <a:lnTo>
                  <a:pt x="289806" y="444491"/>
                </a:lnTo>
                <a:lnTo>
                  <a:pt x="289286" y="438045"/>
                </a:lnTo>
                <a:lnTo>
                  <a:pt x="289546" y="433175"/>
                </a:lnTo>
                <a:lnTo>
                  <a:pt x="291311" y="431102"/>
                </a:lnTo>
                <a:lnTo>
                  <a:pt x="367441" y="430234"/>
                </a:lnTo>
                <a:lnTo>
                  <a:pt x="368570" y="428989"/>
                </a:lnTo>
                <a:lnTo>
                  <a:pt x="368996" y="427136"/>
                </a:lnTo>
                <a:lnTo>
                  <a:pt x="369321" y="415722"/>
                </a:lnTo>
                <a:lnTo>
                  <a:pt x="369321" y="403957"/>
                </a:lnTo>
                <a:lnTo>
                  <a:pt x="367489" y="401691"/>
                </a:lnTo>
                <a:lnTo>
                  <a:pt x="291229" y="400849"/>
                </a:lnTo>
                <a:lnTo>
                  <a:pt x="290254" y="400571"/>
                </a:lnTo>
                <a:lnTo>
                  <a:pt x="289750" y="399928"/>
                </a:lnTo>
                <a:lnTo>
                  <a:pt x="289299" y="396122"/>
                </a:lnTo>
                <a:lnTo>
                  <a:pt x="289792" y="388945"/>
                </a:lnTo>
                <a:lnTo>
                  <a:pt x="292207" y="383837"/>
                </a:lnTo>
                <a:lnTo>
                  <a:pt x="293649" y="382159"/>
                </a:lnTo>
                <a:lnTo>
                  <a:pt x="294911" y="381390"/>
                </a:lnTo>
                <a:lnTo>
                  <a:pt x="300809" y="379272"/>
                </a:lnTo>
                <a:lnTo>
                  <a:pt x="366766" y="379272"/>
                </a:lnTo>
                <a:lnTo>
                  <a:pt x="369321" y="377295"/>
                </a:lnTo>
                <a:lnTo>
                  <a:pt x="369321" y="352320"/>
                </a:lnTo>
                <a:lnTo>
                  <a:pt x="367052" y="351258"/>
                </a:lnTo>
                <a:lnTo>
                  <a:pt x="357110" y="350913"/>
                </a:lnTo>
                <a:lnTo>
                  <a:pt x="288080" y="351356"/>
                </a:lnTo>
                <a:close/>
                <a:moveTo>
                  <a:pt x="385570" y="351693"/>
                </a:moveTo>
                <a:lnTo>
                  <a:pt x="384750" y="352609"/>
                </a:lnTo>
                <a:lnTo>
                  <a:pt x="384750" y="481052"/>
                </a:lnTo>
                <a:lnTo>
                  <a:pt x="387113" y="483415"/>
                </a:lnTo>
                <a:lnTo>
                  <a:pt x="405133" y="483375"/>
                </a:lnTo>
                <a:lnTo>
                  <a:pt x="411932" y="482863"/>
                </a:lnTo>
                <a:lnTo>
                  <a:pt x="413524" y="482261"/>
                </a:lnTo>
                <a:lnTo>
                  <a:pt x="414546" y="481341"/>
                </a:lnTo>
                <a:lnTo>
                  <a:pt x="414914" y="479524"/>
                </a:lnTo>
                <a:lnTo>
                  <a:pt x="415274" y="440977"/>
                </a:lnTo>
                <a:lnTo>
                  <a:pt x="415684" y="437163"/>
                </a:lnTo>
                <a:lnTo>
                  <a:pt x="416478" y="435448"/>
                </a:lnTo>
                <a:lnTo>
                  <a:pt x="417777" y="434718"/>
                </a:lnTo>
                <a:lnTo>
                  <a:pt x="420759" y="434518"/>
                </a:lnTo>
                <a:lnTo>
                  <a:pt x="458465" y="434238"/>
                </a:lnTo>
                <a:lnTo>
                  <a:pt x="470297" y="433622"/>
                </a:lnTo>
                <a:lnTo>
                  <a:pt x="480890" y="431101"/>
                </a:lnTo>
                <a:lnTo>
                  <a:pt x="484985" y="429315"/>
                </a:lnTo>
                <a:lnTo>
                  <a:pt x="488622" y="427110"/>
                </a:lnTo>
                <a:lnTo>
                  <a:pt x="493172" y="423052"/>
                </a:lnTo>
                <a:lnTo>
                  <a:pt x="496061" y="419100"/>
                </a:lnTo>
                <a:lnTo>
                  <a:pt x="497645" y="415473"/>
                </a:lnTo>
                <a:lnTo>
                  <a:pt x="500079" y="406995"/>
                </a:lnTo>
                <a:lnTo>
                  <a:pt x="500356" y="383525"/>
                </a:lnTo>
                <a:lnTo>
                  <a:pt x="499903" y="377809"/>
                </a:lnTo>
                <a:lnTo>
                  <a:pt x="497071" y="367867"/>
                </a:lnTo>
                <a:lnTo>
                  <a:pt x="495068" y="364149"/>
                </a:lnTo>
                <a:lnTo>
                  <a:pt x="492400" y="360727"/>
                </a:lnTo>
                <a:lnTo>
                  <a:pt x="489259" y="357809"/>
                </a:lnTo>
                <a:lnTo>
                  <a:pt x="485832" y="355601"/>
                </a:lnTo>
                <a:lnTo>
                  <a:pt x="476739" y="352010"/>
                </a:lnTo>
                <a:lnTo>
                  <a:pt x="469366" y="351115"/>
                </a:lnTo>
                <a:lnTo>
                  <a:pt x="451214" y="350844"/>
                </a:lnTo>
                <a:lnTo>
                  <a:pt x="386341" y="350825"/>
                </a:lnTo>
                <a:lnTo>
                  <a:pt x="385570" y="351693"/>
                </a:lnTo>
                <a:close/>
                <a:moveTo>
                  <a:pt x="460205" y="379802"/>
                </a:moveTo>
                <a:lnTo>
                  <a:pt x="464999" y="381664"/>
                </a:lnTo>
                <a:lnTo>
                  <a:pt x="467202" y="383280"/>
                </a:lnTo>
                <a:lnTo>
                  <a:pt x="468717" y="385294"/>
                </a:lnTo>
                <a:lnTo>
                  <a:pt x="469896" y="389252"/>
                </a:lnTo>
                <a:lnTo>
                  <a:pt x="469987" y="393604"/>
                </a:lnTo>
                <a:lnTo>
                  <a:pt x="469192" y="398375"/>
                </a:lnTo>
                <a:lnTo>
                  <a:pt x="467471" y="400921"/>
                </a:lnTo>
                <a:lnTo>
                  <a:pt x="463881" y="403716"/>
                </a:lnTo>
                <a:lnTo>
                  <a:pt x="461952" y="404392"/>
                </a:lnTo>
                <a:lnTo>
                  <a:pt x="455480" y="404687"/>
                </a:lnTo>
                <a:lnTo>
                  <a:pt x="417102" y="404825"/>
                </a:lnTo>
                <a:lnTo>
                  <a:pt x="415125" y="402270"/>
                </a:lnTo>
                <a:lnTo>
                  <a:pt x="415423" y="384060"/>
                </a:lnTo>
                <a:lnTo>
                  <a:pt x="416242" y="380953"/>
                </a:lnTo>
                <a:lnTo>
                  <a:pt x="417825" y="379513"/>
                </a:lnTo>
                <a:lnTo>
                  <a:pt x="438581" y="379133"/>
                </a:lnTo>
                <a:lnTo>
                  <a:pt x="460205" y="379802"/>
                </a:lnTo>
                <a:close/>
                <a:moveTo>
                  <a:pt x="539759" y="351549"/>
                </a:moveTo>
                <a:lnTo>
                  <a:pt x="535238" y="352710"/>
                </a:lnTo>
                <a:lnTo>
                  <a:pt x="528752" y="355089"/>
                </a:lnTo>
                <a:lnTo>
                  <a:pt x="525446" y="357075"/>
                </a:lnTo>
                <a:lnTo>
                  <a:pt x="522155" y="359847"/>
                </a:lnTo>
                <a:lnTo>
                  <a:pt x="519205" y="363088"/>
                </a:lnTo>
                <a:lnTo>
                  <a:pt x="516923" y="366480"/>
                </a:lnTo>
                <a:lnTo>
                  <a:pt x="513245" y="375866"/>
                </a:lnTo>
                <a:lnTo>
                  <a:pt x="512385" y="385775"/>
                </a:lnTo>
                <a:lnTo>
                  <a:pt x="512132" y="398793"/>
                </a:lnTo>
                <a:lnTo>
                  <a:pt x="512036" y="481052"/>
                </a:lnTo>
                <a:lnTo>
                  <a:pt x="514398" y="483415"/>
                </a:lnTo>
                <a:lnTo>
                  <a:pt x="536458" y="483183"/>
                </a:lnTo>
                <a:lnTo>
                  <a:pt x="539941" y="482493"/>
                </a:lnTo>
                <a:lnTo>
                  <a:pt x="541398" y="481100"/>
                </a:lnTo>
                <a:lnTo>
                  <a:pt x="541808" y="469758"/>
                </a:lnTo>
                <a:lnTo>
                  <a:pt x="542206" y="394254"/>
                </a:lnTo>
                <a:lnTo>
                  <a:pt x="542689" y="388623"/>
                </a:lnTo>
                <a:lnTo>
                  <a:pt x="544469" y="383984"/>
                </a:lnTo>
                <a:lnTo>
                  <a:pt x="547719" y="381549"/>
                </a:lnTo>
                <a:lnTo>
                  <a:pt x="553523" y="379583"/>
                </a:lnTo>
                <a:lnTo>
                  <a:pt x="563369" y="379151"/>
                </a:lnTo>
                <a:lnTo>
                  <a:pt x="599400" y="379031"/>
                </a:lnTo>
                <a:lnTo>
                  <a:pt x="601232" y="376765"/>
                </a:lnTo>
                <a:lnTo>
                  <a:pt x="601100" y="354972"/>
                </a:lnTo>
                <a:lnTo>
                  <a:pt x="600800" y="352629"/>
                </a:lnTo>
                <a:lnTo>
                  <a:pt x="599738" y="350825"/>
                </a:lnTo>
                <a:lnTo>
                  <a:pt x="551864" y="350993"/>
                </a:lnTo>
                <a:lnTo>
                  <a:pt x="539759" y="351549"/>
                </a:lnTo>
                <a:close/>
                <a:moveTo>
                  <a:pt x="839170" y="362927"/>
                </a:moveTo>
                <a:lnTo>
                  <a:pt x="835115" y="365348"/>
                </a:lnTo>
                <a:lnTo>
                  <a:pt x="831061" y="366908"/>
                </a:lnTo>
                <a:lnTo>
                  <a:pt x="828117" y="368773"/>
                </a:lnTo>
                <a:lnTo>
                  <a:pt x="819589" y="376421"/>
                </a:lnTo>
                <a:lnTo>
                  <a:pt x="815303" y="379343"/>
                </a:lnTo>
                <a:lnTo>
                  <a:pt x="813750" y="381414"/>
                </a:lnTo>
                <a:lnTo>
                  <a:pt x="813375" y="383129"/>
                </a:lnTo>
                <a:lnTo>
                  <a:pt x="813753" y="383978"/>
                </a:lnTo>
                <a:lnTo>
                  <a:pt x="820208" y="390960"/>
                </a:lnTo>
                <a:lnTo>
                  <a:pt x="821405" y="393464"/>
                </a:lnTo>
                <a:lnTo>
                  <a:pt x="820330" y="400956"/>
                </a:lnTo>
                <a:lnTo>
                  <a:pt x="819785" y="411825"/>
                </a:lnTo>
                <a:lnTo>
                  <a:pt x="819268" y="413748"/>
                </a:lnTo>
                <a:lnTo>
                  <a:pt x="817804" y="416027"/>
                </a:lnTo>
                <a:lnTo>
                  <a:pt x="814966" y="418904"/>
                </a:lnTo>
                <a:lnTo>
                  <a:pt x="807782" y="417313"/>
                </a:lnTo>
                <a:lnTo>
                  <a:pt x="802004" y="419345"/>
                </a:lnTo>
                <a:lnTo>
                  <a:pt x="799652" y="419633"/>
                </a:lnTo>
                <a:lnTo>
                  <a:pt x="791978" y="417535"/>
                </a:lnTo>
                <a:lnTo>
                  <a:pt x="789040" y="417361"/>
                </a:lnTo>
                <a:lnTo>
                  <a:pt x="787779" y="417699"/>
                </a:lnTo>
                <a:lnTo>
                  <a:pt x="785332" y="419354"/>
                </a:lnTo>
                <a:lnTo>
                  <a:pt x="779499" y="426316"/>
                </a:lnTo>
                <a:lnTo>
                  <a:pt x="775133" y="430466"/>
                </a:lnTo>
                <a:lnTo>
                  <a:pt x="770638" y="433231"/>
                </a:lnTo>
                <a:lnTo>
                  <a:pt x="767839" y="434120"/>
                </a:lnTo>
                <a:lnTo>
                  <a:pt x="765343" y="434382"/>
                </a:lnTo>
                <a:lnTo>
                  <a:pt x="762521" y="436268"/>
                </a:lnTo>
                <a:lnTo>
                  <a:pt x="761515" y="438360"/>
                </a:lnTo>
                <a:lnTo>
                  <a:pt x="761381" y="440772"/>
                </a:lnTo>
                <a:lnTo>
                  <a:pt x="762268" y="443204"/>
                </a:lnTo>
                <a:lnTo>
                  <a:pt x="763763" y="444852"/>
                </a:lnTo>
                <a:lnTo>
                  <a:pt x="765680" y="445983"/>
                </a:lnTo>
                <a:lnTo>
                  <a:pt x="767721" y="446523"/>
                </a:lnTo>
                <a:lnTo>
                  <a:pt x="770370" y="446053"/>
                </a:lnTo>
                <a:lnTo>
                  <a:pt x="772289" y="444498"/>
                </a:lnTo>
                <a:lnTo>
                  <a:pt x="783475" y="437792"/>
                </a:lnTo>
                <a:lnTo>
                  <a:pt x="790022" y="430165"/>
                </a:lnTo>
                <a:lnTo>
                  <a:pt x="792106" y="428559"/>
                </a:lnTo>
                <a:lnTo>
                  <a:pt x="793594" y="428507"/>
                </a:lnTo>
                <a:lnTo>
                  <a:pt x="798994" y="430561"/>
                </a:lnTo>
                <a:lnTo>
                  <a:pt x="801888" y="431048"/>
                </a:lnTo>
                <a:lnTo>
                  <a:pt x="804288" y="430585"/>
                </a:lnTo>
                <a:lnTo>
                  <a:pt x="807204" y="428450"/>
                </a:lnTo>
                <a:lnTo>
                  <a:pt x="815663" y="428866"/>
                </a:lnTo>
                <a:lnTo>
                  <a:pt x="818298" y="428629"/>
                </a:lnTo>
                <a:lnTo>
                  <a:pt x="821476" y="427279"/>
                </a:lnTo>
                <a:lnTo>
                  <a:pt x="831356" y="419073"/>
                </a:lnTo>
                <a:lnTo>
                  <a:pt x="832088" y="417543"/>
                </a:lnTo>
                <a:lnTo>
                  <a:pt x="832102" y="416340"/>
                </a:lnTo>
                <a:lnTo>
                  <a:pt x="830086" y="410888"/>
                </a:lnTo>
                <a:lnTo>
                  <a:pt x="829734" y="404914"/>
                </a:lnTo>
                <a:lnTo>
                  <a:pt x="830676" y="400422"/>
                </a:lnTo>
                <a:lnTo>
                  <a:pt x="833006" y="394452"/>
                </a:lnTo>
                <a:lnTo>
                  <a:pt x="833288" y="392043"/>
                </a:lnTo>
                <a:lnTo>
                  <a:pt x="832319" y="388865"/>
                </a:lnTo>
                <a:lnTo>
                  <a:pt x="829533" y="385128"/>
                </a:lnTo>
                <a:lnTo>
                  <a:pt x="828804" y="383225"/>
                </a:lnTo>
                <a:lnTo>
                  <a:pt x="829866" y="381039"/>
                </a:lnTo>
                <a:lnTo>
                  <a:pt x="832667" y="378386"/>
                </a:lnTo>
                <a:lnTo>
                  <a:pt x="841796" y="372915"/>
                </a:lnTo>
                <a:lnTo>
                  <a:pt x="843331" y="371310"/>
                </a:lnTo>
                <a:lnTo>
                  <a:pt x="844290" y="366830"/>
                </a:lnTo>
                <a:lnTo>
                  <a:pt x="844088" y="363843"/>
                </a:lnTo>
                <a:lnTo>
                  <a:pt x="842008" y="362535"/>
                </a:lnTo>
                <a:lnTo>
                  <a:pt x="839170" y="362927"/>
                </a:lnTo>
                <a:close/>
                <a:moveTo>
                  <a:pt x="639948" y="508438"/>
                </a:moveTo>
                <a:lnTo>
                  <a:pt x="620566" y="508727"/>
                </a:lnTo>
                <a:lnTo>
                  <a:pt x="618348" y="510945"/>
                </a:lnTo>
                <a:lnTo>
                  <a:pt x="618244" y="630942"/>
                </a:lnTo>
                <a:lnTo>
                  <a:pt x="618348" y="638520"/>
                </a:lnTo>
                <a:lnTo>
                  <a:pt x="618916" y="639726"/>
                </a:lnTo>
                <a:lnTo>
                  <a:pt x="621362" y="640762"/>
                </a:lnTo>
                <a:lnTo>
                  <a:pt x="624770" y="641059"/>
                </a:lnTo>
                <a:lnTo>
                  <a:pt x="645830" y="641027"/>
                </a:lnTo>
                <a:lnTo>
                  <a:pt x="648000" y="639002"/>
                </a:lnTo>
                <a:lnTo>
                  <a:pt x="648121" y="552433"/>
                </a:lnTo>
                <a:lnTo>
                  <a:pt x="648327" y="542340"/>
                </a:lnTo>
                <a:lnTo>
                  <a:pt x="648905" y="539545"/>
                </a:lnTo>
                <a:lnTo>
                  <a:pt x="650266" y="538427"/>
                </a:lnTo>
                <a:lnTo>
                  <a:pt x="656561" y="538124"/>
                </a:lnTo>
                <a:lnTo>
                  <a:pt x="701134" y="537933"/>
                </a:lnTo>
                <a:lnTo>
                  <a:pt x="708144" y="538447"/>
                </a:lnTo>
                <a:lnTo>
                  <a:pt x="708991" y="539960"/>
                </a:lnTo>
                <a:lnTo>
                  <a:pt x="709266" y="541867"/>
                </a:lnTo>
                <a:lnTo>
                  <a:pt x="709665" y="556123"/>
                </a:lnTo>
                <a:lnTo>
                  <a:pt x="710100" y="639436"/>
                </a:lnTo>
                <a:lnTo>
                  <a:pt x="711443" y="640428"/>
                </a:lnTo>
                <a:lnTo>
                  <a:pt x="714856" y="640915"/>
                </a:lnTo>
                <a:lnTo>
                  <a:pt x="738498" y="641075"/>
                </a:lnTo>
                <a:lnTo>
                  <a:pt x="740137" y="639243"/>
                </a:lnTo>
                <a:lnTo>
                  <a:pt x="740208" y="537616"/>
                </a:lnTo>
                <a:lnTo>
                  <a:pt x="740053" y="514161"/>
                </a:lnTo>
                <a:lnTo>
                  <a:pt x="739698" y="510089"/>
                </a:lnTo>
                <a:lnTo>
                  <a:pt x="737196" y="508854"/>
                </a:lnTo>
                <a:lnTo>
                  <a:pt x="733145" y="508503"/>
                </a:lnTo>
                <a:lnTo>
                  <a:pt x="639948" y="508438"/>
                </a:lnTo>
                <a:close/>
                <a:moveTo>
                  <a:pt x="155732" y="509691"/>
                </a:moveTo>
                <a:lnTo>
                  <a:pt x="146635" y="511681"/>
                </a:lnTo>
                <a:lnTo>
                  <a:pt x="142742" y="513060"/>
                </a:lnTo>
                <a:lnTo>
                  <a:pt x="136175" y="516646"/>
                </a:lnTo>
                <a:lnTo>
                  <a:pt x="133463" y="518880"/>
                </a:lnTo>
                <a:lnTo>
                  <a:pt x="131106" y="521425"/>
                </a:lnTo>
                <a:lnTo>
                  <a:pt x="127386" y="527497"/>
                </a:lnTo>
                <a:lnTo>
                  <a:pt x="124169" y="537449"/>
                </a:lnTo>
                <a:lnTo>
                  <a:pt x="123576" y="543611"/>
                </a:lnTo>
                <a:lnTo>
                  <a:pt x="123278" y="563284"/>
                </a:lnTo>
                <a:lnTo>
                  <a:pt x="123183" y="629608"/>
                </a:lnTo>
                <a:lnTo>
                  <a:pt x="123477" y="640207"/>
                </a:lnTo>
                <a:lnTo>
                  <a:pt x="124111" y="641162"/>
                </a:lnTo>
                <a:lnTo>
                  <a:pt x="125411" y="641755"/>
                </a:lnTo>
                <a:lnTo>
                  <a:pt x="132307" y="642127"/>
                </a:lnTo>
                <a:lnTo>
                  <a:pt x="151538" y="641799"/>
                </a:lnTo>
                <a:lnTo>
                  <a:pt x="153321" y="639388"/>
                </a:lnTo>
                <a:lnTo>
                  <a:pt x="153843" y="550730"/>
                </a:lnTo>
                <a:lnTo>
                  <a:pt x="154141" y="546238"/>
                </a:lnTo>
                <a:lnTo>
                  <a:pt x="156371" y="542652"/>
                </a:lnTo>
                <a:lnTo>
                  <a:pt x="158963" y="540115"/>
                </a:lnTo>
                <a:lnTo>
                  <a:pt x="163467" y="539187"/>
                </a:lnTo>
                <a:lnTo>
                  <a:pt x="175426" y="538517"/>
                </a:lnTo>
                <a:lnTo>
                  <a:pt x="210066" y="538133"/>
                </a:lnTo>
                <a:lnTo>
                  <a:pt x="211422" y="537434"/>
                </a:lnTo>
                <a:lnTo>
                  <a:pt x="212052" y="536087"/>
                </a:lnTo>
                <a:lnTo>
                  <a:pt x="212584" y="529474"/>
                </a:lnTo>
                <a:lnTo>
                  <a:pt x="212625" y="511475"/>
                </a:lnTo>
                <a:lnTo>
                  <a:pt x="210793" y="509209"/>
                </a:lnTo>
                <a:lnTo>
                  <a:pt x="167705" y="509202"/>
                </a:lnTo>
                <a:lnTo>
                  <a:pt x="155732" y="509691"/>
                </a:lnTo>
                <a:close/>
                <a:moveTo>
                  <a:pt x="228680" y="509547"/>
                </a:moveTo>
                <a:lnTo>
                  <a:pt x="227330" y="510849"/>
                </a:lnTo>
                <a:lnTo>
                  <a:pt x="227120" y="519604"/>
                </a:lnTo>
                <a:lnTo>
                  <a:pt x="227798" y="637460"/>
                </a:lnTo>
                <a:lnTo>
                  <a:pt x="228968" y="640558"/>
                </a:lnTo>
                <a:lnTo>
                  <a:pt x="229645" y="641268"/>
                </a:lnTo>
                <a:lnTo>
                  <a:pt x="231035" y="641681"/>
                </a:lnTo>
                <a:lnTo>
                  <a:pt x="255783" y="642059"/>
                </a:lnTo>
                <a:lnTo>
                  <a:pt x="257469" y="640450"/>
                </a:lnTo>
                <a:lnTo>
                  <a:pt x="257852" y="637922"/>
                </a:lnTo>
                <a:lnTo>
                  <a:pt x="258070" y="600426"/>
                </a:lnTo>
                <a:lnTo>
                  <a:pt x="258363" y="596539"/>
                </a:lnTo>
                <a:lnTo>
                  <a:pt x="258923" y="594721"/>
                </a:lnTo>
                <a:lnTo>
                  <a:pt x="259827" y="594018"/>
                </a:lnTo>
                <a:lnTo>
                  <a:pt x="261308" y="593903"/>
                </a:lnTo>
                <a:lnTo>
                  <a:pt x="302407" y="593305"/>
                </a:lnTo>
                <a:lnTo>
                  <a:pt x="312282" y="592731"/>
                </a:lnTo>
                <a:lnTo>
                  <a:pt x="316825" y="591987"/>
                </a:lnTo>
                <a:lnTo>
                  <a:pt x="324011" y="590005"/>
                </a:lnTo>
                <a:lnTo>
                  <a:pt x="328758" y="587937"/>
                </a:lnTo>
                <a:lnTo>
                  <a:pt x="332781" y="585291"/>
                </a:lnTo>
                <a:lnTo>
                  <a:pt x="336139" y="582021"/>
                </a:lnTo>
                <a:lnTo>
                  <a:pt x="338890" y="578079"/>
                </a:lnTo>
                <a:lnTo>
                  <a:pt x="341349" y="572744"/>
                </a:lnTo>
                <a:lnTo>
                  <a:pt x="342169" y="569511"/>
                </a:lnTo>
                <a:lnTo>
                  <a:pt x="342755" y="558710"/>
                </a:lnTo>
                <a:lnTo>
                  <a:pt x="342562" y="532352"/>
                </a:lnTo>
                <a:lnTo>
                  <a:pt x="339042" y="524680"/>
                </a:lnTo>
                <a:lnTo>
                  <a:pt x="337306" y="522060"/>
                </a:lnTo>
                <a:lnTo>
                  <a:pt x="332979" y="517523"/>
                </a:lnTo>
                <a:lnTo>
                  <a:pt x="327534" y="513937"/>
                </a:lnTo>
                <a:lnTo>
                  <a:pt x="324400" y="512506"/>
                </a:lnTo>
                <a:lnTo>
                  <a:pt x="317327" y="510381"/>
                </a:lnTo>
                <a:lnTo>
                  <a:pt x="309625" y="509466"/>
                </a:lnTo>
                <a:lnTo>
                  <a:pt x="292799" y="509144"/>
                </a:lnTo>
                <a:lnTo>
                  <a:pt x="246602" y="509062"/>
                </a:lnTo>
                <a:lnTo>
                  <a:pt x="228680" y="509547"/>
                </a:lnTo>
                <a:close/>
                <a:moveTo>
                  <a:pt x="302593" y="538620"/>
                </a:moveTo>
                <a:lnTo>
                  <a:pt x="306383" y="539715"/>
                </a:lnTo>
                <a:lnTo>
                  <a:pt x="309012" y="541026"/>
                </a:lnTo>
                <a:lnTo>
                  <a:pt x="310776" y="542717"/>
                </a:lnTo>
                <a:lnTo>
                  <a:pt x="312429" y="545466"/>
                </a:lnTo>
                <a:lnTo>
                  <a:pt x="312429" y="557038"/>
                </a:lnTo>
                <a:lnTo>
                  <a:pt x="309879" y="560238"/>
                </a:lnTo>
                <a:lnTo>
                  <a:pt x="305534" y="563209"/>
                </a:lnTo>
                <a:lnTo>
                  <a:pt x="259971" y="563499"/>
                </a:lnTo>
                <a:lnTo>
                  <a:pt x="257946" y="560895"/>
                </a:lnTo>
                <a:lnTo>
                  <a:pt x="258149" y="542498"/>
                </a:lnTo>
                <a:lnTo>
                  <a:pt x="258764" y="539671"/>
                </a:lnTo>
                <a:lnTo>
                  <a:pt x="260020" y="538524"/>
                </a:lnTo>
                <a:lnTo>
                  <a:pt x="288388" y="537918"/>
                </a:lnTo>
                <a:lnTo>
                  <a:pt x="298124" y="538084"/>
                </a:lnTo>
                <a:lnTo>
                  <a:pt x="302593" y="538620"/>
                </a:lnTo>
                <a:close/>
                <a:moveTo>
                  <a:pt x="482095" y="509884"/>
                </a:moveTo>
                <a:lnTo>
                  <a:pt x="480938" y="510800"/>
                </a:lnTo>
                <a:lnTo>
                  <a:pt x="480821" y="619139"/>
                </a:lnTo>
                <a:lnTo>
                  <a:pt x="481004" y="633572"/>
                </a:lnTo>
                <a:lnTo>
                  <a:pt x="481869" y="641074"/>
                </a:lnTo>
                <a:lnTo>
                  <a:pt x="483011" y="641750"/>
                </a:lnTo>
                <a:lnTo>
                  <a:pt x="484990" y="641892"/>
                </a:lnTo>
                <a:lnTo>
                  <a:pt x="504984" y="642104"/>
                </a:lnTo>
                <a:lnTo>
                  <a:pt x="507993" y="641560"/>
                </a:lnTo>
                <a:lnTo>
                  <a:pt x="510348" y="639725"/>
                </a:lnTo>
                <a:lnTo>
                  <a:pt x="510598" y="550531"/>
                </a:lnTo>
                <a:lnTo>
                  <a:pt x="510782" y="540404"/>
                </a:lnTo>
                <a:lnTo>
                  <a:pt x="511439" y="539180"/>
                </a:lnTo>
                <a:lnTo>
                  <a:pt x="515296" y="538210"/>
                </a:lnTo>
                <a:lnTo>
                  <a:pt x="521885" y="537964"/>
                </a:lnTo>
                <a:lnTo>
                  <a:pt x="568929" y="537897"/>
                </a:lnTo>
                <a:lnTo>
                  <a:pt x="571918" y="540597"/>
                </a:lnTo>
                <a:lnTo>
                  <a:pt x="571967" y="613497"/>
                </a:lnTo>
                <a:lnTo>
                  <a:pt x="572400" y="639291"/>
                </a:lnTo>
                <a:lnTo>
                  <a:pt x="575920" y="642040"/>
                </a:lnTo>
                <a:lnTo>
                  <a:pt x="593214" y="641993"/>
                </a:lnTo>
                <a:lnTo>
                  <a:pt x="600158" y="641582"/>
                </a:lnTo>
                <a:lnTo>
                  <a:pt x="602196" y="638954"/>
                </a:lnTo>
                <a:lnTo>
                  <a:pt x="602196" y="511331"/>
                </a:lnTo>
                <a:lnTo>
                  <a:pt x="599834" y="508968"/>
                </a:lnTo>
                <a:lnTo>
                  <a:pt x="483204" y="508968"/>
                </a:lnTo>
                <a:lnTo>
                  <a:pt x="482095" y="509884"/>
                </a:lnTo>
                <a:close/>
                <a:moveTo>
                  <a:pt x="355146" y="511041"/>
                </a:moveTo>
                <a:lnTo>
                  <a:pt x="353816" y="513279"/>
                </a:lnTo>
                <a:lnTo>
                  <a:pt x="353572" y="515731"/>
                </a:lnTo>
                <a:lnTo>
                  <a:pt x="353666" y="556733"/>
                </a:lnTo>
                <a:lnTo>
                  <a:pt x="354098" y="568663"/>
                </a:lnTo>
                <a:lnTo>
                  <a:pt x="355388" y="574098"/>
                </a:lnTo>
                <a:lnTo>
                  <a:pt x="358254" y="578951"/>
                </a:lnTo>
                <a:lnTo>
                  <a:pt x="361049" y="582386"/>
                </a:lnTo>
                <a:lnTo>
                  <a:pt x="364319" y="585340"/>
                </a:lnTo>
                <a:lnTo>
                  <a:pt x="370164" y="588908"/>
                </a:lnTo>
                <a:lnTo>
                  <a:pt x="380461" y="592435"/>
                </a:lnTo>
                <a:lnTo>
                  <a:pt x="391393" y="593346"/>
                </a:lnTo>
                <a:lnTo>
                  <a:pt x="434700" y="594066"/>
                </a:lnTo>
                <a:lnTo>
                  <a:pt x="436641" y="594776"/>
                </a:lnTo>
                <a:lnTo>
                  <a:pt x="437388" y="595778"/>
                </a:lnTo>
                <a:lnTo>
                  <a:pt x="437962" y="600008"/>
                </a:lnTo>
                <a:lnTo>
                  <a:pt x="438027" y="607084"/>
                </a:lnTo>
                <a:lnTo>
                  <a:pt x="433988" y="611699"/>
                </a:lnTo>
                <a:lnTo>
                  <a:pt x="430777" y="613086"/>
                </a:lnTo>
                <a:lnTo>
                  <a:pt x="419506" y="613958"/>
                </a:lnTo>
                <a:lnTo>
                  <a:pt x="370714" y="614208"/>
                </a:lnTo>
                <a:lnTo>
                  <a:pt x="361952" y="614474"/>
                </a:lnTo>
                <a:lnTo>
                  <a:pt x="360729" y="614857"/>
                </a:lnTo>
                <a:lnTo>
                  <a:pt x="359773" y="615848"/>
                </a:lnTo>
                <a:lnTo>
                  <a:pt x="359172" y="617709"/>
                </a:lnTo>
                <a:lnTo>
                  <a:pt x="358768" y="623052"/>
                </a:lnTo>
                <a:lnTo>
                  <a:pt x="358944" y="638745"/>
                </a:lnTo>
                <a:lnTo>
                  <a:pt x="359360" y="641086"/>
                </a:lnTo>
                <a:lnTo>
                  <a:pt x="360091" y="642334"/>
                </a:lnTo>
                <a:lnTo>
                  <a:pt x="361871" y="643064"/>
                </a:lnTo>
                <a:lnTo>
                  <a:pt x="371527" y="643365"/>
                </a:lnTo>
                <a:lnTo>
                  <a:pt x="437545" y="643486"/>
                </a:lnTo>
                <a:lnTo>
                  <a:pt x="450984" y="639346"/>
                </a:lnTo>
                <a:lnTo>
                  <a:pt x="456503" y="636181"/>
                </a:lnTo>
                <a:lnTo>
                  <a:pt x="459773" y="633307"/>
                </a:lnTo>
                <a:lnTo>
                  <a:pt x="463586" y="628534"/>
                </a:lnTo>
                <a:lnTo>
                  <a:pt x="465998" y="623344"/>
                </a:lnTo>
                <a:lnTo>
                  <a:pt x="467293" y="617740"/>
                </a:lnTo>
                <a:lnTo>
                  <a:pt x="467373" y="529513"/>
                </a:lnTo>
                <a:lnTo>
                  <a:pt x="467160" y="517677"/>
                </a:lnTo>
                <a:lnTo>
                  <a:pt x="466215" y="511313"/>
                </a:lnTo>
                <a:lnTo>
                  <a:pt x="463933" y="510268"/>
                </a:lnTo>
                <a:lnTo>
                  <a:pt x="452467" y="509920"/>
                </a:lnTo>
                <a:lnTo>
                  <a:pt x="441093" y="510268"/>
                </a:lnTo>
                <a:lnTo>
                  <a:pt x="440100" y="510463"/>
                </a:lnTo>
                <a:lnTo>
                  <a:pt x="439008" y="511355"/>
                </a:lnTo>
                <a:lnTo>
                  <a:pt x="438123" y="515182"/>
                </a:lnTo>
                <a:lnTo>
                  <a:pt x="437900" y="521123"/>
                </a:lnTo>
                <a:lnTo>
                  <a:pt x="437930" y="562004"/>
                </a:lnTo>
                <a:lnTo>
                  <a:pt x="436590" y="563417"/>
                </a:lnTo>
                <a:lnTo>
                  <a:pt x="433972" y="564310"/>
                </a:lnTo>
                <a:lnTo>
                  <a:pt x="430304" y="564617"/>
                </a:lnTo>
                <a:lnTo>
                  <a:pt x="397334" y="564945"/>
                </a:lnTo>
                <a:lnTo>
                  <a:pt x="390167" y="563186"/>
                </a:lnTo>
                <a:lnTo>
                  <a:pt x="387317" y="561986"/>
                </a:lnTo>
                <a:lnTo>
                  <a:pt x="385176" y="559408"/>
                </a:lnTo>
                <a:lnTo>
                  <a:pt x="383423" y="555038"/>
                </a:lnTo>
                <a:lnTo>
                  <a:pt x="382988" y="550994"/>
                </a:lnTo>
                <a:lnTo>
                  <a:pt x="384310" y="543164"/>
                </a:lnTo>
                <a:lnTo>
                  <a:pt x="384594" y="522332"/>
                </a:lnTo>
                <a:lnTo>
                  <a:pt x="384316" y="515357"/>
                </a:lnTo>
                <a:lnTo>
                  <a:pt x="383361" y="512338"/>
                </a:lnTo>
                <a:lnTo>
                  <a:pt x="380652" y="510174"/>
                </a:lnTo>
                <a:lnTo>
                  <a:pt x="356304" y="509884"/>
                </a:lnTo>
                <a:lnTo>
                  <a:pt x="355146" y="511041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plate"/>
          <p:cNvSpPr/>
          <p:nvPr/>
        </p:nvSpPr>
        <p:spPr>
          <a:xfrm>
            <a:off x="6780966" y="10276252"/>
            <a:ext cx="311034" cy="415747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folio: 13"/>
          <p:cNvSpPr txBox="1"/>
          <p:nvPr/>
        </p:nvSpPr>
        <p:spPr>
          <a:xfrm>
            <a:off x="648000" y="10355540"/>
            <a:ext cx="6336000" cy="1377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75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A39EB0"/>
                </a:solidFill>
                <a:latin typeface="Onest SemiBold"/>
                <a:ea typeface="Onest SemiBold"/>
                <a:cs typeface="Onest SemiBol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3F1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itle: РАСПРЕДЕЛИТЕЛЬНЫЕ ПУНКТЫ,"/>
          <p:cNvSpPr txBox="1"/>
          <p:nvPr/>
        </p:nvSpPr>
        <p:spPr>
          <a:xfrm>
            <a:off x="576000" y="1668463"/>
            <a:ext cx="6019200" cy="10789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92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spc="108">
                <a:solidFill>
                  <a:srgbClr val="2A2440"/>
                </a:solidFill>
                <a:latin typeface="PT Serif"/>
                <a:ea typeface="PT Serif"/>
                <a:cs typeface="PT Serif"/>
              </a:rPr>
              <a:t>РАСПРЕДЕЛИТЕЛЬНЫЕ ПУНКТЫ,</a:t>
            </a:r>
          </a:p>
          <a:p>
            <a:pPr algn="l">
              <a:lnSpc>
                <a:spcPts val="2592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spc="108">
                <a:solidFill>
                  <a:srgbClr val="2A2440"/>
                </a:solidFill>
                <a:latin typeface="PT Serif"/>
                <a:ea typeface="PT Serif"/>
                <a:cs typeface="PT Serif"/>
              </a:rPr>
              <a:t>ТРАНСФОРМАТОРНЫЕ</a:t>
            </a:r>
          </a:p>
          <a:p>
            <a:pPr algn="l">
              <a:lnSpc>
                <a:spcPts val="2592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spc="108">
                <a:solidFill>
                  <a:srgbClr val="2A2440"/>
                </a:solidFill>
                <a:latin typeface="PT Serif"/>
                <a:ea typeface="PT Serif"/>
                <a:cs typeface="PT Serif"/>
              </a:rPr>
              <a:t>ПОДСТАНЦИИ 110/35КВ</a:t>
            </a:r>
          </a:p>
        </p:txBody>
      </p:sp>
      <p:cxnSp>
        <p:nvCxnSpPr>
          <p:cNvPr id="4" name="motif"/>
          <p:cNvCxnSpPr/>
          <p:nvPr/>
        </p:nvCxnSpPr>
        <p:spPr>
          <a:xfrm>
            <a:off x="576000" y="3114228"/>
            <a:ext cx="5195520" cy="0"/>
          </a:xfrm>
          <a:prstGeom prst="line">
            <a:avLst/>
          </a:prstGeom>
          <a:ln w="5080">
            <a:solidFill>
              <a:srgbClr val="C7C4C6"/>
            </a:solidFill>
          </a:ln>
          <a:effectLst/>
        </p:spPr>
      </p:cxnSp>
      <p:sp>
        <p:nvSpPr>
          <p:cNvPr id="5" name="marker"/>
          <p:cNvSpPr/>
          <p:nvPr/>
        </p:nvSpPr>
        <p:spPr>
          <a:xfrm>
            <a:off x="576000" y="3248468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item: Технико-экономическое обоснова"/>
          <p:cNvSpPr txBox="1"/>
          <p:nvPr/>
        </p:nvSpPr>
        <p:spPr>
          <a:xfrm>
            <a:off x="792000" y="3191318"/>
            <a:ext cx="4979520" cy="203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A2440"/>
                </a:solidFill>
                <a:latin typeface="Onest"/>
                <a:ea typeface="Onest"/>
                <a:cs typeface="Onest"/>
              </a:rPr>
              <a:t>Технико-экономическое обоснование</a:t>
            </a:r>
          </a:p>
        </p:txBody>
      </p:sp>
      <p:cxnSp>
        <p:nvCxnSpPr>
          <p:cNvPr id="7" name="motif"/>
          <p:cNvCxnSpPr/>
          <p:nvPr/>
        </p:nvCxnSpPr>
        <p:spPr>
          <a:xfrm>
            <a:off x="576000" y="3463353"/>
            <a:ext cx="5195520" cy="0"/>
          </a:xfrm>
          <a:prstGeom prst="line">
            <a:avLst/>
          </a:prstGeom>
          <a:ln w="5080">
            <a:solidFill>
              <a:srgbClr val="C7C4C6"/>
            </a:solidFill>
          </a:ln>
          <a:effectLst/>
        </p:spPr>
      </p:cxnSp>
      <p:sp>
        <p:nvSpPr>
          <p:cNvPr id="8" name="marker"/>
          <p:cNvSpPr/>
          <p:nvPr/>
        </p:nvSpPr>
        <p:spPr>
          <a:xfrm>
            <a:off x="576000" y="3597593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item: Проектирование"/>
          <p:cNvSpPr txBox="1"/>
          <p:nvPr/>
        </p:nvSpPr>
        <p:spPr>
          <a:xfrm>
            <a:off x="792000" y="3540443"/>
            <a:ext cx="4979520" cy="203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A2440"/>
                </a:solidFill>
                <a:latin typeface="Onest"/>
                <a:ea typeface="Onest"/>
                <a:cs typeface="Onest"/>
              </a:rPr>
              <a:t>Проектирование</a:t>
            </a:r>
          </a:p>
        </p:txBody>
      </p:sp>
      <p:cxnSp>
        <p:nvCxnSpPr>
          <p:cNvPr id="10" name="motif"/>
          <p:cNvCxnSpPr/>
          <p:nvPr/>
        </p:nvCxnSpPr>
        <p:spPr>
          <a:xfrm>
            <a:off x="576000" y="3812478"/>
            <a:ext cx="5195520" cy="0"/>
          </a:xfrm>
          <a:prstGeom prst="line">
            <a:avLst/>
          </a:prstGeom>
          <a:ln w="5080">
            <a:solidFill>
              <a:srgbClr val="C7C4C6"/>
            </a:solidFill>
          </a:ln>
          <a:effectLst/>
        </p:spPr>
      </p:cxnSp>
      <p:sp>
        <p:nvSpPr>
          <p:cNvPr id="11" name="marker"/>
          <p:cNvSpPr/>
          <p:nvPr/>
        </p:nvSpPr>
        <p:spPr>
          <a:xfrm>
            <a:off x="576000" y="3946718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item: Строительство"/>
          <p:cNvSpPr txBox="1"/>
          <p:nvPr/>
        </p:nvSpPr>
        <p:spPr>
          <a:xfrm>
            <a:off x="792000" y="3889568"/>
            <a:ext cx="4979520" cy="203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A2440"/>
                </a:solidFill>
                <a:latin typeface="Onest"/>
                <a:ea typeface="Onest"/>
                <a:cs typeface="Onest"/>
              </a:rPr>
              <a:t>Строительство</a:t>
            </a:r>
          </a:p>
        </p:txBody>
      </p:sp>
      <p:cxnSp>
        <p:nvCxnSpPr>
          <p:cNvPr id="13" name="motif"/>
          <p:cNvCxnSpPr/>
          <p:nvPr/>
        </p:nvCxnSpPr>
        <p:spPr>
          <a:xfrm>
            <a:off x="576000" y="4161603"/>
            <a:ext cx="5195520" cy="0"/>
          </a:xfrm>
          <a:prstGeom prst="line">
            <a:avLst/>
          </a:prstGeom>
          <a:ln w="5080">
            <a:solidFill>
              <a:srgbClr val="C7C4C6"/>
            </a:solidFill>
          </a:ln>
          <a:effectLst/>
        </p:spPr>
      </p:cxnSp>
      <p:pic>
        <p:nvPicPr>
          <p:cNvPr id="14" name="image" descr="bed6c0f1d6a5ad4f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5346000"/>
            <a:ext cx="3726000" cy="5346000"/>
          </a:xfrm>
          <a:prstGeom prst="rect">
            <a:avLst/>
          </a:prstGeom>
        </p:spPr>
      </p:pic>
      <p:pic>
        <p:nvPicPr>
          <p:cNvPr id="15" name="image" descr="f1832e5e79212330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834000" y="5346000"/>
            <a:ext cx="3726000" cy="5346000"/>
          </a:xfrm>
          <a:prstGeom prst="rect">
            <a:avLst/>
          </a:prstGeom>
        </p:spPr>
      </p:pic>
      <p:sp>
        <p:nvSpPr>
          <p:cNvPr id="16" name="plate"/>
          <p:cNvSpPr/>
          <p:nvPr/>
        </p:nvSpPr>
        <p:spPr>
          <a:xfrm>
            <a:off x="468000" y="10276252"/>
            <a:ext cx="313434" cy="415747"/>
          </a:xfrm>
          <a:prstGeom prst="rect">
            <a:avLst/>
          </a:prstGeom>
          <a:solidFill>
            <a:srgbClr val="F3F1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folio: 14"/>
          <p:cNvSpPr txBox="1"/>
          <p:nvPr/>
        </p:nvSpPr>
        <p:spPr>
          <a:xfrm>
            <a:off x="576000" y="10355540"/>
            <a:ext cx="6336000" cy="1377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A6672"/>
                </a:solidFill>
                <a:latin typeface="Onest SemiBold"/>
                <a:ea typeface="Onest SemiBold"/>
                <a:cs typeface="Onest SemiBold"/>
              </a:rPr>
              <a:t>14</a:t>
            </a:r>
          </a:p>
        </p:txBody>
      </p:sp>
      <p:sp>
        <p:nvSpPr>
          <p:cNvPr id="18" name="arc"/>
          <p:cNvSpPr/>
          <p:nvPr/>
        </p:nvSpPr>
        <p:spPr>
          <a:xfrm>
            <a:off x="24340" y="21285"/>
            <a:ext cx="1528430" cy="1412866"/>
          </a:xfrm>
          <a:custGeom>
            <a:avLst/>
            <a:gdLst/>
            <a:ahLst/>
            <a:cxnLst/>
            <a:rect l="0" t="0" r="r" b="b"/>
            <a:pathLst>
              <a:path w="1528430" h="1412866">
                <a:moveTo>
                  <a:pt x="1528430" y="0"/>
                </a:moveTo>
                <a:lnTo>
                  <a:pt x="1514840" y="24771"/>
                </a:lnTo>
                <a:lnTo>
                  <a:pt x="1501035" y="49422"/>
                </a:lnTo>
                <a:lnTo>
                  <a:pt x="1487015" y="73952"/>
                </a:lnTo>
                <a:lnTo>
                  <a:pt x="1472781" y="98358"/>
                </a:lnTo>
                <a:lnTo>
                  <a:pt x="1458335" y="122640"/>
                </a:lnTo>
                <a:lnTo>
                  <a:pt x="1443678" y="146794"/>
                </a:lnTo>
                <a:lnTo>
                  <a:pt x="1428810" y="170820"/>
                </a:lnTo>
                <a:lnTo>
                  <a:pt x="1413734" y="194715"/>
                </a:lnTo>
                <a:lnTo>
                  <a:pt x="1398449" y="218477"/>
                </a:lnTo>
                <a:lnTo>
                  <a:pt x="1382958" y="242105"/>
                </a:lnTo>
                <a:lnTo>
                  <a:pt x="1367261" y="265598"/>
                </a:lnTo>
                <a:lnTo>
                  <a:pt x="1351360" y="288952"/>
                </a:lnTo>
                <a:lnTo>
                  <a:pt x="1335255" y="312166"/>
                </a:lnTo>
                <a:lnTo>
                  <a:pt x="1318949" y="335240"/>
                </a:lnTo>
                <a:lnTo>
                  <a:pt x="1302442" y="358169"/>
                </a:lnTo>
                <a:lnTo>
                  <a:pt x="1285735" y="380955"/>
                </a:lnTo>
                <a:lnTo>
                  <a:pt x="1268830" y="403593"/>
                </a:lnTo>
                <a:lnTo>
                  <a:pt x="1251728" y="426083"/>
                </a:lnTo>
                <a:lnTo>
                  <a:pt x="1234431" y="448423"/>
                </a:lnTo>
                <a:lnTo>
                  <a:pt x="1216939" y="470611"/>
                </a:lnTo>
                <a:lnTo>
                  <a:pt x="1199254" y="492646"/>
                </a:lnTo>
                <a:lnTo>
                  <a:pt x="1181378" y="514525"/>
                </a:lnTo>
                <a:lnTo>
                  <a:pt x="1163312" y="536248"/>
                </a:lnTo>
                <a:lnTo>
                  <a:pt x="1145056" y="557812"/>
                </a:lnTo>
                <a:lnTo>
                  <a:pt x="1126613" y="579216"/>
                </a:lnTo>
                <a:lnTo>
                  <a:pt x="1107984" y="600458"/>
                </a:lnTo>
                <a:lnTo>
                  <a:pt x="1089171" y="621537"/>
                </a:lnTo>
                <a:lnTo>
                  <a:pt x="1070174" y="642451"/>
                </a:lnTo>
                <a:lnTo>
                  <a:pt x="1050995" y="663198"/>
                </a:lnTo>
                <a:lnTo>
                  <a:pt x="1031636" y="683777"/>
                </a:lnTo>
                <a:lnTo>
                  <a:pt x="1012099" y="704187"/>
                </a:lnTo>
                <a:lnTo>
                  <a:pt x="992383" y="724425"/>
                </a:lnTo>
                <a:lnTo>
                  <a:pt x="972492" y="744490"/>
                </a:lnTo>
                <a:lnTo>
                  <a:pt x="952427" y="764381"/>
                </a:lnTo>
                <a:lnTo>
                  <a:pt x="932189" y="784097"/>
                </a:lnTo>
                <a:lnTo>
                  <a:pt x="911779" y="803634"/>
                </a:lnTo>
                <a:lnTo>
                  <a:pt x="891200" y="822993"/>
                </a:lnTo>
                <a:lnTo>
                  <a:pt x="870453" y="842172"/>
                </a:lnTo>
                <a:lnTo>
                  <a:pt x="849539" y="861169"/>
                </a:lnTo>
                <a:lnTo>
                  <a:pt x="828460" y="879982"/>
                </a:lnTo>
                <a:lnTo>
                  <a:pt x="807218" y="898611"/>
                </a:lnTo>
                <a:lnTo>
                  <a:pt x="785814" y="917054"/>
                </a:lnTo>
                <a:lnTo>
                  <a:pt x="764250" y="935310"/>
                </a:lnTo>
                <a:lnTo>
                  <a:pt x="742527" y="953376"/>
                </a:lnTo>
                <a:lnTo>
                  <a:pt x="720647" y="971253"/>
                </a:lnTo>
                <a:lnTo>
                  <a:pt x="698613" y="988937"/>
                </a:lnTo>
                <a:lnTo>
                  <a:pt x="676425" y="1006429"/>
                </a:lnTo>
                <a:lnTo>
                  <a:pt x="654085" y="1023726"/>
                </a:lnTo>
                <a:lnTo>
                  <a:pt x="631595" y="1040828"/>
                </a:lnTo>
                <a:lnTo>
                  <a:pt x="608956" y="1057733"/>
                </a:lnTo>
                <a:lnTo>
                  <a:pt x="586171" y="1074440"/>
                </a:lnTo>
                <a:lnTo>
                  <a:pt x="563241" y="1090947"/>
                </a:lnTo>
                <a:lnTo>
                  <a:pt x="540168" y="1107253"/>
                </a:lnTo>
                <a:lnTo>
                  <a:pt x="516954" y="1123358"/>
                </a:lnTo>
                <a:lnTo>
                  <a:pt x="493599" y="1139259"/>
                </a:lnTo>
                <a:lnTo>
                  <a:pt x="470107" y="1154956"/>
                </a:lnTo>
                <a:lnTo>
                  <a:pt x="446479" y="1170447"/>
                </a:lnTo>
                <a:lnTo>
                  <a:pt x="422717" y="1185732"/>
                </a:lnTo>
                <a:lnTo>
                  <a:pt x="398822" y="1200809"/>
                </a:lnTo>
                <a:lnTo>
                  <a:pt x="374796" y="1215676"/>
                </a:lnTo>
                <a:lnTo>
                  <a:pt x="350642" y="1230333"/>
                </a:lnTo>
                <a:lnTo>
                  <a:pt x="326360" y="1244779"/>
                </a:lnTo>
                <a:lnTo>
                  <a:pt x="301954" y="1259013"/>
                </a:lnTo>
                <a:lnTo>
                  <a:pt x="277424" y="1273033"/>
                </a:lnTo>
                <a:lnTo>
                  <a:pt x="252773" y="1286838"/>
                </a:lnTo>
                <a:lnTo>
                  <a:pt x="228002" y="1300428"/>
                </a:lnTo>
                <a:lnTo>
                  <a:pt x="203113" y="1313801"/>
                </a:lnTo>
                <a:lnTo>
                  <a:pt x="178109" y="1326956"/>
                </a:lnTo>
                <a:lnTo>
                  <a:pt x="152991" y="1339893"/>
                </a:lnTo>
                <a:lnTo>
                  <a:pt x="127761" y="1352610"/>
                </a:lnTo>
                <a:lnTo>
                  <a:pt x="102421" y="1365106"/>
                </a:lnTo>
                <a:lnTo>
                  <a:pt x="76973" y="1377381"/>
                </a:lnTo>
                <a:lnTo>
                  <a:pt x="51419" y="1389433"/>
                </a:lnTo>
                <a:lnTo>
                  <a:pt x="25761" y="1401262"/>
                </a:lnTo>
                <a:lnTo>
                  <a:pt x="0" y="1412866"/>
                </a:lnTo>
              </a:path>
            </a:pathLst>
          </a:custGeom>
          <a:noFill/>
          <a:ln w="11430">
            <a:solidFill>
              <a:srgbClr val="C7C4C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F3F1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3F1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image" descr="78d67eaa608e0dae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7560000" cy="5292000"/>
          </a:xfrm>
          <a:prstGeom prst="rect">
            <a:avLst/>
          </a:prstGeom>
        </p:spPr>
      </p:pic>
      <p:pic>
        <p:nvPicPr>
          <p:cNvPr id="5" name="image" descr="c50ea4dad4d24ae2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5400000"/>
            <a:ext cx="7560000" cy="5292000"/>
          </a:xfrm>
          <a:prstGeom prst="rect">
            <a:avLst/>
          </a:prstGeom>
        </p:spPr>
      </p:pic>
      <p:sp>
        <p:nvSpPr>
          <p:cNvPr id="6" name="logo"/>
          <p:cNvSpPr/>
          <p:nvPr/>
        </p:nvSpPr>
        <p:spPr>
          <a:xfrm>
            <a:off x="5919911" y="582603"/>
            <a:ext cx="1056269" cy="643486"/>
          </a:xfrm>
          <a:custGeom>
            <a:avLst/>
            <a:gdLst/>
            <a:ahLst/>
            <a:cxnLst/>
            <a:rect l="0" t="0" r="r" b="b"/>
            <a:pathLst>
              <a:path w="1056269" h="643486">
                <a:moveTo>
                  <a:pt x="990129" y="307"/>
                </a:moveTo>
                <a:lnTo>
                  <a:pt x="984765" y="2441"/>
                </a:lnTo>
                <a:lnTo>
                  <a:pt x="980334" y="4783"/>
                </a:lnTo>
                <a:lnTo>
                  <a:pt x="973784" y="15399"/>
                </a:lnTo>
                <a:lnTo>
                  <a:pt x="945108" y="29884"/>
                </a:lnTo>
                <a:lnTo>
                  <a:pt x="936215" y="35779"/>
                </a:lnTo>
                <a:lnTo>
                  <a:pt x="925637" y="44186"/>
                </a:lnTo>
                <a:lnTo>
                  <a:pt x="922678" y="47590"/>
                </a:lnTo>
                <a:lnTo>
                  <a:pt x="919642" y="52792"/>
                </a:lnTo>
                <a:lnTo>
                  <a:pt x="914571" y="59051"/>
                </a:lnTo>
                <a:lnTo>
                  <a:pt x="913179" y="62022"/>
                </a:lnTo>
                <a:lnTo>
                  <a:pt x="913123" y="64251"/>
                </a:lnTo>
                <a:lnTo>
                  <a:pt x="914088" y="66524"/>
                </a:lnTo>
                <a:lnTo>
                  <a:pt x="918250" y="70371"/>
                </a:lnTo>
                <a:lnTo>
                  <a:pt x="918820" y="71628"/>
                </a:lnTo>
                <a:lnTo>
                  <a:pt x="917254" y="72548"/>
                </a:lnTo>
                <a:lnTo>
                  <a:pt x="912540" y="73833"/>
                </a:lnTo>
                <a:lnTo>
                  <a:pt x="910998" y="74930"/>
                </a:lnTo>
                <a:lnTo>
                  <a:pt x="907953" y="81097"/>
                </a:lnTo>
                <a:lnTo>
                  <a:pt x="901179" y="88226"/>
                </a:lnTo>
                <a:lnTo>
                  <a:pt x="898935" y="91512"/>
                </a:lnTo>
                <a:lnTo>
                  <a:pt x="896496" y="96302"/>
                </a:lnTo>
                <a:lnTo>
                  <a:pt x="894904" y="96871"/>
                </a:lnTo>
                <a:lnTo>
                  <a:pt x="892716" y="96691"/>
                </a:lnTo>
                <a:lnTo>
                  <a:pt x="886793" y="93872"/>
                </a:lnTo>
                <a:lnTo>
                  <a:pt x="885232" y="93566"/>
                </a:lnTo>
                <a:lnTo>
                  <a:pt x="879043" y="95049"/>
                </a:lnTo>
                <a:lnTo>
                  <a:pt x="874648" y="96727"/>
                </a:lnTo>
                <a:lnTo>
                  <a:pt x="871795" y="98579"/>
                </a:lnTo>
                <a:lnTo>
                  <a:pt x="870301" y="100254"/>
                </a:lnTo>
                <a:lnTo>
                  <a:pt x="863433" y="110615"/>
                </a:lnTo>
                <a:lnTo>
                  <a:pt x="859275" y="113693"/>
                </a:lnTo>
                <a:lnTo>
                  <a:pt x="856327" y="114619"/>
                </a:lnTo>
                <a:lnTo>
                  <a:pt x="854159" y="114634"/>
                </a:lnTo>
                <a:lnTo>
                  <a:pt x="848178" y="110817"/>
                </a:lnTo>
                <a:lnTo>
                  <a:pt x="844691" y="109921"/>
                </a:lnTo>
                <a:lnTo>
                  <a:pt x="840996" y="110094"/>
                </a:lnTo>
                <a:lnTo>
                  <a:pt x="837278" y="111327"/>
                </a:lnTo>
                <a:lnTo>
                  <a:pt x="830309" y="115701"/>
                </a:lnTo>
                <a:lnTo>
                  <a:pt x="812274" y="124472"/>
                </a:lnTo>
                <a:lnTo>
                  <a:pt x="810392" y="125926"/>
                </a:lnTo>
                <a:lnTo>
                  <a:pt x="808602" y="128847"/>
                </a:lnTo>
                <a:lnTo>
                  <a:pt x="809498" y="136259"/>
                </a:lnTo>
                <a:lnTo>
                  <a:pt x="811743" y="141043"/>
                </a:lnTo>
                <a:lnTo>
                  <a:pt x="811639" y="143299"/>
                </a:lnTo>
                <a:lnTo>
                  <a:pt x="809504" y="144904"/>
                </a:lnTo>
                <a:lnTo>
                  <a:pt x="803387" y="146819"/>
                </a:lnTo>
                <a:lnTo>
                  <a:pt x="799989" y="149218"/>
                </a:lnTo>
                <a:lnTo>
                  <a:pt x="798039" y="148765"/>
                </a:lnTo>
                <a:lnTo>
                  <a:pt x="794559" y="146688"/>
                </a:lnTo>
                <a:lnTo>
                  <a:pt x="786966" y="141660"/>
                </a:lnTo>
                <a:lnTo>
                  <a:pt x="777514" y="134651"/>
                </a:lnTo>
                <a:lnTo>
                  <a:pt x="758690" y="122136"/>
                </a:lnTo>
                <a:lnTo>
                  <a:pt x="747605" y="114310"/>
                </a:lnTo>
                <a:lnTo>
                  <a:pt x="734049" y="103713"/>
                </a:lnTo>
                <a:lnTo>
                  <a:pt x="711398" y="87282"/>
                </a:lnTo>
                <a:lnTo>
                  <a:pt x="707893" y="85299"/>
                </a:lnTo>
                <a:lnTo>
                  <a:pt x="706225" y="85513"/>
                </a:lnTo>
                <a:lnTo>
                  <a:pt x="705447" y="86702"/>
                </a:lnTo>
                <a:lnTo>
                  <a:pt x="706106" y="89234"/>
                </a:lnTo>
                <a:lnTo>
                  <a:pt x="707056" y="90691"/>
                </a:lnTo>
                <a:lnTo>
                  <a:pt x="709522" y="92736"/>
                </a:lnTo>
                <a:lnTo>
                  <a:pt x="728697" y="106781"/>
                </a:lnTo>
                <a:lnTo>
                  <a:pt x="751732" y="122897"/>
                </a:lnTo>
                <a:lnTo>
                  <a:pt x="765770" y="133493"/>
                </a:lnTo>
                <a:lnTo>
                  <a:pt x="771437" y="137312"/>
                </a:lnTo>
                <a:lnTo>
                  <a:pt x="776142" y="139562"/>
                </a:lnTo>
                <a:lnTo>
                  <a:pt x="781474" y="142851"/>
                </a:lnTo>
                <a:lnTo>
                  <a:pt x="785655" y="146180"/>
                </a:lnTo>
                <a:lnTo>
                  <a:pt x="787681" y="148503"/>
                </a:lnTo>
                <a:lnTo>
                  <a:pt x="788375" y="150255"/>
                </a:lnTo>
                <a:lnTo>
                  <a:pt x="789027" y="160620"/>
                </a:lnTo>
                <a:lnTo>
                  <a:pt x="786500" y="160654"/>
                </a:lnTo>
                <a:lnTo>
                  <a:pt x="784862" y="159571"/>
                </a:lnTo>
                <a:lnTo>
                  <a:pt x="783393" y="157474"/>
                </a:lnTo>
                <a:lnTo>
                  <a:pt x="781622" y="153577"/>
                </a:lnTo>
                <a:lnTo>
                  <a:pt x="779910" y="151326"/>
                </a:lnTo>
                <a:lnTo>
                  <a:pt x="771756" y="142974"/>
                </a:lnTo>
                <a:lnTo>
                  <a:pt x="769312" y="140932"/>
                </a:lnTo>
                <a:lnTo>
                  <a:pt x="767499" y="140113"/>
                </a:lnTo>
                <a:lnTo>
                  <a:pt x="765865" y="140315"/>
                </a:lnTo>
                <a:lnTo>
                  <a:pt x="761593" y="142299"/>
                </a:lnTo>
                <a:lnTo>
                  <a:pt x="753204" y="142540"/>
                </a:lnTo>
                <a:lnTo>
                  <a:pt x="749509" y="147584"/>
                </a:lnTo>
                <a:lnTo>
                  <a:pt x="748063" y="153309"/>
                </a:lnTo>
                <a:lnTo>
                  <a:pt x="746768" y="154275"/>
                </a:lnTo>
                <a:lnTo>
                  <a:pt x="743981" y="155306"/>
                </a:lnTo>
                <a:lnTo>
                  <a:pt x="741838" y="155282"/>
                </a:lnTo>
                <a:lnTo>
                  <a:pt x="736928" y="152601"/>
                </a:lnTo>
                <a:lnTo>
                  <a:pt x="734080" y="151761"/>
                </a:lnTo>
                <a:lnTo>
                  <a:pt x="726005" y="153635"/>
                </a:lnTo>
                <a:lnTo>
                  <a:pt x="722608" y="153980"/>
                </a:lnTo>
                <a:lnTo>
                  <a:pt x="720441" y="153701"/>
                </a:lnTo>
                <a:lnTo>
                  <a:pt x="716327" y="150447"/>
                </a:lnTo>
                <a:lnTo>
                  <a:pt x="714536" y="147843"/>
                </a:lnTo>
                <a:lnTo>
                  <a:pt x="716034" y="142306"/>
                </a:lnTo>
                <a:lnTo>
                  <a:pt x="716782" y="133751"/>
                </a:lnTo>
                <a:lnTo>
                  <a:pt x="716512" y="130100"/>
                </a:lnTo>
                <a:lnTo>
                  <a:pt x="714936" y="127653"/>
                </a:lnTo>
                <a:lnTo>
                  <a:pt x="709232" y="122338"/>
                </a:lnTo>
                <a:lnTo>
                  <a:pt x="705776" y="120054"/>
                </a:lnTo>
                <a:lnTo>
                  <a:pt x="702875" y="119395"/>
                </a:lnTo>
                <a:lnTo>
                  <a:pt x="694655" y="119133"/>
                </a:lnTo>
                <a:lnTo>
                  <a:pt x="691652" y="118631"/>
                </a:lnTo>
                <a:lnTo>
                  <a:pt x="690721" y="117815"/>
                </a:lnTo>
                <a:lnTo>
                  <a:pt x="689830" y="114026"/>
                </a:lnTo>
                <a:lnTo>
                  <a:pt x="688886" y="112448"/>
                </a:lnTo>
                <a:lnTo>
                  <a:pt x="687004" y="111273"/>
                </a:lnTo>
                <a:lnTo>
                  <a:pt x="682377" y="109609"/>
                </a:lnTo>
                <a:lnTo>
                  <a:pt x="677103" y="111550"/>
                </a:lnTo>
                <a:lnTo>
                  <a:pt x="673891" y="114190"/>
                </a:lnTo>
                <a:lnTo>
                  <a:pt x="674455" y="125887"/>
                </a:lnTo>
                <a:lnTo>
                  <a:pt x="675211" y="129461"/>
                </a:lnTo>
                <a:lnTo>
                  <a:pt x="675614" y="129920"/>
                </a:lnTo>
                <a:lnTo>
                  <a:pt x="676735" y="129886"/>
                </a:lnTo>
                <a:lnTo>
                  <a:pt x="680641" y="127610"/>
                </a:lnTo>
                <a:lnTo>
                  <a:pt x="682286" y="127672"/>
                </a:lnTo>
                <a:lnTo>
                  <a:pt x="684122" y="128410"/>
                </a:lnTo>
                <a:lnTo>
                  <a:pt x="693709" y="135525"/>
                </a:lnTo>
                <a:lnTo>
                  <a:pt x="700980" y="142389"/>
                </a:lnTo>
                <a:lnTo>
                  <a:pt x="701464" y="144697"/>
                </a:lnTo>
                <a:lnTo>
                  <a:pt x="701117" y="146026"/>
                </a:lnTo>
                <a:lnTo>
                  <a:pt x="699209" y="149325"/>
                </a:lnTo>
                <a:lnTo>
                  <a:pt x="694313" y="155679"/>
                </a:lnTo>
                <a:lnTo>
                  <a:pt x="693043" y="158983"/>
                </a:lnTo>
                <a:lnTo>
                  <a:pt x="693053" y="160668"/>
                </a:lnTo>
                <a:lnTo>
                  <a:pt x="693789" y="163376"/>
                </a:lnTo>
                <a:lnTo>
                  <a:pt x="695126" y="165711"/>
                </a:lnTo>
                <a:lnTo>
                  <a:pt x="696911" y="167504"/>
                </a:lnTo>
                <a:lnTo>
                  <a:pt x="699998" y="168866"/>
                </a:lnTo>
                <a:lnTo>
                  <a:pt x="703861" y="169063"/>
                </a:lnTo>
                <a:lnTo>
                  <a:pt x="709414" y="168253"/>
                </a:lnTo>
                <a:lnTo>
                  <a:pt x="714843" y="166243"/>
                </a:lnTo>
                <a:lnTo>
                  <a:pt x="719020" y="166852"/>
                </a:lnTo>
                <a:lnTo>
                  <a:pt x="724160" y="165624"/>
                </a:lnTo>
                <a:lnTo>
                  <a:pt x="726519" y="166565"/>
                </a:lnTo>
                <a:lnTo>
                  <a:pt x="758636" y="193750"/>
                </a:lnTo>
                <a:lnTo>
                  <a:pt x="760031" y="195403"/>
                </a:lnTo>
                <a:lnTo>
                  <a:pt x="763630" y="197962"/>
                </a:lnTo>
                <a:lnTo>
                  <a:pt x="773369" y="206281"/>
                </a:lnTo>
                <a:lnTo>
                  <a:pt x="782988" y="215012"/>
                </a:lnTo>
                <a:lnTo>
                  <a:pt x="789551" y="219837"/>
                </a:lnTo>
                <a:lnTo>
                  <a:pt x="792119" y="222990"/>
                </a:lnTo>
                <a:lnTo>
                  <a:pt x="799661" y="229348"/>
                </a:lnTo>
                <a:lnTo>
                  <a:pt x="804582" y="232935"/>
                </a:lnTo>
                <a:lnTo>
                  <a:pt x="805727" y="234276"/>
                </a:lnTo>
                <a:lnTo>
                  <a:pt x="808260" y="234750"/>
                </a:lnTo>
                <a:lnTo>
                  <a:pt x="809348" y="233928"/>
                </a:lnTo>
                <a:lnTo>
                  <a:pt x="809290" y="232777"/>
                </a:lnTo>
                <a:lnTo>
                  <a:pt x="805379" y="229009"/>
                </a:lnTo>
                <a:lnTo>
                  <a:pt x="801566" y="226225"/>
                </a:lnTo>
                <a:lnTo>
                  <a:pt x="795704" y="220743"/>
                </a:lnTo>
                <a:lnTo>
                  <a:pt x="790840" y="217943"/>
                </a:lnTo>
                <a:lnTo>
                  <a:pt x="787394" y="215349"/>
                </a:lnTo>
                <a:lnTo>
                  <a:pt x="785465" y="213054"/>
                </a:lnTo>
                <a:lnTo>
                  <a:pt x="777561" y="207340"/>
                </a:lnTo>
                <a:lnTo>
                  <a:pt x="740372" y="172697"/>
                </a:lnTo>
                <a:lnTo>
                  <a:pt x="738770" y="170436"/>
                </a:lnTo>
                <a:lnTo>
                  <a:pt x="738772" y="167988"/>
                </a:lnTo>
                <a:lnTo>
                  <a:pt x="740850" y="166539"/>
                </a:lnTo>
                <a:lnTo>
                  <a:pt x="749328" y="164908"/>
                </a:lnTo>
                <a:lnTo>
                  <a:pt x="753778" y="163198"/>
                </a:lnTo>
                <a:lnTo>
                  <a:pt x="756160" y="161451"/>
                </a:lnTo>
                <a:lnTo>
                  <a:pt x="757962" y="159299"/>
                </a:lnTo>
                <a:lnTo>
                  <a:pt x="760514" y="153798"/>
                </a:lnTo>
                <a:lnTo>
                  <a:pt x="762438" y="152921"/>
                </a:lnTo>
                <a:lnTo>
                  <a:pt x="764667" y="152882"/>
                </a:lnTo>
                <a:lnTo>
                  <a:pt x="768169" y="154153"/>
                </a:lnTo>
                <a:lnTo>
                  <a:pt x="770561" y="156136"/>
                </a:lnTo>
                <a:lnTo>
                  <a:pt x="771670" y="163947"/>
                </a:lnTo>
                <a:lnTo>
                  <a:pt x="782991" y="172282"/>
                </a:lnTo>
                <a:lnTo>
                  <a:pt x="786576" y="173075"/>
                </a:lnTo>
                <a:lnTo>
                  <a:pt x="802334" y="173975"/>
                </a:lnTo>
                <a:lnTo>
                  <a:pt x="803870" y="172444"/>
                </a:lnTo>
                <a:lnTo>
                  <a:pt x="804148" y="171311"/>
                </a:lnTo>
                <a:lnTo>
                  <a:pt x="802065" y="166040"/>
                </a:lnTo>
                <a:lnTo>
                  <a:pt x="801984" y="163519"/>
                </a:lnTo>
                <a:lnTo>
                  <a:pt x="803492" y="162104"/>
                </a:lnTo>
                <a:lnTo>
                  <a:pt x="806984" y="162014"/>
                </a:lnTo>
                <a:lnTo>
                  <a:pt x="814619" y="166384"/>
                </a:lnTo>
                <a:lnTo>
                  <a:pt x="820794" y="170878"/>
                </a:lnTo>
                <a:lnTo>
                  <a:pt x="826670" y="174331"/>
                </a:lnTo>
                <a:lnTo>
                  <a:pt x="852261" y="191465"/>
                </a:lnTo>
                <a:lnTo>
                  <a:pt x="853906" y="192101"/>
                </a:lnTo>
                <a:lnTo>
                  <a:pt x="855421" y="191895"/>
                </a:lnTo>
                <a:lnTo>
                  <a:pt x="855962" y="191491"/>
                </a:lnTo>
                <a:lnTo>
                  <a:pt x="856124" y="190224"/>
                </a:lnTo>
                <a:lnTo>
                  <a:pt x="855175" y="188549"/>
                </a:lnTo>
                <a:lnTo>
                  <a:pt x="853254" y="186715"/>
                </a:lnTo>
                <a:lnTo>
                  <a:pt x="826435" y="168774"/>
                </a:lnTo>
                <a:lnTo>
                  <a:pt x="821312" y="164797"/>
                </a:lnTo>
                <a:lnTo>
                  <a:pt x="815173" y="160983"/>
                </a:lnTo>
                <a:lnTo>
                  <a:pt x="812000" y="157727"/>
                </a:lnTo>
                <a:lnTo>
                  <a:pt x="811394" y="156210"/>
                </a:lnTo>
                <a:lnTo>
                  <a:pt x="811678" y="155542"/>
                </a:lnTo>
                <a:lnTo>
                  <a:pt x="816563" y="153629"/>
                </a:lnTo>
                <a:lnTo>
                  <a:pt x="825911" y="144757"/>
                </a:lnTo>
                <a:lnTo>
                  <a:pt x="825658" y="140881"/>
                </a:lnTo>
                <a:lnTo>
                  <a:pt x="820944" y="134534"/>
                </a:lnTo>
                <a:lnTo>
                  <a:pt x="820596" y="133289"/>
                </a:lnTo>
                <a:lnTo>
                  <a:pt x="821062" y="131777"/>
                </a:lnTo>
                <a:lnTo>
                  <a:pt x="825835" y="128789"/>
                </a:lnTo>
                <a:lnTo>
                  <a:pt x="835070" y="125069"/>
                </a:lnTo>
                <a:lnTo>
                  <a:pt x="845183" y="126055"/>
                </a:lnTo>
                <a:lnTo>
                  <a:pt x="866170" y="122531"/>
                </a:lnTo>
                <a:lnTo>
                  <a:pt x="868213" y="121153"/>
                </a:lnTo>
                <a:lnTo>
                  <a:pt x="869774" y="119457"/>
                </a:lnTo>
                <a:lnTo>
                  <a:pt x="877829" y="107659"/>
                </a:lnTo>
                <a:lnTo>
                  <a:pt x="880442" y="105164"/>
                </a:lnTo>
                <a:lnTo>
                  <a:pt x="881725" y="104474"/>
                </a:lnTo>
                <a:lnTo>
                  <a:pt x="883015" y="104149"/>
                </a:lnTo>
                <a:lnTo>
                  <a:pt x="885685" y="104570"/>
                </a:lnTo>
                <a:lnTo>
                  <a:pt x="889705" y="107005"/>
                </a:lnTo>
                <a:lnTo>
                  <a:pt x="893262" y="107948"/>
                </a:lnTo>
                <a:lnTo>
                  <a:pt x="898907" y="108257"/>
                </a:lnTo>
                <a:lnTo>
                  <a:pt x="901549" y="107410"/>
                </a:lnTo>
                <a:lnTo>
                  <a:pt x="903627" y="105302"/>
                </a:lnTo>
                <a:lnTo>
                  <a:pt x="907161" y="98050"/>
                </a:lnTo>
                <a:lnTo>
                  <a:pt x="909248" y="94850"/>
                </a:lnTo>
                <a:lnTo>
                  <a:pt x="918343" y="84725"/>
                </a:lnTo>
                <a:lnTo>
                  <a:pt x="927375" y="78916"/>
                </a:lnTo>
                <a:lnTo>
                  <a:pt x="931627" y="74867"/>
                </a:lnTo>
                <a:lnTo>
                  <a:pt x="931982" y="73449"/>
                </a:lnTo>
                <a:lnTo>
                  <a:pt x="931494" y="71467"/>
                </a:lnTo>
                <a:lnTo>
                  <a:pt x="927337" y="63639"/>
                </a:lnTo>
                <a:lnTo>
                  <a:pt x="926932" y="61961"/>
                </a:lnTo>
                <a:lnTo>
                  <a:pt x="927731" y="59277"/>
                </a:lnTo>
                <a:lnTo>
                  <a:pt x="931084" y="53724"/>
                </a:lnTo>
                <a:lnTo>
                  <a:pt x="934696" y="49748"/>
                </a:lnTo>
                <a:lnTo>
                  <a:pt x="941721" y="44424"/>
                </a:lnTo>
                <a:lnTo>
                  <a:pt x="952852" y="37291"/>
                </a:lnTo>
                <a:lnTo>
                  <a:pt x="955328" y="36098"/>
                </a:lnTo>
                <a:lnTo>
                  <a:pt x="957475" y="35835"/>
                </a:lnTo>
                <a:lnTo>
                  <a:pt x="959754" y="37122"/>
                </a:lnTo>
                <a:lnTo>
                  <a:pt x="976557" y="51548"/>
                </a:lnTo>
                <a:lnTo>
                  <a:pt x="983320" y="55808"/>
                </a:lnTo>
                <a:lnTo>
                  <a:pt x="984492" y="57662"/>
                </a:lnTo>
                <a:lnTo>
                  <a:pt x="986444" y="63697"/>
                </a:lnTo>
                <a:lnTo>
                  <a:pt x="988321" y="66656"/>
                </a:lnTo>
                <a:lnTo>
                  <a:pt x="991290" y="68432"/>
                </a:lnTo>
                <a:lnTo>
                  <a:pt x="1000573" y="71187"/>
                </a:lnTo>
                <a:lnTo>
                  <a:pt x="1002247" y="72330"/>
                </a:lnTo>
                <a:lnTo>
                  <a:pt x="1003966" y="74316"/>
                </a:lnTo>
                <a:lnTo>
                  <a:pt x="1003816" y="87126"/>
                </a:lnTo>
                <a:lnTo>
                  <a:pt x="1007202" y="108097"/>
                </a:lnTo>
                <a:lnTo>
                  <a:pt x="1009164" y="115745"/>
                </a:lnTo>
                <a:lnTo>
                  <a:pt x="1009300" y="118643"/>
                </a:lnTo>
                <a:lnTo>
                  <a:pt x="1008251" y="120852"/>
                </a:lnTo>
                <a:lnTo>
                  <a:pt x="1004645" y="124036"/>
                </a:lnTo>
                <a:lnTo>
                  <a:pt x="1002363" y="127226"/>
                </a:lnTo>
                <a:lnTo>
                  <a:pt x="1000732" y="132069"/>
                </a:lnTo>
                <a:lnTo>
                  <a:pt x="998428" y="142271"/>
                </a:lnTo>
                <a:lnTo>
                  <a:pt x="997339" y="144283"/>
                </a:lnTo>
                <a:lnTo>
                  <a:pt x="996142" y="144253"/>
                </a:lnTo>
                <a:lnTo>
                  <a:pt x="991792" y="140334"/>
                </a:lnTo>
                <a:lnTo>
                  <a:pt x="988222" y="136254"/>
                </a:lnTo>
                <a:lnTo>
                  <a:pt x="984548" y="130673"/>
                </a:lnTo>
                <a:lnTo>
                  <a:pt x="981872" y="128487"/>
                </a:lnTo>
                <a:lnTo>
                  <a:pt x="980299" y="128780"/>
                </a:lnTo>
                <a:lnTo>
                  <a:pt x="978573" y="129872"/>
                </a:lnTo>
                <a:lnTo>
                  <a:pt x="965721" y="140529"/>
                </a:lnTo>
                <a:lnTo>
                  <a:pt x="965257" y="141779"/>
                </a:lnTo>
                <a:lnTo>
                  <a:pt x="965642" y="143263"/>
                </a:lnTo>
                <a:lnTo>
                  <a:pt x="971040" y="150062"/>
                </a:lnTo>
                <a:lnTo>
                  <a:pt x="971885" y="151887"/>
                </a:lnTo>
                <a:lnTo>
                  <a:pt x="971683" y="153263"/>
                </a:lnTo>
                <a:lnTo>
                  <a:pt x="970422" y="154231"/>
                </a:lnTo>
                <a:lnTo>
                  <a:pt x="965637" y="155621"/>
                </a:lnTo>
                <a:lnTo>
                  <a:pt x="961646" y="158342"/>
                </a:lnTo>
                <a:lnTo>
                  <a:pt x="957525" y="162703"/>
                </a:lnTo>
                <a:lnTo>
                  <a:pt x="952955" y="169299"/>
                </a:lnTo>
                <a:lnTo>
                  <a:pt x="953289" y="180202"/>
                </a:lnTo>
                <a:lnTo>
                  <a:pt x="956837" y="196757"/>
                </a:lnTo>
                <a:lnTo>
                  <a:pt x="959834" y="203914"/>
                </a:lnTo>
                <a:lnTo>
                  <a:pt x="960172" y="206501"/>
                </a:lnTo>
                <a:lnTo>
                  <a:pt x="959922" y="207520"/>
                </a:lnTo>
                <a:lnTo>
                  <a:pt x="959389" y="208369"/>
                </a:lnTo>
                <a:lnTo>
                  <a:pt x="957459" y="209590"/>
                </a:lnTo>
                <a:lnTo>
                  <a:pt x="949273" y="211141"/>
                </a:lnTo>
                <a:lnTo>
                  <a:pt x="945163" y="212781"/>
                </a:lnTo>
                <a:lnTo>
                  <a:pt x="943427" y="213909"/>
                </a:lnTo>
                <a:lnTo>
                  <a:pt x="941881" y="215259"/>
                </a:lnTo>
                <a:lnTo>
                  <a:pt x="939286" y="218681"/>
                </a:lnTo>
                <a:lnTo>
                  <a:pt x="936171" y="225402"/>
                </a:lnTo>
                <a:lnTo>
                  <a:pt x="934175" y="228000"/>
                </a:lnTo>
                <a:lnTo>
                  <a:pt x="933977" y="229446"/>
                </a:lnTo>
                <a:lnTo>
                  <a:pt x="935224" y="230996"/>
                </a:lnTo>
                <a:lnTo>
                  <a:pt x="938038" y="232933"/>
                </a:lnTo>
                <a:lnTo>
                  <a:pt x="940742" y="234095"/>
                </a:lnTo>
                <a:lnTo>
                  <a:pt x="942211" y="234044"/>
                </a:lnTo>
                <a:lnTo>
                  <a:pt x="944437" y="232712"/>
                </a:lnTo>
                <a:lnTo>
                  <a:pt x="947038" y="229991"/>
                </a:lnTo>
                <a:lnTo>
                  <a:pt x="948827" y="223253"/>
                </a:lnTo>
                <a:lnTo>
                  <a:pt x="950779" y="220930"/>
                </a:lnTo>
                <a:lnTo>
                  <a:pt x="953438" y="220309"/>
                </a:lnTo>
                <a:lnTo>
                  <a:pt x="957707" y="223501"/>
                </a:lnTo>
                <a:lnTo>
                  <a:pt x="960380" y="224022"/>
                </a:lnTo>
                <a:lnTo>
                  <a:pt x="962372" y="223783"/>
                </a:lnTo>
                <a:lnTo>
                  <a:pt x="964003" y="223011"/>
                </a:lnTo>
                <a:lnTo>
                  <a:pt x="965944" y="220679"/>
                </a:lnTo>
                <a:lnTo>
                  <a:pt x="968669" y="213961"/>
                </a:lnTo>
                <a:lnTo>
                  <a:pt x="971355" y="209616"/>
                </a:lnTo>
                <a:lnTo>
                  <a:pt x="974525" y="205565"/>
                </a:lnTo>
                <a:lnTo>
                  <a:pt x="975429" y="202803"/>
                </a:lnTo>
                <a:lnTo>
                  <a:pt x="974428" y="200490"/>
                </a:lnTo>
                <a:lnTo>
                  <a:pt x="969425" y="197987"/>
                </a:lnTo>
                <a:lnTo>
                  <a:pt x="967451" y="194844"/>
                </a:lnTo>
                <a:lnTo>
                  <a:pt x="965420" y="187781"/>
                </a:lnTo>
                <a:lnTo>
                  <a:pt x="964068" y="181121"/>
                </a:lnTo>
                <a:lnTo>
                  <a:pt x="963466" y="175631"/>
                </a:lnTo>
                <a:lnTo>
                  <a:pt x="963707" y="172095"/>
                </a:lnTo>
                <a:lnTo>
                  <a:pt x="966359" y="168190"/>
                </a:lnTo>
                <a:lnTo>
                  <a:pt x="968542" y="166430"/>
                </a:lnTo>
                <a:lnTo>
                  <a:pt x="969734" y="166020"/>
                </a:lnTo>
                <a:lnTo>
                  <a:pt x="976397" y="169345"/>
                </a:lnTo>
                <a:lnTo>
                  <a:pt x="980401" y="169485"/>
                </a:lnTo>
                <a:lnTo>
                  <a:pt x="981566" y="168963"/>
                </a:lnTo>
                <a:lnTo>
                  <a:pt x="982340" y="166128"/>
                </a:lnTo>
                <a:lnTo>
                  <a:pt x="983052" y="150993"/>
                </a:lnTo>
                <a:lnTo>
                  <a:pt x="983489" y="149158"/>
                </a:lnTo>
                <a:lnTo>
                  <a:pt x="984594" y="148422"/>
                </a:lnTo>
                <a:lnTo>
                  <a:pt x="986003" y="149217"/>
                </a:lnTo>
                <a:lnTo>
                  <a:pt x="986904" y="151242"/>
                </a:lnTo>
                <a:lnTo>
                  <a:pt x="988168" y="167857"/>
                </a:lnTo>
                <a:lnTo>
                  <a:pt x="991521" y="182744"/>
                </a:lnTo>
                <a:lnTo>
                  <a:pt x="994245" y="192555"/>
                </a:lnTo>
                <a:lnTo>
                  <a:pt x="994503" y="195416"/>
                </a:lnTo>
                <a:lnTo>
                  <a:pt x="993523" y="202005"/>
                </a:lnTo>
                <a:lnTo>
                  <a:pt x="993648" y="204812"/>
                </a:lnTo>
                <a:lnTo>
                  <a:pt x="996505" y="211233"/>
                </a:lnTo>
                <a:lnTo>
                  <a:pt x="999675" y="221274"/>
                </a:lnTo>
                <a:lnTo>
                  <a:pt x="1002880" y="225871"/>
                </a:lnTo>
                <a:lnTo>
                  <a:pt x="1007287" y="230736"/>
                </a:lnTo>
                <a:lnTo>
                  <a:pt x="1010799" y="233904"/>
                </a:lnTo>
                <a:lnTo>
                  <a:pt x="1016344" y="237934"/>
                </a:lnTo>
                <a:lnTo>
                  <a:pt x="1035697" y="249973"/>
                </a:lnTo>
                <a:lnTo>
                  <a:pt x="1048805" y="257434"/>
                </a:lnTo>
                <a:lnTo>
                  <a:pt x="1052359" y="258550"/>
                </a:lnTo>
                <a:lnTo>
                  <a:pt x="1055011" y="258396"/>
                </a:lnTo>
                <a:lnTo>
                  <a:pt x="1055863" y="257476"/>
                </a:lnTo>
                <a:lnTo>
                  <a:pt x="1056269" y="255718"/>
                </a:lnTo>
                <a:lnTo>
                  <a:pt x="1055893" y="245959"/>
                </a:lnTo>
                <a:lnTo>
                  <a:pt x="1049328" y="233369"/>
                </a:lnTo>
                <a:lnTo>
                  <a:pt x="1048700" y="221961"/>
                </a:lnTo>
                <a:lnTo>
                  <a:pt x="1046877" y="219298"/>
                </a:lnTo>
                <a:lnTo>
                  <a:pt x="1041911" y="213704"/>
                </a:lnTo>
                <a:lnTo>
                  <a:pt x="1044916" y="206545"/>
                </a:lnTo>
                <a:lnTo>
                  <a:pt x="1045093" y="202349"/>
                </a:lnTo>
                <a:lnTo>
                  <a:pt x="1043083" y="199144"/>
                </a:lnTo>
                <a:lnTo>
                  <a:pt x="1037812" y="195905"/>
                </a:lnTo>
                <a:lnTo>
                  <a:pt x="1036890" y="194792"/>
                </a:lnTo>
                <a:lnTo>
                  <a:pt x="1036299" y="191974"/>
                </a:lnTo>
                <a:lnTo>
                  <a:pt x="1035884" y="182895"/>
                </a:lnTo>
                <a:lnTo>
                  <a:pt x="1032949" y="181207"/>
                </a:lnTo>
                <a:lnTo>
                  <a:pt x="1027591" y="180050"/>
                </a:lnTo>
                <a:lnTo>
                  <a:pt x="1022239" y="174828"/>
                </a:lnTo>
                <a:lnTo>
                  <a:pt x="1020003" y="173361"/>
                </a:lnTo>
                <a:lnTo>
                  <a:pt x="1018587" y="173199"/>
                </a:lnTo>
                <a:lnTo>
                  <a:pt x="1013665" y="174523"/>
                </a:lnTo>
                <a:lnTo>
                  <a:pt x="1011825" y="174457"/>
                </a:lnTo>
                <a:lnTo>
                  <a:pt x="1008947" y="170186"/>
                </a:lnTo>
                <a:lnTo>
                  <a:pt x="1003146" y="158981"/>
                </a:lnTo>
                <a:lnTo>
                  <a:pt x="1006813" y="152123"/>
                </a:lnTo>
                <a:lnTo>
                  <a:pt x="1009832" y="148630"/>
                </a:lnTo>
                <a:lnTo>
                  <a:pt x="1010740" y="146843"/>
                </a:lnTo>
                <a:lnTo>
                  <a:pt x="1010203" y="136623"/>
                </a:lnTo>
                <a:lnTo>
                  <a:pt x="1011091" y="132293"/>
                </a:lnTo>
                <a:lnTo>
                  <a:pt x="1013223" y="130805"/>
                </a:lnTo>
                <a:lnTo>
                  <a:pt x="1020745" y="127643"/>
                </a:lnTo>
                <a:lnTo>
                  <a:pt x="1022052" y="126303"/>
                </a:lnTo>
                <a:lnTo>
                  <a:pt x="1022273" y="125478"/>
                </a:lnTo>
                <a:lnTo>
                  <a:pt x="1021950" y="123296"/>
                </a:lnTo>
                <a:lnTo>
                  <a:pt x="1019576" y="117126"/>
                </a:lnTo>
                <a:lnTo>
                  <a:pt x="1018282" y="111977"/>
                </a:lnTo>
                <a:lnTo>
                  <a:pt x="1014686" y="90747"/>
                </a:lnTo>
                <a:lnTo>
                  <a:pt x="1013946" y="81597"/>
                </a:lnTo>
                <a:lnTo>
                  <a:pt x="1013946" y="78366"/>
                </a:lnTo>
                <a:lnTo>
                  <a:pt x="1021661" y="70266"/>
                </a:lnTo>
                <a:lnTo>
                  <a:pt x="1021661" y="65975"/>
                </a:lnTo>
                <a:lnTo>
                  <a:pt x="1017652" y="62612"/>
                </a:lnTo>
                <a:lnTo>
                  <a:pt x="1015061" y="61431"/>
                </a:lnTo>
                <a:lnTo>
                  <a:pt x="1011911" y="61161"/>
                </a:lnTo>
                <a:lnTo>
                  <a:pt x="1006376" y="61624"/>
                </a:lnTo>
                <a:lnTo>
                  <a:pt x="1000814" y="61437"/>
                </a:lnTo>
                <a:lnTo>
                  <a:pt x="996975" y="60527"/>
                </a:lnTo>
                <a:lnTo>
                  <a:pt x="995681" y="59156"/>
                </a:lnTo>
                <a:lnTo>
                  <a:pt x="994100" y="50288"/>
                </a:lnTo>
                <a:lnTo>
                  <a:pt x="991424" y="45169"/>
                </a:lnTo>
                <a:lnTo>
                  <a:pt x="992021" y="42520"/>
                </a:lnTo>
                <a:lnTo>
                  <a:pt x="994387" y="38534"/>
                </a:lnTo>
                <a:lnTo>
                  <a:pt x="996361" y="36126"/>
                </a:lnTo>
                <a:lnTo>
                  <a:pt x="1001781" y="34400"/>
                </a:lnTo>
                <a:lnTo>
                  <a:pt x="1007184" y="30062"/>
                </a:lnTo>
                <a:lnTo>
                  <a:pt x="1012292" y="26825"/>
                </a:lnTo>
                <a:lnTo>
                  <a:pt x="1014356" y="24047"/>
                </a:lnTo>
                <a:lnTo>
                  <a:pt x="1014702" y="20788"/>
                </a:lnTo>
                <a:lnTo>
                  <a:pt x="1013946" y="18436"/>
                </a:lnTo>
                <a:lnTo>
                  <a:pt x="1012627" y="16447"/>
                </a:lnTo>
                <a:lnTo>
                  <a:pt x="1004671" y="13209"/>
                </a:lnTo>
                <a:lnTo>
                  <a:pt x="1002453" y="11523"/>
                </a:lnTo>
                <a:lnTo>
                  <a:pt x="1001484" y="9680"/>
                </a:lnTo>
                <a:lnTo>
                  <a:pt x="1000291" y="5309"/>
                </a:lnTo>
                <a:lnTo>
                  <a:pt x="997517" y="1320"/>
                </a:lnTo>
                <a:lnTo>
                  <a:pt x="994565" y="0"/>
                </a:lnTo>
                <a:lnTo>
                  <a:pt x="990129" y="307"/>
                </a:lnTo>
                <a:close/>
                <a:moveTo>
                  <a:pt x="990514" y="16266"/>
                </a:moveTo>
                <a:lnTo>
                  <a:pt x="995471" y="21221"/>
                </a:lnTo>
                <a:lnTo>
                  <a:pt x="996402" y="23975"/>
                </a:lnTo>
                <a:lnTo>
                  <a:pt x="994956" y="25096"/>
                </a:lnTo>
                <a:lnTo>
                  <a:pt x="990189" y="26114"/>
                </a:lnTo>
                <a:lnTo>
                  <a:pt x="988248" y="26934"/>
                </a:lnTo>
                <a:lnTo>
                  <a:pt x="984242" y="33525"/>
                </a:lnTo>
                <a:lnTo>
                  <a:pt x="981860" y="34507"/>
                </a:lnTo>
                <a:lnTo>
                  <a:pt x="975221" y="34579"/>
                </a:lnTo>
                <a:lnTo>
                  <a:pt x="969234" y="33900"/>
                </a:lnTo>
                <a:lnTo>
                  <a:pt x="966459" y="32746"/>
                </a:lnTo>
                <a:lnTo>
                  <a:pt x="966533" y="31760"/>
                </a:lnTo>
                <a:lnTo>
                  <a:pt x="972675" y="26681"/>
                </a:lnTo>
                <a:lnTo>
                  <a:pt x="979603" y="27125"/>
                </a:lnTo>
                <a:lnTo>
                  <a:pt x="982264" y="26566"/>
                </a:lnTo>
                <a:lnTo>
                  <a:pt x="983401" y="24875"/>
                </a:lnTo>
                <a:lnTo>
                  <a:pt x="983999" y="20588"/>
                </a:lnTo>
                <a:lnTo>
                  <a:pt x="987171" y="15733"/>
                </a:lnTo>
                <a:lnTo>
                  <a:pt x="989000" y="14528"/>
                </a:lnTo>
                <a:lnTo>
                  <a:pt x="990514" y="16266"/>
                </a:lnTo>
                <a:close/>
                <a:moveTo>
                  <a:pt x="702771" y="130486"/>
                </a:moveTo>
                <a:lnTo>
                  <a:pt x="704846" y="132106"/>
                </a:lnTo>
                <a:lnTo>
                  <a:pt x="705874" y="134420"/>
                </a:lnTo>
                <a:lnTo>
                  <a:pt x="705702" y="137368"/>
                </a:lnTo>
                <a:lnTo>
                  <a:pt x="704417" y="138586"/>
                </a:lnTo>
                <a:lnTo>
                  <a:pt x="703268" y="138600"/>
                </a:lnTo>
                <a:lnTo>
                  <a:pt x="702100" y="137910"/>
                </a:lnTo>
                <a:lnTo>
                  <a:pt x="697689" y="133916"/>
                </a:lnTo>
                <a:lnTo>
                  <a:pt x="697224" y="132895"/>
                </a:lnTo>
                <a:lnTo>
                  <a:pt x="697413" y="130782"/>
                </a:lnTo>
                <a:lnTo>
                  <a:pt x="698619" y="129636"/>
                </a:lnTo>
                <a:lnTo>
                  <a:pt x="700801" y="129727"/>
                </a:lnTo>
                <a:lnTo>
                  <a:pt x="702771" y="130486"/>
                </a:lnTo>
                <a:close/>
                <a:moveTo>
                  <a:pt x="1007486" y="185450"/>
                </a:moveTo>
                <a:lnTo>
                  <a:pt x="1010097" y="187206"/>
                </a:lnTo>
                <a:lnTo>
                  <a:pt x="1011919" y="187776"/>
                </a:lnTo>
                <a:lnTo>
                  <a:pt x="1015723" y="186116"/>
                </a:lnTo>
                <a:lnTo>
                  <a:pt x="1017256" y="186168"/>
                </a:lnTo>
                <a:lnTo>
                  <a:pt x="1022883" y="188928"/>
                </a:lnTo>
                <a:lnTo>
                  <a:pt x="1025131" y="190865"/>
                </a:lnTo>
                <a:lnTo>
                  <a:pt x="1025757" y="196886"/>
                </a:lnTo>
                <a:lnTo>
                  <a:pt x="1026289" y="198589"/>
                </a:lnTo>
                <a:lnTo>
                  <a:pt x="1027900" y="201000"/>
                </a:lnTo>
                <a:lnTo>
                  <a:pt x="1032798" y="205941"/>
                </a:lnTo>
                <a:lnTo>
                  <a:pt x="1032050" y="212405"/>
                </a:lnTo>
                <a:lnTo>
                  <a:pt x="1032274" y="217001"/>
                </a:lnTo>
                <a:lnTo>
                  <a:pt x="1033865" y="220542"/>
                </a:lnTo>
                <a:lnTo>
                  <a:pt x="1038246" y="225565"/>
                </a:lnTo>
                <a:lnTo>
                  <a:pt x="1038765" y="232156"/>
                </a:lnTo>
                <a:lnTo>
                  <a:pt x="1039792" y="236539"/>
                </a:lnTo>
                <a:lnTo>
                  <a:pt x="1039819" y="237234"/>
                </a:lnTo>
                <a:lnTo>
                  <a:pt x="1039179" y="238140"/>
                </a:lnTo>
                <a:lnTo>
                  <a:pt x="1036884" y="238220"/>
                </a:lnTo>
                <a:lnTo>
                  <a:pt x="1034771" y="237366"/>
                </a:lnTo>
                <a:lnTo>
                  <a:pt x="1019043" y="227401"/>
                </a:lnTo>
                <a:lnTo>
                  <a:pt x="1014466" y="223396"/>
                </a:lnTo>
                <a:lnTo>
                  <a:pt x="1009297" y="216686"/>
                </a:lnTo>
                <a:lnTo>
                  <a:pt x="1007250" y="212068"/>
                </a:lnTo>
                <a:lnTo>
                  <a:pt x="1004559" y="202285"/>
                </a:lnTo>
                <a:lnTo>
                  <a:pt x="1004623" y="194533"/>
                </a:lnTo>
                <a:lnTo>
                  <a:pt x="1002899" y="186981"/>
                </a:lnTo>
                <a:lnTo>
                  <a:pt x="1002992" y="184969"/>
                </a:lnTo>
                <a:lnTo>
                  <a:pt x="1003831" y="183218"/>
                </a:lnTo>
                <a:lnTo>
                  <a:pt x="1004617" y="183369"/>
                </a:lnTo>
                <a:lnTo>
                  <a:pt x="1007486" y="185450"/>
                </a:lnTo>
                <a:close/>
                <a:moveTo>
                  <a:pt x="654316" y="8938"/>
                </a:moveTo>
                <a:lnTo>
                  <a:pt x="653078" y="11174"/>
                </a:lnTo>
                <a:lnTo>
                  <a:pt x="652316" y="14321"/>
                </a:lnTo>
                <a:lnTo>
                  <a:pt x="650451" y="26202"/>
                </a:lnTo>
                <a:lnTo>
                  <a:pt x="648285" y="35328"/>
                </a:lnTo>
                <a:lnTo>
                  <a:pt x="647598" y="44380"/>
                </a:lnTo>
                <a:lnTo>
                  <a:pt x="646633" y="47384"/>
                </a:lnTo>
                <a:lnTo>
                  <a:pt x="644929" y="49680"/>
                </a:lnTo>
                <a:lnTo>
                  <a:pt x="641361" y="52837"/>
                </a:lnTo>
                <a:lnTo>
                  <a:pt x="627014" y="58415"/>
                </a:lnTo>
                <a:lnTo>
                  <a:pt x="625366" y="59589"/>
                </a:lnTo>
                <a:lnTo>
                  <a:pt x="624382" y="61507"/>
                </a:lnTo>
                <a:lnTo>
                  <a:pt x="624864" y="62679"/>
                </a:lnTo>
                <a:lnTo>
                  <a:pt x="626097" y="63427"/>
                </a:lnTo>
                <a:lnTo>
                  <a:pt x="641893" y="65070"/>
                </a:lnTo>
                <a:lnTo>
                  <a:pt x="645011" y="66024"/>
                </a:lnTo>
                <a:lnTo>
                  <a:pt x="646134" y="66807"/>
                </a:lnTo>
                <a:lnTo>
                  <a:pt x="646210" y="67289"/>
                </a:lnTo>
                <a:lnTo>
                  <a:pt x="639562" y="71579"/>
                </a:lnTo>
                <a:lnTo>
                  <a:pt x="631179" y="74136"/>
                </a:lnTo>
                <a:lnTo>
                  <a:pt x="616835" y="79662"/>
                </a:lnTo>
                <a:lnTo>
                  <a:pt x="612988" y="81510"/>
                </a:lnTo>
                <a:lnTo>
                  <a:pt x="611598" y="82802"/>
                </a:lnTo>
                <a:lnTo>
                  <a:pt x="613816" y="84634"/>
                </a:lnTo>
                <a:lnTo>
                  <a:pt x="638801" y="84798"/>
                </a:lnTo>
                <a:lnTo>
                  <a:pt x="641607" y="85082"/>
                </a:lnTo>
                <a:lnTo>
                  <a:pt x="643700" y="85911"/>
                </a:lnTo>
                <a:lnTo>
                  <a:pt x="644317" y="87085"/>
                </a:lnTo>
                <a:lnTo>
                  <a:pt x="644699" y="93646"/>
                </a:lnTo>
                <a:lnTo>
                  <a:pt x="644507" y="106525"/>
                </a:lnTo>
                <a:lnTo>
                  <a:pt x="643508" y="117950"/>
                </a:lnTo>
                <a:lnTo>
                  <a:pt x="644052" y="122228"/>
                </a:lnTo>
                <a:lnTo>
                  <a:pt x="645335" y="122337"/>
                </a:lnTo>
                <a:lnTo>
                  <a:pt x="650508" y="119316"/>
                </a:lnTo>
                <a:lnTo>
                  <a:pt x="652498" y="114781"/>
                </a:lnTo>
                <a:lnTo>
                  <a:pt x="654485" y="113521"/>
                </a:lnTo>
                <a:lnTo>
                  <a:pt x="658173" y="112984"/>
                </a:lnTo>
                <a:lnTo>
                  <a:pt x="660745" y="115621"/>
                </a:lnTo>
                <a:lnTo>
                  <a:pt x="661512" y="117406"/>
                </a:lnTo>
                <a:lnTo>
                  <a:pt x="661012" y="118836"/>
                </a:lnTo>
                <a:lnTo>
                  <a:pt x="659326" y="119821"/>
                </a:lnTo>
                <a:lnTo>
                  <a:pt x="656535" y="120269"/>
                </a:lnTo>
                <a:lnTo>
                  <a:pt x="651616" y="120120"/>
                </a:lnTo>
                <a:lnTo>
                  <a:pt x="650906" y="124905"/>
                </a:lnTo>
                <a:lnTo>
                  <a:pt x="650459" y="125857"/>
                </a:lnTo>
                <a:lnTo>
                  <a:pt x="649616" y="126432"/>
                </a:lnTo>
                <a:lnTo>
                  <a:pt x="646471" y="126376"/>
                </a:lnTo>
                <a:lnTo>
                  <a:pt x="643094" y="124400"/>
                </a:lnTo>
                <a:lnTo>
                  <a:pt x="642455" y="124749"/>
                </a:lnTo>
                <a:lnTo>
                  <a:pt x="641717" y="126175"/>
                </a:lnTo>
                <a:lnTo>
                  <a:pt x="640494" y="133710"/>
                </a:lnTo>
                <a:lnTo>
                  <a:pt x="640623" y="144950"/>
                </a:lnTo>
                <a:lnTo>
                  <a:pt x="638432" y="150216"/>
                </a:lnTo>
                <a:lnTo>
                  <a:pt x="636983" y="156003"/>
                </a:lnTo>
                <a:lnTo>
                  <a:pt x="634722" y="171964"/>
                </a:lnTo>
                <a:lnTo>
                  <a:pt x="632819" y="179677"/>
                </a:lnTo>
                <a:lnTo>
                  <a:pt x="631275" y="193823"/>
                </a:lnTo>
                <a:lnTo>
                  <a:pt x="629920" y="198565"/>
                </a:lnTo>
                <a:lnTo>
                  <a:pt x="632438" y="200226"/>
                </a:lnTo>
                <a:lnTo>
                  <a:pt x="634806" y="199942"/>
                </a:lnTo>
                <a:lnTo>
                  <a:pt x="653255" y="186656"/>
                </a:lnTo>
                <a:lnTo>
                  <a:pt x="655283" y="185639"/>
                </a:lnTo>
                <a:lnTo>
                  <a:pt x="656624" y="185474"/>
                </a:lnTo>
                <a:lnTo>
                  <a:pt x="659292" y="186401"/>
                </a:lnTo>
                <a:lnTo>
                  <a:pt x="664990" y="190778"/>
                </a:lnTo>
                <a:lnTo>
                  <a:pt x="669998" y="193906"/>
                </a:lnTo>
                <a:lnTo>
                  <a:pt x="671358" y="195351"/>
                </a:lnTo>
                <a:lnTo>
                  <a:pt x="676762" y="199323"/>
                </a:lnTo>
                <a:lnTo>
                  <a:pt x="678214" y="200112"/>
                </a:lnTo>
                <a:lnTo>
                  <a:pt x="680140" y="200427"/>
                </a:lnTo>
                <a:lnTo>
                  <a:pt x="681540" y="199680"/>
                </a:lnTo>
                <a:lnTo>
                  <a:pt x="682004" y="198556"/>
                </a:lnTo>
                <a:lnTo>
                  <a:pt x="681840" y="193279"/>
                </a:lnTo>
                <a:lnTo>
                  <a:pt x="679074" y="178875"/>
                </a:lnTo>
                <a:lnTo>
                  <a:pt x="677092" y="163052"/>
                </a:lnTo>
                <a:lnTo>
                  <a:pt x="676268" y="160252"/>
                </a:lnTo>
                <a:lnTo>
                  <a:pt x="675254" y="159026"/>
                </a:lnTo>
                <a:lnTo>
                  <a:pt x="674355" y="158764"/>
                </a:lnTo>
                <a:lnTo>
                  <a:pt x="673782" y="159855"/>
                </a:lnTo>
                <a:lnTo>
                  <a:pt x="673312" y="163995"/>
                </a:lnTo>
                <a:lnTo>
                  <a:pt x="669660" y="164543"/>
                </a:lnTo>
                <a:lnTo>
                  <a:pt x="664152" y="161536"/>
                </a:lnTo>
                <a:lnTo>
                  <a:pt x="663137" y="160498"/>
                </a:lnTo>
                <a:lnTo>
                  <a:pt x="663323" y="158696"/>
                </a:lnTo>
                <a:lnTo>
                  <a:pt x="666129" y="155739"/>
                </a:lnTo>
                <a:lnTo>
                  <a:pt x="666321" y="155268"/>
                </a:lnTo>
                <a:lnTo>
                  <a:pt x="665920" y="154798"/>
                </a:lnTo>
                <a:lnTo>
                  <a:pt x="662572" y="154793"/>
                </a:lnTo>
                <a:lnTo>
                  <a:pt x="657988" y="156335"/>
                </a:lnTo>
                <a:lnTo>
                  <a:pt x="656398" y="156441"/>
                </a:lnTo>
                <a:lnTo>
                  <a:pt x="648859" y="153603"/>
                </a:lnTo>
                <a:lnTo>
                  <a:pt x="647855" y="152954"/>
                </a:lnTo>
                <a:lnTo>
                  <a:pt x="647576" y="151731"/>
                </a:lnTo>
                <a:lnTo>
                  <a:pt x="648536" y="149470"/>
                </a:lnTo>
                <a:lnTo>
                  <a:pt x="650811" y="147184"/>
                </a:lnTo>
                <a:lnTo>
                  <a:pt x="654683" y="145058"/>
                </a:lnTo>
                <a:lnTo>
                  <a:pt x="657393" y="144630"/>
                </a:lnTo>
                <a:lnTo>
                  <a:pt x="660825" y="145915"/>
                </a:lnTo>
                <a:lnTo>
                  <a:pt x="664160" y="148069"/>
                </a:lnTo>
                <a:lnTo>
                  <a:pt x="665777" y="149986"/>
                </a:lnTo>
                <a:lnTo>
                  <a:pt x="667588" y="153903"/>
                </a:lnTo>
                <a:lnTo>
                  <a:pt x="673405" y="156125"/>
                </a:lnTo>
                <a:lnTo>
                  <a:pt x="674169" y="155834"/>
                </a:lnTo>
                <a:lnTo>
                  <a:pt x="674567" y="154944"/>
                </a:lnTo>
                <a:lnTo>
                  <a:pt x="674725" y="151759"/>
                </a:lnTo>
                <a:lnTo>
                  <a:pt x="673837" y="144715"/>
                </a:lnTo>
                <a:lnTo>
                  <a:pt x="673767" y="140236"/>
                </a:lnTo>
                <a:lnTo>
                  <a:pt x="672117" y="132209"/>
                </a:lnTo>
                <a:lnTo>
                  <a:pt x="670724" y="127874"/>
                </a:lnTo>
                <a:lnTo>
                  <a:pt x="669377" y="113026"/>
                </a:lnTo>
                <a:lnTo>
                  <a:pt x="667538" y="105256"/>
                </a:lnTo>
                <a:lnTo>
                  <a:pt x="667241" y="99212"/>
                </a:lnTo>
                <a:lnTo>
                  <a:pt x="667533" y="94542"/>
                </a:lnTo>
                <a:lnTo>
                  <a:pt x="667049" y="90351"/>
                </a:lnTo>
                <a:lnTo>
                  <a:pt x="667706" y="87831"/>
                </a:lnTo>
                <a:lnTo>
                  <a:pt x="669341" y="86454"/>
                </a:lnTo>
                <a:lnTo>
                  <a:pt x="672348" y="84924"/>
                </a:lnTo>
                <a:lnTo>
                  <a:pt x="698468" y="84715"/>
                </a:lnTo>
                <a:lnTo>
                  <a:pt x="700698" y="84249"/>
                </a:lnTo>
                <a:lnTo>
                  <a:pt x="701538" y="82945"/>
                </a:lnTo>
                <a:lnTo>
                  <a:pt x="701090" y="82109"/>
                </a:lnTo>
                <a:lnTo>
                  <a:pt x="698762" y="80762"/>
                </a:lnTo>
                <a:lnTo>
                  <a:pt x="691613" y="78278"/>
                </a:lnTo>
                <a:lnTo>
                  <a:pt x="685955" y="76950"/>
                </a:lnTo>
                <a:lnTo>
                  <a:pt x="682112" y="74491"/>
                </a:lnTo>
                <a:lnTo>
                  <a:pt x="674754" y="71760"/>
                </a:lnTo>
                <a:lnTo>
                  <a:pt x="671076" y="69652"/>
                </a:lnTo>
                <a:lnTo>
                  <a:pt x="668902" y="67767"/>
                </a:lnTo>
                <a:lnTo>
                  <a:pt x="668753" y="67243"/>
                </a:lnTo>
                <a:lnTo>
                  <a:pt x="669196" y="66771"/>
                </a:lnTo>
                <a:lnTo>
                  <a:pt x="671610" y="65593"/>
                </a:lnTo>
                <a:lnTo>
                  <a:pt x="687240" y="65511"/>
                </a:lnTo>
                <a:lnTo>
                  <a:pt x="689131" y="64876"/>
                </a:lnTo>
                <a:lnTo>
                  <a:pt x="689711" y="63789"/>
                </a:lnTo>
                <a:lnTo>
                  <a:pt x="687710" y="61408"/>
                </a:lnTo>
                <a:lnTo>
                  <a:pt x="677212" y="55134"/>
                </a:lnTo>
                <a:lnTo>
                  <a:pt x="673234" y="53186"/>
                </a:lnTo>
                <a:lnTo>
                  <a:pt x="670661" y="51270"/>
                </a:lnTo>
                <a:lnTo>
                  <a:pt x="668235" y="48730"/>
                </a:lnTo>
                <a:lnTo>
                  <a:pt x="666621" y="44871"/>
                </a:lnTo>
                <a:lnTo>
                  <a:pt x="666008" y="37758"/>
                </a:lnTo>
                <a:lnTo>
                  <a:pt x="663967" y="29913"/>
                </a:lnTo>
                <a:lnTo>
                  <a:pt x="662253" y="18776"/>
                </a:lnTo>
                <a:lnTo>
                  <a:pt x="660579" y="11580"/>
                </a:lnTo>
                <a:lnTo>
                  <a:pt x="659716" y="9551"/>
                </a:lnTo>
                <a:lnTo>
                  <a:pt x="658456" y="8359"/>
                </a:lnTo>
                <a:lnTo>
                  <a:pt x="656265" y="8070"/>
                </a:lnTo>
                <a:lnTo>
                  <a:pt x="654316" y="8938"/>
                </a:lnTo>
                <a:close/>
                <a:moveTo>
                  <a:pt x="658366" y="37674"/>
                </a:moveTo>
                <a:lnTo>
                  <a:pt x="657983" y="39530"/>
                </a:lnTo>
                <a:lnTo>
                  <a:pt x="657130" y="39782"/>
                </a:lnTo>
                <a:lnTo>
                  <a:pt x="656159" y="39481"/>
                </a:lnTo>
                <a:lnTo>
                  <a:pt x="655262" y="37879"/>
                </a:lnTo>
                <a:lnTo>
                  <a:pt x="655467" y="36024"/>
                </a:lnTo>
                <a:lnTo>
                  <a:pt x="656368" y="35559"/>
                </a:lnTo>
                <a:lnTo>
                  <a:pt x="657889" y="35793"/>
                </a:lnTo>
                <a:lnTo>
                  <a:pt x="658366" y="37674"/>
                </a:lnTo>
                <a:close/>
                <a:moveTo>
                  <a:pt x="650121" y="54597"/>
                </a:moveTo>
                <a:lnTo>
                  <a:pt x="650881" y="55556"/>
                </a:lnTo>
                <a:lnTo>
                  <a:pt x="650095" y="56871"/>
                </a:lnTo>
                <a:lnTo>
                  <a:pt x="647474" y="57116"/>
                </a:lnTo>
                <a:lnTo>
                  <a:pt x="646375" y="56414"/>
                </a:lnTo>
                <a:lnTo>
                  <a:pt x="646517" y="55701"/>
                </a:lnTo>
                <a:lnTo>
                  <a:pt x="647903" y="54739"/>
                </a:lnTo>
                <a:lnTo>
                  <a:pt x="648964" y="54350"/>
                </a:lnTo>
                <a:lnTo>
                  <a:pt x="650121" y="54597"/>
                </a:lnTo>
                <a:close/>
                <a:moveTo>
                  <a:pt x="673505" y="57441"/>
                </a:moveTo>
                <a:lnTo>
                  <a:pt x="674766" y="58513"/>
                </a:lnTo>
                <a:lnTo>
                  <a:pt x="674711" y="60196"/>
                </a:lnTo>
                <a:lnTo>
                  <a:pt x="672833" y="61266"/>
                </a:lnTo>
                <a:lnTo>
                  <a:pt x="670854" y="61250"/>
                </a:lnTo>
                <a:lnTo>
                  <a:pt x="669232" y="60585"/>
                </a:lnTo>
                <a:lnTo>
                  <a:pt x="667986" y="59362"/>
                </a:lnTo>
                <a:lnTo>
                  <a:pt x="667334" y="57832"/>
                </a:lnTo>
                <a:lnTo>
                  <a:pt x="667286" y="56091"/>
                </a:lnTo>
                <a:lnTo>
                  <a:pt x="670931" y="56592"/>
                </a:lnTo>
                <a:lnTo>
                  <a:pt x="673505" y="57441"/>
                </a:lnTo>
                <a:close/>
                <a:moveTo>
                  <a:pt x="644143" y="57200"/>
                </a:moveTo>
                <a:lnTo>
                  <a:pt x="644551" y="57819"/>
                </a:lnTo>
                <a:lnTo>
                  <a:pt x="644411" y="58632"/>
                </a:lnTo>
                <a:lnTo>
                  <a:pt x="642975" y="60138"/>
                </a:lnTo>
                <a:lnTo>
                  <a:pt x="641259" y="60509"/>
                </a:lnTo>
                <a:lnTo>
                  <a:pt x="639773" y="59894"/>
                </a:lnTo>
                <a:lnTo>
                  <a:pt x="640302" y="58423"/>
                </a:lnTo>
                <a:lnTo>
                  <a:pt x="642010" y="57073"/>
                </a:lnTo>
                <a:lnTo>
                  <a:pt x="642948" y="56771"/>
                </a:lnTo>
                <a:lnTo>
                  <a:pt x="644143" y="57200"/>
                </a:lnTo>
                <a:close/>
                <a:moveTo>
                  <a:pt x="644046" y="74365"/>
                </a:moveTo>
                <a:lnTo>
                  <a:pt x="645087" y="75861"/>
                </a:lnTo>
                <a:lnTo>
                  <a:pt x="644295" y="77080"/>
                </a:lnTo>
                <a:lnTo>
                  <a:pt x="641736" y="77266"/>
                </a:lnTo>
                <a:lnTo>
                  <a:pt x="640549" y="76325"/>
                </a:lnTo>
                <a:lnTo>
                  <a:pt x="640292" y="74659"/>
                </a:lnTo>
                <a:lnTo>
                  <a:pt x="640661" y="73738"/>
                </a:lnTo>
                <a:lnTo>
                  <a:pt x="642366" y="73678"/>
                </a:lnTo>
                <a:lnTo>
                  <a:pt x="644046" y="74365"/>
                </a:lnTo>
                <a:close/>
                <a:moveTo>
                  <a:pt x="671480" y="75329"/>
                </a:moveTo>
                <a:lnTo>
                  <a:pt x="671531" y="76349"/>
                </a:lnTo>
                <a:lnTo>
                  <a:pt x="670721" y="77400"/>
                </a:lnTo>
                <a:lnTo>
                  <a:pt x="669283" y="77653"/>
                </a:lnTo>
                <a:lnTo>
                  <a:pt x="668513" y="77148"/>
                </a:lnTo>
                <a:lnTo>
                  <a:pt x="668369" y="75939"/>
                </a:lnTo>
                <a:lnTo>
                  <a:pt x="669296" y="74823"/>
                </a:lnTo>
                <a:lnTo>
                  <a:pt x="670582" y="74618"/>
                </a:lnTo>
                <a:lnTo>
                  <a:pt x="671480" y="75329"/>
                </a:lnTo>
                <a:close/>
                <a:moveTo>
                  <a:pt x="649929" y="88540"/>
                </a:moveTo>
                <a:lnTo>
                  <a:pt x="649495" y="89504"/>
                </a:lnTo>
                <a:lnTo>
                  <a:pt x="648834" y="89161"/>
                </a:lnTo>
                <a:lnTo>
                  <a:pt x="648609" y="88430"/>
                </a:lnTo>
                <a:lnTo>
                  <a:pt x="649356" y="87581"/>
                </a:lnTo>
                <a:lnTo>
                  <a:pt x="649929" y="88540"/>
                </a:lnTo>
                <a:close/>
                <a:moveTo>
                  <a:pt x="659957" y="92204"/>
                </a:moveTo>
                <a:lnTo>
                  <a:pt x="660839" y="93363"/>
                </a:lnTo>
                <a:lnTo>
                  <a:pt x="660974" y="94866"/>
                </a:lnTo>
                <a:lnTo>
                  <a:pt x="660370" y="96354"/>
                </a:lnTo>
                <a:lnTo>
                  <a:pt x="659254" y="97293"/>
                </a:lnTo>
                <a:lnTo>
                  <a:pt x="657086" y="97538"/>
                </a:lnTo>
                <a:lnTo>
                  <a:pt x="654904" y="97035"/>
                </a:lnTo>
                <a:lnTo>
                  <a:pt x="653319" y="96270"/>
                </a:lnTo>
                <a:lnTo>
                  <a:pt x="652562" y="95103"/>
                </a:lnTo>
                <a:lnTo>
                  <a:pt x="652677" y="92927"/>
                </a:lnTo>
                <a:lnTo>
                  <a:pt x="654337" y="91875"/>
                </a:lnTo>
                <a:lnTo>
                  <a:pt x="657780" y="91525"/>
                </a:lnTo>
                <a:lnTo>
                  <a:pt x="659957" y="92204"/>
                </a:lnTo>
                <a:close/>
                <a:moveTo>
                  <a:pt x="650411" y="109561"/>
                </a:moveTo>
                <a:lnTo>
                  <a:pt x="650772" y="110415"/>
                </a:lnTo>
                <a:lnTo>
                  <a:pt x="650039" y="111228"/>
                </a:lnTo>
                <a:lnTo>
                  <a:pt x="649125" y="111447"/>
                </a:lnTo>
                <a:lnTo>
                  <a:pt x="648157" y="110869"/>
                </a:lnTo>
                <a:lnTo>
                  <a:pt x="648039" y="109842"/>
                </a:lnTo>
                <a:lnTo>
                  <a:pt x="648543" y="108967"/>
                </a:lnTo>
                <a:lnTo>
                  <a:pt x="649422" y="108842"/>
                </a:lnTo>
                <a:lnTo>
                  <a:pt x="650411" y="109561"/>
                </a:lnTo>
                <a:close/>
                <a:moveTo>
                  <a:pt x="666707" y="109609"/>
                </a:moveTo>
                <a:lnTo>
                  <a:pt x="665237" y="110628"/>
                </a:lnTo>
                <a:lnTo>
                  <a:pt x="664183" y="110532"/>
                </a:lnTo>
                <a:lnTo>
                  <a:pt x="663911" y="110091"/>
                </a:lnTo>
                <a:lnTo>
                  <a:pt x="664164" y="109217"/>
                </a:lnTo>
                <a:lnTo>
                  <a:pt x="665009" y="108832"/>
                </a:lnTo>
                <a:lnTo>
                  <a:pt x="666468" y="108911"/>
                </a:lnTo>
                <a:lnTo>
                  <a:pt x="666707" y="109609"/>
                </a:lnTo>
                <a:close/>
                <a:moveTo>
                  <a:pt x="666466" y="121229"/>
                </a:moveTo>
                <a:lnTo>
                  <a:pt x="667446" y="123145"/>
                </a:lnTo>
                <a:lnTo>
                  <a:pt x="667595" y="124776"/>
                </a:lnTo>
                <a:lnTo>
                  <a:pt x="666530" y="126694"/>
                </a:lnTo>
                <a:lnTo>
                  <a:pt x="663037" y="128588"/>
                </a:lnTo>
                <a:lnTo>
                  <a:pt x="664379" y="132535"/>
                </a:lnTo>
                <a:lnTo>
                  <a:pt x="663560" y="134554"/>
                </a:lnTo>
                <a:lnTo>
                  <a:pt x="660445" y="136446"/>
                </a:lnTo>
                <a:lnTo>
                  <a:pt x="657565" y="137453"/>
                </a:lnTo>
                <a:lnTo>
                  <a:pt x="655124" y="136516"/>
                </a:lnTo>
                <a:lnTo>
                  <a:pt x="651570" y="133917"/>
                </a:lnTo>
                <a:lnTo>
                  <a:pt x="651178" y="131999"/>
                </a:lnTo>
                <a:lnTo>
                  <a:pt x="653289" y="128873"/>
                </a:lnTo>
                <a:lnTo>
                  <a:pt x="656105" y="127421"/>
                </a:lnTo>
                <a:lnTo>
                  <a:pt x="661941" y="126947"/>
                </a:lnTo>
                <a:lnTo>
                  <a:pt x="663477" y="120988"/>
                </a:lnTo>
                <a:lnTo>
                  <a:pt x="664917" y="120403"/>
                </a:lnTo>
                <a:lnTo>
                  <a:pt x="666466" y="121229"/>
                </a:lnTo>
                <a:close/>
                <a:moveTo>
                  <a:pt x="648964" y="137911"/>
                </a:moveTo>
                <a:lnTo>
                  <a:pt x="651113" y="140123"/>
                </a:lnTo>
                <a:lnTo>
                  <a:pt x="651106" y="141171"/>
                </a:lnTo>
                <a:lnTo>
                  <a:pt x="650374" y="142390"/>
                </a:lnTo>
                <a:lnTo>
                  <a:pt x="646096" y="146204"/>
                </a:lnTo>
                <a:lnTo>
                  <a:pt x="644903" y="146249"/>
                </a:lnTo>
                <a:lnTo>
                  <a:pt x="643181" y="145362"/>
                </a:lnTo>
                <a:lnTo>
                  <a:pt x="642510" y="144492"/>
                </a:lnTo>
                <a:lnTo>
                  <a:pt x="642419" y="142539"/>
                </a:lnTo>
                <a:lnTo>
                  <a:pt x="643064" y="138888"/>
                </a:lnTo>
                <a:lnTo>
                  <a:pt x="643924" y="137074"/>
                </a:lnTo>
                <a:lnTo>
                  <a:pt x="644486" y="136573"/>
                </a:lnTo>
                <a:lnTo>
                  <a:pt x="645919" y="136355"/>
                </a:lnTo>
                <a:lnTo>
                  <a:pt x="648964" y="137911"/>
                </a:lnTo>
                <a:close/>
                <a:moveTo>
                  <a:pt x="670564" y="137332"/>
                </a:moveTo>
                <a:lnTo>
                  <a:pt x="671149" y="140193"/>
                </a:lnTo>
                <a:lnTo>
                  <a:pt x="670845" y="144062"/>
                </a:lnTo>
                <a:lnTo>
                  <a:pt x="670057" y="145415"/>
                </a:lnTo>
                <a:lnTo>
                  <a:pt x="668278" y="145820"/>
                </a:lnTo>
                <a:lnTo>
                  <a:pt x="663706" y="142454"/>
                </a:lnTo>
                <a:lnTo>
                  <a:pt x="662874" y="141141"/>
                </a:lnTo>
                <a:lnTo>
                  <a:pt x="662772" y="139777"/>
                </a:lnTo>
                <a:lnTo>
                  <a:pt x="663595" y="138423"/>
                </a:lnTo>
                <a:lnTo>
                  <a:pt x="665892" y="137253"/>
                </a:lnTo>
                <a:lnTo>
                  <a:pt x="668626" y="136795"/>
                </a:lnTo>
                <a:lnTo>
                  <a:pt x="670564" y="137332"/>
                </a:lnTo>
                <a:close/>
                <a:moveTo>
                  <a:pt x="645589" y="156136"/>
                </a:moveTo>
                <a:lnTo>
                  <a:pt x="649157" y="159897"/>
                </a:lnTo>
                <a:lnTo>
                  <a:pt x="646873" y="161675"/>
                </a:lnTo>
                <a:lnTo>
                  <a:pt x="641588" y="163465"/>
                </a:lnTo>
                <a:lnTo>
                  <a:pt x="640428" y="161876"/>
                </a:lnTo>
                <a:lnTo>
                  <a:pt x="640006" y="160507"/>
                </a:lnTo>
                <a:lnTo>
                  <a:pt x="639800" y="158034"/>
                </a:lnTo>
                <a:lnTo>
                  <a:pt x="640140" y="156029"/>
                </a:lnTo>
                <a:lnTo>
                  <a:pt x="640704" y="155414"/>
                </a:lnTo>
                <a:lnTo>
                  <a:pt x="642111" y="155095"/>
                </a:lnTo>
                <a:lnTo>
                  <a:pt x="645589" y="156136"/>
                </a:lnTo>
                <a:close/>
                <a:moveTo>
                  <a:pt x="660005" y="163995"/>
                </a:moveTo>
                <a:lnTo>
                  <a:pt x="665581" y="166732"/>
                </a:lnTo>
                <a:lnTo>
                  <a:pt x="666568" y="168098"/>
                </a:lnTo>
                <a:lnTo>
                  <a:pt x="666668" y="170566"/>
                </a:lnTo>
                <a:lnTo>
                  <a:pt x="664971" y="172674"/>
                </a:lnTo>
                <a:lnTo>
                  <a:pt x="660151" y="176232"/>
                </a:lnTo>
                <a:lnTo>
                  <a:pt x="657122" y="177614"/>
                </a:lnTo>
                <a:lnTo>
                  <a:pt x="654380" y="177414"/>
                </a:lnTo>
                <a:lnTo>
                  <a:pt x="652749" y="176393"/>
                </a:lnTo>
                <a:lnTo>
                  <a:pt x="647458" y="171916"/>
                </a:lnTo>
                <a:lnTo>
                  <a:pt x="645171" y="168294"/>
                </a:lnTo>
                <a:lnTo>
                  <a:pt x="645175" y="167372"/>
                </a:lnTo>
                <a:lnTo>
                  <a:pt x="645784" y="166634"/>
                </a:lnTo>
                <a:lnTo>
                  <a:pt x="653891" y="162486"/>
                </a:lnTo>
                <a:lnTo>
                  <a:pt x="656374" y="162387"/>
                </a:lnTo>
                <a:lnTo>
                  <a:pt x="660005" y="163995"/>
                </a:lnTo>
                <a:close/>
                <a:moveTo>
                  <a:pt x="644288" y="175036"/>
                </a:moveTo>
                <a:lnTo>
                  <a:pt x="649309" y="179122"/>
                </a:lnTo>
                <a:lnTo>
                  <a:pt x="650603" y="181441"/>
                </a:lnTo>
                <a:lnTo>
                  <a:pt x="650652" y="183040"/>
                </a:lnTo>
                <a:lnTo>
                  <a:pt x="649798" y="184001"/>
                </a:lnTo>
                <a:lnTo>
                  <a:pt x="646886" y="185662"/>
                </a:lnTo>
                <a:lnTo>
                  <a:pt x="640552" y="190384"/>
                </a:lnTo>
                <a:lnTo>
                  <a:pt x="638502" y="191618"/>
                </a:lnTo>
                <a:lnTo>
                  <a:pt x="637679" y="191566"/>
                </a:lnTo>
                <a:lnTo>
                  <a:pt x="636892" y="190450"/>
                </a:lnTo>
                <a:lnTo>
                  <a:pt x="636449" y="187250"/>
                </a:lnTo>
                <a:lnTo>
                  <a:pt x="637935" y="179032"/>
                </a:lnTo>
                <a:lnTo>
                  <a:pt x="638086" y="175892"/>
                </a:lnTo>
                <a:lnTo>
                  <a:pt x="639503" y="174186"/>
                </a:lnTo>
                <a:lnTo>
                  <a:pt x="641059" y="173467"/>
                </a:lnTo>
                <a:lnTo>
                  <a:pt x="642641" y="173753"/>
                </a:lnTo>
                <a:lnTo>
                  <a:pt x="644288" y="175036"/>
                </a:lnTo>
                <a:close/>
                <a:moveTo>
                  <a:pt x="673698" y="174554"/>
                </a:moveTo>
                <a:lnTo>
                  <a:pt x="674484" y="178158"/>
                </a:lnTo>
                <a:lnTo>
                  <a:pt x="675172" y="189141"/>
                </a:lnTo>
                <a:lnTo>
                  <a:pt x="674894" y="190935"/>
                </a:lnTo>
                <a:lnTo>
                  <a:pt x="673215" y="191608"/>
                </a:lnTo>
                <a:lnTo>
                  <a:pt x="671332" y="190683"/>
                </a:lnTo>
                <a:lnTo>
                  <a:pt x="666150" y="186140"/>
                </a:lnTo>
                <a:lnTo>
                  <a:pt x="663285" y="184336"/>
                </a:lnTo>
                <a:lnTo>
                  <a:pt x="662633" y="182370"/>
                </a:lnTo>
                <a:lnTo>
                  <a:pt x="663454" y="180346"/>
                </a:lnTo>
                <a:lnTo>
                  <a:pt x="668680" y="175912"/>
                </a:lnTo>
                <a:lnTo>
                  <a:pt x="672204" y="173879"/>
                </a:lnTo>
                <a:lnTo>
                  <a:pt x="673698" y="174554"/>
                </a:lnTo>
                <a:close/>
                <a:moveTo>
                  <a:pt x="322120" y="11300"/>
                </a:moveTo>
                <a:lnTo>
                  <a:pt x="320780" y="12225"/>
                </a:lnTo>
                <a:lnTo>
                  <a:pt x="319992" y="13963"/>
                </a:lnTo>
                <a:lnTo>
                  <a:pt x="318620" y="23022"/>
                </a:lnTo>
                <a:lnTo>
                  <a:pt x="316436" y="32985"/>
                </a:lnTo>
                <a:lnTo>
                  <a:pt x="315068" y="43607"/>
                </a:lnTo>
                <a:lnTo>
                  <a:pt x="313347" y="50860"/>
                </a:lnTo>
                <a:lnTo>
                  <a:pt x="311483" y="62283"/>
                </a:lnTo>
                <a:lnTo>
                  <a:pt x="310598" y="64264"/>
                </a:lnTo>
                <a:lnTo>
                  <a:pt x="308317" y="66874"/>
                </a:lnTo>
                <a:lnTo>
                  <a:pt x="306271" y="68255"/>
                </a:lnTo>
                <a:lnTo>
                  <a:pt x="301261" y="70284"/>
                </a:lnTo>
                <a:lnTo>
                  <a:pt x="296974" y="72754"/>
                </a:lnTo>
                <a:lnTo>
                  <a:pt x="284517" y="77829"/>
                </a:lnTo>
                <a:lnTo>
                  <a:pt x="282525" y="79286"/>
                </a:lnTo>
                <a:lnTo>
                  <a:pt x="281113" y="81568"/>
                </a:lnTo>
                <a:lnTo>
                  <a:pt x="281517" y="82775"/>
                </a:lnTo>
                <a:lnTo>
                  <a:pt x="284348" y="83547"/>
                </a:lnTo>
                <a:lnTo>
                  <a:pt x="308021" y="84971"/>
                </a:lnTo>
                <a:lnTo>
                  <a:pt x="310546" y="85972"/>
                </a:lnTo>
                <a:lnTo>
                  <a:pt x="311416" y="86804"/>
                </a:lnTo>
                <a:lnTo>
                  <a:pt x="311408" y="87737"/>
                </a:lnTo>
                <a:lnTo>
                  <a:pt x="308941" y="90414"/>
                </a:lnTo>
                <a:lnTo>
                  <a:pt x="306122" y="92083"/>
                </a:lnTo>
                <a:lnTo>
                  <a:pt x="297940" y="95488"/>
                </a:lnTo>
                <a:lnTo>
                  <a:pt x="291956" y="97345"/>
                </a:lnTo>
                <a:lnTo>
                  <a:pt x="286921" y="99549"/>
                </a:lnTo>
                <a:lnTo>
                  <a:pt x="270719" y="105274"/>
                </a:lnTo>
                <a:lnTo>
                  <a:pt x="267086" y="107243"/>
                </a:lnTo>
                <a:lnTo>
                  <a:pt x="266058" y="108122"/>
                </a:lnTo>
                <a:lnTo>
                  <a:pt x="265544" y="109687"/>
                </a:lnTo>
                <a:lnTo>
                  <a:pt x="266835" y="110697"/>
                </a:lnTo>
                <a:lnTo>
                  <a:pt x="270235" y="110983"/>
                </a:lnTo>
                <a:lnTo>
                  <a:pt x="304576" y="111441"/>
                </a:lnTo>
                <a:lnTo>
                  <a:pt x="307975" y="112157"/>
                </a:lnTo>
                <a:lnTo>
                  <a:pt x="309198" y="113032"/>
                </a:lnTo>
                <a:lnTo>
                  <a:pt x="309700" y="114260"/>
                </a:lnTo>
                <a:lnTo>
                  <a:pt x="309983" y="121248"/>
                </a:lnTo>
                <a:lnTo>
                  <a:pt x="309108" y="128918"/>
                </a:lnTo>
                <a:lnTo>
                  <a:pt x="307525" y="155496"/>
                </a:lnTo>
                <a:lnTo>
                  <a:pt x="305583" y="160665"/>
                </a:lnTo>
                <a:lnTo>
                  <a:pt x="303681" y="178137"/>
                </a:lnTo>
                <a:lnTo>
                  <a:pt x="301282" y="187090"/>
                </a:lnTo>
                <a:lnTo>
                  <a:pt x="299766" y="201512"/>
                </a:lnTo>
                <a:lnTo>
                  <a:pt x="297548" y="210642"/>
                </a:lnTo>
                <a:lnTo>
                  <a:pt x="295855" y="224986"/>
                </a:lnTo>
                <a:lnTo>
                  <a:pt x="293643" y="235146"/>
                </a:lnTo>
                <a:lnTo>
                  <a:pt x="291240" y="254038"/>
                </a:lnTo>
                <a:lnTo>
                  <a:pt x="289911" y="259107"/>
                </a:lnTo>
                <a:lnTo>
                  <a:pt x="289881" y="261497"/>
                </a:lnTo>
                <a:lnTo>
                  <a:pt x="290395" y="262834"/>
                </a:lnTo>
                <a:lnTo>
                  <a:pt x="292120" y="263446"/>
                </a:lnTo>
                <a:lnTo>
                  <a:pt x="295397" y="262325"/>
                </a:lnTo>
                <a:lnTo>
                  <a:pt x="314938" y="248753"/>
                </a:lnTo>
                <a:lnTo>
                  <a:pt x="321329" y="243812"/>
                </a:lnTo>
                <a:lnTo>
                  <a:pt x="323144" y="243042"/>
                </a:lnTo>
                <a:lnTo>
                  <a:pt x="324901" y="242883"/>
                </a:lnTo>
                <a:lnTo>
                  <a:pt x="327402" y="243800"/>
                </a:lnTo>
                <a:lnTo>
                  <a:pt x="341652" y="254710"/>
                </a:lnTo>
                <a:lnTo>
                  <a:pt x="351859" y="261941"/>
                </a:lnTo>
                <a:lnTo>
                  <a:pt x="354393" y="263244"/>
                </a:lnTo>
                <a:lnTo>
                  <a:pt x="356289" y="263454"/>
                </a:lnTo>
                <a:lnTo>
                  <a:pt x="357171" y="262979"/>
                </a:lnTo>
                <a:lnTo>
                  <a:pt x="357583" y="261991"/>
                </a:lnTo>
                <a:lnTo>
                  <a:pt x="357591" y="257737"/>
                </a:lnTo>
                <a:lnTo>
                  <a:pt x="355267" y="243564"/>
                </a:lnTo>
                <a:lnTo>
                  <a:pt x="353733" y="230515"/>
                </a:lnTo>
                <a:lnTo>
                  <a:pt x="351641" y="220470"/>
                </a:lnTo>
                <a:lnTo>
                  <a:pt x="349730" y="204646"/>
                </a:lnTo>
                <a:lnTo>
                  <a:pt x="347255" y="193136"/>
                </a:lnTo>
                <a:lnTo>
                  <a:pt x="345853" y="181117"/>
                </a:lnTo>
                <a:lnTo>
                  <a:pt x="343316" y="166576"/>
                </a:lnTo>
                <a:lnTo>
                  <a:pt x="341755" y="152785"/>
                </a:lnTo>
                <a:lnTo>
                  <a:pt x="341049" y="149933"/>
                </a:lnTo>
                <a:lnTo>
                  <a:pt x="339452" y="146836"/>
                </a:lnTo>
                <a:lnTo>
                  <a:pt x="339079" y="144534"/>
                </a:lnTo>
                <a:lnTo>
                  <a:pt x="338609" y="113900"/>
                </a:lnTo>
                <a:lnTo>
                  <a:pt x="340872" y="112088"/>
                </a:lnTo>
                <a:lnTo>
                  <a:pt x="344672" y="111459"/>
                </a:lnTo>
                <a:lnTo>
                  <a:pt x="381147" y="111733"/>
                </a:lnTo>
                <a:lnTo>
                  <a:pt x="382550" y="111210"/>
                </a:lnTo>
                <a:lnTo>
                  <a:pt x="383575" y="109350"/>
                </a:lnTo>
                <a:lnTo>
                  <a:pt x="381646" y="107861"/>
                </a:lnTo>
                <a:lnTo>
                  <a:pt x="376374" y="105301"/>
                </a:lnTo>
                <a:lnTo>
                  <a:pt x="365203" y="100693"/>
                </a:lnTo>
                <a:lnTo>
                  <a:pt x="350012" y="95259"/>
                </a:lnTo>
                <a:lnTo>
                  <a:pt x="341612" y="91704"/>
                </a:lnTo>
                <a:lnTo>
                  <a:pt x="339809" y="90147"/>
                </a:lnTo>
                <a:lnTo>
                  <a:pt x="339563" y="87207"/>
                </a:lnTo>
                <a:lnTo>
                  <a:pt x="340109" y="86261"/>
                </a:lnTo>
                <a:lnTo>
                  <a:pt x="341282" y="85692"/>
                </a:lnTo>
                <a:lnTo>
                  <a:pt x="350276" y="85272"/>
                </a:lnTo>
                <a:lnTo>
                  <a:pt x="365415" y="86542"/>
                </a:lnTo>
                <a:lnTo>
                  <a:pt x="367345" y="85695"/>
                </a:lnTo>
                <a:lnTo>
                  <a:pt x="368195" y="84573"/>
                </a:lnTo>
                <a:lnTo>
                  <a:pt x="368348" y="83534"/>
                </a:lnTo>
                <a:lnTo>
                  <a:pt x="366417" y="81438"/>
                </a:lnTo>
                <a:lnTo>
                  <a:pt x="358329" y="77083"/>
                </a:lnTo>
                <a:lnTo>
                  <a:pt x="346833" y="69830"/>
                </a:lnTo>
                <a:lnTo>
                  <a:pt x="342749" y="67801"/>
                </a:lnTo>
                <a:lnTo>
                  <a:pt x="339047" y="64456"/>
                </a:lnTo>
                <a:lnTo>
                  <a:pt x="338570" y="63384"/>
                </a:lnTo>
                <a:lnTo>
                  <a:pt x="338187" y="58978"/>
                </a:lnTo>
                <a:lnTo>
                  <a:pt x="336380" y="51508"/>
                </a:lnTo>
                <a:lnTo>
                  <a:pt x="334256" y="38217"/>
                </a:lnTo>
                <a:lnTo>
                  <a:pt x="331973" y="28236"/>
                </a:lnTo>
                <a:lnTo>
                  <a:pt x="329750" y="15314"/>
                </a:lnTo>
                <a:lnTo>
                  <a:pt x="328482" y="12571"/>
                </a:lnTo>
                <a:lnTo>
                  <a:pt x="326321" y="10887"/>
                </a:lnTo>
                <a:lnTo>
                  <a:pt x="324354" y="10496"/>
                </a:lnTo>
                <a:lnTo>
                  <a:pt x="322120" y="11300"/>
                </a:lnTo>
                <a:close/>
                <a:moveTo>
                  <a:pt x="326363" y="34250"/>
                </a:moveTo>
                <a:lnTo>
                  <a:pt x="326809" y="35608"/>
                </a:lnTo>
                <a:lnTo>
                  <a:pt x="326519" y="37319"/>
                </a:lnTo>
                <a:lnTo>
                  <a:pt x="324964" y="37674"/>
                </a:lnTo>
                <a:lnTo>
                  <a:pt x="323423" y="37340"/>
                </a:lnTo>
                <a:lnTo>
                  <a:pt x="323131" y="35792"/>
                </a:lnTo>
                <a:lnTo>
                  <a:pt x="323818" y="34289"/>
                </a:lnTo>
                <a:lnTo>
                  <a:pt x="325088" y="33650"/>
                </a:lnTo>
                <a:lnTo>
                  <a:pt x="326363" y="34250"/>
                </a:lnTo>
                <a:close/>
                <a:moveTo>
                  <a:pt x="326989" y="46931"/>
                </a:moveTo>
                <a:lnTo>
                  <a:pt x="327839" y="49203"/>
                </a:lnTo>
                <a:lnTo>
                  <a:pt x="327568" y="52090"/>
                </a:lnTo>
                <a:lnTo>
                  <a:pt x="325416" y="52861"/>
                </a:lnTo>
                <a:lnTo>
                  <a:pt x="322650" y="52475"/>
                </a:lnTo>
                <a:lnTo>
                  <a:pt x="321577" y="50232"/>
                </a:lnTo>
                <a:lnTo>
                  <a:pt x="321725" y="48031"/>
                </a:lnTo>
                <a:lnTo>
                  <a:pt x="322282" y="46872"/>
                </a:lnTo>
                <a:lnTo>
                  <a:pt x="324382" y="46129"/>
                </a:lnTo>
                <a:lnTo>
                  <a:pt x="326989" y="46931"/>
                </a:lnTo>
                <a:close/>
                <a:moveTo>
                  <a:pt x="319179" y="55031"/>
                </a:moveTo>
                <a:lnTo>
                  <a:pt x="319534" y="56234"/>
                </a:lnTo>
                <a:lnTo>
                  <a:pt x="319050" y="57416"/>
                </a:lnTo>
                <a:lnTo>
                  <a:pt x="318010" y="58061"/>
                </a:lnTo>
                <a:lnTo>
                  <a:pt x="316858" y="57775"/>
                </a:lnTo>
                <a:lnTo>
                  <a:pt x="316369" y="55951"/>
                </a:lnTo>
                <a:lnTo>
                  <a:pt x="316915" y="54694"/>
                </a:lnTo>
                <a:lnTo>
                  <a:pt x="317997" y="54312"/>
                </a:lnTo>
                <a:lnTo>
                  <a:pt x="319179" y="55031"/>
                </a:lnTo>
                <a:close/>
                <a:moveTo>
                  <a:pt x="332871" y="55899"/>
                </a:moveTo>
                <a:lnTo>
                  <a:pt x="333788" y="56574"/>
                </a:lnTo>
                <a:lnTo>
                  <a:pt x="332335" y="56965"/>
                </a:lnTo>
                <a:lnTo>
                  <a:pt x="330954" y="56568"/>
                </a:lnTo>
                <a:lnTo>
                  <a:pt x="330268" y="55754"/>
                </a:lnTo>
                <a:lnTo>
                  <a:pt x="331190" y="55302"/>
                </a:lnTo>
                <a:lnTo>
                  <a:pt x="332871" y="55899"/>
                </a:lnTo>
                <a:close/>
                <a:moveTo>
                  <a:pt x="327375" y="61781"/>
                </a:moveTo>
                <a:lnTo>
                  <a:pt x="328116" y="63685"/>
                </a:lnTo>
                <a:lnTo>
                  <a:pt x="327301" y="64666"/>
                </a:lnTo>
                <a:lnTo>
                  <a:pt x="325674" y="65483"/>
                </a:lnTo>
                <a:lnTo>
                  <a:pt x="324436" y="65503"/>
                </a:lnTo>
                <a:lnTo>
                  <a:pt x="322587" y="64839"/>
                </a:lnTo>
                <a:lnTo>
                  <a:pt x="321204" y="63131"/>
                </a:lnTo>
                <a:lnTo>
                  <a:pt x="321535" y="61893"/>
                </a:lnTo>
                <a:lnTo>
                  <a:pt x="323458" y="60828"/>
                </a:lnTo>
                <a:lnTo>
                  <a:pt x="325979" y="60935"/>
                </a:lnTo>
                <a:lnTo>
                  <a:pt x="327375" y="61781"/>
                </a:lnTo>
                <a:close/>
                <a:moveTo>
                  <a:pt x="334029" y="71279"/>
                </a:moveTo>
                <a:lnTo>
                  <a:pt x="334614" y="73168"/>
                </a:lnTo>
                <a:lnTo>
                  <a:pt x="334246" y="75354"/>
                </a:lnTo>
                <a:lnTo>
                  <a:pt x="333363" y="76090"/>
                </a:lnTo>
                <a:lnTo>
                  <a:pt x="332166" y="75930"/>
                </a:lnTo>
                <a:lnTo>
                  <a:pt x="330945" y="74757"/>
                </a:lnTo>
                <a:lnTo>
                  <a:pt x="330971" y="72646"/>
                </a:lnTo>
                <a:lnTo>
                  <a:pt x="332333" y="71004"/>
                </a:lnTo>
                <a:lnTo>
                  <a:pt x="333206" y="70851"/>
                </a:lnTo>
                <a:lnTo>
                  <a:pt x="334029" y="71279"/>
                </a:lnTo>
                <a:close/>
                <a:moveTo>
                  <a:pt x="318407" y="72774"/>
                </a:moveTo>
                <a:lnTo>
                  <a:pt x="318565" y="74355"/>
                </a:lnTo>
                <a:lnTo>
                  <a:pt x="317277" y="75329"/>
                </a:lnTo>
                <a:lnTo>
                  <a:pt x="314708" y="74877"/>
                </a:lnTo>
                <a:lnTo>
                  <a:pt x="313113" y="73765"/>
                </a:lnTo>
                <a:lnTo>
                  <a:pt x="314031" y="71866"/>
                </a:lnTo>
                <a:lnTo>
                  <a:pt x="315620" y="71166"/>
                </a:lnTo>
                <a:lnTo>
                  <a:pt x="317297" y="71492"/>
                </a:lnTo>
                <a:lnTo>
                  <a:pt x="318407" y="72774"/>
                </a:lnTo>
                <a:close/>
                <a:moveTo>
                  <a:pt x="343864" y="73738"/>
                </a:moveTo>
                <a:lnTo>
                  <a:pt x="350210" y="77862"/>
                </a:lnTo>
                <a:lnTo>
                  <a:pt x="350962" y="78791"/>
                </a:lnTo>
                <a:lnTo>
                  <a:pt x="350736" y="79735"/>
                </a:lnTo>
                <a:lnTo>
                  <a:pt x="349367" y="80446"/>
                </a:lnTo>
                <a:lnTo>
                  <a:pt x="345786" y="80764"/>
                </a:lnTo>
                <a:lnTo>
                  <a:pt x="342279" y="80518"/>
                </a:lnTo>
                <a:lnTo>
                  <a:pt x="340085" y="79716"/>
                </a:lnTo>
                <a:lnTo>
                  <a:pt x="339317" y="78736"/>
                </a:lnTo>
                <a:lnTo>
                  <a:pt x="338983" y="77303"/>
                </a:lnTo>
                <a:lnTo>
                  <a:pt x="339380" y="73754"/>
                </a:lnTo>
                <a:lnTo>
                  <a:pt x="340696" y="72699"/>
                </a:lnTo>
                <a:lnTo>
                  <a:pt x="343864" y="73738"/>
                </a:lnTo>
                <a:close/>
                <a:moveTo>
                  <a:pt x="309584" y="73690"/>
                </a:moveTo>
                <a:lnTo>
                  <a:pt x="311072" y="74353"/>
                </a:lnTo>
                <a:lnTo>
                  <a:pt x="311285" y="75196"/>
                </a:lnTo>
                <a:lnTo>
                  <a:pt x="309584" y="76775"/>
                </a:lnTo>
                <a:lnTo>
                  <a:pt x="307370" y="77889"/>
                </a:lnTo>
                <a:lnTo>
                  <a:pt x="305269" y="78351"/>
                </a:lnTo>
                <a:lnTo>
                  <a:pt x="303499" y="78178"/>
                </a:lnTo>
                <a:lnTo>
                  <a:pt x="301940" y="76770"/>
                </a:lnTo>
                <a:lnTo>
                  <a:pt x="301927" y="75296"/>
                </a:lnTo>
                <a:lnTo>
                  <a:pt x="303360" y="73745"/>
                </a:lnTo>
                <a:lnTo>
                  <a:pt x="306079" y="73163"/>
                </a:lnTo>
                <a:lnTo>
                  <a:pt x="309584" y="73690"/>
                </a:lnTo>
                <a:close/>
                <a:moveTo>
                  <a:pt x="334029" y="88395"/>
                </a:moveTo>
                <a:lnTo>
                  <a:pt x="333212" y="90233"/>
                </a:lnTo>
                <a:lnTo>
                  <a:pt x="332244" y="90490"/>
                </a:lnTo>
                <a:lnTo>
                  <a:pt x="331680" y="90010"/>
                </a:lnTo>
                <a:lnTo>
                  <a:pt x="331450" y="88343"/>
                </a:lnTo>
                <a:lnTo>
                  <a:pt x="332529" y="86792"/>
                </a:lnTo>
                <a:lnTo>
                  <a:pt x="333893" y="86795"/>
                </a:lnTo>
                <a:lnTo>
                  <a:pt x="334029" y="88395"/>
                </a:lnTo>
                <a:close/>
                <a:moveTo>
                  <a:pt x="317636" y="88732"/>
                </a:moveTo>
                <a:lnTo>
                  <a:pt x="317577" y="89780"/>
                </a:lnTo>
                <a:lnTo>
                  <a:pt x="317011" y="90243"/>
                </a:lnTo>
                <a:lnTo>
                  <a:pt x="315804" y="89745"/>
                </a:lnTo>
                <a:lnTo>
                  <a:pt x="315158" y="88780"/>
                </a:lnTo>
                <a:lnTo>
                  <a:pt x="315650" y="87976"/>
                </a:lnTo>
                <a:lnTo>
                  <a:pt x="316455" y="87695"/>
                </a:lnTo>
                <a:lnTo>
                  <a:pt x="317208" y="87965"/>
                </a:lnTo>
                <a:lnTo>
                  <a:pt x="317636" y="88732"/>
                </a:lnTo>
                <a:close/>
                <a:moveTo>
                  <a:pt x="326411" y="96977"/>
                </a:moveTo>
                <a:lnTo>
                  <a:pt x="326773" y="98220"/>
                </a:lnTo>
                <a:lnTo>
                  <a:pt x="325857" y="99028"/>
                </a:lnTo>
                <a:lnTo>
                  <a:pt x="323165" y="98942"/>
                </a:lnTo>
                <a:lnTo>
                  <a:pt x="322103" y="98127"/>
                </a:lnTo>
                <a:lnTo>
                  <a:pt x="322421" y="97104"/>
                </a:lnTo>
                <a:lnTo>
                  <a:pt x="323843" y="96405"/>
                </a:lnTo>
                <a:lnTo>
                  <a:pt x="325552" y="96448"/>
                </a:lnTo>
                <a:lnTo>
                  <a:pt x="326411" y="96977"/>
                </a:lnTo>
                <a:close/>
                <a:moveTo>
                  <a:pt x="310066" y="98182"/>
                </a:moveTo>
                <a:lnTo>
                  <a:pt x="310973" y="99816"/>
                </a:lnTo>
                <a:lnTo>
                  <a:pt x="311145" y="101137"/>
                </a:lnTo>
                <a:lnTo>
                  <a:pt x="310006" y="102558"/>
                </a:lnTo>
                <a:lnTo>
                  <a:pt x="305625" y="103394"/>
                </a:lnTo>
                <a:lnTo>
                  <a:pt x="303913" y="102811"/>
                </a:lnTo>
                <a:lnTo>
                  <a:pt x="303196" y="101987"/>
                </a:lnTo>
                <a:lnTo>
                  <a:pt x="302910" y="98733"/>
                </a:lnTo>
                <a:lnTo>
                  <a:pt x="304067" y="97139"/>
                </a:lnTo>
                <a:lnTo>
                  <a:pt x="308209" y="96984"/>
                </a:lnTo>
                <a:lnTo>
                  <a:pt x="310066" y="98182"/>
                </a:lnTo>
                <a:close/>
                <a:moveTo>
                  <a:pt x="345262" y="98616"/>
                </a:moveTo>
                <a:lnTo>
                  <a:pt x="346666" y="100980"/>
                </a:lnTo>
                <a:lnTo>
                  <a:pt x="346143" y="102853"/>
                </a:lnTo>
                <a:lnTo>
                  <a:pt x="344536" y="103632"/>
                </a:lnTo>
                <a:lnTo>
                  <a:pt x="342514" y="103942"/>
                </a:lnTo>
                <a:lnTo>
                  <a:pt x="339525" y="103390"/>
                </a:lnTo>
                <a:lnTo>
                  <a:pt x="338952" y="100690"/>
                </a:lnTo>
                <a:lnTo>
                  <a:pt x="339718" y="97990"/>
                </a:lnTo>
                <a:lnTo>
                  <a:pt x="340619" y="97402"/>
                </a:lnTo>
                <a:lnTo>
                  <a:pt x="342346" y="97218"/>
                </a:lnTo>
                <a:lnTo>
                  <a:pt x="345262" y="98616"/>
                </a:lnTo>
                <a:close/>
                <a:moveTo>
                  <a:pt x="334559" y="100786"/>
                </a:moveTo>
                <a:lnTo>
                  <a:pt x="335017" y="102384"/>
                </a:lnTo>
                <a:lnTo>
                  <a:pt x="334597" y="103839"/>
                </a:lnTo>
                <a:lnTo>
                  <a:pt x="333311" y="104499"/>
                </a:lnTo>
                <a:lnTo>
                  <a:pt x="331882" y="104117"/>
                </a:lnTo>
                <a:lnTo>
                  <a:pt x="331060" y="102538"/>
                </a:lnTo>
                <a:lnTo>
                  <a:pt x="331549" y="100783"/>
                </a:lnTo>
                <a:lnTo>
                  <a:pt x="332966" y="100011"/>
                </a:lnTo>
                <a:lnTo>
                  <a:pt x="334559" y="100786"/>
                </a:lnTo>
                <a:close/>
                <a:moveTo>
                  <a:pt x="317250" y="102281"/>
                </a:moveTo>
                <a:lnTo>
                  <a:pt x="316641" y="102994"/>
                </a:lnTo>
                <a:lnTo>
                  <a:pt x="315828" y="102648"/>
                </a:lnTo>
                <a:lnTo>
                  <a:pt x="316614" y="101577"/>
                </a:lnTo>
                <a:lnTo>
                  <a:pt x="317250" y="102281"/>
                </a:lnTo>
                <a:close/>
                <a:moveTo>
                  <a:pt x="361993" y="104499"/>
                </a:moveTo>
                <a:lnTo>
                  <a:pt x="363517" y="105392"/>
                </a:lnTo>
                <a:lnTo>
                  <a:pt x="363771" y="106053"/>
                </a:lnTo>
                <a:lnTo>
                  <a:pt x="363417" y="106704"/>
                </a:lnTo>
                <a:lnTo>
                  <a:pt x="361074" y="107658"/>
                </a:lnTo>
                <a:lnTo>
                  <a:pt x="359880" y="107418"/>
                </a:lnTo>
                <a:lnTo>
                  <a:pt x="359040" y="106722"/>
                </a:lnTo>
                <a:lnTo>
                  <a:pt x="358808" y="105328"/>
                </a:lnTo>
                <a:lnTo>
                  <a:pt x="359582" y="104499"/>
                </a:lnTo>
                <a:lnTo>
                  <a:pt x="360450" y="103968"/>
                </a:lnTo>
                <a:lnTo>
                  <a:pt x="361993" y="104499"/>
                </a:lnTo>
                <a:close/>
                <a:moveTo>
                  <a:pt x="334704" y="113949"/>
                </a:moveTo>
                <a:lnTo>
                  <a:pt x="335519" y="115800"/>
                </a:lnTo>
                <a:lnTo>
                  <a:pt x="335050" y="118602"/>
                </a:lnTo>
                <a:lnTo>
                  <a:pt x="333252" y="119779"/>
                </a:lnTo>
                <a:lnTo>
                  <a:pt x="331143" y="119529"/>
                </a:lnTo>
                <a:lnTo>
                  <a:pt x="330284" y="117576"/>
                </a:lnTo>
                <a:lnTo>
                  <a:pt x="330974" y="114835"/>
                </a:lnTo>
                <a:lnTo>
                  <a:pt x="332956" y="113189"/>
                </a:lnTo>
                <a:lnTo>
                  <a:pt x="334704" y="113949"/>
                </a:lnTo>
                <a:close/>
                <a:moveTo>
                  <a:pt x="318696" y="115588"/>
                </a:moveTo>
                <a:lnTo>
                  <a:pt x="319110" y="117536"/>
                </a:lnTo>
                <a:lnTo>
                  <a:pt x="318148" y="118674"/>
                </a:lnTo>
                <a:lnTo>
                  <a:pt x="316913" y="118840"/>
                </a:lnTo>
                <a:lnTo>
                  <a:pt x="315321" y="118432"/>
                </a:lnTo>
                <a:lnTo>
                  <a:pt x="313664" y="117028"/>
                </a:lnTo>
                <a:lnTo>
                  <a:pt x="314029" y="115752"/>
                </a:lnTo>
                <a:lnTo>
                  <a:pt x="315826" y="114706"/>
                </a:lnTo>
                <a:lnTo>
                  <a:pt x="317744" y="114776"/>
                </a:lnTo>
                <a:lnTo>
                  <a:pt x="318696" y="115588"/>
                </a:lnTo>
                <a:close/>
                <a:moveTo>
                  <a:pt x="328773" y="121566"/>
                </a:moveTo>
                <a:lnTo>
                  <a:pt x="330545" y="124147"/>
                </a:lnTo>
                <a:lnTo>
                  <a:pt x="330750" y="125460"/>
                </a:lnTo>
                <a:lnTo>
                  <a:pt x="330168" y="126507"/>
                </a:lnTo>
                <a:lnTo>
                  <a:pt x="328794" y="127339"/>
                </a:lnTo>
                <a:lnTo>
                  <a:pt x="326088" y="128130"/>
                </a:lnTo>
                <a:lnTo>
                  <a:pt x="323995" y="128219"/>
                </a:lnTo>
                <a:lnTo>
                  <a:pt x="319752" y="127463"/>
                </a:lnTo>
                <a:lnTo>
                  <a:pt x="318100" y="126532"/>
                </a:lnTo>
                <a:lnTo>
                  <a:pt x="317892" y="125564"/>
                </a:lnTo>
                <a:lnTo>
                  <a:pt x="318696" y="123254"/>
                </a:lnTo>
                <a:lnTo>
                  <a:pt x="319850" y="121194"/>
                </a:lnTo>
                <a:lnTo>
                  <a:pt x="321154" y="120213"/>
                </a:lnTo>
                <a:lnTo>
                  <a:pt x="327279" y="119879"/>
                </a:lnTo>
                <a:lnTo>
                  <a:pt x="328773" y="121566"/>
                </a:lnTo>
                <a:close/>
                <a:moveTo>
                  <a:pt x="334655" y="128943"/>
                </a:moveTo>
                <a:lnTo>
                  <a:pt x="335704" y="131185"/>
                </a:lnTo>
                <a:lnTo>
                  <a:pt x="335089" y="133572"/>
                </a:lnTo>
                <a:lnTo>
                  <a:pt x="333135" y="134333"/>
                </a:lnTo>
                <a:lnTo>
                  <a:pt x="331189" y="133927"/>
                </a:lnTo>
                <a:lnTo>
                  <a:pt x="330497" y="132170"/>
                </a:lnTo>
                <a:lnTo>
                  <a:pt x="331832" y="128979"/>
                </a:lnTo>
                <a:lnTo>
                  <a:pt x="333058" y="128146"/>
                </a:lnTo>
                <a:lnTo>
                  <a:pt x="334655" y="128943"/>
                </a:lnTo>
                <a:close/>
                <a:moveTo>
                  <a:pt x="316527" y="129522"/>
                </a:moveTo>
                <a:lnTo>
                  <a:pt x="318256" y="131251"/>
                </a:lnTo>
                <a:lnTo>
                  <a:pt x="318432" y="132552"/>
                </a:lnTo>
                <a:lnTo>
                  <a:pt x="318070" y="133234"/>
                </a:lnTo>
                <a:lnTo>
                  <a:pt x="315231" y="133939"/>
                </a:lnTo>
                <a:lnTo>
                  <a:pt x="312573" y="133090"/>
                </a:lnTo>
                <a:lnTo>
                  <a:pt x="312001" y="131511"/>
                </a:lnTo>
                <a:lnTo>
                  <a:pt x="313220" y="129714"/>
                </a:lnTo>
                <a:lnTo>
                  <a:pt x="314429" y="129112"/>
                </a:lnTo>
                <a:lnTo>
                  <a:pt x="316527" y="129522"/>
                </a:lnTo>
                <a:close/>
                <a:moveTo>
                  <a:pt x="316768" y="142781"/>
                </a:moveTo>
                <a:lnTo>
                  <a:pt x="318136" y="144144"/>
                </a:lnTo>
                <a:lnTo>
                  <a:pt x="317626" y="145655"/>
                </a:lnTo>
                <a:lnTo>
                  <a:pt x="315160" y="147094"/>
                </a:lnTo>
                <a:lnTo>
                  <a:pt x="313940" y="147228"/>
                </a:lnTo>
                <a:lnTo>
                  <a:pt x="313037" y="146817"/>
                </a:lnTo>
                <a:lnTo>
                  <a:pt x="312333" y="145211"/>
                </a:lnTo>
                <a:lnTo>
                  <a:pt x="312751" y="142769"/>
                </a:lnTo>
                <a:lnTo>
                  <a:pt x="314630" y="142093"/>
                </a:lnTo>
                <a:lnTo>
                  <a:pt x="316768" y="142781"/>
                </a:lnTo>
                <a:close/>
                <a:moveTo>
                  <a:pt x="335475" y="142829"/>
                </a:moveTo>
                <a:lnTo>
                  <a:pt x="336142" y="143496"/>
                </a:lnTo>
                <a:lnTo>
                  <a:pt x="336409" y="144631"/>
                </a:lnTo>
                <a:lnTo>
                  <a:pt x="334993" y="146397"/>
                </a:lnTo>
                <a:lnTo>
                  <a:pt x="333196" y="146792"/>
                </a:lnTo>
                <a:lnTo>
                  <a:pt x="331923" y="146125"/>
                </a:lnTo>
                <a:lnTo>
                  <a:pt x="331055" y="145072"/>
                </a:lnTo>
                <a:lnTo>
                  <a:pt x="330871" y="143461"/>
                </a:lnTo>
                <a:lnTo>
                  <a:pt x="331840" y="142298"/>
                </a:lnTo>
                <a:lnTo>
                  <a:pt x="333620" y="142115"/>
                </a:lnTo>
                <a:lnTo>
                  <a:pt x="335475" y="142829"/>
                </a:lnTo>
                <a:close/>
                <a:moveTo>
                  <a:pt x="328966" y="149579"/>
                </a:moveTo>
                <a:lnTo>
                  <a:pt x="331651" y="151573"/>
                </a:lnTo>
                <a:lnTo>
                  <a:pt x="331962" y="153658"/>
                </a:lnTo>
                <a:lnTo>
                  <a:pt x="330834" y="155233"/>
                </a:lnTo>
                <a:lnTo>
                  <a:pt x="328629" y="157052"/>
                </a:lnTo>
                <a:lnTo>
                  <a:pt x="325414" y="158447"/>
                </a:lnTo>
                <a:lnTo>
                  <a:pt x="322123" y="158159"/>
                </a:lnTo>
                <a:lnTo>
                  <a:pt x="320030" y="157064"/>
                </a:lnTo>
                <a:lnTo>
                  <a:pt x="317420" y="154412"/>
                </a:lnTo>
                <a:lnTo>
                  <a:pt x="316378" y="152502"/>
                </a:lnTo>
                <a:lnTo>
                  <a:pt x="316618" y="151547"/>
                </a:lnTo>
                <a:lnTo>
                  <a:pt x="317664" y="150633"/>
                </a:lnTo>
                <a:lnTo>
                  <a:pt x="322646" y="148242"/>
                </a:lnTo>
                <a:lnTo>
                  <a:pt x="325108" y="148051"/>
                </a:lnTo>
                <a:lnTo>
                  <a:pt x="328966" y="149579"/>
                </a:lnTo>
                <a:close/>
                <a:moveTo>
                  <a:pt x="316527" y="158257"/>
                </a:moveTo>
                <a:lnTo>
                  <a:pt x="318202" y="160837"/>
                </a:lnTo>
                <a:lnTo>
                  <a:pt x="318474" y="162713"/>
                </a:lnTo>
                <a:lnTo>
                  <a:pt x="318108" y="163879"/>
                </a:lnTo>
                <a:lnTo>
                  <a:pt x="311561" y="168093"/>
                </a:lnTo>
                <a:lnTo>
                  <a:pt x="309808" y="168428"/>
                </a:lnTo>
                <a:lnTo>
                  <a:pt x="308853" y="167072"/>
                </a:lnTo>
                <a:lnTo>
                  <a:pt x="308731" y="164646"/>
                </a:lnTo>
                <a:lnTo>
                  <a:pt x="310187" y="160364"/>
                </a:lnTo>
                <a:lnTo>
                  <a:pt x="311613" y="158587"/>
                </a:lnTo>
                <a:lnTo>
                  <a:pt x="313159" y="157657"/>
                </a:lnTo>
                <a:lnTo>
                  <a:pt x="314811" y="157545"/>
                </a:lnTo>
                <a:lnTo>
                  <a:pt x="316527" y="158257"/>
                </a:lnTo>
                <a:close/>
                <a:moveTo>
                  <a:pt x="337982" y="158209"/>
                </a:moveTo>
                <a:lnTo>
                  <a:pt x="338999" y="161910"/>
                </a:lnTo>
                <a:lnTo>
                  <a:pt x="339341" y="166034"/>
                </a:lnTo>
                <a:lnTo>
                  <a:pt x="338146" y="168055"/>
                </a:lnTo>
                <a:lnTo>
                  <a:pt x="336729" y="168523"/>
                </a:lnTo>
                <a:lnTo>
                  <a:pt x="331632" y="164646"/>
                </a:lnTo>
                <a:lnTo>
                  <a:pt x="331106" y="163874"/>
                </a:lnTo>
                <a:lnTo>
                  <a:pt x="330991" y="162387"/>
                </a:lnTo>
                <a:lnTo>
                  <a:pt x="331697" y="160235"/>
                </a:lnTo>
                <a:lnTo>
                  <a:pt x="333636" y="158310"/>
                </a:lnTo>
                <a:lnTo>
                  <a:pt x="336059" y="157499"/>
                </a:lnTo>
                <a:lnTo>
                  <a:pt x="337982" y="158209"/>
                </a:lnTo>
                <a:close/>
                <a:moveTo>
                  <a:pt x="328773" y="167322"/>
                </a:moveTo>
                <a:lnTo>
                  <a:pt x="333355" y="170124"/>
                </a:lnTo>
                <a:lnTo>
                  <a:pt x="334935" y="171591"/>
                </a:lnTo>
                <a:lnTo>
                  <a:pt x="335650" y="174132"/>
                </a:lnTo>
                <a:lnTo>
                  <a:pt x="334287" y="176429"/>
                </a:lnTo>
                <a:lnTo>
                  <a:pt x="328139" y="180373"/>
                </a:lnTo>
                <a:lnTo>
                  <a:pt x="325477" y="180918"/>
                </a:lnTo>
                <a:lnTo>
                  <a:pt x="322984" y="180161"/>
                </a:lnTo>
                <a:lnTo>
                  <a:pt x="316732" y="175627"/>
                </a:lnTo>
                <a:lnTo>
                  <a:pt x="316296" y="173926"/>
                </a:lnTo>
                <a:lnTo>
                  <a:pt x="316650" y="171519"/>
                </a:lnTo>
                <a:lnTo>
                  <a:pt x="321059" y="168045"/>
                </a:lnTo>
                <a:lnTo>
                  <a:pt x="322917" y="166901"/>
                </a:lnTo>
                <a:lnTo>
                  <a:pt x="325458" y="166110"/>
                </a:lnTo>
                <a:lnTo>
                  <a:pt x="327610" y="166453"/>
                </a:lnTo>
                <a:lnTo>
                  <a:pt x="328773" y="167322"/>
                </a:lnTo>
                <a:close/>
                <a:moveTo>
                  <a:pt x="312043" y="179134"/>
                </a:moveTo>
                <a:lnTo>
                  <a:pt x="316199" y="181919"/>
                </a:lnTo>
                <a:lnTo>
                  <a:pt x="317607" y="183319"/>
                </a:lnTo>
                <a:lnTo>
                  <a:pt x="318160" y="184842"/>
                </a:lnTo>
                <a:lnTo>
                  <a:pt x="317851" y="186358"/>
                </a:lnTo>
                <a:lnTo>
                  <a:pt x="316673" y="187741"/>
                </a:lnTo>
                <a:lnTo>
                  <a:pt x="310668" y="191802"/>
                </a:lnTo>
                <a:lnTo>
                  <a:pt x="307544" y="193159"/>
                </a:lnTo>
                <a:lnTo>
                  <a:pt x="305777" y="193322"/>
                </a:lnTo>
                <a:lnTo>
                  <a:pt x="305025" y="192456"/>
                </a:lnTo>
                <a:lnTo>
                  <a:pt x="304787" y="189738"/>
                </a:lnTo>
                <a:lnTo>
                  <a:pt x="305594" y="184135"/>
                </a:lnTo>
                <a:lnTo>
                  <a:pt x="306672" y="180726"/>
                </a:lnTo>
                <a:lnTo>
                  <a:pt x="307993" y="178652"/>
                </a:lnTo>
                <a:lnTo>
                  <a:pt x="309214" y="177894"/>
                </a:lnTo>
                <a:lnTo>
                  <a:pt x="310263" y="177895"/>
                </a:lnTo>
                <a:lnTo>
                  <a:pt x="312043" y="179134"/>
                </a:lnTo>
                <a:close/>
                <a:moveTo>
                  <a:pt x="342177" y="178797"/>
                </a:moveTo>
                <a:lnTo>
                  <a:pt x="342789" y="182664"/>
                </a:lnTo>
                <a:lnTo>
                  <a:pt x="343286" y="191670"/>
                </a:lnTo>
                <a:lnTo>
                  <a:pt x="340831" y="192620"/>
                </a:lnTo>
                <a:lnTo>
                  <a:pt x="332992" y="187303"/>
                </a:lnTo>
                <a:lnTo>
                  <a:pt x="332102" y="186136"/>
                </a:lnTo>
                <a:lnTo>
                  <a:pt x="331714" y="184052"/>
                </a:lnTo>
                <a:lnTo>
                  <a:pt x="332640" y="182154"/>
                </a:lnTo>
                <a:lnTo>
                  <a:pt x="336313" y="179508"/>
                </a:lnTo>
                <a:lnTo>
                  <a:pt x="340441" y="178242"/>
                </a:lnTo>
                <a:lnTo>
                  <a:pt x="342177" y="178797"/>
                </a:lnTo>
                <a:close/>
                <a:moveTo>
                  <a:pt x="328870" y="190609"/>
                </a:moveTo>
                <a:lnTo>
                  <a:pt x="337164" y="196565"/>
                </a:lnTo>
                <a:lnTo>
                  <a:pt x="338814" y="198462"/>
                </a:lnTo>
                <a:lnTo>
                  <a:pt x="338199" y="199877"/>
                </a:lnTo>
                <a:lnTo>
                  <a:pt x="331097" y="203707"/>
                </a:lnTo>
                <a:lnTo>
                  <a:pt x="325616" y="205897"/>
                </a:lnTo>
                <a:lnTo>
                  <a:pt x="323803" y="206108"/>
                </a:lnTo>
                <a:lnTo>
                  <a:pt x="316289" y="202887"/>
                </a:lnTo>
                <a:lnTo>
                  <a:pt x="312856" y="200612"/>
                </a:lnTo>
                <a:lnTo>
                  <a:pt x="311292" y="199022"/>
                </a:lnTo>
                <a:lnTo>
                  <a:pt x="311320" y="197793"/>
                </a:lnTo>
                <a:lnTo>
                  <a:pt x="312483" y="196617"/>
                </a:lnTo>
                <a:lnTo>
                  <a:pt x="322955" y="189054"/>
                </a:lnTo>
                <a:lnTo>
                  <a:pt x="325382" y="188789"/>
                </a:lnTo>
                <a:lnTo>
                  <a:pt x="328870" y="190609"/>
                </a:lnTo>
                <a:close/>
                <a:moveTo>
                  <a:pt x="309439" y="204206"/>
                </a:moveTo>
                <a:lnTo>
                  <a:pt x="314299" y="207872"/>
                </a:lnTo>
                <a:lnTo>
                  <a:pt x="315694" y="209607"/>
                </a:lnTo>
                <a:lnTo>
                  <a:pt x="315660" y="210430"/>
                </a:lnTo>
                <a:lnTo>
                  <a:pt x="314543" y="211304"/>
                </a:lnTo>
                <a:lnTo>
                  <a:pt x="310325" y="212969"/>
                </a:lnTo>
                <a:lnTo>
                  <a:pt x="306296" y="215171"/>
                </a:lnTo>
                <a:lnTo>
                  <a:pt x="304977" y="215264"/>
                </a:lnTo>
                <a:lnTo>
                  <a:pt x="303034" y="214510"/>
                </a:lnTo>
                <a:lnTo>
                  <a:pt x="302157" y="213378"/>
                </a:lnTo>
                <a:lnTo>
                  <a:pt x="302082" y="211470"/>
                </a:lnTo>
                <a:lnTo>
                  <a:pt x="303312" y="206805"/>
                </a:lnTo>
                <a:lnTo>
                  <a:pt x="304690" y="203661"/>
                </a:lnTo>
                <a:lnTo>
                  <a:pt x="306444" y="202979"/>
                </a:lnTo>
                <a:lnTo>
                  <a:pt x="309439" y="204206"/>
                </a:lnTo>
                <a:close/>
                <a:moveTo>
                  <a:pt x="344443" y="204399"/>
                </a:moveTo>
                <a:lnTo>
                  <a:pt x="345583" y="206447"/>
                </a:lnTo>
                <a:lnTo>
                  <a:pt x="346414" y="211028"/>
                </a:lnTo>
                <a:lnTo>
                  <a:pt x="346086" y="215348"/>
                </a:lnTo>
                <a:lnTo>
                  <a:pt x="345166" y="216934"/>
                </a:lnTo>
                <a:lnTo>
                  <a:pt x="343637" y="216938"/>
                </a:lnTo>
                <a:lnTo>
                  <a:pt x="340127" y="215553"/>
                </a:lnTo>
                <a:lnTo>
                  <a:pt x="331995" y="210406"/>
                </a:lnTo>
                <a:lnTo>
                  <a:pt x="331823" y="209696"/>
                </a:lnTo>
                <a:lnTo>
                  <a:pt x="332544" y="208383"/>
                </a:lnTo>
                <a:lnTo>
                  <a:pt x="337496" y="204518"/>
                </a:lnTo>
                <a:lnTo>
                  <a:pt x="339863" y="203561"/>
                </a:lnTo>
                <a:lnTo>
                  <a:pt x="341975" y="203327"/>
                </a:lnTo>
                <a:lnTo>
                  <a:pt x="344443" y="204399"/>
                </a:lnTo>
                <a:close/>
                <a:moveTo>
                  <a:pt x="329786" y="215584"/>
                </a:moveTo>
                <a:lnTo>
                  <a:pt x="338097" y="220321"/>
                </a:lnTo>
                <a:lnTo>
                  <a:pt x="339210" y="221322"/>
                </a:lnTo>
                <a:lnTo>
                  <a:pt x="339328" y="222461"/>
                </a:lnTo>
                <a:lnTo>
                  <a:pt x="338350" y="224317"/>
                </a:lnTo>
                <a:lnTo>
                  <a:pt x="336291" y="226394"/>
                </a:lnTo>
                <a:lnTo>
                  <a:pt x="325491" y="234133"/>
                </a:lnTo>
                <a:lnTo>
                  <a:pt x="323011" y="233790"/>
                </a:lnTo>
                <a:lnTo>
                  <a:pt x="320396" y="232373"/>
                </a:lnTo>
                <a:lnTo>
                  <a:pt x="310761" y="225058"/>
                </a:lnTo>
                <a:lnTo>
                  <a:pt x="307685" y="221775"/>
                </a:lnTo>
                <a:lnTo>
                  <a:pt x="308055" y="220529"/>
                </a:lnTo>
                <a:lnTo>
                  <a:pt x="310311" y="218823"/>
                </a:lnTo>
                <a:lnTo>
                  <a:pt x="320849" y="213208"/>
                </a:lnTo>
                <a:lnTo>
                  <a:pt x="322544" y="212894"/>
                </a:lnTo>
                <a:lnTo>
                  <a:pt x="324503" y="213170"/>
                </a:lnTo>
                <a:lnTo>
                  <a:pt x="329786" y="215584"/>
                </a:lnTo>
                <a:close/>
                <a:moveTo>
                  <a:pt x="304666" y="227011"/>
                </a:moveTo>
                <a:lnTo>
                  <a:pt x="315811" y="235386"/>
                </a:lnTo>
                <a:lnTo>
                  <a:pt x="317448" y="236972"/>
                </a:lnTo>
                <a:lnTo>
                  <a:pt x="317554" y="238028"/>
                </a:lnTo>
                <a:lnTo>
                  <a:pt x="316453" y="240187"/>
                </a:lnTo>
                <a:lnTo>
                  <a:pt x="314855" y="241752"/>
                </a:lnTo>
                <a:lnTo>
                  <a:pt x="303478" y="250271"/>
                </a:lnTo>
                <a:lnTo>
                  <a:pt x="300004" y="252304"/>
                </a:lnTo>
                <a:lnTo>
                  <a:pt x="298617" y="252623"/>
                </a:lnTo>
                <a:lnTo>
                  <a:pt x="297436" y="251276"/>
                </a:lnTo>
                <a:lnTo>
                  <a:pt x="297247" y="248782"/>
                </a:lnTo>
                <a:lnTo>
                  <a:pt x="298965" y="240728"/>
                </a:lnTo>
                <a:lnTo>
                  <a:pt x="300512" y="228188"/>
                </a:lnTo>
                <a:lnTo>
                  <a:pt x="301698" y="226229"/>
                </a:lnTo>
                <a:lnTo>
                  <a:pt x="302943" y="226187"/>
                </a:lnTo>
                <a:lnTo>
                  <a:pt x="304666" y="227011"/>
                </a:lnTo>
                <a:close/>
                <a:moveTo>
                  <a:pt x="347288" y="228940"/>
                </a:moveTo>
                <a:lnTo>
                  <a:pt x="348214" y="231686"/>
                </a:lnTo>
                <a:lnTo>
                  <a:pt x="349933" y="245905"/>
                </a:lnTo>
                <a:lnTo>
                  <a:pt x="349631" y="251026"/>
                </a:lnTo>
                <a:lnTo>
                  <a:pt x="349216" y="252034"/>
                </a:lnTo>
                <a:lnTo>
                  <a:pt x="348367" y="252399"/>
                </a:lnTo>
                <a:lnTo>
                  <a:pt x="346203" y="251709"/>
                </a:lnTo>
                <a:lnTo>
                  <a:pt x="343977" y="250323"/>
                </a:lnTo>
                <a:lnTo>
                  <a:pt x="331473" y="241090"/>
                </a:lnTo>
                <a:lnTo>
                  <a:pt x="331473" y="236895"/>
                </a:lnTo>
                <a:lnTo>
                  <a:pt x="343834" y="227741"/>
                </a:lnTo>
                <a:lnTo>
                  <a:pt x="345435" y="227554"/>
                </a:lnTo>
                <a:lnTo>
                  <a:pt x="347288" y="228940"/>
                </a:lnTo>
                <a:close/>
                <a:moveTo>
                  <a:pt x="464545" y="82368"/>
                </a:moveTo>
                <a:lnTo>
                  <a:pt x="449711" y="83090"/>
                </a:lnTo>
                <a:lnTo>
                  <a:pt x="406409" y="83600"/>
                </a:lnTo>
                <a:lnTo>
                  <a:pt x="393182" y="85158"/>
                </a:lnTo>
                <a:lnTo>
                  <a:pt x="388982" y="86094"/>
                </a:lnTo>
                <a:lnTo>
                  <a:pt x="388986" y="86537"/>
                </a:lnTo>
                <a:lnTo>
                  <a:pt x="395405" y="88523"/>
                </a:lnTo>
                <a:lnTo>
                  <a:pt x="396484" y="89480"/>
                </a:lnTo>
                <a:lnTo>
                  <a:pt x="396678" y="90691"/>
                </a:lnTo>
                <a:lnTo>
                  <a:pt x="392057" y="99990"/>
                </a:lnTo>
                <a:lnTo>
                  <a:pt x="390840" y="101078"/>
                </a:lnTo>
                <a:lnTo>
                  <a:pt x="387593" y="102546"/>
                </a:lnTo>
                <a:lnTo>
                  <a:pt x="386317" y="104306"/>
                </a:lnTo>
                <a:lnTo>
                  <a:pt x="386343" y="106430"/>
                </a:lnTo>
                <a:lnTo>
                  <a:pt x="388102" y="109262"/>
                </a:lnTo>
                <a:lnTo>
                  <a:pt x="388497" y="110783"/>
                </a:lnTo>
                <a:lnTo>
                  <a:pt x="388345" y="112496"/>
                </a:lnTo>
                <a:lnTo>
                  <a:pt x="387398" y="115048"/>
                </a:lnTo>
                <a:lnTo>
                  <a:pt x="386763" y="115835"/>
                </a:lnTo>
                <a:lnTo>
                  <a:pt x="385563" y="116340"/>
                </a:lnTo>
                <a:lnTo>
                  <a:pt x="371352" y="115612"/>
                </a:lnTo>
                <a:lnTo>
                  <a:pt x="367200" y="116016"/>
                </a:lnTo>
                <a:lnTo>
                  <a:pt x="365684" y="116752"/>
                </a:lnTo>
                <a:lnTo>
                  <a:pt x="364802" y="117961"/>
                </a:lnTo>
                <a:lnTo>
                  <a:pt x="362786" y="122786"/>
                </a:lnTo>
                <a:lnTo>
                  <a:pt x="361378" y="124724"/>
                </a:lnTo>
                <a:lnTo>
                  <a:pt x="359704" y="126130"/>
                </a:lnTo>
                <a:lnTo>
                  <a:pt x="355449" y="127810"/>
                </a:lnTo>
                <a:lnTo>
                  <a:pt x="353802" y="129196"/>
                </a:lnTo>
                <a:lnTo>
                  <a:pt x="352160" y="131838"/>
                </a:lnTo>
                <a:lnTo>
                  <a:pt x="350108" y="137983"/>
                </a:lnTo>
                <a:lnTo>
                  <a:pt x="343105" y="144360"/>
                </a:lnTo>
                <a:lnTo>
                  <a:pt x="342696" y="145359"/>
                </a:lnTo>
                <a:lnTo>
                  <a:pt x="342900" y="146975"/>
                </a:lnTo>
                <a:lnTo>
                  <a:pt x="345791" y="149422"/>
                </a:lnTo>
                <a:lnTo>
                  <a:pt x="349982" y="151691"/>
                </a:lnTo>
                <a:lnTo>
                  <a:pt x="356574" y="154467"/>
                </a:lnTo>
                <a:lnTo>
                  <a:pt x="360751" y="157136"/>
                </a:lnTo>
                <a:lnTo>
                  <a:pt x="364844" y="158348"/>
                </a:lnTo>
                <a:lnTo>
                  <a:pt x="367803" y="160584"/>
                </a:lnTo>
                <a:lnTo>
                  <a:pt x="372754" y="162491"/>
                </a:lnTo>
                <a:lnTo>
                  <a:pt x="387478" y="170879"/>
                </a:lnTo>
                <a:lnTo>
                  <a:pt x="394447" y="174078"/>
                </a:lnTo>
                <a:lnTo>
                  <a:pt x="398606" y="176797"/>
                </a:lnTo>
                <a:lnTo>
                  <a:pt x="429555" y="192392"/>
                </a:lnTo>
                <a:lnTo>
                  <a:pt x="453321" y="203246"/>
                </a:lnTo>
                <a:lnTo>
                  <a:pt x="463669" y="207318"/>
                </a:lnTo>
                <a:lnTo>
                  <a:pt x="504247" y="220590"/>
                </a:lnTo>
                <a:lnTo>
                  <a:pt x="518816" y="226698"/>
                </a:lnTo>
                <a:lnTo>
                  <a:pt x="541163" y="234195"/>
                </a:lnTo>
                <a:lnTo>
                  <a:pt x="548359" y="236190"/>
                </a:lnTo>
                <a:lnTo>
                  <a:pt x="564800" y="241777"/>
                </a:lnTo>
                <a:lnTo>
                  <a:pt x="572273" y="243850"/>
                </a:lnTo>
                <a:lnTo>
                  <a:pt x="589348" y="249620"/>
                </a:lnTo>
                <a:lnTo>
                  <a:pt x="596523" y="251574"/>
                </a:lnTo>
                <a:lnTo>
                  <a:pt x="624917" y="260982"/>
                </a:lnTo>
                <a:lnTo>
                  <a:pt x="657866" y="270995"/>
                </a:lnTo>
                <a:lnTo>
                  <a:pt x="687033" y="280523"/>
                </a:lnTo>
                <a:lnTo>
                  <a:pt x="694726" y="282463"/>
                </a:lnTo>
                <a:lnTo>
                  <a:pt x="700674" y="284720"/>
                </a:lnTo>
                <a:lnTo>
                  <a:pt x="706383" y="285994"/>
                </a:lnTo>
                <a:lnTo>
                  <a:pt x="708259" y="285837"/>
                </a:lnTo>
                <a:lnTo>
                  <a:pt x="709036" y="284737"/>
                </a:lnTo>
                <a:lnTo>
                  <a:pt x="709060" y="283288"/>
                </a:lnTo>
                <a:lnTo>
                  <a:pt x="707185" y="281722"/>
                </a:lnTo>
                <a:lnTo>
                  <a:pt x="702440" y="280505"/>
                </a:lnTo>
                <a:lnTo>
                  <a:pt x="673649" y="270502"/>
                </a:lnTo>
                <a:lnTo>
                  <a:pt x="534835" y="224674"/>
                </a:lnTo>
                <a:lnTo>
                  <a:pt x="459182" y="199120"/>
                </a:lnTo>
                <a:lnTo>
                  <a:pt x="425405" y="184186"/>
                </a:lnTo>
                <a:lnTo>
                  <a:pt x="400076" y="172072"/>
                </a:lnTo>
                <a:lnTo>
                  <a:pt x="399334" y="171146"/>
                </a:lnTo>
                <a:lnTo>
                  <a:pt x="399737" y="170290"/>
                </a:lnTo>
                <a:lnTo>
                  <a:pt x="402388" y="169363"/>
                </a:lnTo>
                <a:lnTo>
                  <a:pt x="407025" y="168913"/>
                </a:lnTo>
                <a:lnTo>
                  <a:pt x="408958" y="166094"/>
                </a:lnTo>
                <a:lnTo>
                  <a:pt x="410822" y="165140"/>
                </a:lnTo>
                <a:lnTo>
                  <a:pt x="413082" y="165538"/>
                </a:lnTo>
                <a:lnTo>
                  <a:pt x="415718" y="167278"/>
                </a:lnTo>
                <a:lnTo>
                  <a:pt x="421489" y="173879"/>
                </a:lnTo>
                <a:lnTo>
                  <a:pt x="428191" y="173252"/>
                </a:lnTo>
                <a:lnTo>
                  <a:pt x="451287" y="184420"/>
                </a:lnTo>
                <a:lnTo>
                  <a:pt x="468775" y="191521"/>
                </a:lnTo>
                <a:lnTo>
                  <a:pt x="495528" y="199290"/>
                </a:lnTo>
                <a:lnTo>
                  <a:pt x="504719" y="201319"/>
                </a:lnTo>
                <a:lnTo>
                  <a:pt x="510481" y="203229"/>
                </a:lnTo>
                <a:lnTo>
                  <a:pt x="519191" y="205054"/>
                </a:lnTo>
                <a:lnTo>
                  <a:pt x="523113" y="206821"/>
                </a:lnTo>
                <a:lnTo>
                  <a:pt x="530609" y="209244"/>
                </a:lnTo>
                <a:lnTo>
                  <a:pt x="534571" y="211255"/>
                </a:lnTo>
                <a:lnTo>
                  <a:pt x="545484" y="215418"/>
                </a:lnTo>
                <a:lnTo>
                  <a:pt x="575960" y="226289"/>
                </a:lnTo>
                <a:lnTo>
                  <a:pt x="604070" y="235655"/>
                </a:lnTo>
                <a:lnTo>
                  <a:pt x="618330" y="239848"/>
                </a:lnTo>
                <a:lnTo>
                  <a:pt x="623585" y="241861"/>
                </a:lnTo>
                <a:lnTo>
                  <a:pt x="650268" y="249916"/>
                </a:lnTo>
                <a:lnTo>
                  <a:pt x="677736" y="257627"/>
                </a:lnTo>
                <a:lnTo>
                  <a:pt x="738371" y="272788"/>
                </a:lnTo>
                <a:lnTo>
                  <a:pt x="776484" y="280930"/>
                </a:lnTo>
                <a:lnTo>
                  <a:pt x="780878" y="280930"/>
                </a:lnTo>
                <a:lnTo>
                  <a:pt x="782286" y="280287"/>
                </a:lnTo>
                <a:lnTo>
                  <a:pt x="783153" y="279349"/>
                </a:lnTo>
                <a:lnTo>
                  <a:pt x="783902" y="276650"/>
                </a:lnTo>
                <a:lnTo>
                  <a:pt x="783386" y="275707"/>
                </a:lnTo>
                <a:lnTo>
                  <a:pt x="782402" y="275296"/>
                </a:lnTo>
                <a:lnTo>
                  <a:pt x="750988" y="268942"/>
                </a:lnTo>
                <a:lnTo>
                  <a:pt x="726339" y="262594"/>
                </a:lnTo>
                <a:lnTo>
                  <a:pt x="686387" y="253427"/>
                </a:lnTo>
                <a:lnTo>
                  <a:pt x="670275" y="249224"/>
                </a:lnTo>
                <a:lnTo>
                  <a:pt x="637509" y="239393"/>
                </a:lnTo>
                <a:lnTo>
                  <a:pt x="579283" y="220273"/>
                </a:lnTo>
                <a:lnTo>
                  <a:pt x="560101" y="214483"/>
                </a:lnTo>
                <a:lnTo>
                  <a:pt x="544063" y="209017"/>
                </a:lnTo>
                <a:lnTo>
                  <a:pt x="537399" y="207470"/>
                </a:lnTo>
                <a:lnTo>
                  <a:pt x="535866" y="206659"/>
                </a:lnTo>
                <a:lnTo>
                  <a:pt x="535588" y="206170"/>
                </a:lnTo>
                <a:lnTo>
                  <a:pt x="536003" y="204985"/>
                </a:lnTo>
                <a:lnTo>
                  <a:pt x="542055" y="200393"/>
                </a:lnTo>
                <a:lnTo>
                  <a:pt x="543128" y="199143"/>
                </a:lnTo>
                <a:lnTo>
                  <a:pt x="543786" y="196779"/>
                </a:lnTo>
                <a:lnTo>
                  <a:pt x="543857" y="190609"/>
                </a:lnTo>
                <a:lnTo>
                  <a:pt x="547996" y="185495"/>
                </a:lnTo>
                <a:lnTo>
                  <a:pt x="548623" y="183361"/>
                </a:lnTo>
                <a:lnTo>
                  <a:pt x="548598" y="179351"/>
                </a:lnTo>
                <a:lnTo>
                  <a:pt x="549616" y="178215"/>
                </a:lnTo>
                <a:lnTo>
                  <a:pt x="551523" y="177768"/>
                </a:lnTo>
                <a:lnTo>
                  <a:pt x="554253" y="178021"/>
                </a:lnTo>
                <a:lnTo>
                  <a:pt x="561950" y="180147"/>
                </a:lnTo>
                <a:lnTo>
                  <a:pt x="571520" y="182124"/>
                </a:lnTo>
                <a:lnTo>
                  <a:pt x="592927" y="188030"/>
                </a:lnTo>
                <a:lnTo>
                  <a:pt x="621604" y="195132"/>
                </a:lnTo>
                <a:lnTo>
                  <a:pt x="623917" y="195430"/>
                </a:lnTo>
                <a:lnTo>
                  <a:pt x="625641" y="195063"/>
                </a:lnTo>
                <a:lnTo>
                  <a:pt x="626612" y="194112"/>
                </a:lnTo>
                <a:lnTo>
                  <a:pt x="626669" y="192657"/>
                </a:lnTo>
                <a:lnTo>
                  <a:pt x="625697" y="190959"/>
                </a:lnTo>
                <a:lnTo>
                  <a:pt x="624098" y="189940"/>
                </a:lnTo>
                <a:lnTo>
                  <a:pt x="610298" y="186336"/>
                </a:lnTo>
                <a:lnTo>
                  <a:pt x="597231" y="183667"/>
                </a:lnTo>
                <a:lnTo>
                  <a:pt x="595421" y="182706"/>
                </a:lnTo>
                <a:lnTo>
                  <a:pt x="594945" y="181567"/>
                </a:lnTo>
                <a:lnTo>
                  <a:pt x="595513" y="180382"/>
                </a:lnTo>
                <a:lnTo>
                  <a:pt x="597046" y="179237"/>
                </a:lnTo>
                <a:lnTo>
                  <a:pt x="605276" y="176133"/>
                </a:lnTo>
                <a:lnTo>
                  <a:pt x="606101" y="174464"/>
                </a:lnTo>
                <a:lnTo>
                  <a:pt x="607221" y="168815"/>
                </a:lnTo>
                <a:lnTo>
                  <a:pt x="609203" y="166803"/>
                </a:lnTo>
                <a:lnTo>
                  <a:pt x="611362" y="166306"/>
                </a:lnTo>
                <a:lnTo>
                  <a:pt x="626277" y="166127"/>
                </a:lnTo>
                <a:lnTo>
                  <a:pt x="630217" y="165588"/>
                </a:lnTo>
                <a:lnTo>
                  <a:pt x="631513" y="164990"/>
                </a:lnTo>
                <a:lnTo>
                  <a:pt x="631987" y="164090"/>
                </a:lnTo>
                <a:lnTo>
                  <a:pt x="631269" y="157448"/>
                </a:lnTo>
                <a:lnTo>
                  <a:pt x="631603" y="154496"/>
                </a:lnTo>
                <a:lnTo>
                  <a:pt x="632718" y="151450"/>
                </a:lnTo>
                <a:lnTo>
                  <a:pt x="635478" y="146474"/>
                </a:lnTo>
                <a:lnTo>
                  <a:pt x="636007" y="143636"/>
                </a:lnTo>
                <a:lnTo>
                  <a:pt x="635450" y="140453"/>
                </a:lnTo>
                <a:lnTo>
                  <a:pt x="633823" y="139236"/>
                </a:lnTo>
                <a:lnTo>
                  <a:pt x="631619" y="139677"/>
                </a:lnTo>
                <a:lnTo>
                  <a:pt x="627161" y="143659"/>
                </a:lnTo>
                <a:lnTo>
                  <a:pt x="621096" y="150760"/>
                </a:lnTo>
                <a:lnTo>
                  <a:pt x="620187" y="152487"/>
                </a:lnTo>
                <a:lnTo>
                  <a:pt x="619602" y="154906"/>
                </a:lnTo>
                <a:lnTo>
                  <a:pt x="617524" y="156890"/>
                </a:lnTo>
                <a:lnTo>
                  <a:pt x="615014" y="157297"/>
                </a:lnTo>
                <a:lnTo>
                  <a:pt x="609788" y="156270"/>
                </a:lnTo>
                <a:lnTo>
                  <a:pt x="606307" y="156166"/>
                </a:lnTo>
                <a:lnTo>
                  <a:pt x="602956" y="156804"/>
                </a:lnTo>
                <a:lnTo>
                  <a:pt x="599120" y="158658"/>
                </a:lnTo>
                <a:lnTo>
                  <a:pt x="597996" y="160541"/>
                </a:lnTo>
                <a:lnTo>
                  <a:pt x="596725" y="166199"/>
                </a:lnTo>
                <a:lnTo>
                  <a:pt x="596164" y="167093"/>
                </a:lnTo>
                <a:lnTo>
                  <a:pt x="595412" y="167350"/>
                </a:lnTo>
                <a:lnTo>
                  <a:pt x="591915" y="165954"/>
                </a:lnTo>
                <a:lnTo>
                  <a:pt x="585754" y="164849"/>
                </a:lnTo>
                <a:lnTo>
                  <a:pt x="581332" y="161777"/>
                </a:lnTo>
                <a:lnTo>
                  <a:pt x="576788" y="160222"/>
                </a:lnTo>
                <a:lnTo>
                  <a:pt x="569799" y="155448"/>
                </a:lnTo>
                <a:lnTo>
                  <a:pt x="563484" y="153224"/>
                </a:lnTo>
                <a:lnTo>
                  <a:pt x="561043" y="153274"/>
                </a:lnTo>
                <a:lnTo>
                  <a:pt x="559021" y="154111"/>
                </a:lnTo>
                <a:lnTo>
                  <a:pt x="549202" y="163204"/>
                </a:lnTo>
                <a:lnTo>
                  <a:pt x="542288" y="167866"/>
                </a:lnTo>
                <a:lnTo>
                  <a:pt x="540420" y="168744"/>
                </a:lnTo>
                <a:lnTo>
                  <a:pt x="538439" y="169088"/>
                </a:lnTo>
                <a:lnTo>
                  <a:pt x="534908" y="168619"/>
                </a:lnTo>
                <a:lnTo>
                  <a:pt x="528755" y="166687"/>
                </a:lnTo>
                <a:lnTo>
                  <a:pt x="518846" y="164598"/>
                </a:lnTo>
                <a:lnTo>
                  <a:pt x="511493" y="162356"/>
                </a:lnTo>
                <a:lnTo>
                  <a:pt x="502843" y="160886"/>
                </a:lnTo>
                <a:lnTo>
                  <a:pt x="496437" y="158843"/>
                </a:lnTo>
                <a:lnTo>
                  <a:pt x="486458" y="157239"/>
                </a:lnTo>
                <a:lnTo>
                  <a:pt x="479681" y="155014"/>
                </a:lnTo>
                <a:lnTo>
                  <a:pt x="470007" y="153745"/>
                </a:lnTo>
                <a:lnTo>
                  <a:pt x="469612" y="154281"/>
                </a:lnTo>
                <a:lnTo>
                  <a:pt x="469843" y="155419"/>
                </a:lnTo>
                <a:lnTo>
                  <a:pt x="471919" y="156721"/>
                </a:lnTo>
                <a:lnTo>
                  <a:pt x="480715" y="158565"/>
                </a:lnTo>
                <a:lnTo>
                  <a:pt x="486653" y="161237"/>
                </a:lnTo>
                <a:lnTo>
                  <a:pt x="494468" y="162609"/>
                </a:lnTo>
                <a:lnTo>
                  <a:pt x="502666" y="165007"/>
                </a:lnTo>
                <a:lnTo>
                  <a:pt x="511554" y="166207"/>
                </a:lnTo>
                <a:lnTo>
                  <a:pt x="516366" y="168866"/>
                </a:lnTo>
                <a:lnTo>
                  <a:pt x="521950" y="169684"/>
                </a:lnTo>
                <a:lnTo>
                  <a:pt x="535021" y="173935"/>
                </a:lnTo>
                <a:lnTo>
                  <a:pt x="535918" y="174513"/>
                </a:lnTo>
                <a:lnTo>
                  <a:pt x="536950" y="176061"/>
                </a:lnTo>
                <a:lnTo>
                  <a:pt x="536563" y="179253"/>
                </a:lnTo>
                <a:lnTo>
                  <a:pt x="532650" y="184928"/>
                </a:lnTo>
                <a:lnTo>
                  <a:pt x="530387" y="186951"/>
                </a:lnTo>
                <a:lnTo>
                  <a:pt x="529831" y="186989"/>
                </a:lnTo>
                <a:lnTo>
                  <a:pt x="528814" y="186175"/>
                </a:lnTo>
                <a:lnTo>
                  <a:pt x="526332" y="182051"/>
                </a:lnTo>
                <a:lnTo>
                  <a:pt x="522186" y="177417"/>
                </a:lnTo>
                <a:lnTo>
                  <a:pt x="518625" y="174510"/>
                </a:lnTo>
                <a:lnTo>
                  <a:pt x="512921" y="170975"/>
                </a:lnTo>
                <a:lnTo>
                  <a:pt x="510774" y="171085"/>
                </a:lnTo>
                <a:lnTo>
                  <a:pt x="504545" y="175102"/>
                </a:lnTo>
                <a:lnTo>
                  <a:pt x="502126" y="175705"/>
                </a:lnTo>
                <a:lnTo>
                  <a:pt x="498909" y="174578"/>
                </a:lnTo>
                <a:lnTo>
                  <a:pt x="491613" y="173649"/>
                </a:lnTo>
                <a:lnTo>
                  <a:pt x="486964" y="171854"/>
                </a:lnTo>
                <a:lnTo>
                  <a:pt x="486877" y="168214"/>
                </a:lnTo>
                <a:lnTo>
                  <a:pt x="486139" y="166671"/>
                </a:lnTo>
                <a:lnTo>
                  <a:pt x="479491" y="162066"/>
                </a:lnTo>
                <a:lnTo>
                  <a:pt x="464020" y="161337"/>
                </a:lnTo>
                <a:lnTo>
                  <a:pt x="458301" y="160739"/>
                </a:lnTo>
                <a:lnTo>
                  <a:pt x="455672" y="160042"/>
                </a:lnTo>
                <a:lnTo>
                  <a:pt x="454202" y="158543"/>
                </a:lnTo>
                <a:lnTo>
                  <a:pt x="453842" y="156523"/>
                </a:lnTo>
                <a:lnTo>
                  <a:pt x="454661" y="154256"/>
                </a:lnTo>
                <a:lnTo>
                  <a:pt x="456227" y="152403"/>
                </a:lnTo>
                <a:lnTo>
                  <a:pt x="457915" y="152005"/>
                </a:lnTo>
                <a:lnTo>
                  <a:pt x="461067" y="152989"/>
                </a:lnTo>
                <a:lnTo>
                  <a:pt x="465735" y="153480"/>
                </a:lnTo>
                <a:lnTo>
                  <a:pt x="467347" y="153101"/>
                </a:lnTo>
                <a:lnTo>
                  <a:pt x="467402" y="152314"/>
                </a:lnTo>
                <a:lnTo>
                  <a:pt x="457762" y="149397"/>
                </a:lnTo>
                <a:lnTo>
                  <a:pt x="447520" y="141101"/>
                </a:lnTo>
                <a:lnTo>
                  <a:pt x="445675" y="140081"/>
                </a:lnTo>
                <a:lnTo>
                  <a:pt x="443974" y="139894"/>
                </a:lnTo>
                <a:lnTo>
                  <a:pt x="439352" y="141284"/>
                </a:lnTo>
                <a:lnTo>
                  <a:pt x="437967" y="141262"/>
                </a:lnTo>
                <a:lnTo>
                  <a:pt x="434808" y="136730"/>
                </a:lnTo>
                <a:lnTo>
                  <a:pt x="431711" y="133473"/>
                </a:lnTo>
                <a:lnTo>
                  <a:pt x="431701" y="131825"/>
                </a:lnTo>
                <a:lnTo>
                  <a:pt x="432709" y="131137"/>
                </a:lnTo>
                <a:lnTo>
                  <a:pt x="437263" y="130578"/>
                </a:lnTo>
                <a:lnTo>
                  <a:pt x="460880" y="129731"/>
                </a:lnTo>
                <a:lnTo>
                  <a:pt x="489982" y="127378"/>
                </a:lnTo>
                <a:lnTo>
                  <a:pt x="503546" y="126022"/>
                </a:lnTo>
                <a:lnTo>
                  <a:pt x="509336" y="123640"/>
                </a:lnTo>
                <a:lnTo>
                  <a:pt x="521998" y="124598"/>
                </a:lnTo>
                <a:lnTo>
                  <a:pt x="530624" y="123459"/>
                </a:lnTo>
                <a:lnTo>
                  <a:pt x="547521" y="122680"/>
                </a:lnTo>
                <a:lnTo>
                  <a:pt x="560065" y="121179"/>
                </a:lnTo>
                <a:lnTo>
                  <a:pt x="568628" y="119539"/>
                </a:lnTo>
                <a:lnTo>
                  <a:pt x="588313" y="118692"/>
                </a:lnTo>
                <a:lnTo>
                  <a:pt x="591855" y="118016"/>
                </a:lnTo>
                <a:lnTo>
                  <a:pt x="593085" y="117136"/>
                </a:lnTo>
                <a:lnTo>
                  <a:pt x="591751" y="116618"/>
                </a:lnTo>
                <a:lnTo>
                  <a:pt x="586757" y="116379"/>
                </a:lnTo>
                <a:lnTo>
                  <a:pt x="568945" y="116795"/>
                </a:lnTo>
                <a:lnTo>
                  <a:pt x="552388" y="118699"/>
                </a:lnTo>
                <a:lnTo>
                  <a:pt x="521120" y="120058"/>
                </a:lnTo>
                <a:lnTo>
                  <a:pt x="512483" y="121546"/>
                </a:lnTo>
                <a:lnTo>
                  <a:pt x="505177" y="121452"/>
                </a:lnTo>
                <a:lnTo>
                  <a:pt x="497819" y="122663"/>
                </a:lnTo>
                <a:lnTo>
                  <a:pt x="454481" y="124577"/>
                </a:lnTo>
                <a:lnTo>
                  <a:pt x="444913" y="126071"/>
                </a:lnTo>
                <a:lnTo>
                  <a:pt x="441498" y="125857"/>
                </a:lnTo>
                <a:lnTo>
                  <a:pt x="438735" y="122704"/>
                </a:lnTo>
                <a:lnTo>
                  <a:pt x="437490" y="121934"/>
                </a:lnTo>
                <a:lnTo>
                  <a:pt x="432397" y="123579"/>
                </a:lnTo>
                <a:lnTo>
                  <a:pt x="431204" y="123634"/>
                </a:lnTo>
                <a:lnTo>
                  <a:pt x="429901" y="123056"/>
                </a:lnTo>
                <a:lnTo>
                  <a:pt x="429154" y="121213"/>
                </a:lnTo>
                <a:lnTo>
                  <a:pt x="429806" y="118335"/>
                </a:lnTo>
                <a:lnTo>
                  <a:pt x="432401" y="115915"/>
                </a:lnTo>
                <a:lnTo>
                  <a:pt x="435128" y="114649"/>
                </a:lnTo>
                <a:lnTo>
                  <a:pt x="442000" y="113155"/>
                </a:lnTo>
                <a:lnTo>
                  <a:pt x="452456" y="111895"/>
                </a:lnTo>
                <a:lnTo>
                  <a:pt x="467438" y="112924"/>
                </a:lnTo>
                <a:lnTo>
                  <a:pt x="478121" y="111760"/>
                </a:lnTo>
                <a:lnTo>
                  <a:pt x="512787" y="111106"/>
                </a:lnTo>
                <a:lnTo>
                  <a:pt x="530387" y="109947"/>
                </a:lnTo>
                <a:lnTo>
                  <a:pt x="546479" y="109579"/>
                </a:lnTo>
                <a:lnTo>
                  <a:pt x="556018" y="108198"/>
                </a:lnTo>
                <a:lnTo>
                  <a:pt x="582847" y="107677"/>
                </a:lnTo>
                <a:lnTo>
                  <a:pt x="607385" y="106595"/>
                </a:lnTo>
                <a:lnTo>
                  <a:pt x="613075" y="106156"/>
                </a:lnTo>
                <a:lnTo>
                  <a:pt x="615938" y="105316"/>
                </a:lnTo>
                <a:lnTo>
                  <a:pt x="615572" y="104291"/>
                </a:lnTo>
                <a:lnTo>
                  <a:pt x="614431" y="103902"/>
                </a:lnTo>
                <a:lnTo>
                  <a:pt x="599762" y="103221"/>
                </a:lnTo>
                <a:lnTo>
                  <a:pt x="586412" y="104119"/>
                </a:lnTo>
                <a:lnTo>
                  <a:pt x="539784" y="104771"/>
                </a:lnTo>
                <a:lnTo>
                  <a:pt x="536112" y="105067"/>
                </a:lnTo>
                <a:lnTo>
                  <a:pt x="530014" y="106288"/>
                </a:lnTo>
                <a:lnTo>
                  <a:pt x="511023" y="106548"/>
                </a:lnTo>
                <a:lnTo>
                  <a:pt x="498504" y="107748"/>
                </a:lnTo>
                <a:lnTo>
                  <a:pt x="470728" y="108211"/>
                </a:lnTo>
                <a:lnTo>
                  <a:pt x="449717" y="109935"/>
                </a:lnTo>
                <a:lnTo>
                  <a:pt x="430302" y="109569"/>
                </a:lnTo>
                <a:lnTo>
                  <a:pt x="429204" y="109320"/>
                </a:lnTo>
                <a:lnTo>
                  <a:pt x="427796" y="108117"/>
                </a:lnTo>
                <a:lnTo>
                  <a:pt x="426799" y="106352"/>
                </a:lnTo>
                <a:lnTo>
                  <a:pt x="426274" y="104273"/>
                </a:lnTo>
                <a:lnTo>
                  <a:pt x="426283" y="102126"/>
                </a:lnTo>
                <a:lnTo>
                  <a:pt x="427594" y="98108"/>
                </a:lnTo>
                <a:lnTo>
                  <a:pt x="428031" y="94926"/>
                </a:lnTo>
                <a:lnTo>
                  <a:pt x="427689" y="93451"/>
                </a:lnTo>
                <a:lnTo>
                  <a:pt x="425684" y="90324"/>
                </a:lnTo>
                <a:lnTo>
                  <a:pt x="427564" y="88395"/>
                </a:lnTo>
                <a:lnTo>
                  <a:pt x="479704" y="88054"/>
                </a:lnTo>
                <a:lnTo>
                  <a:pt x="539499" y="86545"/>
                </a:lnTo>
                <a:lnTo>
                  <a:pt x="558575" y="85110"/>
                </a:lnTo>
                <a:lnTo>
                  <a:pt x="591086" y="84205"/>
                </a:lnTo>
                <a:lnTo>
                  <a:pt x="597313" y="83385"/>
                </a:lnTo>
                <a:lnTo>
                  <a:pt x="597616" y="82754"/>
                </a:lnTo>
                <a:lnTo>
                  <a:pt x="596063" y="82268"/>
                </a:lnTo>
                <a:lnTo>
                  <a:pt x="579745" y="81747"/>
                </a:lnTo>
                <a:lnTo>
                  <a:pt x="487803" y="81639"/>
                </a:lnTo>
                <a:lnTo>
                  <a:pt x="464545" y="82368"/>
                </a:lnTo>
                <a:close/>
                <a:moveTo>
                  <a:pt x="410111" y="101413"/>
                </a:moveTo>
                <a:lnTo>
                  <a:pt x="411579" y="103683"/>
                </a:lnTo>
                <a:lnTo>
                  <a:pt x="415031" y="107549"/>
                </a:lnTo>
                <a:lnTo>
                  <a:pt x="415352" y="108946"/>
                </a:lnTo>
                <a:lnTo>
                  <a:pt x="414691" y="110284"/>
                </a:lnTo>
                <a:lnTo>
                  <a:pt x="413775" y="111441"/>
                </a:lnTo>
                <a:lnTo>
                  <a:pt x="405621" y="111782"/>
                </a:lnTo>
                <a:lnTo>
                  <a:pt x="402701" y="111141"/>
                </a:lnTo>
                <a:lnTo>
                  <a:pt x="401818" y="108500"/>
                </a:lnTo>
                <a:lnTo>
                  <a:pt x="401789" y="105763"/>
                </a:lnTo>
                <a:lnTo>
                  <a:pt x="402440" y="103336"/>
                </a:lnTo>
                <a:lnTo>
                  <a:pt x="403665" y="101391"/>
                </a:lnTo>
                <a:lnTo>
                  <a:pt x="406345" y="99750"/>
                </a:lnTo>
                <a:lnTo>
                  <a:pt x="409387" y="99629"/>
                </a:lnTo>
                <a:lnTo>
                  <a:pt x="410111" y="101413"/>
                </a:lnTo>
                <a:close/>
                <a:moveTo>
                  <a:pt x="412473" y="114865"/>
                </a:moveTo>
                <a:lnTo>
                  <a:pt x="415876" y="115952"/>
                </a:lnTo>
                <a:lnTo>
                  <a:pt x="417578" y="117336"/>
                </a:lnTo>
                <a:lnTo>
                  <a:pt x="418765" y="119170"/>
                </a:lnTo>
                <a:lnTo>
                  <a:pt x="419384" y="121392"/>
                </a:lnTo>
                <a:lnTo>
                  <a:pt x="419395" y="124175"/>
                </a:lnTo>
                <a:lnTo>
                  <a:pt x="418966" y="125348"/>
                </a:lnTo>
                <a:lnTo>
                  <a:pt x="417774" y="126224"/>
                </a:lnTo>
                <a:lnTo>
                  <a:pt x="416335" y="126420"/>
                </a:lnTo>
                <a:lnTo>
                  <a:pt x="415298" y="125999"/>
                </a:lnTo>
                <a:lnTo>
                  <a:pt x="410490" y="121639"/>
                </a:lnTo>
                <a:lnTo>
                  <a:pt x="404701" y="119809"/>
                </a:lnTo>
                <a:lnTo>
                  <a:pt x="403077" y="118661"/>
                </a:lnTo>
                <a:lnTo>
                  <a:pt x="402131" y="117340"/>
                </a:lnTo>
                <a:lnTo>
                  <a:pt x="402008" y="115989"/>
                </a:lnTo>
                <a:lnTo>
                  <a:pt x="403023" y="114238"/>
                </a:lnTo>
                <a:lnTo>
                  <a:pt x="412473" y="114865"/>
                </a:lnTo>
                <a:close/>
                <a:moveTo>
                  <a:pt x="383545" y="124218"/>
                </a:moveTo>
                <a:lnTo>
                  <a:pt x="383993" y="124871"/>
                </a:lnTo>
                <a:lnTo>
                  <a:pt x="384090" y="126976"/>
                </a:lnTo>
                <a:lnTo>
                  <a:pt x="382593" y="131283"/>
                </a:lnTo>
                <a:lnTo>
                  <a:pt x="379697" y="135615"/>
                </a:lnTo>
                <a:lnTo>
                  <a:pt x="377049" y="138113"/>
                </a:lnTo>
                <a:lnTo>
                  <a:pt x="373692" y="140692"/>
                </a:lnTo>
                <a:lnTo>
                  <a:pt x="372077" y="141405"/>
                </a:lnTo>
                <a:lnTo>
                  <a:pt x="370696" y="141426"/>
                </a:lnTo>
                <a:lnTo>
                  <a:pt x="367230" y="140226"/>
                </a:lnTo>
                <a:lnTo>
                  <a:pt x="364741" y="140611"/>
                </a:lnTo>
                <a:lnTo>
                  <a:pt x="364908" y="141997"/>
                </a:lnTo>
                <a:lnTo>
                  <a:pt x="366126" y="143940"/>
                </a:lnTo>
                <a:lnTo>
                  <a:pt x="371043" y="148472"/>
                </a:lnTo>
                <a:lnTo>
                  <a:pt x="372899" y="154700"/>
                </a:lnTo>
                <a:lnTo>
                  <a:pt x="373007" y="156491"/>
                </a:lnTo>
                <a:lnTo>
                  <a:pt x="372616" y="157624"/>
                </a:lnTo>
                <a:lnTo>
                  <a:pt x="371269" y="158298"/>
                </a:lnTo>
                <a:lnTo>
                  <a:pt x="368857" y="157932"/>
                </a:lnTo>
                <a:lnTo>
                  <a:pt x="364265" y="155208"/>
                </a:lnTo>
                <a:lnTo>
                  <a:pt x="358991" y="152994"/>
                </a:lnTo>
                <a:lnTo>
                  <a:pt x="357926" y="150556"/>
                </a:lnTo>
                <a:lnTo>
                  <a:pt x="358166" y="146403"/>
                </a:lnTo>
                <a:lnTo>
                  <a:pt x="360033" y="142679"/>
                </a:lnTo>
                <a:lnTo>
                  <a:pt x="363162" y="140352"/>
                </a:lnTo>
                <a:lnTo>
                  <a:pt x="363137" y="137722"/>
                </a:lnTo>
                <a:lnTo>
                  <a:pt x="364084" y="135916"/>
                </a:lnTo>
                <a:lnTo>
                  <a:pt x="367851" y="132891"/>
                </a:lnTo>
                <a:lnTo>
                  <a:pt x="371815" y="128364"/>
                </a:lnTo>
                <a:lnTo>
                  <a:pt x="377420" y="123916"/>
                </a:lnTo>
                <a:lnTo>
                  <a:pt x="380531" y="123465"/>
                </a:lnTo>
                <a:lnTo>
                  <a:pt x="383545" y="124218"/>
                </a:lnTo>
                <a:close/>
                <a:moveTo>
                  <a:pt x="397864" y="139888"/>
                </a:moveTo>
                <a:lnTo>
                  <a:pt x="400486" y="144256"/>
                </a:lnTo>
                <a:lnTo>
                  <a:pt x="402517" y="149123"/>
                </a:lnTo>
                <a:lnTo>
                  <a:pt x="402046" y="151730"/>
                </a:lnTo>
                <a:lnTo>
                  <a:pt x="400211" y="153102"/>
                </a:lnTo>
                <a:lnTo>
                  <a:pt x="398805" y="153038"/>
                </a:lnTo>
                <a:lnTo>
                  <a:pt x="397810" y="152369"/>
                </a:lnTo>
                <a:lnTo>
                  <a:pt x="396214" y="146848"/>
                </a:lnTo>
                <a:lnTo>
                  <a:pt x="395085" y="145172"/>
                </a:lnTo>
                <a:lnTo>
                  <a:pt x="393205" y="144021"/>
                </a:lnTo>
                <a:lnTo>
                  <a:pt x="389812" y="142781"/>
                </a:lnTo>
                <a:lnTo>
                  <a:pt x="390103" y="140228"/>
                </a:lnTo>
                <a:lnTo>
                  <a:pt x="390883" y="139227"/>
                </a:lnTo>
                <a:lnTo>
                  <a:pt x="392681" y="138134"/>
                </a:lnTo>
                <a:lnTo>
                  <a:pt x="395878" y="138013"/>
                </a:lnTo>
                <a:lnTo>
                  <a:pt x="397864" y="139888"/>
                </a:lnTo>
                <a:close/>
                <a:moveTo>
                  <a:pt x="436532" y="143793"/>
                </a:moveTo>
                <a:lnTo>
                  <a:pt x="436796" y="146937"/>
                </a:lnTo>
                <a:lnTo>
                  <a:pt x="436068" y="148741"/>
                </a:lnTo>
                <a:lnTo>
                  <a:pt x="431025" y="151663"/>
                </a:lnTo>
                <a:lnTo>
                  <a:pt x="426581" y="157265"/>
                </a:lnTo>
                <a:lnTo>
                  <a:pt x="425687" y="157341"/>
                </a:lnTo>
                <a:lnTo>
                  <a:pt x="424940" y="156887"/>
                </a:lnTo>
                <a:lnTo>
                  <a:pt x="423823" y="155026"/>
                </a:lnTo>
                <a:lnTo>
                  <a:pt x="423562" y="151990"/>
                </a:lnTo>
                <a:lnTo>
                  <a:pt x="427167" y="149718"/>
                </a:lnTo>
                <a:lnTo>
                  <a:pt x="429460" y="145462"/>
                </a:lnTo>
                <a:lnTo>
                  <a:pt x="431208" y="143844"/>
                </a:lnTo>
                <a:lnTo>
                  <a:pt x="434121" y="143022"/>
                </a:lnTo>
                <a:lnTo>
                  <a:pt x="435815" y="143209"/>
                </a:lnTo>
                <a:lnTo>
                  <a:pt x="436532" y="143793"/>
                </a:lnTo>
                <a:close/>
                <a:moveTo>
                  <a:pt x="562179" y="169588"/>
                </a:moveTo>
                <a:lnTo>
                  <a:pt x="562649" y="172113"/>
                </a:lnTo>
                <a:lnTo>
                  <a:pt x="561304" y="173649"/>
                </a:lnTo>
                <a:lnTo>
                  <a:pt x="558699" y="173727"/>
                </a:lnTo>
                <a:lnTo>
                  <a:pt x="556231" y="172242"/>
                </a:lnTo>
                <a:lnTo>
                  <a:pt x="556122" y="171402"/>
                </a:lnTo>
                <a:lnTo>
                  <a:pt x="556678" y="170498"/>
                </a:lnTo>
                <a:lnTo>
                  <a:pt x="559290" y="168813"/>
                </a:lnTo>
                <a:lnTo>
                  <a:pt x="561224" y="168554"/>
                </a:lnTo>
                <a:lnTo>
                  <a:pt x="562179" y="169588"/>
                </a:lnTo>
                <a:close/>
                <a:moveTo>
                  <a:pt x="463339" y="170938"/>
                </a:moveTo>
                <a:lnTo>
                  <a:pt x="466320" y="171431"/>
                </a:lnTo>
                <a:lnTo>
                  <a:pt x="467974" y="172278"/>
                </a:lnTo>
                <a:lnTo>
                  <a:pt x="471453" y="178246"/>
                </a:lnTo>
                <a:lnTo>
                  <a:pt x="473911" y="180228"/>
                </a:lnTo>
                <a:lnTo>
                  <a:pt x="477604" y="181677"/>
                </a:lnTo>
                <a:lnTo>
                  <a:pt x="485108" y="182768"/>
                </a:lnTo>
                <a:lnTo>
                  <a:pt x="493966" y="184837"/>
                </a:lnTo>
                <a:lnTo>
                  <a:pt x="495448" y="185669"/>
                </a:lnTo>
                <a:lnTo>
                  <a:pt x="499201" y="189024"/>
                </a:lnTo>
                <a:lnTo>
                  <a:pt x="502055" y="190368"/>
                </a:lnTo>
                <a:lnTo>
                  <a:pt x="508462" y="188371"/>
                </a:lnTo>
                <a:lnTo>
                  <a:pt x="513422" y="185312"/>
                </a:lnTo>
                <a:lnTo>
                  <a:pt x="514871" y="185071"/>
                </a:lnTo>
                <a:lnTo>
                  <a:pt x="517859" y="187947"/>
                </a:lnTo>
                <a:lnTo>
                  <a:pt x="523662" y="197292"/>
                </a:lnTo>
                <a:lnTo>
                  <a:pt x="524080" y="199192"/>
                </a:lnTo>
                <a:lnTo>
                  <a:pt x="523770" y="201662"/>
                </a:lnTo>
                <a:lnTo>
                  <a:pt x="522788" y="202513"/>
                </a:lnTo>
                <a:lnTo>
                  <a:pt x="521744" y="202452"/>
                </a:lnTo>
                <a:lnTo>
                  <a:pt x="507126" y="197577"/>
                </a:lnTo>
                <a:lnTo>
                  <a:pt x="500079" y="195822"/>
                </a:lnTo>
                <a:lnTo>
                  <a:pt x="493934" y="193478"/>
                </a:lnTo>
                <a:lnTo>
                  <a:pt x="474423" y="187789"/>
                </a:lnTo>
                <a:lnTo>
                  <a:pt x="463586" y="183871"/>
                </a:lnTo>
                <a:lnTo>
                  <a:pt x="451334" y="178411"/>
                </a:lnTo>
                <a:lnTo>
                  <a:pt x="447985" y="176511"/>
                </a:lnTo>
                <a:lnTo>
                  <a:pt x="446988" y="175082"/>
                </a:lnTo>
                <a:lnTo>
                  <a:pt x="448115" y="173632"/>
                </a:lnTo>
                <a:lnTo>
                  <a:pt x="452202" y="170841"/>
                </a:lnTo>
                <a:lnTo>
                  <a:pt x="455131" y="170166"/>
                </a:lnTo>
                <a:lnTo>
                  <a:pt x="463339" y="170938"/>
                </a:lnTo>
                <a:close/>
                <a:moveTo>
                  <a:pt x="588889" y="177881"/>
                </a:moveTo>
                <a:lnTo>
                  <a:pt x="589613" y="179472"/>
                </a:lnTo>
                <a:lnTo>
                  <a:pt x="588120" y="180461"/>
                </a:lnTo>
                <a:lnTo>
                  <a:pt x="584673" y="180187"/>
                </a:lnTo>
                <a:lnTo>
                  <a:pt x="583393" y="178990"/>
                </a:lnTo>
                <a:lnTo>
                  <a:pt x="583802" y="178143"/>
                </a:lnTo>
                <a:lnTo>
                  <a:pt x="585508" y="177368"/>
                </a:lnTo>
                <a:lnTo>
                  <a:pt x="587670" y="177362"/>
                </a:lnTo>
                <a:lnTo>
                  <a:pt x="588889" y="177881"/>
                </a:lnTo>
                <a:close/>
                <a:moveTo>
                  <a:pt x="432338" y="100931"/>
                </a:moveTo>
                <a:lnTo>
                  <a:pt x="432042" y="102431"/>
                </a:lnTo>
                <a:lnTo>
                  <a:pt x="432723" y="103968"/>
                </a:lnTo>
                <a:lnTo>
                  <a:pt x="433716" y="104340"/>
                </a:lnTo>
                <a:lnTo>
                  <a:pt x="435116" y="103709"/>
                </a:lnTo>
                <a:lnTo>
                  <a:pt x="435747" y="102310"/>
                </a:lnTo>
                <a:lnTo>
                  <a:pt x="435375" y="101316"/>
                </a:lnTo>
                <a:lnTo>
                  <a:pt x="433838" y="100635"/>
                </a:lnTo>
                <a:lnTo>
                  <a:pt x="432338" y="100931"/>
                </a:lnTo>
                <a:close/>
                <a:moveTo>
                  <a:pt x="634259" y="111441"/>
                </a:moveTo>
                <a:lnTo>
                  <a:pt x="625104" y="112473"/>
                </a:lnTo>
                <a:lnTo>
                  <a:pt x="622861" y="113248"/>
                </a:lnTo>
                <a:lnTo>
                  <a:pt x="622624" y="113909"/>
                </a:lnTo>
                <a:lnTo>
                  <a:pt x="623555" y="114624"/>
                </a:lnTo>
                <a:lnTo>
                  <a:pt x="625772" y="114938"/>
                </a:lnTo>
                <a:lnTo>
                  <a:pt x="631505" y="114768"/>
                </a:lnTo>
                <a:lnTo>
                  <a:pt x="636912" y="114077"/>
                </a:lnTo>
                <a:lnTo>
                  <a:pt x="638654" y="113295"/>
                </a:lnTo>
                <a:lnTo>
                  <a:pt x="638828" y="112477"/>
                </a:lnTo>
                <a:lnTo>
                  <a:pt x="638331" y="111490"/>
                </a:lnTo>
                <a:lnTo>
                  <a:pt x="637055" y="110905"/>
                </a:lnTo>
                <a:lnTo>
                  <a:pt x="634259" y="111441"/>
                </a:lnTo>
                <a:close/>
                <a:moveTo>
                  <a:pt x="611357" y="113852"/>
                </a:moveTo>
                <a:lnTo>
                  <a:pt x="611213" y="115076"/>
                </a:lnTo>
                <a:lnTo>
                  <a:pt x="613238" y="115540"/>
                </a:lnTo>
                <a:lnTo>
                  <a:pt x="615381" y="115131"/>
                </a:lnTo>
                <a:lnTo>
                  <a:pt x="616560" y="113958"/>
                </a:lnTo>
                <a:lnTo>
                  <a:pt x="616227" y="113489"/>
                </a:lnTo>
                <a:lnTo>
                  <a:pt x="614669" y="113154"/>
                </a:lnTo>
                <a:lnTo>
                  <a:pt x="612689" y="113283"/>
                </a:lnTo>
                <a:lnTo>
                  <a:pt x="611357" y="113852"/>
                </a:lnTo>
                <a:close/>
                <a:moveTo>
                  <a:pt x="597279" y="116118"/>
                </a:moveTo>
                <a:lnTo>
                  <a:pt x="595978" y="117138"/>
                </a:lnTo>
                <a:lnTo>
                  <a:pt x="597566" y="117843"/>
                </a:lnTo>
                <a:lnTo>
                  <a:pt x="601471" y="117762"/>
                </a:lnTo>
                <a:lnTo>
                  <a:pt x="602378" y="117367"/>
                </a:lnTo>
                <a:lnTo>
                  <a:pt x="602679" y="116745"/>
                </a:lnTo>
                <a:lnTo>
                  <a:pt x="602358" y="116129"/>
                </a:lnTo>
                <a:lnTo>
                  <a:pt x="600919" y="115636"/>
                </a:lnTo>
                <a:lnTo>
                  <a:pt x="597279" y="116118"/>
                </a:lnTo>
                <a:close/>
                <a:moveTo>
                  <a:pt x="276027" y="116986"/>
                </a:moveTo>
                <a:lnTo>
                  <a:pt x="275915" y="117692"/>
                </a:lnTo>
                <a:lnTo>
                  <a:pt x="276593" y="118309"/>
                </a:lnTo>
                <a:lnTo>
                  <a:pt x="280602" y="119845"/>
                </a:lnTo>
                <a:lnTo>
                  <a:pt x="284079" y="122169"/>
                </a:lnTo>
                <a:lnTo>
                  <a:pt x="288406" y="123917"/>
                </a:lnTo>
                <a:lnTo>
                  <a:pt x="292245" y="126068"/>
                </a:lnTo>
                <a:lnTo>
                  <a:pt x="296807" y="127810"/>
                </a:lnTo>
                <a:lnTo>
                  <a:pt x="300429" y="130181"/>
                </a:lnTo>
                <a:lnTo>
                  <a:pt x="302755" y="130551"/>
                </a:lnTo>
                <a:lnTo>
                  <a:pt x="304079" y="129687"/>
                </a:lnTo>
                <a:lnTo>
                  <a:pt x="304133" y="128647"/>
                </a:lnTo>
                <a:lnTo>
                  <a:pt x="303364" y="127575"/>
                </a:lnTo>
                <a:lnTo>
                  <a:pt x="297879" y="124238"/>
                </a:lnTo>
                <a:lnTo>
                  <a:pt x="293452" y="122864"/>
                </a:lnTo>
                <a:lnTo>
                  <a:pt x="289788" y="120603"/>
                </a:lnTo>
                <a:lnTo>
                  <a:pt x="284689" y="118935"/>
                </a:lnTo>
                <a:lnTo>
                  <a:pt x="280773" y="117035"/>
                </a:lnTo>
                <a:lnTo>
                  <a:pt x="277881" y="116460"/>
                </a:lnTo>
                <a:lnTo>
                  <a:pt x="276027" y="116986"/>
                </a:lnTo>
                <a:close/>
                <a:moveTo>
                  <a:pt x="875668" y="132945"/>
                </a:moveTo>
                <a:lnTo>
                  <a:pt x="872953" y="134908"/>
                </a:lnTo>
                <a:lnTo>
                  <a:pt x="871929" y="137160"/>
                </a:lnTo>
                <a:lnTo>
                  <a:pt x="866567" y="167063"/>
                </a:lnTo>
                <a:lnTo>
                  <a:pt x="864155" y="178223"/>
                </a:lnTo>
                <a:lnTo>
                  <a:pt x="862680" y="189850"/>
                </a:lnTo>
                <a:lnTo>
                  <a:pt x="860336" y="199306"/>
                </a:lnTo>
                <a:lnTo>
                  <a:pt x="858275" y="212816"/>
                </a:lnTo>
                <a:lnTo>
                  <a:pt x="857232" y="215837"/>
                </a:lnTo>
                <a:lnTo>
                  <a:pt x="855616" y="217898"/>
                </a:lnTo>
                <a:lnTo>
                  <a:pt x="853128" y="219577"/>
                </a:lnTo>
                <a:lnTo>
                  <a:pt x="815399" y="236724"/>
                </a:lnTo>
                <a:lnTo>
                  <a:pt x="811606" y="239150"/>
                </a:lnTo>
                <a:lnTo>
                  <a:pt x="810482" y="240656"/>
                </a:lnTo>
                <a:lnTo>
                  <a:pt x="811805" y="242280"/>
                </a:lnTo>
                <a:lnTo>
                  <a:pt x="814094" y="243127"/>
                </a:lnTo>
                <a:lnTo>
                  <a:pt x="851223" y="244079"/>
                </a:lnTo>
                <a:lnTo>
                  <a:pt x="854449" y="245810"/>
                </a:lnTo>
                <a:lnTo>
                  <a:pt x="855915" y="247869"/>
                </a:lnTo>
                <a:lnTo>
                  <a:pt x="856032" y="252247"/>
                </a:lnTo>
                <a:lnTo>
                  <a:pt x="855125" y="254674"/>
                </a:lnTo>
                <a:lnTo>
                  <a:pt x="853853" y="255894"/>
                </a:lnTo>
                <a:lnTo>
                  <a:pt x="851878" y="256948"/>
                </a:lnTo>
                <a:lnTo>
                  <a:pt x="841320" y="261164"/>
                </a:lnTo>
                <a:lnTo>
                  <a:pt x="815860" y="270012"/>
                </a:lnTo>
                <a:lnTo>
                  <a:pt x="810193" y="272604"/>
                </a:lnTo>
                <a:lnTo>
                  <a:pt x="791910" y="279165"/>
                </a:lnTo>
                <a:lnTo>
                  <a:pt x="788100" y="281027"/>
                </a:lnTo>
                <a:lnTo>
                  <a:pt x="786409" y="282838"/>
                </a:lnTo>
                <a:lnTo>
                  <a:pt x="786843" y="284219"/>
                </a:lnTo>
                <a:lnTo>
                  <a:pt x="788304" y="285736"/>
                </a:lnTo>
                <a:lnTo>
                  <a:pt x="854213" y="285929"/>
                </a:lnTo>
                <a:lnTo>
                  <a:pt x="855539" y="286942"/>
                </a:lnTo>
                <a:lnTo>
                  <a:pt x="855914" y="289090"/>
                </a:lnTo>
                <a:lnTo>
                  <a:pt x="856181" y="298934"/>
                </a:lnTo>
                <a:lnTo>
                  <a:pt x="855600" y="303148"/>
                </a:lnTo>
                <a:lnTo>
                  <a:pt x="853451" y="304940"/>
                </a:lnTo>
                <a:lnTo>
                  <a:pt x="848902" y="307370"/>
                </a:lnTo>
                <a:lnTo>
                  <a:pt x="821041" y="318184"/>
                </a:lnTo>
                <a:lnTo>
                  <a:pt x="810506" y="315671"/>
                </a:lnTo>
                <a:lnTo>
                  <a:pt x="803977" y="312745"/>
                </a:lnTo>
                <a:lnTo>
                  <a:pt x="774615" y="303649"/>
                </a:lnTo>
                <a:lnTo>
                  <a:pt x="754602" y="296944"/>
                </a:lnTo>
                <a:lnTo>
                  <a:pt x="747692" y="295924"/>
                </a:lnTo>
                <a:lnTo>
                  <a:pt x="746598" y="296391"/>
                </a:lnTo>
                <a:lnTo>
                  <a:pt x="746424" y="297323"/>
                </a:lnTo>
                <a:lnTo>
                  <a:pt x="746975" y="298781"/>
                </a:lnTo>
                <a:lnTo>
                  <a:pt x="748288" y="299850"/>
                </a:lnTo>
                <a:lnTo>
                  <a:pt x="755289" y="301797"/>
                </a:lnTo>
                <a:lnTo>
                  <a:pt x="769813" y="307680"/>
                </a:lnTo>
                <a:lnTo>
                  <a:pt x="779989" y="311210"/>
                </a:lnTo>
                <a:lnTo>
                  <a:pt x="794951" y="315351"/>
                </a:lnTo>
                <a:lnTo>
                  <a:pt x="808274" y="318458"/>
                </a:lnTo>
                <a:lnTo>
                  <a:pt x="810300" y="319609"/>
                </a:lnTo>
                <a:lnTo>
                  <a:pt x="811801" y="321316"/>
                </a:lnTo>
                <a:lnTo>
                  <a:pt x="811720" y="322192"/>
                </a:lnTo>
                <a:lnTo>
                  <a:pt x="810060" y="325290"/>
                </a:lnTo>
                <a:lnTo>
                  <a:pt x="810316" y="326221"/>
                </a:lnTo>
                <a:lnTo>
                  <a:pt x="811387" y="327041"/>
                </a:lnTo>
                <a:lnTo>
                  <a:pt x="847052" y="328277"/>
                </a:lnTo>
                <a:lnTo>
                  <a:pt x="853806" y="328842"/>
                </a:lnTo>
                <a:lnTo>
                  <a:pt x="854669" y="329358"/>
                </a:lnTo>
                <a:lnTo>
                  <a:pt x="854954" y="331198"/>
                </a:lnTo>
                <a:lnTo>
                  <a:pt x="854703" y="334111"/>
                </a:lnTo>
                <a:lnTo>
                  <a:pt x="852948" y="342605"/>
                </a:lnTo>
                <a:lnTo>
                  <a:pt x="850412" y="360789"/>
                </a:lnTo>
                <a:lnTo>
                  <a:pt x="848728" y="369177"/>
                </a:lnTo>
                <a:lnTo>
                  <a:pt x="847341" y="381259"/>
                </a:lnTo>
                <a:lnTo>
                  <a:pt x="844901" y="392416"/>
                </a:lnTo>
                <a:lnTo>
                  <a:pt x="839228" y="431063"/>
                </a:lnTo>
                <a:lnTo>
                  <a:pt x="833139" y="467029"/>
                </a:lnTo>
                <a:lnTo>
                  <a:pt x="828244" y="500323"/>
                </a:lnTo>
                <a:lnTo>
                  <a:pt x="825675" y="513904"/>
                </a:lnTo>
                <a:lnTo>
                  <a:pt x="825648" y="516110"/>
                </a:lnTo>
                <a:lnTo>
                  <a:pt x="826425" y="518263"/>
                </a:lnTo>
                <a:lnTo>
                  <a:pt x="828023" y="518902"/>
                </a:lnTo>
                <a:lnTo>
                  <a:pt x="831225" y="517655"/>
                </a:lnTo>
                <a:lnTo>
                  <a:pt x="873940" y="486961"/>
                </a:lnTo>
                <a:lnTo>
                  <a:pt x="875983" y="485744"/>
                </a:lnTo>
                <a:lnTo>
                  <a:pt x="877886" y="485343"/>
                </a:lnTo>
                <a:lnTo>
                  <a:pt x="879935" y="485676"/>
                </a:lnTo>
                <a:lnTo>
                  <a:pt x="881471" y="486491"/>
                </a:lnTo>
                <a:lnTo>
                  <a:pt x="915396" y="512048"/>
                </a:lnTo>
                <a:lnTo>
                  <a:pt x="922326" y="516807"/>
                </a:lnTo>
                <a:lnTo>
                  <a:pt x="926871" y="519190"/>
                </a:lnTo>
                <a:lnTo>
                  <a:pt x="928040" y="517641"/>
                </a:lnTo>
                <a:lnTo>
                  <a:pt x="928451" y="516215"/>
                </a:lnTo>
                <a:lnTo>
                  <a:pt x="928364" y="510736"/>
                </a:lnTo>
                <a:lnTo>
                  <a:pt x="925919" y="498679"/>
                </a:lnTo>
                <a:lnTo>
                  <a:pt x="924509" y="486169"/>
                </a:lnTo>
                <a:lnTo>
                  <a:pt x="922466" y="475092"/>
                </a:lnTo>
                <a:lnTo>
                  <a:pt x="920597" y="460041"/>
                </a:lnTo>
                <a:lnTo>
                  <a:pt x="918838" y="451286"/>
                </a:lnTo>
                <a:lnTo>
                  <a:pt x="916583" y="432517"/>
                </a:lnTo>
                <a:lnTo>
                  <a:pt x="914715" y="424340"/>
                </a:lnTo>
                <a:lnTo>
                  <a:pt x="912582" y="407700"/>
                </a:lnTo>
                <a:lnTo>
                  <a:pt x="910708" y="399575"/>
                </a:lnTo>
                <a:lnTo>
                  <a:pt x="908894" y="384190"/>
                </a:lnTo>
                <a:lnTo>
                  <a:pt x="906913" y="373296"/>
                </a:lnTo>
                <a:lnTo>
                  <a:pt x="905374" y="359546"/>
                </a:lnTo>
                <a:lnTo>
                  <a:pt x="902814" y="345320"/>
                </a:lnTo>
                <a:lnTo>
                  <a:pt x="901463" y="332986"/>
                </a:lnTo>
                <a:lnTo>
                  <a:pt x="903198" y="331057"/>
                </a:lnTo>
                <a:lnTo>
                  <a:pt x="925479" y="331164"/>
                </a:lnTo>
                <a:lnTo>
                  <a:pt x="941952" y="331887"/>
                </a:lnTo>
                <a:lnTo>
                  <a:pt x="945407" y="331073"/>
                </a:lnTo>
                <a:lnTo>
                  <a:pt x="947025" y="329177"/>
                </a:lnTo>
                <a:lnTo>
                  <a:pt x="942254" y="325754"/>
                </a:lnTo>
                <a:lnTo>
                  <a:pt x="904745" y="307098"/>
                </a:lnTo>
                <a:lnTo>
                  <a:pt x="899196" y="302949"/>
                </a:lnTo>
                <a:lnTo>
                  <a:pt x="899542" y="288269"/>
                </a:lnTo>
                <a:lnTo>
                  <a:pt x="900068" y="287079"/>
                </a:lnTo>
                <a:lnTo>
                  <a:pt x="901472" y="286310"/>
                </a:lnTo>
                <a:lnTo>
                  <a:pt x="908322" y="285756"/>
                </a:lnTo>
                <a:lnTo>
                  <a:pt x="966262" y="285832"/>
                </a:lnTo>
                <a:lnTo>
                  <a:pt x="967753" y="284353"/>
                </a:lnTo>
                <a:lnTo>
                  <a:pt x="968126" y="283062"/>
                </a:lnTo>
                <a:lnTo>
                  <a:pt x="967564" y="281975"/>
                </a:lnTo>
                <a:lnTo>
                  <a:pt x="963587" y="280137"/>
                </a:lnTo>
                <a:lnTo>
                  <a:pt x="954878" y="276959"/>
                </a:lnTo>
                <a:lnTo>
                  <a:pt x="940091" y="270574"/>
                </a:lnTo>
                <a:lnTo>
                  <a:pt x="933718" y="268602"/>
                </a:lnTo>
                <a:lnTo>
                  <a:pt x="904680" y="257135"/>
                </a:lnTo>
                <a:lnTo>
                  <a:pt x="901494" y="255201"/>
                </a:lnTo>
                <a:lnTo>
                  <a:pt x="899504" y="252890"/>
                </a:lnTo>
                <a:lnTo>
                  <a:pt x="898873" y="250498"/>
                </a:lnTo>
                <a:lnTo>
                  <a:pt x="899119" y="249364"/>
                </a:lnTo>
                <a:lnTo>
                  <a:pt x="900836" y="247406"/>
                </a:lnTo>
                <a:lnTo>
                  <a:pt x="902644" y="246776"/>
                </a:lnTo>
                <a:lnTo>
                  <a:pt x="910873" y="246612"/>
                </a:lnTo>
                <a:lnTo>
                  <a:pt x="943795" y="247309"/>
                </a:lnTo>
                <a:lnTo>
                  <a:pt x="945516" y="245785"/>
                </a:lnTo>
                <a:lnTo>
                  <a:pt x="945863" y="244758"/>
                </a:lnTo>
                <a:lnTo>
                  <a:pt x="941348" y="241173"/>
                </a:lnTo>
                <a:lnTo>
                  <a:pt x="902426" y="218674"/>
                </a:lnTo>
                <a:lnTo>
                  <a:pt x="900013" y="216404"/>
                </a:lnTo>
                <a:lnTo>
                  <a:pt x="898657" y="213114"/>
                </a:lnTo>
                <a:lnTo>
                  <a:pt x="897545" y="201661"/>
                </a:lnTo>
                <a:lnTo>
                  <a:pt x="895605" y="193523"/>
                </a:lnTo>
                <a:lnTo>
                  <a:pt x="893658" y="181418"/>
                </a:lnTo>
                <a:lnTo>
                  <a:pt x="889333" y="158584"/>
                </a:lnTo>
                <a:lnTo>
                  <a:pt x="887517" y="151037"/>
                </a:lnTo>
                <a:lnTo>
                  <a:pt x="885296" y="137924"/>
                </a:lnTo>
                <a:lnTo>
                  <a:pt x="883886" y="135049"/>
                </a:lnTo>
                <a:lnTo>
                  <a:pt x="881044" y="132313"/>
                </a:lnTo>
                <a:lnTo>
                  <a:pt x="879034" y="131918"/>
                </a:lnTo>
                <a:lnTo>
                  <a:pt x="875668" y="132945"/>
                </a:lnTo>
                <a:close/>
                <a:moveTo>
                  <a:pt x="878705" y="152182"/>
                </a:moveTo>
                <a:lnTo>
                  <a:pt x="877880" y="153545"/>
                </a:lnTo>
                <a:lnTo>
                  <a:pt x="877101" y="153471"/>
                </a:lnTo>
                <a:lnTo>
                  <a:pt x="876729" y="152954"/>
                </a:lnTo>
                <a:lnTo>
                  <a:pt x="876668" y="151652"/>
                </a:lnTo>
                <a:lnTo>
                  <a:pt x="877329" y="150868"/>
                </a:lnTo>
                <a:lnTo>
                  <a:pt x="878393" y="151127"/>
                </a:lnTo>
                <a:lnTo>
                  <a:pt x="878705" y="152182"/>
                </a:lnTo>
                <a:close/>
                <a:moveTo>
                  <a:pt x="880779" y="167370"/>
                </a:moveTo>
                <a:lnTo>
                  <a:pt x="882833" y="169918"/>
                </a:lnTo>
                <a:lnTo>
                  <a:pt x="882948" y="172341"/>
                </a:lnTo>
                <a:lnTo>
                  <a:pt x="881967" y="173748"/>
                </a:lnTo>
                <a:lnTo>
                  <a:pt x="880152" y="174891"/>
                </a:lnTo>
                <a:lnTo>
                  <a:pt x="878181" y="175540"/>
                </a:lnTo>
                <a:lnTo>
                  <a:pt x="876673" y="175339"/>
                </a:lnTo>
                <a:lnTo>
                  <a:pt x="873500" y="172108"/>
                </a:lnTo>
                <a:lnTo>
                  <a:pt x="873275" y="171318"/>
                </a:lnTo>
                <a:lnTo>
                  <a:pt x="873751" y="169879"/>
                </a:lnTo>
                <a:lnTo>
                  <a:pt x="875137" y="167678"/>
                </a:lnTo>
                <a:lnTo>
                  <a:pt x="876835" y="166287"/>
                </a:lnTo>
                <a:lnTo>
                  <a:pt x="878710" y="166187"/>
                </a:lnTo>
                <a:lnTo>
                  <a:pt x="880779" y="167370"/>
                </a:lnTo>
                <a:close/>
                <a:moveTo>
                  <a:pt x="872582" y="178797"/>
                </a:moveTo>
                <a:lnTo>
                  <a:pt x="873076" y="179912"/>
                </a:lnTo>
                <a:lnTo>
                  <a:pt x="872184" y="181206"/>
                </a:lnTo>
                <a:lnTo>
                  <a:pt x="870350" y="182745"/>
                </a:lnTo>
                <a:lnTo>
                  <a:pt x="869046" y="182773"/>
                </a:lnTo>
                <a:lnTo>
                  <a:pt x="868317" y="180769"/>
                </a:lnTo>
                <a:lnTo>
                  <a:pt x="868802" y="178693"/>
                </a:lnTo>
                <a:lnTo>
                  <a:pt x="870385" y="177918"/>
                </a:lnTo>
                <a:lnTo>
                  <a:pt x="872582" y="178797"/>
                </a:lnTo>
                <a:close/>
                <a:moveTo>
                  <a:pt x="886082" y="178797"/>
                </a:moveTo>
                <a:lnTo>
                  <a:pt x="886599" y="180824"/>
                </a:lnTo>
                <a:lnTo>
                  <a:pt x="886175" y="181642"/>
                </a:lnTo>
                <a:lnTo>
                  <a:pt x="885379" y="181793"/>
                </a:lnTo>
                <a:lnTo>
                  <a:pt x="884072" y="180726"/>
                </a:lnTo>
                <a:lnTo>
                  <a:pt x="883803" y="179294"/>
                </a:lnTo>
                <a:lnTo>
                  <a:pt x="884788" y="178210"/>
                </a:lnTo>
                <a:lnTo>
                  <a:pt x="886082" y="178797"/>
                </a:lnTo>
                <a:close/>
                <a:moveTo>
                  <a:pt x="882659" y="188488"/>
                </a:moveTo>
                <a:lnTo>
                  <a:pt x="884732" y="190980"/>
                </a:lnTo>
                <a:lnTo>
                  <a:pt x="885183" y="192910"/>
                </a:lnTo>
                <a:lnTo>
                  <a:pt x="883382" y="195527"/>
                </a:lnTo>
                <a:lnTo>
                  <a:pt x="880672" y="197451"/>
                </a:lnTo>
                <a:lnTo>
                  <a:pt x="877596" y="198613"/>
                </a:lnTo>
                <a:lnTo>
                  <a:pt x="873421" y="196029"/>
                </a:lnTo>
                <a:lnTo>
                  <a:pt x="871795" y="194458"/>
                </a:lnTo>
                <a:lnTo>
                  <a:pt x="871299" y="192205"/>
                </a:lnTo>
                <a:lnTo>
                  <a:pt x="871710" y="190354"/>
                </a:lnTo>
                <a:lnTo>
                  <a:pt x="876747" y="186215"/>
                </a:lnTo>
                <a:lnTo>
                  <a:pt x="878021" y="185853"/>
                </a:lnTo>
                <a:lnTo>
                  <a:pt x="879397" y="186106"/>
                </a:lnTo>
                <a:lnTo>
                  <a:pt x="882659" y="188488"/>
                </a:lnTo>
                <a:close/>
                <a:moveTo>
                  <a:pt x="890229" y="199047"/>
                </a:moveTo>
                <a:lnTo>
                  <a:pt x="891461" y="202042"/>
                </a:lnTo>
                <a:lnTo>
                  <a:pt x="892375" y="206049"/>
                </a:lnTo>
                <a:lnTo>
                  <a:pt x="891805" y="207369"/>
                </a:lnTo>
                <a:lnTo>
                  <a:pt x="890744" y="207655"/>
                </a:lnTo>
                <a:lnTo>
                  <a:pt x="888549" y="207020"/>
                </a:lnTo>
                <a:lnTo>
                  <a:pt x="886927" y="205941"/>
                </a:lnTo>
                <a:lnTo>
                  <a:pt x="885014" y="203972"/>
                </a:lnTo>
                <a:lnTo>
                  <a:pt x="884365" y="202500"/>
                </a:lnTo>
                <a:lnTo>
                  <a:pt x="884952" y="201042"/>
                </a:lnTo>
                <a:lnTo>
                  <a:pt x="887642" y="198446"/>
                </a:lnTo>
                <a:lnTo>
                  <a:pt x="888898" y="198055"/>
                </a:lnTo>
                <a:lnTo>
                  <a:pt x="890229" y="199047"/>
                </a:lnTo>
                <a:close/>
                <a:moveTo>
                  <a:pt x="870895" y="200300"/>
                </a:moveTo>
                <a:lnTo>
                  <a:pt x="872097" y="202120"/>
                </a:lnTo>
                <a:lnTo>
                  <a:pt x="871374" y="204097"/>
                </a:lnTo>
                <a:lnTo>
                  <a:pt x="868124" y="207362"/>
                </a:lnTo>
                <a:lnTo>
                  <a:pt x="866320" y="208298"/>
                </a:lnTo>
                <a:lnTo>
                  <a:pt x="864943" y="208226"/>
                </a:lnTo>
                <a:lnTo>
                  <a:pt x="864076" y="207150"/>
                </a:lnTo>
                <a:lnTo>
                  <a:pt x="863807" y="205074"/>
                </a:lnTo>
                <a:lnTo>
                  <a:pt x="864243" y="201906"/>
                </a:lnTo>
                <a:lnTo>
                  <a:pt x="865295" y="199755"/>
                </a:lnTo>
                <a:lnTo>
                  <a:pt x="866838" y="198710"/>
                </a:lnTo>
                <a:lnTo>
                  <a:pt x="867754" y="198631"/>
                </a:lnTo>
                <a:lnTo>
                  <a:pt x="870895" y="200300"/>
                </a:lnTo>
                <a:close/>
                <a:moveTo>
                  <a:pt x="881261" y="208256"/>
                </a:moveTo>
                <a:lnTo>
                  <a:pt x="885774" y="213111"/>
                </a:lnTo>
                <a:lnTo>
                  <a:pt x="886179" y="213897"/>
                </a:lnTo>
                <a:lnTo>
                  <a:pt x="885647" y="214738"/>
                </a:lnTo>
                <a:lnTo>
                  <a:pt x="883700" y="215160"/>
                </a:lnTo>
                <a:lnTo>
                  <a:pt x="877982" y="215247"/>
                </a:lnTo>
                <a:lnTo>
                  <a:pt x="872156" y="214934"/>
                </a:lnTo>
                <a:lnTo>
                  <a:pt x="870527" y="214385"/>
                </a:lnTo>
                <a:lnTo>
                  <a:pt x="870321" y="213941"/>
                </a:lnTo>
                <a:lnTo>
                  <a:pt x="871010" y="212605"/>
                </a:lnTo>
                <a:lnTo>
                  <a:pt x="875957" y="207629"/>
                </a:lnTo>
                <a:lnTo>
                  <a:pt x="879136" y="207722"/>
                </a:lnTo>
                <a:lnTo>
                  <a:pt x="881261" y="208256"/>
                </a:lnTo>
                <a:close/>
                <a:moveTo>
                  <a:pt x="880875" y="221418"/>
                </a:moveTo>
                <a:lnTo>
                  <a:pt x="881153" y="221973"/>
                </a:lnTo>
                <a:lnTo>
                  <a:pt x="880708" y="222967"/>
                </a:lnTo>
                <a:lnTo>
                  <a:pt x="878501" y="223866"/>
                </a:lnTo>
                <a:lnTo>
                  <a:pt x="875985" y="223566"/>
                </a:lnTo>
                <a:lnTo>
                  <a:pt x="874782" y="222165"/>
                </a:lnTo>
                <a:lnTo>
                  <a:pt x="875089" y="221370"/>
                </a:lnTo>
                <a:lnTo>
                  <a:pt x="876546" y="220743"/>
                </a:lnTo>
                <a:lnTo>
                  <a:pt x="879419" y="220770"/>
                </a:lnTo>
                <a:lnTo>
                  <a:pt x="880875" y="221418"/>
                </a:lnTo>
                <a:close/>
                <a:moveTo>
                  <a:pt x="893893" y="222865"/>
                </a:moveTo>
                <a:lnTo>
                  <a:pt x="894652" y="226123"/>
                </a:lnTo>
                <a:lnTo>
                  <a:pt x="894741" y="231117"/>
                </a:lnTo>
                <a:lnTo>
                  <a:pt x="893634" y="234219"/>
                </a:lnTo>
                <a:lnTo>
                  <a:pt x="892154" y="234606"/>
                </a:lnTo>
                <a:lnTo>
                  <a:pt x="890063" y="233665"/>
                </a:lnTo>
                <a:lnTo>
                  <a:pt x="885864" y="230662"/>
                </a:lnTo>
                <a:lnTo>
                  <a:pt x="885039" y="228822"/>
                </a:lnTo>
                <a:lnTo>
                  <a:pt x="886273" y="226402"/>
                </a:lnTo>
                <a:lnTo>
                  <a:pt x="889312" y="223732"/>
                </a:lnTo>
                <a:lnTo>
                  <a:pt x="892254" y="222178"/>
                </a:lnTo>
                <a:lnTo>
                  <a:pt x="893001" y="222195"/>
                </a:lnTo>
                <a:lnTo>
                  <a:pt x="893893" y="222865"/>
                </a:lnTo>
                <a:close/>
                <a:moveTo>
                  <a:pt x="867713" y="224022"/>
                </a:moveTo>
                <a:lnTo>
                  <a:pt x="870479" y="227104"/>
                </a:lnTo>
                <a:lnTo>
                  <a:pt x="871179" y="228509"/>
                </a:lnTo>
                <a:lnTo>
                  <a:pt x="871101" y="229442"/>
                </a:lnTo>
                <a:lnTo>
                  <a:pt x="869347" y="231121"/>
                </a:lnTo>
                <a:lnTo>
                  <a:pt x="865509" y="233287"/>
                </a:lnTo>
                <a:lnTo>
                  <a:pt x="864132" y="233598"/>
                </a:lnTo>
                <a:lnTo>
                  <a:pt x="862751" y="233194"/>
                </a:lnTo>
                <a:lnTo>
                  <a:pt x="861829" y="232258"/>
                </a:lnTo>
                <a:lnTo>
                  <a:pt x="861344" y="230426"/>
                </a:lnTo>
                <a:lnTo>
                  <a:pt x="861454" y="224565"/>
                </a:lnTo>
                <a:lnTo>
                  <a:pt x="862880" y="223219"/>
                </a:lnTo>
                <a:lnTo>
                  <a:pt x="864387" y="222744"/>
                </a:lnTo>
                <a:lnTo>
                  <a:pt x="866008" y="223009"/>
                </a:lnTo>
                <a:lnTo>
                  <a:pt x="867713" y="224022"/>
                </a:lnTo>
                <a:close/>
                <a:moveTo>
                  <a:pt x="906091" y="227059"/>
                </a:moveTo>
                <a:lnTo>
                  <a:pt x="921000" y="236271"/>
                </a:lnTo>
                <a:lnTo>
                  <a:pt x="922444" y="238189"/>
                </a:lnTo>
                <a:lnTo>
                  <a:pt x="922291" y="239547"/>
                </a:lnTo>
                <a:lnTo>
                  <a:pt x="919342" y="240356"/>
                </a:lnTo>
                <a:lnTo>
                  <a:pt x="913347" y="240304"/>
                </a:lnTo>
                <a:lnTo>
                  <a:pt x="902970" y="239036"/>
                </a:lnTo>
                <a:lnTo>
                  <a:pt x="900113" y="238052"/>
                </a:lnTo>
                <a:lnTo>
                  <a:pt x="899052" y="237184"/>
                </a:lnTo>
                <a:lnTo>
                  <a:pt x="899677" y="225741"/>
                </a:lnTo>
                <a:lnTo>
                  <a:pt x="900437" y="225165"/>
                </a:lnTo>
                <a:lnTo>
                  <a:pt x="902029" y="225227"/>
                </a:lnTo>
                <a:lnTo>
                  <a:pt x="906091" y="227059"/>
                </a:lnTo>
                <a:close/>
                <a:moveTo>
                  <a:pt x="855032" y="226722"/>
                </a:moveTo>
                <a:lnTo>
                  <a:pt x="856099" y="228849"/>
                </a:lnTo>
                <a:lnTo>
                  <a:pt x="856244" y="231589"/>
                </a:lnTo>
                <a:lnTo>
                  <a:pt x="855643" y="235330"/>
                </a:lnTo>
                <a:lnTo>
                  <a:pt x="854544" y="236322"/>
                </a:lnTo>
                <a:lnTo>
                  <a:pt x="850561" y="236980"/>
                </a:lnTo>
                <a:lnTo>
                  <a:pt x="842619" y="237270"/>
                </a:lnTo>
                <a:lnTo>
                  <a:pt x="837000" y="237199"/>
                </a:lnTo>
                <a:lnTo>
                  <a:pt x="835647" y="236709"/>
                </a:lnTo>
                <a:lnTo>
                  <a:pt x="836298" y="234967"/>
                </a:lnTo>
                <a:lnTo>
                  <a:pt x="839315" y="232169"/>
                </a:lnTo>
                <a:lnTo>
                  <a:pt x="844780" y="230129"/>
                </a:lnTo>
                <a:lnTo>
                  <a:pt x="853629" y="226041"/>
                </a:lnTo>
                <a:lnTo>
                  <a:pt x="855032" y="226722"/>
                </a:lnTo>
                <a:close/>
                <a:moveTo>
                  <a:pt x="880393" y="234243"/>
                </a:moveTo>
                <a:lnTo>
                  <a:pt x="882425" y="236201"/>
                </a:lnTo>
                <a:lnTo>
                  <a:pt x="882593" y="237251"/>
                </a:lnTo>
                <a:lnTo>
                  <a:pt x="881840" y="238016"/>
                </a:lnTo>
                <a:lnTo>
                  <a:pt x="878002" y="238436"/>
                </a:lnTo>
                <a:lnTo>
                  <a:pt x="876372" y="238053"/>
                </a:lnTo>
                <a:lnTo>
                  <a:pt x="875373" y="237323"/>
                </a:lnTo>
                <a:lnTo>
                  <a:pt x="875132" y="235666"/>
                </a:lnTo>
                <a:lnTo>
                  <a:pt x="876489" y="233595"/>
                </a:lnTo>
                <a:lnTo>
                  <a:pt x="878187" y="233271"/>
                </a:lnTo>
                <a:lnTo>
                  <a:pt x="880393" y="234243"/>
                </a:lnTo>
                <a:close/>
                <a:moveTo>
                  <a:pt x="878946" y="247116"/>
                </a:moveTo>
                <a:lnTo>
                  <a:pt x="877831" y="247916"/>
                </a:lnTo>
                <a:lnTo>
                  <a:pt x="877025" y="247297"/>
                </a:lnTo>
                <a:lnTo>
                  <a:pt x="877725" y="246698"/>
                </a:lnTo>
                <a:lnTo>
                  <a:pt x="878946" y="247116"/>
                </a:lnTo>
                <a:close/>
                <a:moveTo>
                  <a:pt x="893893" y="247647"/>
                </a:moveTo>
                <a:lnTo>
                  <a:pt x="894740" y="249288"/>
                </a:lnTo>
                <a:lnTo>
                  <a:pt x="894795" y="250947"/>
                </a:lnTo>
                <a:lnTo>
                  <a:pt x="894005" y="253634"/>
                </a:lnTo>
                <a:lnTo>
                  <a:pt x="893086" y="254713"/>
                </a:lnTo>
                <a:lnTo>
                  <a:pt x="891064" y="255363"/>
                </a:lnTo>
                <a:lnTo>
                  <a:pt x="889320" y="255144"/>
                </a:lnTo>
                <a:lnTo>
                  <a:pt x="886462" y="253979"/>
                </a:lnTo>
                <a:lnTo>
                  <a:pt x="885414" y="253121"/>
                </a:lnTo>
                <a:lnTo>
                  <a:pt x="885178" y="252173"/>
                </a:lnTo>
                <a:lnTo>
                  <a:pt x="885764" y="251057"/>
                </a:lnTo>
                <a:lnTo>
                  <a:pt x="889939" y="247691"/>
                </a:lnTo>
                <a:lnTo>
                  <a:pt x="892244" y="246776"/>
                </a:lnTo>
                <a:lnTo>
                  <a:pt x="893893" y="247647"/>
                </a:lnTo>
                <a:close/>
                <a:moveTo>
                  <a:pt x="868484" y="249141"/>
                </a:moveTo>
                <a:lnTo>
                  <a:pt x="870244" y="250655"/>
                </a:lnTo>
                <a:lnTo>
                  <a:pt x="871013" y="252001"/>
                </a:lnTo>
                <a:lnTo>
                  <a:pt x="870796" y="253165"/>
                </a:lnTo>
                <a:lnTo>
                  <a:pt x="869598" y="254129"/>
                </a:lnTo>
                <a:lnTo>
                  <a:pt x="867423" y="254879"/>
                </a:lnTo>
                <a:lnTo>
                  <a:pt x="864644" y="255065"/>
                </a:lnTo>
                <a:lnTo>
                  <a:pt x="862532" y="254178"/>
                </a:lnTo>
                <a:lnTo>
                  <a:pt x="861540" y="253014"/>
                </a:lnTo>
                <a:lnTo>
                  <a:pt x="860759" y="250227"/>
                </a:lnTo>
                <a:lnTo>
                  <a:pt x="860882" y="249237"/>
                </a:lnTo>
                <a:lnTo>
                  <a:pt x="861850" y="247860"/>
                </a:lnTo>
                <a:lnTo>
                  <a:pt x="864680" y="247426"/>
                </a:lnTo>
                <a:lnTo>
                  <a:pt x="868484" y="249141"/>
                </a:lnTo>
                <a:close/>
                <a:moveTo>
                  <a:pt x="885021" y="261870"/>
                </a:moveTo>
                <a:lnTo>
                  <a:pt x="886001" y="262311"/>
                </a:lnTo>
                <a:lnTo>
                  <a:pt x="886460" y="263028"/>
                </a:lnTo>
                <a:lnTo>
                  <a:pt x="885862" y="264769"/>
                </a:lnTo>
                <a:lnTo>
                  <a:pt x="880651" y="267948"/>
                </a:lnTo>
                <a:lnTo>
                  <a:pt x="878174" y="268844"/>
                </a:lnTo>
                <a:lnTo>
                  <a:pt x="872998" y="266896"/>
                </a:lnTo>
                <a:lnTo>
                  <a:pt x="869894" y="265035"/>
                </a:lnTo>
                <a:lnTo>
                  <a:pt x="868886" y="263829"/>
                </a:lnTo>
                <a:lnTo>
                  <a:pt x="869438" y="262366"/>
                </a:lnTo>
                <a:lnTo>
                  <a:pt x="871443" y="261545"/>
                </a:lnTo>
                <a:lnTo>
                  <a:pt x="885021" y="261870"/>
                </a:lnTo>
                <a:close/>
                <a:moveTo>
                  <a:pt x="855080" y="262882"/>
                </a:moveTo>
                <a:lnTo>
                  <a:pt x="855989" y="263718"/>
                </a:lnTo>
                <a:lnTo>
                  <a:pt x="856322" y="264781"/>
                </a:lnTo>
                <a:lnTo>
                  <a:pt x="856416" y="268591"/>
                </a:lnTo>
                <a:lnTo>
                  <a:pt x="855616" y="274344"/>
                </a:lnTo>
                <a:lnTo>
                  <a:pt x="854289" y="276323"/>
                </a:lnTo>
                <a:lnTo>
                  <a:pt x="853035" y="276350"/>
                </a:lnTo>
                <a:lnTo>
                  <a:pt x="844866" y="272168"/>
                </a:lnTo>
                <a:lnTo>
                  <a:pt x="842037" y="270244"/>
                </a:lnTo>
                <a:lnTo>
                  <a:pt x="840695" y="268484"/>
                </a:lnTo>
                <a:lnTo>
                  <a:pt x="840901" y="267490"/>
                </a:lnTo>
                <a:lnTo>
                  <a:pt x="842258" y="266621"/>
                </a:lnTo>
                <a:lnTo>
                  <a:pt x="847788" y="264877"/>
                </a:lnTo>
                <a:lnTo>
                  <a:pt x="852584" y="262782"/>
                </a:lnTo>
                <a:lnTo>
                  <a:pt x="855080" y="262882"/>
                </a:lnTo>
                <a:close/>
                <a:moveTo>
                  <a:pt x="906670" y="264907"/>
                </a:moveTo>
                <a:lnTo>
                  <a:pt x="914478" y="267876"/>
                </a:lnTo>
                <a:lnTo>
                  <a:pt x="914962" y="269123"/>
                </a:lnTo>
                <a:lnTo>
                  <a:pt x="914288" y="270886"/>
                </a:lnTo>
                <a:lnTo>
                  <a:pt x="912607" y="272559"/>
                </a:lnTo>
                <a:lnTo>
                  <a:pt x="904802" y="276494"/>
                </a:lnTo>
                <a:lnTo>
                  <a:pt x="901890" y="277088"/>
                </a:lnTo>
                <a:lnTo>
                  <a:pt x="900156" y="276754"/>
                </a:lnTo>
                <a:lnTo>
                  <a:pt x="899520" y="275930"/>
                </a:lnTo>
                <a:lnTo>
                  <a:pt x="899152" y="272060"/>
                </a:lnTo>
                <a:lnTo>
                  <a:pt x="899335" y="267180"/>
                </a:lnTo>
                <a:lnTo>
                  <a:pt x="900016" y="264281"/>
                </a:lnTo>
                <a:lnTo>
                  <a:pt x="902439" y="263690"/>
                </a:lnTo>
                <a:lnTo>
                  <a:pt x="906670" y="264907"/>
                </a:lnTo>
                <a:close/>
                <a:moveTo>
                  <a:pt x="893555" y="268765"/>
                </a:moveTo>
                <a:lnTo>
                  <a:pt x="894574" y="271582"/>
                </a:lnTo>
                <a:lnTo>
                  <a:pt x="894431" y="275796"/>
                </a:lnTo>
                <a:lnTo>
                  <a:pt x="893693" y="276888"/>
                </a:lnTo>
                <a:lnTo>
                  <a:pt x="892369" y="277432"/>
                </a:lnTo>
                <a:lnTo>
                  <a:pt x="889885" y="276938"/>
                </a:lnTo>
                <a:lnTo>
                  <a:pt x="888179" y="275814"/>
                </a:lnTo>
                <a:lnTo>
                  <a:pt x="886661" y="274116"/>
                </a:lnTo>
                <a:lnTo>
                  <a:pt x="885921" y="272534"/>
                </a:lnTo>
                <a:lnTo>
                  <a:pt x="886082" y="271627"/>
                </a:lnTo>
                <a:lnTo>
                  <a:pt x="887374" y="270323"/>
                </a:lnTo>
                <a:lnTo>
                  <a:pt x="891240" y="268302"/>
                </a:lnTo>
                <a:lnTo>
                  <a:pt x="892464" y="268020"/>
                </a:lnTo>
                <a:lnTo>
                  <a:pt x="893555" y="268765"/>
                </a:lnTo>
                <a:close/>
                <a:moveTo>
                  <a:pt x="867857" y="270741"/>
                </a:moveTo>
                <a:lnTo>
                  <a:pt x="868897" y="271826"/>
                </a:lnTo>
                <a:lnTo>
                  <a:pt x="869149" y="273064"/>
                </a:lnTo>
                <a:lnTo>
                  <a:pt x="868603" y="274557"/>
                </a:lnTo>
                <a:lnTo>
                  <a:pt x="867287" y="276223"/>
                </a:lnTo>
                <a:lnTo>
                  <a:pt x="866223" y="276948"/>
                </a:lnTo>
                <a:lnTo>
                  <a:pt x="864013" y="277384"/>
                </a:lnTo>
                <a:lnTo>
                  <a:pt x="862095" y="276625"/>
                </a:lnTo>
                <a:lnTo>
                  <a:pt x="861396" y="275857"/>
                </a:lnTo>
                <a:lnTo>
                  <a:pt x="860817" y="273663"/>
                </a:lnTo>
                <a:lnTo>
                  <a:pt x="861381" y="271483"/>
                </a:lnTo>
                <a:lnTo>
                  <a:pt x="862354" y="270293"/>
                </a:lnTo>
                <a:lnTo>
                  <a:pt x="863681" y="269669"/>
                </a:lnTo>
                <a:lnTo>
                  <a:pt x="865256" y="269635"/>
                </a:lnTo>
                <a:lnTo>
                  <a:pt x="867857" y="270741"/>
                </a:lnTo>
                <a:close/>
                <a:moveTo>
                  <a:pt x="828032" y="273490"/>
                </a:moveTo>
                <a:lnTo>
                  <a:pt x="828640" y="274505"/>
                </a:lnTo>
                <a:lnTo>
                  <a:pt x="828726" y="275725"/>
                </a:lnTo>
                <a:lnTo>
                  <a:pt x="828032" y="277443"/>
                </a:lnTo>
                <a:lnTo>
                  <a:pt x="827153" y="278212"/>
                </a:lnTo>
                <a:lnTo>
                  <a:pt x="820589" y="278344"/>
                </a:lnTo>
                <a:lnTo>
                  <a:pt x="818628" y="277848"/>
                </a:lnTo>
                <a:lnTo>
                  <a:pt x="817770" y="276993"/>
                </a:lnTo>
                <a:lnTo>
                  <a:pt x="818307" y="275287"/>
                </a:lnTo>
                <a:lnTo>
                  <a:pt x="820417" y="274190"/>
                </a:lnTo>
                <a:lnTo>
                  <a:pt x="825613" y="272847"/>
                </a:lnTo>
                <a:lnTo>
                  <a:pt x="827079" y="272895"/>
                </a:lnTo>
                <a:lnTo>
                  <a:pt x="828032" y="273490"/>
                </a:lnTo>
                <a:close/>
                <a:moveTo>
                  <a:pt x="937768" y="275707"/>
                </a:moveTo>
                <a:lnTo>
                  <a:pt x="944450" y="278475"/>
                </a:lnTo>
                <a:lnTo>
                  <a:pt x="945640" y="279754"/>
                </a:lnTo>
                <a:lnTo>
                  <a:pt x="944904" y="280481"/>
                </a:lnTo>
                <a:lnTo>
                  <a:pt x="942956" y="280933"/>
                </a:lnTo>
                <a:lnTo>
                  <a:pt x="935784" y="281345"/>
                </a:lnTo>
                <a:lnTo>
                  <a:pt x="930584" y="280915"/>
                </a:lnTo>
                <a:lnTo>
                  <a:pt x="928752" y="278624"/>
                </a:lnTo>
                <a:lnTo>
                  <a:pt x="927643" y="275756"/>
                </a:lnTo>
                <a:lnTo>
                  <a:pt x="928145" y="274501"/>
                </a:lnTo>
                <a:lnTo>
                  <a:pt x="930608" y="273779"/>
                </a:lnTo>
                <a:lnTo>
                  <a:pt x="934581" y="274463"/>
                </a:lnTo>
                <a:lnTo>
                  <a:pt x="937768" y="275707"/>
                </a:lnTo>
                <a:close/>
                <a:moveTo>
                  <a:pt x="839314" y="274743"/>
                </a:moveTo>
                <a:lnTo>
                  <a:pt x="839855" y="276750"/>
                </a:lnTo>
                <a:lnTo>
                  <a:pt x="838665" y="278228"/>
                </a:lnTo>
                <a:lnTo>
                  <a:pt x="836978" y="277892"/>
                </a:lnTo>
                <a:lnTo>
                  <a:pt x="835114" y="276224"/>
                </a:lnTo>
                <a:lnTo>
                  <a:pt x="835402" y="275225"/>
                </a:lnTo>
                <a:lnTo>
                  <a:pt x="836759" y="274400"/>
                </a:lnTo>
                <a:lnTo>
                  <a:pt x="838429" y="274291"/>
                </a:lnTo>
                <a:lnTo>
                  <a:pt x="839314" y="274743"/>
                </a:lnTo>
                <a:close/>
                <a:moveTo>
                  <a:pt x="920411" y="275129"/>
                </a:moveTo>
                <a:lnTo>
                  <a:pt x="921364" y="276134"/>
                </a:lnTo>
                <a:lnTo>
                  <a:pt x="922028" y="278177"/>
                </a:lnTo>
                <a:lnTo>
                  <a:pt x="921857" y="279516"/>
                </a:lnTo>
                <a:lnTo>
                  <a:pt x="920998" y="280471"/>
                </a:lnTo>
                <a:lnTo>
                  <a:pt x="919741" y="281110"/>
                </a:lnTo>
                <a:lnTo>
                  <a:pt x="917453" y="281398"/>
                </a:lnTo>
                <a:lnTo>
                  <a:pt x="915890" y="281089"/>
                </a:lnTo>
                <a:lnTo>
                  <a:pt x="914040" y="279978"/>
                </a:lnTo>
                <a:lnTo>
                  <a:pt x="914469" y="278598"/>
                </a:lnTo>
                <a:lnTo>
                  <a:pt x="918347" y="275278"/>
                </a:lnTo>
                <a:lnTo>
                  <a:pt x="919339" y="274740"/>
                </a:lnTo>
                <a:lnTo>
                  <a:pt x="920411" y="275129"/>
                </a:lnTo>
                <a:close/>
                <a:moveTo>
                  <a:pt x="879188" y="278166"/>
                </a:moveTo>
                <a:lnTo>
                  <a:pt x="879760" y="279211"/>
                </a:lnTo>
                <a:lnTo>
                  <a:pt x="878629" y="279857"/>
                </a:lnTo>
                <a:lnTo>
                  <a:pt x="876005" y="279786"/>
                </a:lnTo>
                <a:lnTo>
                  <a:pt x="875213" y="279095"/>
                </a:lnTo>
                <a:lnTo>
                  <a:pt x="875828" y="278015"/>
                </a:lnTo>
                <a:lnTo>
                  <a:pt x="876830" y="277597"/>
                </a:lnTo>
                <a:lnTo>
                  <a:pt x="879188" y="278166"/>
                </a:lnTo>
                <a:close/>
                <a:moveTo>
                  <a:pt x="882514" y="286797"/>
                </a:moveTo>
                <a:lnTo>
                  <a:pt x="882702" y="287372"/>
                </a:lnTo>
                <a:lnTo>
                  <a:pt x="882175" y="288448"/>
                </a:lnTo>
                <a:lnTo>
                  <a:pt x="878861" y="289772"/>
                </a:lnTo>
                <a:lnTo>
                  <a:pt x="875909" y="289449"/>
                </a:lnTo>
                <a:lnTo>
                  <a:pt x="873922" y="288254"/>
                </a:lnTo>
                <a:lnTo>
                  <a:pt x="873475" y="287377"/>
                </a:lnTo>
                <a:lnTo>
                  <a:pt x="874421" y="286202"/>
                </a:lnTo>
                <a:lnTo>
                  <a:pt x="877210" y="285762"/>
                </a:lnTo>
                <a:lnTo>
                  <a:pt x="880530" y="285984"/>
                </a:lnTo>
                <a:lnTo>
                  <a:pt x="882514" y="286797"/>
                </a:lnTo>
                <a:close/>
                <a:moveTo>
                  <a:pt x="893700" y="288677"/>
                </a:moveTo>
                <a:lnTo>
                  <a:pt x="894572" y="291614"/>
                </a:lnTo>
                <a:lnTo>
                  <a:pt x="894560" y="297405"/>
                </a:lnTo>
                <a:lnTo>
                  <a:pt x="893700" y="300007"/>
                </a:lnTo>
                <a:lnTo>
                  <a:pt x="892266" y="300621"/>
                </a:lnTo>
                <a:lnTo>
                  <a:pt x="885052" y="295962"/>
                </a:lnTo>
                <a:lnTo>
                  <a:pt x="884586" y="295412"/>
                </a:lnTo>
                <a:lnTo>
                  <a:pt x="884437" y="294030"/>
                </a:lnTo>
                <a:lnTo>
                  <a:pt x="886005" y="291561"/>
                </a:lnTo>
                <a:lnTo>
                  <a:pt x="889457" y="289111"/>
                </a:lnTo>
                <a:lnTo>
                  <a:pt x="892410" y="287791"/>
                </a:lnTo>
                <a:lnTo>
                  <a:pt x="893700" y="288677"/>
                </a:lnTo>
                <a:close/>
                <a:moveTo>
                  <a:pt x="867713" y="289641"/>
                </a:moveTo>
                <a:lnTo>
                  <a:pt x="870535" y="292589"/>
                </a:lnTo>
                <a:lnTo>
                  <a:pt x="871184" y="294218"/>
                </a:lnTo>
                <a:lnTo>
                  <a:pt x="870947" y="295433"/>
                </a:lnTo>
                <a:lnTo>
                  <a:pt x="868912" y="297068"/>
                </a:lnTo>
                <a:lnTo>
                  <a:pt x="864496" y="299536"/>
                </a:lnTo>
                <a:lnTo>
                  <a:pt x="862442" y="300156"/>
                </a:lnTo>
                <a:lnTo>
                  <a:pt x="861064" y="299895"/>
                </a:lnTo>
                <a:lnTo>
                  <a:pt x="860351" y="298414"/>
                </a:lnTo>
                <a:lnTo>
                  <a:pt x="860166" y="293443"/>
                </a:lnTo>
                <a:lnTo>
                  <a:pt x="860513" y="289982"/>
                </a:lnTo>
                <a:lnTo>
                  <a:pt x="861300" y="288050"/>
                </a:lnTo>
                <a:lnTo>
                  <a:pt x="864929" y="288559"/>
                </a:lnTo>
                <a:lnTo>
                  <a:pt x="867713" y="289641"/>
                </a:lnTo>
                <a:close/>
                <a:moveTo>
                  <a:pt x="882755" y="299815"/>
                </a:moveTo>
                <a:lnTo>
                  <a:pt x="885516" y="302718"/>
                </a:lnTo>
                <a:lnTo>
                  <a:pt x="885504" y="303117"/>
                </a:lnTo>
                <a:lnTo>
                  <a:pt x="884586" y="303636"/>
                </a:lnTo>
                <a:lnTo>
                  <a:pt x="876556" y="303948"/>
                </a:lnTo>
                <a:lnTo>
                  <a:pt x="873818" y="303570"/>
                </a:lnTo>
                <a:lnTo>
                  <a:pt x="872540" y="302750"/>
                </a:lnTo>
                <a:lnTo>
                  <a:pt x="872411" y="302150"/>
                </a:lnTo>
                <a:lnTo>
                  <a:pt x="873098" y="300523"/>
                </a:lnTo>
                <a:lnTo>
                  <a:pt x="875620" y="297307"/>
                </a:lnTo>
                <a:lnTo>
                  <a:pt x="879541" y="297565"/>
                </a:lnTo>
                <a:lnTo>
                  <a:pt x="882755" y="299815"/>
                </a:lnTo>
                <a:close/>
                <a:moveTo>
                  <a:pt x="882225" y="309457"/>
                </a:moveTo>
                <a:lnTo>
                  <a:pt x="882878" y="310545"/>
                </a:lnTo>
                <a:lnTo>
                  <a:pt x="882187" y="311596"/>
                </a:lnTo>
                <a:lnTo>
                  <a:pt x="877018" y="313411"/>
                </a:lnTo>
                <a:lnTo>
                  <a:pt x="873757" y="311735"/>
                </a:lnTo>
                <a:lnTo>
                  <a:pt x="872706" y="310538"/>
                </a:lnTo>
                <a:lnTo>
                  <a:pt x="873257" y="309554"/>
                </a:lnTo>
                <a:lnTo>
                  <a:pt x="875717" y="308844"/>
                </a:lnTo>
                <a:lnTo>
                  <a:pt x="880008" y="308801"/>
                </a:lnTo>
                <a:lnTo>
                  <a:pt x="882225" y="309457"/>
                </a:lnTo>
                <a:close/>
                <a:moveTo>
                  <a:pt x="866604" y="312640"/>
                </a:moveTo>
                <a:lnTo>
                  <a:pt x="868169" y="313584"/>
                </a:lnTo>
                <a:lnTo>
                  <a:pt x="870021" y="315466"/>
                </a:lnTo>
                <a:lnTo>
                  <a:pt x="870922" y="317413"/>
                </a:lnTo>
                <a:lnTo>
                  <a:pt x="870798" y="318474"/>
                </a:lnTo>
                <a:lnTo>
                  <a:pt x="869569" y="319554"/>
                </a:lnTo>
                <a:lnTo>
                  <a:pt x="866405" y="320384"/>
                </a:lnTo>
                <a:lnTo>
                  <a:pt x="862967" y="320134"/>
                </a:lnTo>
                <a:lnTo>
                  <a:pt x="861252" y="319293"/>
                </a:lnTo>
                <a:lnTo>
                  <a:pt x="860294" y="318192"/>
                </a:lnTo>
                <a:lnTo>
                  <a:pt x="859974" y="316666"/>
                </a:lnTo>
                <a:lnTo>
                  <a:pt x="860188" y="313229"/>
                </a:lnTo>
                <a:lnTo>
                  <a:pt x="860862" y="311897"/>
                </a:lnTo>
                <a:lnTo>
                  <a:pt x="862931" y="311427"/>
                </a:lnTo>
                <a:lnTo>
                  <a:pt x="866604" y="312640"/>
                </a:lnTo>
                <a:close/>
                <a:moveTo>
                  <a:pt x="894375" y="313507"/>
                </a:moveTo>
                <a:lnTo>
                  <a:pt x="894824" y="316454"/>
                </a:lnTo>
                <a:lnTo>
                  <a:pt x="894588" y="319771"/>
                </a:lnTo>
                <a:lnTo>
                  <a:pt x="893983" y="321334"/>
                </a:lnTo>
                <a:lnTo>
                  <a:pt x="892964" y="322137"/>
                </a:lnTo>
                <a:lnTo>
                  <a:pt x="890965" y="322014"/>
                </a:lnTo>
                <a:lnTo>
                  <a:pt x="886254" y="319492"/>
                </a:lnTo>
                <a:lnTo>
                  <a:pt x="885130" y="318335"/>
                </a:lnTo>
                <a:lnTo>
                  <a:pt x="885065" y="317411"/>
                </a:lnTo>
                <a:lnTo>
                  <a:pt x="885938" y="315629"/>
                </a:lnTo>
                <a:lnTo>
                  <a:pt x="889572" y="312567"/>
                </a:lnTo>
                <a:lnTo>
                  <a:pt x="892531" y="311687"/>
                </a:lnTo>
                <a:lnTo>
                  <a:pt x="893484" y="312184"/>
                </a:lnTo>
                <a:lnTo>
                  <a:pt x="894375" y="313507"/>
                </a:lnTo>
                <a:close/>
                <a:moveTo>
                  <a:pt x="854839" y="313218"/>
                </a:moveTo>
                <a:lnTo>
                  <a:pt x="855698" y="314853"/>
                </a:lnTo>
                <a:lnTo>
                  <a:pt x="855773" y="316870"/>
                </a:lnTo>
                <a:lnTo>
                  <a:pt x="855088" y="318716"/>
                </a:lnTo>
                <a:lnTo>
                  <a:pt x="853586" y="320306"/>
                </a:lnTo>
                <a:lnTo>
                  <a:pt x="839133" y="320842"/>
                </a:lnTo>
                <a:lnTo>
                  <a:pt x="837605" y="320614"/>
                </a:lnTo>
                <a:lnTo>
                  <a:pt x="836373" y="319534"/>
                </a:lnTo>
                <a:lnTo>
                  <a:pt x="837334" y="318126"/>
                </a:lnTo>
                <a:lnTo>
                  <a:pt x="838513" y="317274"/>
                </a:lnTo>
                <a:lnTo>
                  <a:pt x="845272" y="315161"/>
                </a:lnTo>
                <a:lnTo>
                  <a:pt x="850672" y="312807"/>
                </a:lnTo>
                <a:lnTo>
                  <a:pt x="852882" y="312349"/>
                </a:lnTo>
                <a:lnTo>
                  <a:pt x="854839" y="313218"/>
                </a:lnTo>
                <a:close/>
                <a:moveTo>
                  <a:pt x="906911" y="313749"/>
                </a:moveTo>
                <a:lnTo>
                  <a:pt x="920859" y="321034"/>
                </a:lnTo>
                <a:lnTo>
                  <a:pt x="921990" y="321975"/>
                </a:lnTo>
                <a:lnTo>
                  <a:pt x="922083" y="323254"/>
                </a:lnTo>
                <a:lnTo>
                  <a:pt x="920481" y="324056"/>
                </a:lnTo>
                <a:lnTo>
                  <a:pt x="912504" y="324018"/>
                </a:lnTo>
                <a:lnTo>
                  <a:pt x="904047" y="323420"/>
                </a:lnTo>
                <a:lnTo>
                  <a:pt x="901210" y="322481"/>
                </a:lnTo>
                <a:lnTo>
                  <a:pt x="900259" y="321430"/>
                </a:lnTo>
                <a:lnTo>
                  <a:pt x="899457" y="319141"/>
                </a:lnTo>
                <a:lnTo>
                  <a:pt x="899236" y="315491"/>
                </a:lnTo>
                <a:lnTo>
                  <a:pt x="899694" y="313413"/>
                </a:lnTo>
                <a:lnTo>
                  <a:pt x="900415" y="312672"/>
                </a:lnTo>
                <a:lnTo>
                  <a:pt x="902294" y="312211"/>
                </a:lnTo>
                <a:lnTo>
                  <a:pt x="904615" y="312593"/>
                </a:lnTo>
                <a:lnTo>
                  <a:pt x="906911" y="313749"/>
                </a:lnTo>
                <a:close/>
                <a:moveTo>
                  <a:pt x="880441" y="329611"/>
                </a:moveTo>
                <a:lnTo>
                  <a:pt x="881303" y="330871"/>
                </a:lnTo>
                <a:lnTo>
                  <a:pt x="880104" y="332456"/>
                </a:lnTo>
                <a:lnTo>
                  <a:pt x="878104" y="333387"/>
                </a:lnTo>
                <a:lnTo>
                  <a:pt x="876970" y="333257"/>
                </a:lnTo>
                <a:lnTo>
                  <a:pt x="876113" y="332578"/>
                </a:lnTo>
                <a:lnTo>
                  <a:pt x="875571" y="330624"/>
                </a:lnTo>
                <a:lnTo>
                  <a:pt x="876268" y="329627"/>
                </a:lnTo>
                <a:lnTo>
                  <a:pt x="878560" y="329149"/>
                </a:lnTo>
                <a:lnTo>
                  <a:pt x="880441" y="329611"/>
                </a:lnTo>
                <a:close/>
                <a:moveTo>
                  <a:pt x="864482" y="332022"/>
                </a:moveTo>
                <a:lnTo>
                  <a:pt x="869839" y="335534"/>
                </a:lnTo>
                <a:lnTo>
                  <a:pt x="870638" y="337659"/>
                </a:lnTo>
                <a:lnTo>
                  <a:pt x="869685" y="338907"/>
                </a:lnTo>
                <a:lnTo>
                  <a:pt x="863624" y="342465"/>
                </a:lnTo>
                <a:lnTo>
                  <a:pt x="860947" y="342906"/>
                </a:lnTo>
                <a:lnTo>
                  <a:pt x="859890" y="341893"/>
                </a:lnTo>
                <a:lnTo>
                  <a:pt x="859389" y="339800"/>
                </a:lnTo>
                <a:lnTo>
                  <a:pt x="860000" y="332843"/>
                </a:lnTo>
                <a:lnTo>
                  <a:pt x="861249" y="331260"/>
                </a:lnTo>
                <a:lnTo>
                  <a:pt x="862604" y="331267"/>
                </a:lnTo>
                <a:lnTo>
                  <a:pt x="864482" y="332022"/>
                </a:lnTo>
                <a:close/>
                <a:moveTo>
                  <a:pt x="895580" y="332697"/>
                </a:moveTo>
                <a:lnTo>
                  <a:pt x="896963" y="334809"/>
                </a:lnTo>
                <a:lnTo>
                  <a:pt x="897640" y="337294"/>
                </a:lnTo>
                <a:lnTo>
                  <a:pt x="897332" y="340661"/>
                </a:lnTo>
                <a:lnTo>
                  <a:pt x="896244" y="341962"/>
                </a:lnTo>
                <a:lnTo>
                  <a:pt x="894900" y="342066"/>
                </a:lnTo>
                <a:lnTo>
                  <a:pt x="892169" y="341065"/>
                </a:lnTo>
                <a:lnTo>
                  <a:pt x="888005" y="338956"/>
                </a:lnTo>
                <a:lnTo>
                  <a:pt x="886436" y="337707"/>
                </a:lnTo>
                <a:lnTo>
                  <a:pt x="886316" y="336435"/>
                </a:lnTo>
                <a:lnTo>
                  <a:pt x="887175" y="334897"/>
                </a:lnTo>
                <a:lnTo>
                  <a:pt x="890489" y="332209"/>
                </a:lnTo>
                <a:lnTo>
                  <a:pt x="893266" y="331537"/>
                </a:lnTo>
                <a:lnTo>
                  <a:pt x="895580" y="332697"/>
                </a:lnTo>
                <a:close/>
                <a:moveTo>
                  <a:pt x="882032" y="342436"/>
                </a:moveTo>
                <a:lnTo>
                  <a:pt x="889737" y="347159"/>
                </a:lnTo>
                <a:lnTo>
                  <a:pt x="891193" y="348511"/>
                </a:lnTo>
                <a:lnTo>
                  <a:pt x="891420" y="349365"/>
                </a:lnTo>
                <a:lnTo>
                  <a:pt x="890777" y="350904"/>
                </a:lnTo>
                <a:lnTo>
                  <a:pt x="888976" y="352715"/>
                </a:lnTo>
                <a:lnTo>
                  <a:pt x="882645" y="357411"/>
                </a:lnTo>
                <a:lnTo>
                  <a:pt x="880148" y="358689"/>
                </a:lnTo>
                <a:lnTo>
                  <a:pt x="877476" y="359285"/>
                </a:lnTo>
                <a:lnTo>
                  <a:pt x="874598" y="358463"/>
                </a:lnTo>
                <a:lnTo>
                  <a:pt x="867339" y="353383"/>
                </a:lnTo>
                <a:lnTo>
                  <a:pt x="863825" y="349475"/>
                </a:lnTo>
                <a:lnTo>
                  <a:pt x="863819" y="348513"/>
                </a:lnTo>
                <a:lnTo>
                  <a:pt x="865019" y="347245"/>
                </a:lnTo>
                <a:lnTo>
                  <a:pt x="876373" y="341042"/>
                </a:lnTo>
                <a:lnTo>
                  <a:pt x="878007" y="340813"/>
                </a:lnTo>
                <a:lnTo>
                  <a:pt x="882032" y="342436"/>
                </a:lnTo>
                <a:close/>
                <a:moveTo>
                  <a:pt x="861734" y="355213"/>
                </a:moveTo>
                <a:lnTo>
                  <a:pt x="869326" y="360640"/>
                </a:lnTo>
                <a:lnTo>
                  <a:pt x="870946" y="362996"/>
                </a:lnTo>
                <a:lnTo>
                  <a:pt x="871088" y="364470"/>
                </a:lnTo>
                <a:lnTo>
                  <a:pt x="859299" y="373100"/>
                </a:lnTo>
                <a:lnTo>
                  <a:pt x="854598" y="374932"/>
                </a:lnTo>
                <a:lnTo>
                  <a:pt x="853230" y="373150"/>
                </a:lnTo>
                <a:lnTo>
                  <a:pt x="852971" y="371877"/>
                </a:lnTo>
                <a:lnTo>
                  <a:pt x="855098" y="364548"/>
                </a:lnTo>
                <a:lnTo>
                  <a:pt x="856538" y="356338"/>
                </a:lnTo>
                <a:lnTo>
                  <a:pt x="857877" y="354809"/>
                </a:lnTo>
                <a:lnTo>
                  <a:pt x="859568" y="354710"/>
                </a:lnTo>
                <a:lnTo>
                  <a:pt x="861734" y="355213"/>
                </a:lnTo>
                <a:close/>
                <a:moveTo>
                  <a:pt x="897895" y="355550"/>
                </a:moveTo>
                <a:lnTo>
                  <a:pt x="899894" y="359983"/>
                </a:lnTo>
                <a:lnTo>
                  <a:pt x="901647" y="368084"/>
                </a:lnTo>
                <a:lnTo>
                  <a:pt x="901958" y="373519"/>
                </a:lnTo>
                <a:lnTo>
                  <a:pt x="901679" y="374517"/>
                </a:lnTo>
                <a:lnTo>
                  <a:pt x="900529" y="375335"/>
                </a:lnTo>
                <a:lnTo>
                  <a:pt x="898564" y="374631"/>
                </a:lnTo>
                <a:lnTo>
                  <a:pt x="887474" y="366915"/>
                </a:lnTo>
                <a:lnTo>
                  <a:pt x="884732" y="364325"/>
                </a:lnTo>
                <a:lnTo>
                  <a:pt x="887502" y="360968"/>
                </a:lnTo>
                <a:lnTo>
                  <a:pt x="894806" y="355087"/>
                </a:lnTo>
                <a:lnTo>
                  <a:pt x="896415" y="354740"/>
                </a:lnTo>
                <a:lnTo>
                  <a:pt x="897895" y="355550"/>
                </a:lnTo>
                <a:close/>
                <a:moveTo>
                  <a:pt x="882707" y="369581"/>
                </a:moveTo>
                <a:lnTo>
                  <a:pt x="892949" y="376659"/>
                </a:lnTo>
                <a:lnTo>
                  <a:pt x="896977" y="378623"/>
                </a:lnTo>
                <a:lnTo>
                  <a:pt x="897540" y="379488"/>
                </a:lnTo>
                <a:lnTo>
                  <a:pt x="897663" y="381330"/>
                </a:lnTo>
                <a:lnTo>
                  <a:pt x="897099" y="382791"/>
                </a:lnTo>
                <a:lnTo>
                  <a:pt x="895702" y="384045"/>
                </a:lnTo>
                <a:lnTo>
                  <a:pt x="891228" y="386653"/>
                </a:lnTo>
                <a:lnTo>
                  <a:pt x="882617" y="392755"/>
                </a:lnTo>
                <a:lnTo>
                  <a:pt x="879634" y="393371"/>
                </a:lnTo>
                <a:lnTo>
                  <a:pt x="876955" y="392281"/>
                </a:lnTo>
                <a:lnTo>
                  <a:pt x="865763" y="384521"/>
                </a:lnTo>
                <a:lnTo>
                  <a:pt x="863209" y="381827"/>
                </a:lnTo>
                <a:lnTo>
                  <a:pt x="862912" y="380225"/>
                </a:lnTo>
                <a:lnTo>
                  <a:pt x="864546" y="377899"/>
                </a:lnTo>
                <a:lnTo>
                  <a:pt x="876668" y="369014"/>
                </a:lnTo>
                <a:lnTo>
                  <a:pt x="879091" y="368182"/>
                </a:lnTo>
                <a:lnTo>
                  <a:pt x="882707" y="369581"/>
                </a:lnTo>
                <a:close/>
                <a:moveTo>
                  <a:pt x="856382" y="386890"/>
                </a:moveTo>
                <a:lnTo>
                  <a:pt x="868399" y="395429"/>
                </a:lnTo>
                <a:lnTo>
                  <a:pt x="870750" y="397617"/>
                </a:lnTo>
                <a:lnTo>
                  <a:pt x="871272" y="399204"/>
                </a:lnTo>
                <a:lnTo>
                  <a:pt x="869255" y="401306"/>
                </a:lnTo>
                <a:lnTo>
                  <a:pt x="852610" y="412349"/>
                </a:lnTo>
                <a:lnTo>
                  <a:pt x="849395" y="413473"/>
                </a:lnTo>
                <a:lnTo>
                  <a:pt x="848249" y="412414"/>
                </a:lnTo>
                <a:lnTo>
                  <a:pt x="847854" y="407940"/>
                </a:lnTo>
                <a:lnTo>
                  <a:pt x="849189" y="396461"/>
                </a:lnTo>
                <a:lnTo>
                  <a:pt x="850454" y="390392"/>
                </a:lnTo>
                <a:lnTo>
                  <a:pt x="851953" y="386983"/>
                </a:lnTo>
                <a:lnTo>
                  <a:pt x="853269" y="385817"/>
                </a:lnTo>
                <a:lnTo>
                  <a:pt x="854622" y="385682"/>
                </a:lnTo>
                <a:lnTo>
                  <a:pt x="856382" y="386890"/>
                </a:lnTo>
                <a:close/>
                <a:moveTo>
                  <a:pt x="904404" y="387179"/>
                </a:moveTo>
                <a:lnTo>
                  <a:pt x="905138" y="389069"/>
                </a:lnTo>
                <a:lnTo>
                  <a:pt x="906493" y="401775"/>
                </a:lnTo>
                <a:lnTo>
                  <a:pt x="908116" y="409599"/>
                </a:lnTo>
                <a:lnTo>
                  <a:pt x="907590" y="411456"/>
                </a:lnTo>
                <a:lnTo>
                  <a:pt x="906210" y="412076"/>
                </a:lnTo>
                <a:lnTo>
                  <a:pt x="903086" y="411133"/>
                </a:lnTo>
                <a:lnTo>
                  <a:pt x="888724" y="400864"/>
                </a:lnTo>
                <a:lnTo>
                  <a:pt x="887103" y="399344"/>
                </a:lnTo>
                <a:lnTo>
                  <a:pt x="886796" y="398456"/>
                </a:lnTo>
                <a:lnTo>
                  <a:pt x="887252" y="396706"/>
                </a:lnTo>
                <a:lnTo>
                  <a:pt x="888786" y="394848"/>
                </a:lnTo>
                <a:lnTo>
                  <a:pt x="896587" y="389686"/>
                </a:lnTo>
                <a:lnTo>
                  <a:pt x="900398" y="386406"/>
                </a:lnTo>
                <a:lnTo>
                  <a:pt x="902234" y="386215"/>
                </a:lnTo>
                <a:lnTo>
                  <a:pt x="904404" y="387179"/>
                </a:lnTo>
                <a:close/>
                <a:moveTo>
                  <a:pt x="881598" y="404247"/>
                </a:moveTo>
                <a:lnTo>
                  <a:pt x="901597" y="417831"/>
                </a:lnTo>
                <a:lnTo>
                  <a:pt x="901818" y="418582"/>
                </a:lnTo>
                <a:lnTo>
                  <a:pt x="901190" y="419754"/>
                </a:lnTo>
                <a:lnTo>
                  <a:pt x="897199" y="423009"/>
                </a:lnTo>
                <a:lnTo>
                  <a:pt x="880529" y="430849"/>
                </a:lnTo>
                <a:lnTo>
                  <a:pt x="876666" y="431393"/>
                </a:lnTo>
                <a:lnTo>
                  <a:pt x="873736" y="430525"/>
                </a:lnTo>
                <a:lnTo>
                  <a:pt x="860594" y="423560"/>
                </a:lnTo>
                <a:lnTo>
                  <a:pt x="857977" y="421862"/>
                </a:lnTo>
                <a:lnTo>
                  <a:pt x="855663" y="419670"/>
                </a:lnTo>
                <a:lnTo>
                  <a:pt x="855368" y="418597"/>
                </a:lnTo>
                <a:lnTo>
                  <a:pt x="856659" y="417144"/>
                </a:lnTo>
                <a:lnTo>
                  <a:pt x="874486" y="404597"/>
                </a:lnTo>
                <a:lnTo>
                  <a:pt x="878042" y="403269"/>
                </a:lnTo>
                <a:lnTo>
                  <a:pt x="881598" y="404247"/>
                </a:lnTo>
                <a:close/>
                <a:moveTo>
                  <a:pt x="908887" y="424400"/>
                </a:moveTo>
                <a:lnTo>
                  <a:pt x="909660" y="426833"/>
                </a:lnTo>
                <a:lnTo>
                  <a:pt x="911093" y="437617"/>
                </a:lnTo>
                <a:lnTo>
                  <a:pt x="912644" y="444604"/>
                </a:lnTo>
                <a:lnTo>
                  <a:pt x="912369" y="447465"/>
                </a:lnTo>
                <a:lnTo>
                  <a:pt x="911225" y="449061"/>
                </a:lnTo>
                <a:lnTo>
                  <a:pt x="909573" y="448929"/>
                </a:lnTo>
                <a:lnTo>
                  <a:pt x="906525" y="447609"/>
                </a:lnTo>
                <a:lnTo>
                  <a:pt x="889092" y="438726"/>
                </a:lnTo>
                <a:lnTo>
                  <a:pt x="887173" y="437291"/>
                </a:lnTo>
                <a:lnTo>
                  <a:pt x="886692" y="434872"/>
                </a:lnTo>
                <a:lnTo>
                  <a:pt x="887218" y="433599"/>
                </a:lnTo>
                <a:lnTo>
                  <a:pt x="887994" y="432939"/>
                </a:lnTo>
                <a:lnTo>
                  <a:pt x="892939" y="431040"/>
                </a:lnTo>
                <a:lnTo>
                  <a:pt x="901179" y="426797"/>
                </a:lnTo>
                <a:lnTo>
                  <a:pt x="905423" y="424095"/>
                </a:lnTo>
                <a:lnTo>
                  <a:pt x="907465" y="423731"/>
                </a:lnTo>
                <a:lnTo>
                  <a:pt x="908887" y="424400"/>
                </a:lnTo>
                <a:close/>
                <a:moveTo>
                  <a:pt x="852429" y="425847"/>
                </a:moveTo>
                <a:lnTo>
                  <a:pt x="865477" y="433105"/>
                </a:lnTo>
                <a:lnTo>
                  <a:pt x="866693" y="434388"/>
                </a:lnTo>
                <a:lnTo>
                  <a:pt x="866708" y="435895"/>
                </a:lnTo>
                <a:lnTo>
                  <a:pt x="865748" y="437430"/>
                </a:lnTo>
                <a:lnTo>
                  <a:pt x="863876" y="438679"/>
                </a:lnTo>
                <a:lnTo>
                  <a:pt x="858081" y="440828"/>
                </a:lnTo>
                <a:lnTo>
                  <a:pt x="847223" y="446347"/>
                </a:lnTo>
                <a:lnTo>
                  <a:pt x="844762" y="446609"/>
                </a:lnTo>
                <a:lnTo>
                  <a:pt x="843745" y="445477"/>
                </a:lnTo>
                <a:lnTo>
                  <a:pt x="843557" y="444120"/>
                </a:lnTo>
                <a:lnTo>
                  <a:pt x="844473" y="432669"/>
                </a:lnTo>
                <a:lnTo>
                  <a:pt x="845679" y="424834"/>
                </a:lnTo>
                <a:lnTo>
                  <a:pt x="846543" y="424259"/>
                </a:lnTo>
                <a:lnTo>
                  <a:pt x="848439" y="424147"/>
                </a:lnTo>
                <a:lnTo>
                  <a:pt x="852429" y="425847"/>
                </a:lnTo>
                <a:close/>
                <a:moveTo>
                  <a:pt x="880634" y="441420"/>
                </a:moveTo>
                <a:lnTo>
                  <a:pt x="900753" y="452479"/>
                </a:lnTo>
                <a:lnTo>
                  <a:pt x="902095" y="453666"/>
                </a:lnTo>
                <a:lnTo>
                  <a:pt x="902556" y="455779"/>
                </a:lnTo>
                <a:lnTo>
                  <a:pt x="902274" y="457103"/>
                </a:lnTo>
                <a:lnTo>
                  <a:pt x="901185" y="458277"/>
                </a:lnTo>
                <a:lnTo>
                  <a:pt x="880850" y="473370"/>
                </a:lnTo>
                <a:lnTo>
                  <a:pt x="878969" y="474428"/>
                </a:lnTo>
                <a:lnTo>
                  <a:pt x="877163" y="474561"/>
                </a:lnTo>
                <a:lnTo>
                  <a:pt x="873771" y="472861"/>
                </a:lnTo>
                <a:lnTo>
                  <a:pt x="857048" y="459942"/>
                </a:lnTo>
                <a:lnTo>
                  <a:pt x="852091" y="455709"/>
                </a:lnTo>
                <a:lnTo>
                  <a:pt x="850571" y="453391"/>
                </a:lnTo>
                <a:lnTo>
                  <a:pt x="850934" y="452365"/>
                </a:lnTo>
                <a:lnTo>
                  <a:pt x="852297" y="451432"/>
                </a:lnTo>
                <a:lnTo>
                  <a:pt x="869595" y="442738"/>
                </a:lnTo>
                <a:lnTo>
                  <a:pt x="873668" y="440241"/>
                </a:lnTo>
                <a:lnTo>
                  <a:pt x="877035" y="439849"/>
                </a:lnTo>
                <a:lnTo>
                  <a:pt x="880634" y="441420"/>
                </a:lnTo>
                <a:close/>
                <a:moveTo>
                  <a:pt x="848571" y="462297"/>
                </a:moveTo>
                <a:lnTo>
                  <a:pt x="867306" y="476144"/>
                </a:lnTo>
                <a:lnTo>
                  <a:pt x="869527" y="478216"/>
                </a:lnTo>
                <a:lnTo>
                  <a:pt x="870268" y="479799"/>
                </a:lnTo>
                <a:lnTo>
                  <a:pt x="869329" y="481295"/>
                </a:lnTo>
                <a:lnTo>
                  <a:pt x="866188" y="484086"/>
                </a:lnTo>
                <a:lnTo>
                  <a:pt x="860824" y="487604"/>
                </a:lnTo>
                <a:lnTo>
                  <a:pt x="839208" y="503677"/>
                </a:lnTo>
                <a:lnTo>
                  <a:pt x="837698" y="503954"/>
                </a:lnTo>
                <a:lnTo>
                  <a:pt x="836376" y="503082"/>
                </a:lnTo>
                <a:lnTo>
                  <a:pt x="836211" y="500021"/>
                </a:lnTo>
                <a:lnTo>
                  <a:pt x="840846" y="462286"/>
                </a:lnTo>
                <a:lnTo>
                  <a:pt x="841695" y="459915"/>
                </a:lnTo>
                <a:lnTo>
                  <a:pt x="843107" y="459209"/>
                </a:lnTo>
                <a:lnTo>
                  <a:pt x="845321" y="460043"/>
                </a:lnTo>
                <a:lnTo>
                  <a:pt x="848571" y="462297"/>
                </a:lnTo>
                <a:close/>
                <a:moveTo>
                  <a:pt x="913516" y="462827"/>
                </a:moveTo>
                <a:lnTo>
                  <a:pt x="914399" y="466918"/>
                </a:lnTo>
                <a:lnTo>
                  <a:pt x="916715" y="487166"/>
                </a:lnTo>
                <a:lnTo>
                  <a:pt x="917734" y="501086"/>
                </a:lnTo>
                <a:lnTo>
                  <a:pt x="917610" y="503344"/>
                </a:lnTo>
                <a:lnTo>
                  <a:pt x="916885" y="504545"/>
                </a:lnTo>
                <a:lnTo>
                  <a:pt x="916302" y="504742"/>
                </a:lnTo>
                <a:lnTo>
                  <a:pt x="913698" y="503698"/>
                </a:lnTo>
                <a:lnTo>
                  <a:pt x="890312" y="485390"/>
                </a:lnTo>
                <a:lnTo>
                  <a:pt x="886569" y="482029"/>
                </a:lnTo>
                <a:lnTo>
                  <a:pt x="885214" y="479991"/>
                </a:lnTo>
                <a:lnTo>
                  <a:pt x="886944" y="478026"/>
                </a:lnTo>
                <a:lnTo>
                  <a:pt x="892405" y="473840"/>
                </a:lnTo>
                <a:lnTo>
                  <a:pt x="908758" y="462383"/>
                </a:lnTo>
                <a:lnTo>
                  <a:pt x="912070" y="461091"/>
                </a:lnTo>
                <a:lnTo>
                  <a:pt x="913516" y="462827"/>
                </a:lnTo>
                <a:close/>
                <a:moveTo>
                  <a:pt x="297482" y="149097"/>
                </a:moveTo>
                <a:lnTo>
                  <a:pt x="294233" y="150770"/>
                </a:lnTo>
                <a:lnTo>
                  <a:pt x="290859" y="153798"/>
                </a:lnTo>
                <a:lnTo>
                  <a:pt x="286218" y="155319"/>
                </a:lnTo>
                <a:lnTo>
                  <a:pt x="283246" y="157133"/>
                </a:lnTo>
                <a:lnTo>
                  <a:pt x="274091" y="169045"/>
                </a:lnTo>
                <a:lnTo>
                  <a:pt x="273075" y="170919"/>
                </a:lnTo>
                <a:lnTo>
                  <a:pt x="272918" y="172740"/>
                </a:lnTo>
                <a:lnTo>
                  <a:pt x="276534" y="185216"/>
                </a:lnTo>
                <a:lnTo>
                  <a:pt x="276474" y="187264"/>
                </a:lnTo>
                <a:lnTo>
                  <a:pt x="268837" y="196509"/>
                </a:lnTo>
                <a:lnTo>
                  <a:pt x="264537" y="204918"/>
                </a:lnTo>
                <a:lnTo>
                  <a:pt x="263194" y="205862"/>
                </a:lnTo>
                <a:lnTo>
                  <a:pt x="259503" y="206072"/>
                </a:lnTo>
                <a:lnTo>
                  <a:pt x="256288" y="207945"/>
                </a:lnTo>
                <a:lnTo>
                  <a:pt x="251058" y="213830"/>
                </a:lnTo>
                <a:lnTo>
                  <a:pt x="249426" y="217722"/>
                </a:lnTo>
                <a:lnTo>
                  <a:pt x="249362" y="219620"/>
                </a:lnTo>
                <a:lnTo>
                  <a:pt x="250601" y="222949"/>
                </a:lnTo>
                <a:lnTo>
                  <a:pt x="256396" y="232885"/>
                </a:lnTo>
                <a:lnTo>
                  <a:pt x="255955" y="233928"/>
                </a:lnTo>
                <a:lnTo>
                  <a:pt x="252871" y="236449"/>
                </a:lnTo>
                <a:lnTo>
                  <a:pt x="251600" y="238444"/>
                </a:lnTo>
                <a:lnTo>
                  <a:pt x="251410" y="240660"/>
                </a:lnTo>
                <a:lnTo>
                  <a:pt x="252552" y="245435"/>
                </a:lnTo>
                <a:lnTo>
                  <a:pt x="250699" y="251181"/>
                </a:lnTo>
                <a:lnTo>
                  <a:pt x="250626" y="254532"/>
                </a:lnTo>
                <a:lnTo>
                  <a:pt x="254330" y="261399"/>
                </a:lnTo>
                <a:lnTo>
                  <a:pt x="258424" y="267281"/>
                </a:lnTo>
                <a:lnTo>
                  <a:pt x="259181" y="269741"/>
                </a:lnTo>
                <a:lnTo>
                  <a:pt x="259712" y="275635"/>
                </a:lnTo>
                <a:lnTo>
                  <a:pt x="262111" y="281505"/>
                </a:lnTo>
                <a:lnTo>
                  <a:pt x="262940" y="285845"/>
                </a:lnTo>
                <a:lnTo>
                  <a:pt x="263883" y="287381"/>
                </a:lnTo>
                <a:lnTo>
                  <a:pt x="265044" y="287903"/>
                </a:lnTo>
                <a:lnTo>
                  <a:pt x="268951" y="288115"/>
                </a:lnTo>
                <a:lnTo>
                  <a:pt x="272001" y="287237"/>
                </a:lnTo>
                <a:lnTo>
                  <a:pt x="273280" y="285586"/>
                </a:lnTo>
                <a:lnTo>
                  <a:pt x="274027" y="282072"/>
                </a:lnTo>
                <a:lnTo>
                  <a:pt x="273145" y="277542"/>
                </a:lnTo>
                <a:lnTo>
                  <a:pt x="270115" y="272007"/>
                </a:lnTo>
                <a:lnTo>
                  <a:pt x="268892" y="265547"/>
                </a:lnTo>
                <a:lnTo>
                  <a:pt x="267119" y="260586"/>
                </a:lnTo>
                <a:lnTo>
                  <a:pt x="264799" y="256185"/>
                </a:lnTo>
                <a:lnTo>
                  <a:pt x="261804" y="252324"/>
                </a:lnTo>
                <a:lnTo>
                  <a:pt x="262720" y="243163"/>
                </a:lnTo>
                <a:lnTo>
                  <a:pt x="268010" y="234745"/>
                </a:lnTo>
                <a:lnTo>
                  <a:pt x="269934" y="229657"/>
                </a:lnTo>
                <a:lnTo>
                  <a:pt x="269944" y="225597"/>
                </a:lnTo>
                <a:lnTo>
                  <a:pt x="267541" y="221659"/>
                </a:lnTo>
                <a:lnTo>
                  <a:pt x="273730" y="218575"/>
                </a:lnTo>
                <a:lnTo>
                  <a:pt x="276796" y="215728"/>
                </a:lnTo>
                <a:lnTo>
                  <a:pt x="277122" y="213075"/>
                </a:lnTo>
                <a:lnTo>
                  <a:pt x="275159" y="207677"/>
                </a:lnTo>
                <a:lnTo>
                  <a:pt x="277550" y="202122"/>
                </a:lnTo>
                <a:lnTo>
                  <a:pt x="284202" y="194493"/>
                </a:lnTo>
                <a:lnTo>
                  <a:pt x="286574" y="190038"/>
                </a:lnTo>
                <a:lnTo>
                  <a:pt x="287015" y="187809"/>
                </a:lnTo>
                <a:lnTo>
                  <a:pt x="286932" y="184604"/>
                </a:lnTo>
                <a:lnTo>
                  <a:pt x="285377" y="179810"/>
                </a:lnTo>
                <a:lnTo>
                  <a:pt x="284851" y="175831"/>
                </a:lnTo>
                <a:lnTo>
                  <a:pt x="285043" y="173252"/>
                </a:lnTo>
                <a:lnTo>
                  <a:pt x="285682" y="171535"/>
                </a:lnTo>
                <a:lnTo>
                  <a:pt x="287435" y="168762"/>
                </a:lnTo>
                <a:lnTo>
                  <a:pt x="289567" y="166497"/>
                </a:lnTo>
                <a:lnTo>
                  <a:pt x="295150" y="163730"/>
                </a:lnTo>
                <a:lnTo>
                  <a:pt x="298302" y="161343"/>
                </a:lnTo>
                <a:lnTo>
                  <a:pt x="302008" y="157351"/>
                </a:lnTo>
                <a:lnTo>
                  <a:pt x="303839" y="154352"/>
                </a:lnTo>
                <a:lnTo>
                  <a:pt x="304211" y="152544"/>
                </a:lnTo>
                <a:lnTo>
                  <a:pt x="304039" y="150640"/>
                </a:lnTo>
                <a:lnTo>
                  <a:pt x="302863" y="148215"/>
                </a:lnTo>
                <a:lnTo>
                  <a:pt x="300928" y="148030"/>
                </a:lnTo>
                <a:lnTo>
                  <a:pt x="297482" y="149097"/>
                </a:lnTo>
                <a:close/>
                <a:moveTo>
                  <a:pt x="717525" y="285254"/>
                </a:moveTo>
                <a:lnTo>
                  <a:pt x="716127" y="286507"/>
                </a:lnTo>
                <a:lnTo>
                  <a:pt x="716741" y="289170"/>
                </a:lnTo>
                <a:lnTo>
                  <a:pt x="719183" y="292692"/>
                </a:lnTo>
                <a:lnTo>
                  <a:pt x="721172" y="293269"/>
                </a:lnTo>
                <a:lnTo>
                  <a:pt x="727424" y="293363"/>
                </a:lnTo>
                <a:lnTo>
                  <a:pt x="730969" y="292722"/>
                </a:lnTo>
                <a:lnTo>
                  <a:pt x="734384" y="289806"/>
                </a:lnTo>
                <a:lnTo>
                  <a:pt x="735750" y="287327"/>
                </a:lnTo>
                <a:lnTo>
                  <a:pt x="735293" y="286011"/>
                </a:lnTo>
                <a:lnTo>
                  <a:pt x="733225" y="284934"/>
                </a:lnTo>
                <a:lnTo>
                  <a:pt x="730336" y="285095"/>
                </a:lnTo>
                <a:lnTo>
                  <a:pt x="725908" y="287098"/>
                </a:lnTo>
                <a:lnTo>
                  <a:pt x="720136" y="284966"/>
                </a:lnTo>
                <a:lnTo>
                  <a:pt x="717525" y="285254"/>
                </a:lnTo>
                <a:close/>
                <a:moveTo>
                  <a:pt x="10221" y="295331"/>
                </a:moveTo>
                <a:lnTo>
                  <a:pt x="6935" y="295755"/>
                </a:lnTo>
                <a:lnTo>
                  <a:pt x="4968" y="297012"/>
                </a:lnTo>
                <a:lnTo>
                  <a:pt x="4381" y="298272"/>
                </a:lnTo>
                <a:lnTo>
                  <a:pt x="3807" y="302688"/>
                </a:lnTo>
                <a:lnTo>
                  <a:pt x="4098" y="329563"/>
                </a:lnTo>
                <a:lnTo>
                  <a:pt x="6279" y="331292"/>
                </a:lnTo>
                <a:lnTo>
                  <a:pt x="8721" y="331745"/>
                </a:lnTo>
                <a:lnTo>
                  <a:pt x="11306" y="331494"/>
                </a:lnTo>
                <a:lnTo>
                  <a:pt x="13982" y="330093"/>
                </a:lnTo>
                <a:lnTo>
                  <a:pt x="13982" y="306082"/>
                </a:lnTo>
                <a:lnTo>
                  <a:pt x="15814" y="303816"/>
                </a:lnTo>
                <a:lnTo>
                  <a:pt x="24407" y="303360"/>
                </a:lnTo>
                <a:lnTo>
                  <a:pt x="26646" y="302897"/>
                </a:lnTo>
                <a:lnTo>
                  <a:pt x="28268" y="301541"/>
                </a:lnTo>
                <a:lnTo>
                  <a:pt x="29216" y="299488"/>
                </a:lnTo>
                <a:lnTo>
                  <a:pt x="28732" y="297580"/>
                </a:lnTo>
                <a:lnTo>
                  <a:pt x="26153" y="295749"/>
                </a:lnTo>
                <a:lnTo>
                  <a:pt x="18534" y="295055"/>
                </a:lnTo>
                <a:lnTo>
                  <a:pt x="10221" y="295331"/>
                </a:lnTo>
                <a:close/>
                <a:moveTo>
                  <a:pt x="51734" y="295427"/>
                </a:moveTo>
                <a:lnTo>
                  <a:pt x="50342" y="296468"/>
                </a:lnTo>
                <a:lnTo>
                  <a:pt x="48986" y="298416"/>
                </a:lnTo>
                <a:lnTo>
                  <a:pt x="49179" y="329852"/>
                </a:lnTo>
                <a:lnTo>
                  <a:pt x="51427" y="331572"/>
                </a:lnTo>
                <a:lnTo>
                  <a:pt x="54025" y="331979"/>
                </a:lnTo>
                <a:lnTo>
                  <a:pt x="58580" y="330334"/>
                </a:lnTo>
                <a:lnTo>
                  <a:pt x="59062" y="321270"/>
                </a:lnTo>
                <a:lnTo>
                  <a:pt x="61666" y="319784"/>
                </a:lnTo>
                <a:lnTo>
                  <a:pt x="67462" y="318640"/>
                </a:lnTo>
                <a:lnTo>
                  <a:pt x="71032" y="317443"/>
                </a:lnTo>
                <a:lnTo>
                  <a:pt x="75311" y="314809"/>
                </a:lnTo>
                <a:lnTo>
                  <a:pt x="77053" y="311626"/>
                </a:lnTo>
                <a:lnTo>
                  <a:pt x="77489" y="309715"/>
                </a:lnTo>
                <a:lnTo>
                  <a:pt x="77535" y="305643"/>
                </a:lnTo>
                <a:lnTo>
                  <a:pt x="76545" y="301749"/>
                </a:lnTo>
                <a:lnTo>
                  <a:pt x="75686" y="300063"/>
                </a:lnTo>
                <a:lnTo>
                  <a:pt x="74596" y="298653"/>
                </a:lnTo>
                <a:lnTo>
                  <a:pt x="71956" y="297020"/>
                </a:lnTo>
                <a:lnTo>
                  <a:pt x="67798" y="296010"/>
                </a:lnTo>
                <a:lnTo>
                  <a:pt x="59848" y="295059"/>
                </a:lnTo>
                <a:lnTo>
                  <a:pt x="54984" y="294963"/>
                </a:lnTo>
                <a:lnTo>
                  <a:pt x="51734" y="295427"/>
                </a:lnTo>
                <a:close/>
                <a:moveTo>
                  <a:pt x="66054" y="304057"/>
                </a:moveTo>
                <a:lnTo>
                  <a:pt x="67889" y="305448"/>
                </a:lnTo>
                <a:lnTo>
                  <a:pt x="68299" y="306656"/>
                </a:lnTo>
                <a:lnTo>
                  <a:pt x="67934" y="308107"/>
                </a:lnTo>
                <a:lnTo>
                  <a:pt x="66209" y="310185"/>
                </a:lnTo>
                <a:lnTo>
                  <a:pt x="65073" y="310794"/>
                </a:lnTo>
                <a:lnTo>
                  <a:pt x="62618" y="311175"/>
                </a:lnTo>
                <a:lnTo>
                  <a:pt x="60407" y="310474"/>
                </a:lnTo>
                <a:lnTo>
                  <a:pt x="59575" y="309731"/>
                </a:lnTo>
                <a:lnTo>
                  <a:pt x="59022" y="308731"/>
                </a:lnTo>
                <a:lnTo>
                  <a:pt x="58918" y="306394"/>
                </a:lnTo>
                <a:lnTo>
                  <a:pt x="60242" y="304040"/>
                </a:lnTo>
                <a:lnTo>
                  <a:pt x="62769" y="303196"/>
                </a:lnTo>
                <a:lnTo>
                  <a:pt x="66054" y="304057"/>
                </a:lnTo>
                <a:close/>
                <a:moveTo>
                  <a:pt x="98357" y="295186"/>
                </a:moveTo>
                <a:lnTo>
                  <a:pt x="96841" y="296529"/>
                </a:lnTo>
                <a:lnTo>
                  <a:pt x="96471" y="297874"/>
                </a:lnTo>
                <a:lnTo>
                  <a:pt x="96627" y="299439"/>
                </a:lnTo>
                <a:lnTo>
                  <a:pt x="104394" y="314969"/>
                </a:lnTo>
                <a:lnTo>
                  <a:pt x="107036" y="321463"/>
                </a:lnTo>
                <a:lnTo>
                  <a:pt x="106644" y="322800"/>
                </a:lnTo>
                <a:lnTo>
                  <a:pt x="105567" y="323778"/>
                </a:lnTo>
                <a:lnTo>
                  <a:pt x="102068" y="324479"/>
                </a:lnTo>
                <a:lnTo>
                  <a:pt x="100696" y="325362"/>
                </a:lnTo>
                <a:lnTo>
                  <a:pt x="99947" y="326961"/>
                </a:lnTo>
                <a:lnTo>
                  <a:pt x="99894" y="329539"/>
                </a:lnTo>
                <a:lnTo>
                  <a:pt x="100603" y="331311"/>
                </a:lnTo>
                <a:lnTo>
                  <a:pt x="101985" y="332407"/>
                </a:lnTo>
                <a:lnTo>
                  <a:pt x="104004" y="332809"/>
                </a:lnTo>
                <a:lnTo>
                  <a:pt x="106622" y="332498"/>
                </a:lnTo>
                <a:lnTo>
                  <a:pt x="111120" y="330662"/>
                </a:lnTo>
                <a:lnTo>
                  <a:pt x="113459" y="328668"/>
                </a:lnTo>
                <a:lnTo>
                  <a:pt x="114674" y="326994"/>
                </a:lnTo>
                <a:lnTo>
                  <a:pt x="125972" y="301716"/>
                </a:lnTo>
                <a:lnTo>
                  <a:pt x="126691" y="299286"/>
                </a:lnTo>
                <a:lnTo>
                  <a:pt x="126629" y="297271"/>
                </a:lnTo>
                <a:lnTo>
                  <a:pt x="125820" y="295800"/>
                </a:lnTo>
                <a:lnTo>
                  <a:pt x="124300" y="295003"/>
                </a:lnTo>
                <a:lnTo>
                  <a:pt x="122420" y="294979"/>
                </a:lnTo>
                <a:lnTo>
                  <a:pt x="120791" y="295647"/>
                </a:lnTo>
                <a:lnTo>
                  <a:pt x="119270" y="297018"/>
                </a:lnTo>
                <a:lnTo>
                  <a:pt x="117831" y="299130"/>
                </a:lnTo>
                <a:lnTo>
                  <a:pt x="114558" y="306519"/>
                </a:lnTo>
                <a:lnTo>
                  <a:pt x="113424" y="307736"/>
                </a:lnTo>
                <a:lnTo>
                  <a:pt x="112827" y="307752"/>
                </a:lnTo>
                <a:lnTo>
                  <a:pt x="110642" y="305353"/>
                </a:lnTo>
                <a:lnTo>
                  <a:pt x="105751" y="297009"/>
                </a:lnTo>
                <a:lnTo>
                  <a:pt x="102651" y="295541"/>
                </a:lnTo>
                <a:lnTo>
                  <a:pt x="98357" y="295186"/>
                </a:lnTo>
                <a:close/>
                <a:moveTo>
                  <a:pt x="153466" y="295379"/>
                </a:moveTo>
                <a:lnTo>
                  <a:pt x="149606" y="295969"/>
                </a:lnTo>
                <a:lnTo>
                  <a:pt x="147054" y="297934"/>
                </a:lnTo>
                <a:lnTo>
                  <a:pt x="147103" y="321280"/>
                </a:lnTo>
                <a:lnTo>
                  <a:pt x="147536" y="330093"/>
                </a:lnTo>
                <a:lnTo>
                  <a:pt x="149604" y="331520"/>
                </a:lnTo>
                <a:lnTo>
                  <a:pt x="152833" y="331982"/>
                </a:lnTo>
                <a:lnTo>
                  <a:pt x="155755" y="331344"/>
                </a:lnTo>
                <a:lnTo>
                  <a:pt x="157564" y="329756"/>
                </a:lnTo>
                <a:lnTo>
                  <a:pt x="157468" y="305407"/>
                </a:lnTo>
                <a:lnTo>
                  <a:pt x="159281" y="304061"/>
                </a:lnTo>
                <a:lnTo>
                  <a:pt x="162037" y="303613"/>
                </a:lnTo>
                <a:lnTo>
                  <a:pt x="164844" y="304274"/>
                </a:lnTo>
                <a:lnTo>
                  <a:pt x="166166" y="305231"/>
                </a:lnTo>
                <a:lnTo>
                  <a:pt x="166587" y="306134"/>
                </a:lnTo>
                <a:lnTo>
                  <a:pt x="166629" y="329756"/>
                </a:lnTo>
                <a:lnTo>
                  <a:pt x="168483" y="331104"/>
                </a:lnTo>
                <a:lnTo>
                  <a:pt x="171469" y="331891"/>
                </a:lnTo>
                <a:lnTo>
                  <a:pt x="174564" y="331710"/>
                </a:lnTo>
                <a:lnTo>
                  <a:pt x="176044" y="331058"/>
                </a:lnTo>
                <a:lnTo>
                  <a:pt x="176548" y="330233"/>
                </a:lnTo>
                <a:lnTo>
                  <a:pt x="176814" y="325519"/>
                </a:lnTo>
                <a:lnTo>
                  <a:pt x="176946" y="297452"/>
                </a:lnTo>
                <a:lnTo>
                  <a:pt x="174777" y="295475"/>
                </a:lnTo>
                <a:lnTo>
                  <a:pt x="153466" y="295379"/>
                </a:lnTo>
                <a:close/>
                <a:moveTo>
                  <a:pt x="204284" y="295331"/>
                </a:moveTo>
                <a:lnTo>
                  <a:pt x="202096" y="296239"/>
                </a:lnTo>
                <a:lnTo>
                  <a:pt x="200427" y="297741"/>
                </a:lnTo>
                <a:lnTo>
                  <a:pt x="200475" y="329659"/>
                </a:lnTo>
                <a:lnTo>
                  <a:pt x="201978" y="331110"/>
                </a:lnTo>
                <a:lnTo>
                  <a:pt x="205119" y="331868"/>
                </a:lnTo>
                <a:lnTo>
                  <a:pt x="208542" y="331445"/>
                </a:lnTo>
                <a:lnTo>
                  <a:pt x="210504" y="329949"/>
                </a:lnTo>
                <a:lnTo>
                  <a:pt x="210938" y="305407"/>
                </a:lnTo>
                <a:lnTo>
                  <a:pt x="212968" y="303935"/>
                </a:lnTo>
                <a:lnTo>
                  <a:pt x="215993" y="303473"/>
                </a:lnTo>
                <a:lnTo>
                  <a:pt x="218691" y="304547"/>
                </a:lnTo>
                <a:lnTo>
                  <a:pt x="219857" y="306806"/>
                </a:lnTo>
                <a:lnTo>
                  <a:pt x="219809" y="329563"/>
                </a:lnTo>
                <a:lnTo>
                  <a:pt x="221344" y="330952"/>
                </a:lnTo>
                <a:lnTo>
                  <a:pt x="224059" y="331783"/>
                </a:lnTo>
                <a:lnTo>
                  <a:pt x="227196" y="331702"/>
                </a:lnTo>
                <a:lnTo>
                  <a:pt x="229645" y="330672"/>
                </a:lnTo>
                <a:lnTo>
                  <a:pt x="230464" y="329949"/>
                </a:lnTo>
                <a:lnTo>
                  <a:pt x="230435" y="305331"/>
                </a:lnTo>
                <a:lnTo>
                  <a:pt x="230067" y="298356"/>
                </a:lnTo>
                <a:lnTo>
                  <a:pt x="229401" y="296473"/>
                </a:lnTo>
                <a:lnTo>
                  <a:pt x="228238" y="295809"/>
                </a:lnTo>
                <a:lnTo>
                  <a:pt x="224103" y="295429"/>
                </a:lnTo>
                <a:lnTo>
                  <a:pt x="204284" y="295331"/>
                </a:lnTo>
                <a:close/>
                <a:moveTo>
                  <a:pt x="263154" y="295668"/>
                </a:moveTo>
                <a:lnTo>
                  <a:pt x="261013" y="297898"/>
                </a:lnTo>
                <a:lnTo>
                  <a:pt x="259104" y="302147"/>
                </a:lnTo>
                <a:lnTo>
                  <a:pt x="253339" y="321166"/>
                </a:lnTo>
                <a:lnTo>
                  <a:pt x="250961" y="327372"/>
                </a:lnTo>
                <a:lnTo>
                  <a:pt x="251040" y="330316"/>
                </a:lnTo>
                <a:lnTo>
                  <a:pt x="252915" y="331815"/>
                </a:lnTo>
                <a:lnTo>
                  <a:pt x="256870" y="331454"/>
                </a:lnTo>
                <a:lnTo>
                  <a:pt x="258473" y="330119"/>
                </a:lnTo>
                <a:lnTo>
                  <a:pt x="260602" y="326485"/>
                </a:lnTo>
                <a:lnTo>
                  <a:pt x="262171" y="324814"/>
                </a:lnTo>
                <a:lnTo>
                  <a:pt x="264014" y="323975"/>
                </a:lnTo>
                <a:lnTo>
                  <a:pt x="266328" y="323850"/>
                </a:lnTo>
                <a:lnTo>
                  <a:pt x="268386" y="324276"/>
                </a:lnTo>
                <a:lnTo>
                  <a:pt x="269446" y="324929"/>
                </a:lnTo>
                <a:lnTo>
                  <a:pt x="273857" y="331174"/>
                </a:lnTo>
                <a:lnTo>
                  <a:pt x="276442" y="331952"/>
                </a:lnTo>
                <a:lnTo>
                  <a:pt x="280189" y="331352"/>
                </a:lnTo>
                <a:lnTo>
                  <a:pt x="282102" y="329225"/>
                </a:lnTo>
                <a:lnTo>
                  <a:pt x="281330" y="325947"/>
                </a:lnTo>
                <a:lnTo>
                  <a:pt x="272369" y="298444"/>
                </a:lnTo>
                <a:lnTo>
                  <a:pt x="270643" y="296506"/>
                </a:lnTo>
                <a:lnTo>
                  <a:pt x="267972" y="295298"/>
                </a:lnTo>
                <a:lnTo>
                  <a:pt x="265419" y="294997"/>
                </a:lnTo>
                <a:lnTo>
                  <a:pt x="263154" y="295668"/>
                </a:lnTo>
                <a:close/>
                <a:moveTo>
                  <a:pt x="267011" y="312688"/>
                </a:moveTo>
                <a:lnTo>
                  <a:pt x="267630" y="313528"/>
                </a:lnTo>
                <a:lnTo>
                  <a:pt x="266985" y="314582"/>
                </a:lnTo>
                <a:lnTo>
                  <a:pt x="264998" y="314875"/>
                </a:lnTo>
                <a:lnTo>
                  <a:pt x="263936" y="314344"/>
                </a:lnTo>
                <a:lnTo>
                  <a:pt x="263911" y="313189"/>
                </a:lnTo>
                <a:lnTo>
                  <a:pt x="264697" y="312447"/>
                </a:lnTo>
                <a:lnTo>
                  <a:pt x="265783" y="312260"/>
                </a:lnTo>
                <a:lnTo>
                  <a:pt x="267011" y="312688"/>
                </a:lnTo>
                <a:close/>
                <a:moveTo>
                  <a:pt x="336102" y="295524"/>
                </a:moveTo>
                <a:lnTo>
                  <a:pt x="334538" y="296998"/>
                </a:lnTo>
                <a:lnTo>
                  <a:pt x="333849" y="300706"/>
                </a:lnTo>
                <a:lnTo>
                  <a:pt x="333643" y="329081"/>
                </a:lnTo>
                <a:lnTo>
                  <a:pt x="335299" y="330949"/>
                </a:lnTo>
                <a:lnTo>
                  <a:pt x="336488" y="331577"/>
                </a:lnTo>
                <a:lnTo>
                  <a:pt x="339347" y="331709"/>
                </a:lnTo>
                <a:lnTo>
                  <a:pt x="341398" y="331128"/>
                </a:lnTo>
                <a:lnTo>
                  <a:pt x="342485" y="329615"/>
                </a:lnTo>
                <a:lnTo>
                  <a:pt x="343016" y="324272"/>
                </a:lnTo>
                <a:lnTo>
                  <a:pt x="343668" y="322280"/>
                </a:lnTo>
                <a:lnTo>
                  <a:pt x="344784" y="320975"/>
                </a:lnTo>
                <a:lnTo>
                  <a:pt x="347383" y="320034"/>
                </a:lnTo>
                <a:lnTo>
                  <a:pt x="348505" y="320294"/>
                </a:lnTo>
                <a:lnTo>
                  <a:pt x="349454" y="321143"/>
                </a:lnTo>
                <a:lnTo>
                  <a:pt x="352693" y="327463"/>
                </a:lnTo>
                <a:lnTo>
                  <a:pt x="355809" y="331287"/>
                </a:lnTo>
                <a:lnTo>
                  <a:pt x="358914" y="332035"/>
                </a:lnTo>
                <a:lnTo>
                  <a:pt x="364125" y="331181"/>
                </a:lnTo>
                <a:lnTo>
                  <a:pt x="364795" y="330244"/>
                </a:lnTo>
                <a:lnTo>
                  <a:pt x="364002" y="327465"/>
                </a:lnTo>
                <a:lnTo>
                  <a:pt x="355460" y="311778"/>
                </a:lnTo>
                <a:lnTo>
                  <a:pt x="354995" y="310024"/>
                </a:lnTo>
                <a:lnTo>
                  <a:pt x="355321" y="308077"/>
                </a:lnTo>
                <a:lnTo>
                  <a:pt x="356509" y="305754"/>
                </a:lnTo>
                <a:lnTo>
                  <a:pt x="361199" y="299365"/>
                </a:lnTo>
                <a:lnTo>
                  <a:pt x="361563" y="297667"/>
                </a:lnTo>
                <a:lnTo>
                  <a:pt x="361196" y="296242"/>
                </a:lnTo>
                <a:lnTo>
                  <a:pt x="360137" y="295262"/>
                </a:lnTo>
                <a:lnTo>
                  <a:pt x="358425" y="294897"/>
                </a:lnTo>
                <a:lnTo>
                  <a:pt x="356275" y="295475"/>
                </a:lnTo>
                <a:lnTo>
                  <a:pt x="353721" y="296865"/>
                </a:lnTo>
                <a:lnTo>
                  <a:pt x="351662" y="298552"/>
                </a:lnTo>
                <a:lnTo>
                  <a:pt x="347233" y="304600"/>
                </a:lnTo>
                <a:lnTo>
                  <a:pt x="344491" y="307432"/>
                </a:lnTo>
                <a:lnTo>
                  <a:pt x="343616" y="306949"/>
                </a:lnTo>
                <a:lnTo>
                  <a:pt x="343064" y="305443"/>
                </a:lnTo>
                <a:lnTo>
                  <a:pt x="342694" y="298764"/>
                </a:lnTo>
                <a:lnTo>
                  <a:pt x="341995" y="296895"/>
                </a:lnTo>
                <a:lnTo>
                  <a:pt x="340795" y="295812"/>
                </a:lnTo>
                <a:lnTo>
                  <a:pt x="339031" y="295150"/>
                </a:lnTo>
                <a:lnTo>
                  <a:pt x="336102" y="295524"/>
                </a:lnTo>
                <a:close/>
                <a:moveTo>
                  <a:pt x="395936" y="295620"/>
                </a:moveTo>
                <a:lnTo>
                  <a:pt x="392641" y="296850"/>
                </a:lnTo>
                <a:lnTo>
                  <a:pt x="389900" y="298549"/>
                </a:lnTo>
                <a:lnTo>
                  <a:pt x="386719" y="302096"/>
                </a:lnTo>
                <a:lnTo>
                  <a:pt x="385148" y="305202"/>
                </a:lnTo>
                <a:lnTo>
                  <a:pt x="383808" y="309510"/>
                </a:lnTo>
                <a:lnTo>
                  <a:pt x="383494" y="314876"/>
                </a:lnTo>
                <a:lnTo>
                  <a:pt x="385685" y="323768"/>
                </a:lnTo>
                <a:lnTo>
                  <a:pt x="386969" y="326140"/>
                </a:lnTo>
                <a:lnTo>
                  <a:pt x="388945" y="328406"/>
                </a:lnTo>
                <a:lnTo>
                  <a:pt x="391084" y="330286"/>
                </a:lnTo>
                <a:lnTo>
                  <a:pt x="393538" y="331417"/>
                </a:lnTo>
                <a:lnTo>
                  <a:pt x="398518" y="332741"/>
                </a:lnTo>
                <a:lnTo>
                  <a:pt x="401276" y="332751"/>
                </a:lnTo>
                <a:lnTo>
                  <a:pt x="406688" y="331491"/>
                </a:lnTo>
                <a:lnTo>
                  <a:pt x="408327" y="330720"/>
                </a:lnTo>
                <a:lnTo>
                  <a:pt x="411940" y="327475"/>
                </a:lnTo>
                <a:lnTo>
                  <a:pt x="414312" y="324197"/>
                </a:lnTo>
                <a:lnTo>
                  <a:pt x="416330" y="320209"/>
                </a:lnTo>
                <a:lnTo>
                  <a:pt x="416134" y="308371"/>
                </a:lnTo>
                <a:lnTo>
                  <a:pt x="414684" y="303750"/>
                </a:lnTo>
                <a:lnTo>
                  <a:pt x="411554" y="299508"/>
                </a:lnTo>
                <a:lnTo>
                  <a:pt x="409265" y="297424"/>
                </a:lnTo>
                <a:lnTo>
                  <a:pt x="405628" y="296007"/>
                </a:lnTo>
                <a:lnTo>
                  <a:pt x="402150" y="295266"/>
                </a:lnTo>
                <a:lnTo>
                  <a:pt x="398906" y="295140"/>
                </a:lnTo>
                <a:lnTo>
                  <a:pt x="395936" y="295620"/>
                </a:lnTo>
                <a:close/>
                <a:moveTo>
                  <a:pt x="403216" y="304540"/>
                </a:moveTo>
                <a:lnTo>
                  <a:pt x="404771" y="306473"/>
                </a:lnTo>
                <a:lnTo>
                  <a:pt x="405816" y="309232"/>
                </a:lnTo>
                <a:lnTo>
                  <a:pt x="406328" y="314247"/>
                </a:lnTo>
                <a:lnTo>
                  <a:pt x="405898" y="317725"/>
                </a:lnTo>
                <a:lnTo>
                  <a:pt x="404670" y="321253"/>
                </a:lnTo>
                <a:lnTo>
                  <a:pt x="403312" y="323168"/>
                </a:lnTo>
                <a:lnTo>
                  <a:pt x="401591" y="324134"/>
                </a:lnTo>
                <a:lnTo>
                  <a:pt x="398815" y="324144"/>
                </a:lnTo>
                <a:lnTo>
                  <a:pt x="397099" y="323211"/>
                </a:lnTo>
                <a:lnTo>
                  <a:pt x="396090" y="322063"/>
                </a:lnTo>
                <a:lnTo>
                  <a:pt x="394056" y="318079"/>
                </a:lnTo>
                <a:lnTo>
                  <a:pt x="393461" y="315328"/>
                </a:lnTo>
                <a:lnTo>
                  <a:pt x="393861" y="311108"/>
                </a:lnTo>
                <a:lnTo>
                  <a:pt x="395316" y="307014"/>
                </a:lnTo>
                <a:lnTo>
                  <a:pt x="397382" y="304347"/>
                </a:lnTo>
                <a:lnTo>
                  <a:pt x="400299" y="303611"/>
                </a:lnTo>
                <a:lnTo>
                  <a:pt x="403216" y="304540"/>
                </a:lnTo>
                <a:close/>
                <a:moveTo>
                  <a:pt x="441257" y="295379"/>
                </a:moveTo>
                <a:lnTo>
                  <a:pt x="439822" y="296784"/>
                </a:lnTo>
                <a:lnTo>
                  <a:pt x="439147" y="300892"/>
                </a:lnTo>
                <a:lnTo>
                  <a:pt x="438991" y="330190"/>
                </a:lnTo>
                <a:lnTo>
                  <a:pt x="441126" y="331661"/>
                </a:lnTo>
                <a:lnTo>
                  <a:pt x="442848" y="331974"/>
                </a:lnTo>
                <a:lnTo>
                  <a:pt x="444570" y="331661"/>
                </a:lnTo>
                <a:lnTo>
                  <a:pt x="446705" y="330190"/>
                </a:lnTo>
                <a:lnTo>
                  <a:pt x="447428" y="318483"/>
                </a:lnTo>
                <a:lnTo>
                  <a:pt x="447621" y="317413"/>
                </a:lnTo>
                <a:lnTo>
                  <a:pt x="448495" y="316576"/>
                </a:lnTo>
                <a:lnTo>
                  <a:pt x="449796" y="318336"/>
                </a:lnTo>
                <a:lnTo>
                  <a:pt x="452802" y="327701"/>
                </a:lnTo>
                <a:lnTo>
                  <a:pt x="454281" y="330129"/>
                </a:lnTo>
                <a:lnTo>
                  <a:pt x="455997" y="331435"/>
                </a:lnTo>
                <a:lnTo>
                  <a:pt x="459193" y="331491"/>
                </a:lnTo>
                <a:lnTo>
                  <a:pt x="461127" y="330283"/>
                </a:lnTo>
                <a:lnTo>
                  <a:pt x="462013" y="328427"/>
                </a:lnTo>
                <a:lnTo>
                  <a:pt x="463610" y="322065"/>
                </a:lnTo>
                <a:lnTo>
                  <a:pt x="464843" y="320335"/>
                </a:lnTo>
                <a:lnTo>
                  <a:pt x="466329" y="319582"/>
                </a:lnTo>
                <a:lnTo>
                  <a:pt x="467435" y="319837"/>
                </a:lnTo>
                <a:lnTo>
                  <a:pt x="467835" y="320601"/>
                </a:lnTo>
                <a:lnTo>
                  <a:pt x="467534" y="329177"/>
                </a:lnTo>
                <a:lnTo>
                  <a:pt x="468643" y="330334"/>
                </a:lnTo>
                <a:lnTo>
                  <a:pt x="470337" y="331462"/>
                </a:lnTo>
                <a:lnTo>
                  <a:pt x="472403" y="331913"/>
                </a:lnTo>
                <a:lnTo>
                  <a:pt x="475421" y="331390"/>
                </a:lnTo>
                <a:lnTo>
                  <a:pt x="476860" y="330283"/>
                </a:lnTo>
                <a:lnTo>
                  <a:pt x="477370" y="329078"/>
                </a:lnTo>
                <a:lnTo>
                  <a:pt x="477606" y="326079"/>
                </a:lnTo>
                <a:lnTo>
                  <a:pt x="477803" y="308452"/>
                </a:lnTo>
                <a:lnTo>
                  <a:pt x="477492" y="299273"/>
                </a:lnTo>
                <a:lnTo>
                  <a:pt x="476648" y="296578"/>
                </a:lnTo>
                <a:lnTo>
                  <a:pt x="474940" y="295504"/>
                </a:lnTo>
                <a:lnTo>
                  <a:pt x="469767" y="294993"/>
                </a:lnTo>
                <a:lnTo>
                  <a:pt x="467490" y="295610"/>
                </a:lnTo>
                <a:lnTo>
                  <a:pt x="464932" y="297118"/>
                </a:lnTo>
                <a:lnTo>
                  <a:pt x="463354" y="299726"/>
                </a:lnTo>
                <a:lnTo>
                  <a:pt x="460856" y="308963"/>
                </a:lnTo>
                <a:lnTo>
                  <a:pt x="459782" y="310509"/>
                </a:lnTo>
                <a:lnTo>
                  <a:pt x="457409" y="311868"/>
                </a:lnTo>
                <a:lnTo>
                  <a:pt x="455814" y="309583"/>
                </a:lnTo>
                <a:lnTo>
                  <a:pt x="452829" y="299718"/>
                </a:lnTo>
                <a:lnTo>
                  <a:pt x="450884" y="296662"/>
                </a:lnTo>
                <a:lnTo>
                  <a:pt x="449828" y="295802"/>
                </a:lnTo>
                <a:lnTo>
                  <a:pt x="447179" y="295153"/>
                </a:lnTo>
                <a:lnTo>
                  <a:pt x="443859" y="294973"/>
                </a:lnTo>
                <a:lnTo>
                  <a:pt x="441257" y="295379"/>
                </a:lnTo>
                <a:close/>
                <a:moveTo>
                  <a:pt x="505045" y="295282"/>
                </a:moveTo>
                <a:lnTo>
                  <a:pt x="503188" y="295991"/>
                </a:lnTo>
                <a:lnTo>
                  <a:pt x="501429" y="297452"/>
                </a:lnTo>
                <a:lnTo>
                  <a:pt x="501429" y="329949"/>
                </a:lnTo>
                <a:lnTo>
                  <a:pt x="503615" y="331458"/>
                </a:lnTo>
                <a:lnTo>
                  <a:pt x="505831" y="331817"/>
                </a:lnTo>
                <a:lnTo>
                  <a:pt x="509306" y="330978"/>
                </a:lnTo>
                <a:lnTo>
                  <a:pt x="510301" y="329920"/>
                </a:lnTo>
                <a:lnTo>
                  <a:pt x="511035" y="323810"/>
                </a:lnTo>
                <a:lnTo>
                  <a:pt x="511071" y="306082"/>
                </a:lnTo>
                <a:lnTo>
                  <a:pt x="514187" y="303859"/>
                </a:lnTo>
                <a:lnTo>
                  <a:pt x="517472" y="303604"/>
                </a:lnTo>
                <a:lnTo>
                  <a:pt x="519403" y="304071"/>
                </a:lnTo>
                <a:lnTo>
                  <a:pt x="520048" y="304666"/>
                </a:lnTo>
                <a:lnTo>
                  <a:pt x="520831" y="306970"/>
                </a:lnTo>
                <a:lnTo>
                  <a:pt x="520955" y="329515"/>
                </a:lnTo>
                <a:lnTo>
                  <a:pt x="522496" y="331037"/>
                </a:lnTo>
                <a:lnTo>
                  <a:pt x="524270" y="331694"/>
                </a:lnTo>
                <a:lnTo>
                  <a:pt x="527336" y="331611"/>
                </a:lnTo>
                <a:lnTo>
                  <a:pt x="529130" y="330899"/>
                </a:lnTo>
                <a:lnTo>
                  <a:pt x="530309" y="329707"/>
                </a:lnTo>
                <a:lnTo>
                  <a:pt x="530641" y="326571"/>
                </a:lnTo>
                <a:lnTo>
                  <a:pt x="530839" y="298175"/>
                </a:lnTo>
                <a:lnTo>
                  <a:pt x="528667" y="296134"/>
                </a:lnTo>
                <a:lnTo>
                  <a:pt x="526886" y="295331"/>
                </a:lnTo>
                <a:lnTo>
                  <a:pt x="505045" y="295282"/>
                </a:lnTo>
                <a:close/>
                <a:moveTo>
                  <a:pt x="563625" y="295957"/>
                </a:moveTo>
                <a:lnTo>
                  <a:pt x="561185" y="298346"/>
                </a:lnTo>
                <a:lnTo>
                  <a:pt x="559915" y="301027"/>
                </a:lnTo>
                <a:lnTo>
                  <a:pt x="557564" y="309850"/>
                </a:lnTo>
                <a:lnTo>
                  <a:pt x="551710" y="326686"/>
                </a:lnTo>
                <a:lnTo>
                  <a:pt x="551501" y="329805"/>
                </a:lnTo>
                <a:lnTo>
                  <a:pt x="553319" y="331769"/>
                </a:lnTo>
                <a:lnTo>
                  <a:pt x="557118" y="331760"/>
                </a:lnTo>
                <a:lnTo>
                  <a:pt x="558939" y="330304"/>
                </a:lnTo>
                <a:lnTo>
                  <a:pt x="560962" y="326512"/>
                </a:lnTo>
                <a:lnTo>
                  <a:pt x="562323" y="324964"/>
                </a:lnTo>
                <a:lnTo>
                  <a:pt x="564153" y="324159"/>
                </a:lnTo>
                <a:lnTo>
                  <a:pt x="567560" y="323894"/>
                </a:lnTo>
                <a:lnTo>
                  <a:pt x="569561" y="324458"/>
                </a:lnTo>
                <a:lnTo>
                  <a:pt x="570570" y="325296"/>
                </a:lnTo>
                <a:lnTo>
                  <a:pt x="573057" y="329597"/>
                </a:lnTo>
                <a:lnTo>
                  <a:pt x="574648" y="331039"/>
                </a:lnTo>
                <a:lnTo>
                  <a:pt x="577463" y="331877"/>
                </a:lnTo>
                <a:lnTo>
                  <a:pt x="580964" y="331407"/>
                </a:lnTo>
                <a:lnTo>
                  <a:pt x="582043" y="330327"/>
                </a:lnTo>
                <a:lnTo>
                  <a:pt x="582332" y="329274"/>
                </a:lnTo>
                <a:lnTo>
                  <a:pt x="581699" y="324856"/>
                </a:lnTo>
                <a:lnTo>
                  <a:pt x="575411" y="306229"/>
                </a:lnTo>
                <a:lnTo>
                  <a:pt x="573271" y="298604"/>
                </a:lnTo>
                <a:lnTo>
                  <a:pt x="572207" y="296952"/>
                </a:lnTo>
                <a:lnTo>
                  <a:pt x="569881" y="295528"/>
                </a:lnTo>
                <a:lnTo>
                  <a:pt x="565798" y="295013"/>
                </a:lnTo>
                <a:lnTo>
                  <a:pt x="563625" y="295957"/>
                </a:lnTo>
                <a:close/>
                <a:moveTo>
                  <a:pt x="567675" y="312688"/>
                </a:moveTo>
                <a:lnTo>
                  <a:pt x="568200" y="313989"/>
                </a:lnTo>
                <a:lnTo>
                  <a:pt x="567521" y="315022"/>
                </a:lnTo>
                <a:lnTo>
                  <a:pt x="565421" y="315459"/>
                </a:lnTo>
                <a:lnTo>
                  <a:pt x="564352" y="314796"/>
                </a:lnTo>
                <a:lnTo>
                  <a:pt x="564168" y="313137"/>
                </a:lnTo>
                <a:lnTo>
                  <a:pt x="564946" y="312011"/>
                </a:lnTo>
                <a:lnTo>
                  <a:pt x="566266" y="311822"/>
                </a:lnTo>
                <a:lnTo>
                  <a:pt x="567675" y="312688"/>
                </a:lnTo>
                <a:close/>
                <a:moveTo>
                  <a:pt x="606632" y="295379"/>
                </a:moveTo>
                <a:lnTo>
                  <a:pt x="605091" y="296781"/>
                </a:lnTo>
                <a:lnTo>
                  <a:pt x="604355" y="300767"/>
                </a:lnTo>
                <a:lnTo>
                  <a:pt x="604185" y="322627"/>
                </a:lnTo>
                <a:lnTo>
                  <a:pt x="604371" y="329140"/>
                </a:lnTo>
                <a:lnTo>
                  <a:pt x="604729" y="330180"/>
                </a:lnTo>
                <a:lnTo>
                  <a:pt x="606718" y="331592"/>
                </a:lnTo>
                <a:lnTo>
                  <a:pt x="609477" y="331957"/>
                </a:lnTo>
                <a:lnTo>
                  <a:pt x="611240" y="331512"/>
                </a:lnTo>
                <a:lnTo>
                  <a:pt x="613189" y="330093"/>
                </a:lnTo>
                <a:lnTo>
                  <a:pt x="613507" y="321391"/>
                </a:lnTo>
                <a:lnTo>
                  <a:pt x="614021" y="318678"/>
                </a:lnTo>
                <a:lnTo>
                  <a:pt x="615892" y="317237"/>
                </a:lnTo>
                <a:lnTo>
                  <a:pt x="619138" y="316828"/>
                </a:lnTo>
                <a:lnTo>
                  <a:pt x="622214" y="317500"/>
                </a:lnTo>
                <a:lnTo>
                  <a:pt x="623411" y="318522"/>
                </a:lnTo>
                <a:lnTo>
                  <a:pt x="623893" y="329659"/>
                </a:lnTo>
                <a:lnTo>
                  <a:pt x="625691" y="331338"/>
                </a:lnTo>
                <a:lnTo>
                  <a:pt x="627095" y="331879"/>
                </a:lnTo>
                <a:lnTo>
                  <a:pt x="629541" y="331923"/>
                </a:lnTo>
                <a:lnTo>
                  <a:pt x="631680" y="331061"/>
                </a:lnTo>
                <a:lnTo>
                  <a:pt x="633054" y="329515"/>
                </a:lnTo>
                <a:lnTo>
                  <a:pt x="633054" y="298513"/>
                </a:lnTo>
                <a:lnTo>
                  <a:pt x="631897" y="296666"/>
                </a:lnTo>
                <a:lnTo>
                  <a:pt x="630763" y="295561"/>
                </a:lnTo>
                <a:lnTo>
                  <a:pt x="629582" y="295138"/>
                </a:lnTo>
                <a:lnTo>
                  <a:pt x="627460" y="295112"/>
                </a:lnTo>
                <a:lnTo>
                  <a:pt x="625804" y="295871"/>
                </a:lnTo>
                <a:lnTo>
                  <a:pt x="624284" y="298375"/>
                </a:lnTo>
                <a:lnTo>
                  <a:pt x="624053" y="305166"/>
                </a:lnTo>
                <a:lnTo>
                  <a:pt x="623470" y="307124"/>
                </a:lnTo>
                <a:lnTo>
                  <a:pt x="622208" y="308320"/>
                </a:lnTo>
                <a:lnTo>
                  <a:pt x="618872" y="308854"/>
                </a:lnTo>
                <a:lnTo>
                  <a:pt x="615544" y="308423"/>
                </a:lnTo>
                <a:lnTo>
                  <a:pt x="613973" y="307348"/>
                </a:lnTo>
                <a:lnTo>
                  <a:pt x="613364" y="304945"/>
                </a:lnTo>
                <a:lnTo>
                  <a:pt x="613286" y="297693"/>
                </a:lnTo>
                <a:lnTo>
                  <a:pt x="610003" y="295112"/>
                </a:lnTo>
                <a:lnTo>
                  <a:pt x="608420" y="294942"/>
                </a:lnTo>
                <a:lnTo>
                  <a:pt x="606632" y="295379"/>
                </a:lnTo>
                <a:close/>
                <a:moveTo>
                  <a:pt x="659716" y="295861"/>
                </a:moveTo>
                <a:lnTo>
                  <a:pt x="657959" y="297321"/>
                </a:lnTo>
                <a:lnTo>
                  <a:pt x="657578" y="298673"/>
                </a:lnTo>
                <a:lnTo>
                  <a:pt x="657257" y="329177"/>
                </a:lnTo>
                <a:lnTo>
                  <a:pt x="658755" y="330837"/>
                </a:lnTo>
                <a:lnTo>
                  <a:pt x="660623" y="331690"/>
                </a:lnTo>
                <a:lnTo>
                  <a:pt x="662850" y="331923"/>
                </a:lnTo>
                <a:lnTo>
                  <a:pt x="664827" y="331443"/>
                </a:lnTo>
                <a:lnTo>
                  <a:pt x="667430" y="328400"/>
                </a:lnTo>
                <a:lnTo>
                  <a:pt x="671528" y="321632"/>
                </a:lnTo>
                <a:lnTo>
                  <a:pt x="676157" y="316449"/>
                </a:lnTo>
                <a:lnTo>
                  <a:pt x="677500" y="318224"/>
                </a:lnTo>
                <a:lnTo>
                  <a:pt x="677827" y="319402"/>
                </a:lnTo>
                <a:lnTo>
                  <a:pt x="677653" y="327030"/>
                </a:lnTo>
                <a:lnTo>
                  <a:pt x="677989" y="329852"/>
                </a:lnTo>
                <a:lnTo>
                  <a:pt x="679051" y="331056"/>
                </a:lnTo>
                <a:lnTo>
                  <a:pt x="680687" y="331756"/>
                </a:lnTo>
                <a:lnTo>
                  <a:pt x="683498" y="331794"/>
                </a:lnTo>
                <a:lnTo>
                  <a:pt x="685131" y="331101"/>
                </a:lnTo>
                <a:lnTo>
                  <a:pt x="686571" y="329515"/>
                </a:lnTo>
                <a:lnTo>
                  <a:pt x="686571" y="297693"/>
                </a:lnTo>
                <a:lnTo>
                  <a:pt x="683298" y="295048"/>
                </a:lnTo>
                <a:lnTo>
                  <a:pt x="681337" y="294940"/>
                </a:lnTo>
                <a:lnTo>
                  <a:pt x="679320" y="295951"/>
                </a:lnTo>
                <a:lnTo>
                  <a:pt x="676257" y="299529"/>
                </a:lnTo>
                <a:lnTo>
                  <a:pt x="670295" y="308915"/>
                </a:lnTo>
                <a:lnTo>
                  <a:pt x="668510" y="310614"/>
                </a:lnTo>
                <a:lnTo>
                  <a:pt x="667800" y="310304"/>
                </a:lnTo>
                <a:lnTo>
                  <a:pt x="667061" y="308415"/>
                </a:lnTo>
                <a:lnTo>
                  <a:pt x="666636" y="299454"/>
                </a:lnTo>
                <a:lnTo>
                  <a:pt x="665829" y="296488"/>
                </a:lnTo>
                <a:lnTo>
                  <a:pt x="664586" y="295427"/>
                </a:lnTo>
                <a:lnTo>
                  <a:pt x="663096" y="294971"/>
                </a:lnTo>
                <a:lnTo>
                  <a:pt x="661680" y="295007"/>
                </a:lnTo>
                <a:lnTo>
                  <a:pt x="659716" y="295861"/>
                </a:lnTo>
                <a:close/>
                <a:moveTo>
                  <a:pt x="712077" y="296777"/>
                </a:moveTo>
                <a:lnTo>
                  <a:pt x="710679" y="298224"/>
                </a:lnTo>
                <a:lnTo>
                  <a:pt x="710920" y="324693"/>
                </a:lnTo>
                <a:lnTo>
                  <a:pt x="711185" y="329417"/>
                </a:lnTo>
                <a:lnTo>
                  <a:pt x="711743" y="330406"/>
                </a:lnTo>
                <a:lnTo>
                  <a:pt x="713309" y="331344"/>
                </a:lnTo>
                <a:lnTo>
                  <a:pt x="715325" y="331775"/>
                </a:lnTo>
                <a:lnTo>
                  <a:pt x="717382" y="331667"/>
                </a:lnTo>
                <a:lnTo>
                  <a:pt x="719069" y="330991"/>
                </a:lnTo>
                <a:lnTo>
                  <a:pt x="725565" y="320121"/>
                </a:lnTo>
                <a:lnTo>
                  <a:pt x="727391" y="318600"/>
                </a:lnTo>
                <a:lnTo>
                  <a:pt x="729517" y="317658"/>
                </a:lnTo>
                <a:lnTo>
                  <a:pt x="730237" y="317861"/>
                </a:lnTo>
                <a:lnTo>
                  <a:pt x="730597" y="318877"/>
                </a:lnTo>
                <a:lnTo>
                  <a:pt x="731555" y="330431"/>
                </a:lnTo>
                <a:lnTo>
                  <a:pt x="733363" y="331543"/>
                </a:lnTo>
                <a:lnTo>
                  <a:pt x="736120" y="331882"/>
                </a:lnTo>
                <a:lnTo>
                  <a:pt x="738696" y="331377"/>
                </a:lnTo>
                <a:lnTo>
                  <a:pt x="740571" y="330045"/>
                </a:lnTo>
                <a:lnTo>
                  <a:pt x="740432" y="301937"/>
                </a:lnTo>
                <a:lnTo>
                  <a:pt x="739509" y="296622"/>
                </a:lnTo>
                <a:lnTo>
                  <a:pt x="738084" y="295540"/>
                </a:lnTo>
                <a:lnTo>
                  <a:pt x="735750" y="295379"/>
                </a:lnTo>
                <a:lnTo>
                  <a:pt x="734304" y="295622"/>
                </a:lnTo>
                <a:lnTo>
                  <a:pt x="732194" y="296837"/>
                </a:lnTo>
                <a:lnTo>
                  <a:pt x="730267" y="298964"/>
                </a:lnTo>
                <a:lnTo>
                  <a:pt x="723938" y="309216"/>
                </a:lnTo>
                <a:lnTo>
                  <a:pt x="722262" y="310289"/>
                </a:lnTo>
                <a:lnTo>
                  <a:pt x="721296" y="310000"/>
                </a:lnTo>
                <a:lnTo>
                  <a:pt x="720661" y="308831"/>
                </a:lnTo>
                <a:lnTo>
                  <a:pt x="720321" y="297741"/>
                </a:lnTo>
                <a:lnTo>
                  <a:pt x="718538" y="296105"/>
                </a:lnTo>
                <a:lnTo>
                  <a:pt x="716423" y="295340"/>
                </a:lnTo>
                <a:lnTo>
                  <a:pt x="714111" y="295569"/>
                </a:lnTo>
                <a:lnTo>
                  <a:pt x="712077" y="296777"/>
                </a:lnTo>
                <a:close/>
                <a:moveTo>
                  <a:pt x="952039" y="298320"/>
                </a:moveTo>
                <a:lnTo>
                  <a:pt x="951702" y="300249"/>
                </a:lnTo>
                <a:lnTo>
                  <a:pt x="954512" y="306484"/>
                </a:lnTo>
                <a:lnTo>
                  <a:pt x="953908" y="307749"/>
                </a:lnTo>
                <a:lnTo>
                  <a:pt x="950526" y="308599"/>
                </a:lnTo>
                <a:lnTo>
                  <a:pt x="941771" y="307873"/>
                </a:lnTo>
                <a:lnTo>
                  <a:pt x="936673" y="308532"/>
                </a:lnTo>
                <a:lnTo>
                  <a:pt x="933621" y="310201"/>
                </a:lnTo>
                <a:lnTo>
                  <a:pt x="933176" y="312428"/>
                </a:lnTo>
                <a:lnTo>
                  <a:pt x="934217" y="314684"/>
                </a:lnTo>
                <a:lnTo>
                  <a:pt x="936527" y="316120"/>
                </a:lnTo>
                <a:lnTo>
                  <a:pt x="941879" y="317702"/>
                </a:lnTo>
                <a:lnTo>
                  <a:pt x="948194" y="318410"/>
                </a:lnTo>
                <a:lnTo>
                  <a:pt x="949882" y="319046"/>
                </a:lnTo>
                <a:lnTo>
                  <a:pt x="951710" y="320649"/>
                </a:lnTo>
                <a:lnTo>
                  <a:pt x="955237" y="328258"/>
                </a:lnTo>
                <a:lnTo>
                  <a:pt x="960063" y="341840"/>
                </a:lnTo>
                <a:lnTo>
                  <a:pt x="966865" y="351696"/>
                </a:lnTo>
                <a:lnTo>
                  <a:pt x="971351" y="362236"/>
                </a:lnTo>
                <a:lnTo>
                  <a:pt x="972331" y="368231"/>
                </a:lnTo>
                <a:lnTo>
                  <a:pt x="972673" y="388370"/>
                </a:lnTo>
                <a:lnTo>
                  <a:pt x="974073" y="395327"/>
                </a:lnTo>
                <a:lnTo>
                  <a:pt x="972452" y="405573"/>
                </a:lnTo>
                <a:lnTo>
                  <a:pt x="970429" y="428035"/>
                </a:lnTo>
                <a:lnTo>
                  <a:pt x="969435" y="432623"/>
                </a:lnTo>
                <a:lnTo>
                  <a:pt x="967187" y="438068"/>
                </a:lnTo>
                <a:lnTo>
                  <a:pt x="965715" y="440326"/>
                </a:lnTo>
                <a:lnTo>
                  <a:pt x="963695" y="442047"/>
                </a:lnTo>
                <a:lnTo>
                  <a:pt x="961154" y="443212"/>
                </a:lnTo>
                <a:lnTo>
                  <a:pt x="958120" y="443804"/>
                </a:lnTo>
                <a:lnTo>
                  <a:pt x="953775" y="443879"/>
                </a:lnTo>
                <a:lnTo>
                  <a:pt x="948983" y="437837"/>
                </a:lnTo>
                <a:lnTo>
                  <a:pt x="949025" y="436694"/>
                </a:lnTo>
                <a:lnTo>
                  <a:pt x="949858" y="435809"/>
                </a:lnTo>
                <a:lnTo>
                  <a:pt x="955627" y="434734"/>
                </a:lnTo>
                <a:lnTo>
                  <a:pt x="957373" y="433873"/>
                </a:lnTo>
                <a:lnTo>
                  <a:pt x="958307" y="432693"/>
                </a:lnTo>
                <a:lnTo>
                  <a:pt x="958452" y="410370"/>
                </a:lnTo>
                <a:lnTo>
                  <a:pt x="955903" y="403724"/>
                </a:lnTo>
                <a:lnTo>
                  <a:pt x="954493" y="394445"/>
                </a:lnTo>
                <a:lnTo>
                  <a:pt x="953276" y="390689"/>
                </a:lnTo>
                <a:lnTo>
                  <a:pt x="950109" y="385758"/>
                </a:lnTo>
                <a:lnTo>
                  <a:pt x="943794" y="380241"/>
                </a:lnTo>
                <a:lnTo>
                  <a:pt x="940859" y="378942"/>
                </a:lnTo>
                <a:lnTo>
                  <a:pt x="938632" y="379626"/>
                </a:lnTo>
                <a:lnTo>
                  <a:pt x="928242" y="395003"/>
                </a:lnTo>
                <a:lnTo>
                  <a:pt x="925921" y="397095"/>
                </a:lnTo>
                <a:lnTo>
                  <a:pt x="923591" y="397292"/>
                </a:lnTo>
                <a:lnTo>
                  <a:pt x="919775" y="394537"/>
                </a:lnTo>
                <a:lnTo>
                  <a:pt x="917861" y="393670"/>
                </a:lnTo>
                <a:lnTo>
                  <a:pt x="916169" y="393753"/>
                </a:lnTo>
                <a:lnTo>
                  <a:pt x="914480" y="395086"/>
                </a:lnTo>
                <a:lnTo>
                  <a:pt x="918386" y="407604"/>
                </a:lnTo>
                <a:lnTo>
                  <a:pt x="919844" y="408686"/>
                </a:lnTo>
                <a:lnTo>
                  <a:pt x="923549" y="409385"/>
                </a:lnTo>
                <a:lnTo>
                  <a:pt x="926904" y="408908"/>
                </a:lnTo>
                <a:lnTo>
                  <a:pt x="929600" y="407322"/>
                </a:lnTo>
                <a:lnTo>
                  <a:pt x="934356" y="402835"/>
                </a:lnTo>
                <a:lnTo>
                  <a:pt x="941963" y="394598"/>
                </a:lnTo>
                <a:lnTo>
                  <a:pt x="943011" y="394569"/>
                </a:lnTo>
                <a:lnTo>
                  <a:pt x="943999" y="395729"/>
                </a:lnTo>
                <a:lnTo>
                  <a:pt x="944458" y="397995"/>
                </a:lnTo>
                <a:lnTo>
                  <a:pt x="944518" y="404488"/>
                </a:lnTo>
                <a:lnTo>
                  <a:pt x="948134" y="410852"/>
                </a:lnTo>
                <a:lnTo>
                  <a:pt x="948471" y="422134"/>
                </a:lnTo>
                <a:lnTo>
                  <a:pt x="946129" y="424197"/>
                </a:lnTo>
                <a:lnTo>
                  <a:pt x="941421" y="425018"/>
                </a:lnTo>
                <a:lnTo>
                  <a:pt x="939388" y="426478"/>
                </a:lnTo>
                <a:lnTo>
                  <a:pt x="936056" y="432313"/>
                </a:lnTo>
                <a:lnTo>
                  <a:pt x="934967" y="435013"/>
                </a:lnTo>
                <a:lnTo>
                  <a:pt x="934718" y="436954"/>
                </a:lnTo>
                <a:lnTo>
                  <a:pt x="936031" y="439534"/>
                </a:lnTo>
                <a:lnTo>
                  <a:pt x="942905" y="447489"/>
                </a:lnTo>
                <a:lnTo>
                  <a:pt x="944845" y="452017"/>
                </a:lnTo>
                <a:lnTo>
                  <a:pt x="944393" y="454696"/>
                </a:lnTo>
                <a:lnTo>
                  <a:pt x="939622" y="460715"/>
                </a:lnTo>
                <a:lnTo>
                  <a:pt x="939576" y="462815"/>
                </a:lnTo>
                <a:lnTo>
                  <a:pt x="942042" y="465387"/>
                </a:lnTo>
                <a:lnTo>
                  <a:pt x="944263" y="466301"/>
                </a:lnTo>
                <a:lnTo>
                  <a:pt x="948117" y="466942"/>
                </a:lnTo>
                <a:lnTo>
                  <a:pt x="951345" y="466547"/>
                </a:lnTo>
                <a:lnTo>
                  <a:pt x="952596" y="465652"/>
                </a:lnTo>
                <a:lnTo>
                  <a:pt x="955254" y="462037"/>
                </a:lnTo>
                <a:lnTo>
                  <a:pt x="957376" y="456899"/>
                </a:lnTo>
                <a:lnTo>
                  <a:pt x="959766" y="454595"/>
                </a:lnTo>
                <a:lnTo>
                  <a:pt x="963587" y="452993"/>
                </a:lnTo>
                <a:lnTo>
                  <a:pt x="970373" y="451344"/>
                </a:lnTo>
                <a:lnTo>
                  <a:pt x="974342" y="445898"/>
                </a:lnTo>
                <a:lnTo>
                  <a:pt x="978798" y="438624"/>
                </a:lnTo>
                <a:lnTo>
                  <a:pt x="981818" y="417633"/>
                </a:lnTo>
                <a:lnTo>
                  <a:pt x="983030" y="402124"/>
                </a:lnTo>
                <a:lnTo>
                  <a:pt x="982848" y="361674"/>
                </a:lnTo>
                <a:lnTo>
                  <a:pt x="977767" y="350301"/>
                </a:lnTo>
                <a:lnTo>
                  <a:pt x="974933" y="345720"/>
                </a:lnTo>
                <a:lnTo>
                  <a:pt x="972127" y="342237"/>
                </a:lnTo>
                <a:lnTo>
                  <a:pt x="968186" y="335286"/>
                </a:lnTo>
                <a:lnTo>
                  <a:pt x="967720" y="333377"/>
                </a:lnTo>
                <a:lnTo>
                  <a:pt x="968195" y="330669"/>
                </a:lnTo>
                <a:lnTo>
                  <a:pt x="969177" y="330235"/>
                </a:lnTo>
                <a:lnTo>
                  <a:pt x="971719" y="332137"/>
                </a:lnTo>
                <a:lnTo>
                  <a:pt x="980672" y="343931"/>
                </a:lnTo>
                <a:lnTo>
                  <a:pt x="985130" y="350555"/>
                </a:lnTo>
                <a:lnTo>
                  <a:pt x="988240" y="354028"/>
                </a:lnTo>
                <a:lnTo>
                  <a:pt x="990951" y="356331"/>
                </a:lnTo>
                <a:lnTo>
                  <a:pt x="993265" y="360060"/>
                </a:lnTo>
                <a:lnTo>
                  <a:pt x="995450" y="365096"/>
                </a:lnTo>
                <a:lnTo>
                  <a:pt x="997891" y="369372"/>
                </a:lnTo>
                <a:lnTo>
                  <a:pt x="1000941" y="373245"/>
                </a:lnTo>
                <a:lnTo>
                  <a:pt x="1004257" y="376331"/>
                </a:lnTo>
                <a:lnTo>
                  <a:pt x="1007496" y="378247"/>
                </a:lnTo>
                <a:lnTo>
                  <a:pt x="1008980" y="378645"/>
                </a:lnTo>
                <a:lnTo>
                  <a:pt x="1011563" y="378289"/>
                </a:lnTo>
                <a:lnTo>
                  <a:pt x="1012979" y="376240"/>
                </a:lnTo>
                <a:lnTo>
                  <a:pt x="1013609" y="371943"/>
                </a:lnTo>
                <a:lnTo>
                  <a:pt x="1016405" y="370864"/>
                </a:lnTo>
                <a:lnTo>
                  <a:pt x="1019815" y="370272"/>
                </a:lnTo>
                <a:lnTo>
                  <a:pt x="1020751" y="368779"/>
                </a:lnTo>
                <a:lnTo>
                  <a:pt x="1019877" y="366440"/>
                </a:lnTo>
                <a:lnTo>
                  <a:pt x="1016771" y="363313"/>
                </a:lnTo>
                <a:lnTo>
                  <a:pt x="1004080" y="357046"/>
                </a:lnTo>
                <a:lnTo>
                  <a:pt x="1001547" y="355065"/>
                </a:lnTo>
                <a:lnTo>
                  <a:pt x="999645" y="352447"/>
                </a:lnTo>
                <a:lnTo>
                  <a:pt x="998036" y="347016"/>
                </a:lnTo>
                <a:lnTo>
                  <a:pt x="997420" y="342500"/>
                </a:lnTo>
                <a:lnTo>
                  <a:pt x="998207" y="340682"/>
                </a:lnTo>
                <a:lnTo>
                  <a:pt x="1002592" y="337428"/>
                </a:lnTo>
                <a:lnTo>
                  <a:pt x="1002664" y="334625"/>
                </a:lnTo>
                <a:lnTo>
                  <a:pt x="1001705" y="332775"/>
                </a:lnTo>
                <a:lnTo>
                  <a:pt x="975254" y="314213"/>
                </a:lnTo>
                <a:lnTo>
                  <a:pt x="972896" y="311775"/>
                </a:lnTo>
                <a:lnTo>
                  <a:pt x="968273" y="305690"/>
                </a:lnTo>
                <a:lnTo>
                  <a:pt x="960959" y="298706"/>
                </a:lnTo>
                <a:lnTo>
                  <a:pt x="959050" y="297805"/>
                </a:lnTo>
                <a:lnTo>
                  <a:pt x="955866" y="297211"/>
                </a:lnTo>
                <a:lnTo>
                  <a:pt x="953138" y="297555"/>
                </a:lnTo>
                <a:lnTo>
                  <a:pt x="952039" y="298320"/>
                </a:lnTo>
                <a:close/>
                <a:moveTo>
                  <a:pt x="648241" y="347932"/>
                </a:moveTo>
                <a:lnTo>
                  <a:pt x="642794" y="348762"/>
                </a:lnTo>
                <a:lnTo>
                  <a:pt x="637670" y="350133"/>
                </a:lnTo>
                <a:lnTo>
                  <a:pt x="632905" y="352017"/>
                </a:lnTo>
                <a:lnTo>
                  <a:pt x="628532" y="354385"/>
                </a:lnTo>
                <a:lnTo>
                  <a:pt x="624586" y="357208"/>
                </a:lnTo>
                <a:lnTo>
                  <a:pt x="621101" y="360457"/>
                </a:lnTo>
                <a:lnTo>
                  <a:pt x="618113" y="364105"/>
                </a:lnTo>
                <a:lnTo>
                  <a:pt x="615654" y="368122"/>
                </a:lnTo>
                <a:lnTo>
                  <a:pt x="613761" y="372480"/>
                </a:lnTo>
                <a:lnTo>
                  <a:pt x="612466" y="377150"/>
                </a:lnTo>
                <a:lnTo>
                  <a:pt x="611598" y="381441"/>
                </a:lnTo>
                <a:lnTo>
                  <a:pt x="611598" y="451352"/>
                </a:lnTo>
                <a:lnTo>
                  <a:pt x="613317" y="459657"/>
                </a:lnTo>
                <a:lnTo>
                  <a:pt x="616071" y="466314"/>
                </a:lnTo>
                <a:lnTo>
                  <a:pt x="617931" y="469386"/>
                </a:lnTo>
                <a:lnTo>
                  <a:pt x="622509" y="474888"/>
                </a:lnTo>
                <a:lnTo>
                  <a:pt x="628089" y="479361"/>
                </a:lnTo>
                <a:lnTo>
                  <a:pt x="634500" y="482595"/>
                </a:lnTo>
                <a:lnTo>
                  <a:pt x="642274" y="485017"/>
                </a:lnTo>
                <a:lnTo>
                  <a:pt x="657769" y="485634"/>
                </a:lnTo>
                <a:lnTo>
                  <a:pt x="704356" y="485548"/>
                </a:lnTo>
                <a:lnTo>
                  <a:pt x="710843" y="484724"/>
                </a:lnTo>
                <a:lnTo>
                  <a:pt x="720089" y="481248"/>
                </a:lnTo>
                <a:lnTo>
                  <a:pt x="726366" y="477026"/>
                </a:lnTo>
                <a:lnTo>
                  <a:pt x="731603" y="472064"/>
                </a:lnTo>
                <a:lnTo>
                  <a:pt x="736078" y="465049"/>
                </a:lnTo>
                <a:lnTo>
                  <a:pt x="739418" y="454961"/>
                </a:lnTo>
                <a:lnTo>
                  <a:pt x="740071" y="445910"/>
                </a:lnTo>
                <a:lnTo>
                  <a:pt x="740217" y="435217"/>
                </a:lnTo>
                <a:lnTo>
                  <a:pt x="739848" y="378066"/>
                </a:lnTo>
                <a:lnTo>
                  <a:pt x="735483" y="367532"/>
                </a:lnTo>
                <a:lnTo>
                  <a:pt x="732875" y="363548"/>
                </a:lnTo>
                <a:lnTo>
                  <a:pt x="729578" y="359551"/>
                </a:lnTo>
                <a:lnTo>
                  <a:pt x="723745" y="354700"/>
                </a:lnTo>
                <a:lnTo>
                  <a:pt x="717348" y="351338"/>
                </a:lnTo>
                <a:lnTo>
                  <a:pt x="705616" y="347740"/>
                </a:lnTo>
                <a:lnTo>
                  <a:pt x="648241" y="347932"/>
                </a:lnTo>
                <a:close/>
                <a:moveTo>
                  <a:pt x="701566" y="378066"/>
                </a:moveTo>
                <a:lnTo>
                  <a:pt x="704329" y="379657"/>
                </a:lnTo>
                <a:lnTo>
                  <a:pt x="707757" y="383127"/>
                </a:lnTo>
                <a:lnTo>
                  <a:pt x="709184" y="385781"/>
                </a:lnTo>
                <a:lnTo>
                  <a:pt x="709391" y="388140"/>
                </a:lnTo>
                <a:lnTo>
                  <a:pt x="709722" y="408119"/>
                </a:lnTo>
                <a:lnTo>
                  <a:pt x="709511" y="440696"/>
                </a:lnTo>
                <a:lnTo>
                  <a:pt x="709136" y="447881"/>
                </a:lnTo>
                <a:lnTo>
                  <a:pt x="707395" y="450942"/>
                </a:lnTo>
                <a:lnTo>
                  <a:pt x="703977" y="454775"/>
                </a:lnTo>
                <a:lnTo>
                  <a:pt x="695395" y="457427"/>
                </a:lnTo>
                <a:lnTo>
                  <a:pt x="654027" y="457138"/>
                </a:lnTo>
                <a:lnTo>
                  <a:pt x="646795" y="454155"/>
                </a:lnTo>
                <a:lnTo>
                  <a:pt x="644080" y="451198"/>
                </a:lnTo>
                <a:lnTo>
                  <a:pt x="641105" y="445566"/>
                </a:lnTo>
                <a:lnTo>
                  <a:pt x="641202" y="388529"/>
                </a:lnTo>
                <a:lnTo>
                  <a:pt x="644507" y="382038"/>
                </a:lnTo>
                <a:lnTo>
                  <a:pt x="648056" y="378824"/>
                </a:lnTo>
                <a:lnTo>
                  <a:pt x="649880" y="378018"/>
                </a:lnTo>
                <a:lnTo>
                  <a:pt x="651928" y="377747"/>
                </a:lnTo>
                <a:lnTo>
                  <a:pt x="682908" y="377341"/>
                </a:lnTo>
                <a:lnTo>
                  <a:pt x="701566" y="378066"/>
                </a:lnTo>
                <a:close/>
                <a:moveTo>
                  <a:pt x="29266" y="350825"/>
                </a:moveTo>
                <a:lnTo>
                  <a:pt x="1832" y="351066"/>
                </a:lnTo>
                <a:lnTo>
                  <a:pt x="0" y="353332"/>
                </a:lnTo>
                <a:lnTo>
                  <a:pt x="0" y="376765"/>
                </a:lnTo>
                <a:lnTo>
                  <a:pt x="1832" y="379031"/>
                </a:lnTo>
                <a:lnTo>
                  <a:pt x="69959" y="379272"/>
                </a:lnTo>
                <a:lnTo>
                  <a:pt x="74599" y="381245"/>
                </a:lnTo>
                <a:lnTo>
                  <a:pt x="76550" y="382535"/>
                </a:lnTo>
                <a:lnTo>
                  <a:pt x="80036" y="387131"/>
                </a:lnTo>
                <a:lnTo>
                  <a:pt x="79915" y="397647"/>
                </a:lnTo>
                <a:lnTo>
                  <a:pt x="79312" y="400232"/>
                </a:lnTo>
                <a:lnTo>
                  <a:pt x="76999" y="401055"/>
                </a:lnTo>
                <a:lnTo>
                  <a:pt x="73266" y="401318"/>
                </a:lnTo>
                <a:lnTo>
                  <a:pt x="35341" y="401836"/>
                </a:lnTo>
                <a:lnTo>
                  <a:pt x="34423" y="403197"/>
                </a:lnTo>
                <a:lnTo>
                  <a:pt x="33935" y="406477"/>
                </a:lnTo>
                <a:lnTo>
                  <a:pt x="33875" y="423531"/>
                </a:lnTo>
                <a:lnTo>
                  <a:pt x="34582" y="428925"/>
                </a:lnTo>
                <a:lnTo>
                  <a:pt x="35250" y="430066"/>
                </a:lnTo>
                <a:lnTo>
                  <a:pt x="36072" y="430463"/>
                </a:lnTo>
                <a:lnTo>
                  <a:pt x="78011" y="430861"/>
                </a:lnTo>
                <a:lnTo>
                  <a:pt x="80277" y="432693"/>
                </a:lnTo>
                <a:lnTo>
                  <a:pt x="79550" y="447009"/>
                </a:lnTo>
                <a:lnTo>
                  <a:pt x="78522" y="448922"/>
                </a:lnTo>
                <a:lnTo>
                  <a:pt x="76084" y="451270"/>
                </a:lnTo>
                <a:lnTo>
                  <a:pt x="70634" y="454245"/>
                </a:lnTo>
                <a:lnTo>
                  <a:pt x="2025" y="454727"/>
                </a:lnTo>
                <a:lnTo>
                  <a:pt x="0" y="456559"/>
                </a:lnTo>
                <a:lnTo>
                  <a:pt x="0" y="480907"/>
                </a:lnTo>
                <a:lnTo>
                  <a:pt x="1832" y="483174"/>
                </a:lnTo>
                <a:lnTo>
                  <a:pt x="68296" y="483210"/>
                </a:lnTo>
                <a:lnTo>
                  <a:pt x="77628" y="482610"/>
                </a:lnTo>
                <a:lnTo>
                  <a:pt x="84714" y="481646"/>
                </a:lnTo>
                <a:lnTo>
                  <a:pt x="89438" y="480275"/>
                </a:lnTo>
                <a:lnTo>
                  <a:pt x="95899" y="477539"/>
                </a:lnTo>
                <a:lnTo>
                  <a:pt x="101748" y="472575"/>
                </a:lnTo>
                <a:lnTo>
                  <a:pt x="105541" y="467039"/>
                </a:lnTo>
                <a:lnTo>
                  <a:pt x="107538" y="462347"/>
                </a:lnTo>
                <a:lnTo>
                  <a:pt x="109850" y="454768"/>
                </a:lnTo>
                <a:lnTo>
                  <a:pt x="110438" y="450441"/>
                </a:lnTo>
                <a:lnTo>
                  <a:pt x="111158" y="427596"/>
                </a:lnTo>
                <a:lnTo>
                  <a:pt x="110640" y="387299"/>
                </a:lnTo>
                <a:lnTo>
                  <a:pt x="109783" y="378229"/>
                </a:lnTo>
                <a:lnTo>
                  <a:pt x="106276" y="367275"/>
                </a:lnTo>
                <a:lnTo>
                  <a:pt x="103724" y="363007"/>
                </a:lnTo>
                <a:lnTo>
                  <a:pt x="102112" y="361107"/>
                </a:lnTo>
                <a:lnTo>
                  <a:pt x="98204" y="357766"/>
                </a:lnTo>
                <a:lnTo>
                  <a:pt x="93368" y="355019"/>
                </a:lnTo>
                <a:lnTo>
                  <a:pt x="85591" y="352246"/>
                </a:lnTo>
                <a:lnTo>
                  <a:pt x="79310" y="351252"/>
                </a:lnTo>
                <a:lnTo>
                  <a:pt x="69398" y="350763"/>
                </a:lnTo>
                <a:lnTo>
                  <a:pt x="29266" y="350825"/>
                </a:lnTo>
                <a:close/>
                <a:moveTo>
                  <a:pt x="220002" y="350729"/>
                </a:moveTo>
                <a:lnTo>
                  <a:pt x="216985" y="351231"/>
                </a:lnTo>
                <a:lnTo>
                  <a:pt x="216386" y="351645"/>
                </a:lnTo>
                <a:lnTo>
                  <a:pt x="216129" y="352606"/>
                </a:lnTo>
                <a:lnTo>
                  <a:pt x="215277" y="397979"/>
                </a:lnTo>
                <a:lnTo>
                  <a:pt x="213445" y="400004"/>
                </a:lnTo>
                <a:lnTo>
                  <a:pt x="170408" y="399954"/>
                </a:lnTo>
                <a:lnTo>
                  <a:pt x="155250" y="399522"/>
                </a:lnTo>
                <a:lnTo>
                  <a:pt x="154068" y="397769"/>
                </a:lnTo>
                <a:lnTo>
                  <a:pt x="153500" y="392218"/>
                </a:lnTo>
                <a:lnTo>
                  <a:pt x="153321" y="352320"/>
                </a:lnTo>
                <a:lnTo>
                  <a:pt x="151494" y="351257"/>
                </a:lnTo>
                <a:lnTo>
                  <a:pt x="148964" y="350958"/>
                </a:lnTo>
                <a:lnTo>
                  <a:pt x="124875" y="350825"/>
                </a:lnTo>
                <a:lnTo>
                  <a:pt x="122946" y="352754"/>
                </a:lnTo>
                <a:lnTo>
                  <a:pt x="122946" y="481004"/>
                </a:lnTo>
                <a:lnTo>
                  <a:pt x="124310" y="482292"/>
                </a:lnTo>
                <a:lnTo>
                  <a:pt x="126586" y="483051"/>
                </a:lnTo>
                <a:lnTo>
                  <a:pt x="129417" y="483298"/>
                </a:lnTo>
                <a:lnTo>
                  <a:pt x="151345" y="483174"/>
                </a:lnTo>
                <a:lnTo>
                  <a:pt x="153418" y="481100"/>
                </a:lnTo>
                <a:lnTo>
                  <a:pt x="153396" y="440774"/>
                </a:lnTo>
                <a:lnTo>
                  <a:pt x="154039" y="431263"/>
                </a:lnTo>
                <a:lnTo>
                  <a:pt x="154761" y="429772"/>
                </a:lnTo>
                <a:lnTo>
                  <a:pt x="155718" y="429331"/>
                </a:lnTo>
                <a:lnTo>
                  <a:pt x="166581" y="429019"/>
                </a:lnTo>
                <a:lnTo>
                  <a:pt x="213541" y="428932"/>
                </a:lnTo>
                <a:lnTo>
                  <a:pt x="215518" y="431488"/>
                </a:lnTo>
                <a:lnTo>
                  <a:pt x="215518" y="481052"/>
                </a:lnTo>
                <a:lnTo>
                  <a:pt x="217929" y="483463"/>
                </a:lnTo>
                <a:lnTo>
                  <a:pt x="243434" y="483174"/>
                </a:lnTo>
                <a:lnTo>
                  <a:pt x="245604" y="481004"/>
                </a:lnTo>
                <a:lnTo>
                  <a:pt x="245411" y="353236"/>
                </a:lnTo>
                <a:lnTo>
                  <a:pt x="244117" y="351601"/>
                </a:lnTo>
                <a:lnTo>
                  <a:pt x="241619" y="351170"/>
                </a:lnTo>
                <a:lnTo>
                  <a:pt x="220002" y="350729"/>
                </a:lnTo>
                <a:close/>
                <a:moveTo>
                  <a:pt x="288080" y="351356"/>
                </a:moveTo>
                <a:lnTo>
                  <a:pt x="282940" y="352596"/>
                </a:lnTo>
                <a:lnTo>
                  <a:pt x="275966" y="355208"/>
                </a:lnTo>
                <a:lnTo>
                  <a:pt x="272314" y="357238"/>
                </a:lnTo>
                <a:lnTo>
                  <a:pt x="269012" y="360147"/>
                </a:lnTo>
                <a:lnTo>
                  <a:pt x="266194" y="363561"/>
                </a:lnTo>
                <a:lnTo>
                  <a:pt x="262969" y="369466"/>
                </a:lnTo>
                <a:lnTo>
                  <a:pt x="261552" y="373817"/>
                </a:lnTo>
                <a:lnTo>
                  <a:pt x="259875" y="382116"/>
                </a:lnTo>
                <a:lnTo>
                  <a:pt x="259466" y="400248"/>
                </a:lnTo>
                <a:lnTo>
                  <a:pt x="259634" y="451352"/>
                </a:lnTo>
                <a:lnTo>
                  <a:pt x="261816" y="460716"/>
                </a:lnTo>
                <a:lnTo>
                  <a:pt x="265146" y="468552"/>
                </a:lnTo>
                <a:lnTo>
                  <a:pt x="268274" y="472693"/>
                </a:lnTo>
                <a:lnTo>
                  <a:pt x="274511" y="477535"/>
                </a:lnTo>
                <a:lnTo>
                  <a:pt x="281993" y="480878"/>
                </a:lnTo>
                <a:lnTo>
                  <a:pt x="287663" y="482153"/>
                </a:lnTo>
                <a:lnTo>
                  <a:pt x="296313" y="482840"/>
                </a:lnTo>
                <a:lnTo>
                  <a:pt x="310209" y="483120"/>
                </a:lnTo>
                <a:lnTo>
                  <a:pt x="367489" y="483174"/>
                </a:lnTo>
                <a:lnTo>
                  <a:pt x="369321" y="480907"/>
                </a:lnTo>
                <a:lnTo>
                  <a:pt x="369243" y="459994"/>
                </a:lnTo>
                <a:lnTo>
                  <a:pt x="368984" y="456999"/>
                </a:lnTo>
                <a:lnTo>
                  <a:pt x="367995" y="455140"/>
                </a:lnTo>
                <a:lnTo>
                  <a:pt x="366162" y="454684"/>
                </a:lnTo>
                <a:lnTo>
                  <a:pt x="359752" y="454560"/>
                </a:lnTo>
                <a:lnTo>
                  <a:pt x="299652" y="454245"/>
                </a:lnTo>
                <a:lnTo>
                  <a:pt x="294909" y="451901"/>
                </a:lnTo>
                <a:lnTo>
                  <a:pt x="291577" y="448897"/>
                </a:lnTo>
                <a:lnTo>
                  <a:pt x="289806" y="444491"/>
                </a:lnTo>
                <a:lnTo>
                  <a:pt x="289286" y="438045"/>
                </a:lnTo>
                <a:lnTo>
                  <a:pt x="289546" y="433175"/>
                </a:lnTo>
                <a:lnTo>
                  <a:pt x="291311" y="431102"/>
                </a:lnTo>
                <a:lnTo>
                  <a:pt x="367441" y="430234"/>
                </a:lnTo>
                <a:lnTo>
                  <a:pt x="368570" y="428989"/>
                </a:lnTo>
                <a:lnTo>
                  <a:pt x="368996" y="427136"/>
                </a:lnTo>
                <a:lnTo>
                  <a:pt x="369321" y="415722"/>
                </a:lnTo>
                <a:lnTo>
                  <a:pt x="369321" y="403957"/>
                </a:lnTo>
                <a:lnTo>
                  <a:pt x="367489" y="401691"/>
                </a:lnTo>
                <a:lnTo>
                  <a:pt x="291229" y="400849"/>
                </a:lnTo>
                <a:lnTo>
                  <a:pt x="290254" y="400571"/>
                </a:lnTo>
                <a:lnTo>
                  <a:pt x="289750" y="399928"/>
                </a:lnTo>
                <a:lnTo>
                  <a:pt x="289299" y="396122"/>
                </a:lnTo>
                <a:lnTo>
                  <a:pt x="289792" y="388945"/>
                </a:lnTo>
                <a:lnTo>
                  <a:pt x="292207" y="383837"/>
                </a:lnTo>
                <a:lnTo>
                  <a:pt x="293649" y="382159"/>
                </a:lnTo>
                <a:lnTo>
                  <a:pt x="294911" y="381390"/>
                </a:lnTo>
                <a:lnTo>
                  <a:pt x="300809" y="379272"/>
                </a:lnTo>
                <a:lnTo>
                  <a:pt x="366766" y="379272"/>
                </a:lnTo>
                <a:lnTo>
                  <a:pt x="369321" y="377295"/>
                </a:lnTo>
                <a:lnTo>
                  <a:pt x="369321" y="352320"/>
                </a:lnTo>
                <a:lnTo>
                  <a:pt x="367052" y="351258"/>
                </a:lnTo>
                <a:lnTo>
                  <a:pt x="357110" y="350913"/>
                </a:lnTo>
                <a:lnTo>
                  <a:pt x="288080" y="351356"/>
                </a:lnTo>
                <a:close/>
                <a:moveTo>
                  <a:pt x="385570" y="351693"/>
                </a:moveTo>
                <a:lnTo>
                  <a:pt x="384750" y="352609"/>
                </a:lnTo>
                <a:lnTo>
                  <a:pt x="384750" y="481052"/>
                </a:lnTo>
                <a:lnTo>
                  <a:pt x="387113" y="483415"/>
                </a:lnTo>
                <a:lnTo>
                  <a:pt x="405133" y="483375"/>
                </a:lnTo>
                <a:lnTo>
                  <a:pt x="411932" y="482863"/>
                </a:lnTo>
                <a:lnTo>
                  <a:pt x="413524" y="482261"/>
                </a:lnTo>
                <a:lnTo>
                  <a:pt x="414546" y="481341"/>
                </a:lnTo>
                <a:lnTo>
                  <a:pt x="414914" y="479524"/>
                </a:lnTo>
                <a:lnTo>
                  <a:pt x="415274" y="440977"/>
                </a:lnTo>
                <a:lnTo>
                  <a:pt x="415684" y="437163"/>
                </a:lnTo>
                <a:lnTo>
                  <a:pt x="416478" y="435448"/>
                </a:lnTo>
                <a:lnTo>
                  <a:pt x="417777" y="434718"/>
                </a:lnTo>
                <a:lnTo>
                  <a:pt x="420759" y="434518"/>
                </a:lnTo>
                <a:lnTo>
                  <a:pt x="458465" y="434238"/>
                </a:lnTo>
                <a:lnTo>
                  <a:pt x="470297" y="433622"/>
                </a:lnTo>
                <a:lnTo>
                  <a:pt x="480890" y="431101"/>
                </a:lnTo>
                <a:lnTo>
                  <a:pt x="484985" y="429315"/>
                </a:lnTo>
                <a:lnTo>
                  <a:pt x="488622" y="427110"/>
                </a:lnTo>
                <a:lnTo>
                  <a:pt x="493172" y="423052"/>
                </a:lnTo>
                <a:lnTo>
                  <a:pt x="496061" y="419100"/>
                </a:lnTo>
                <a:lnTo>
                  <a:pt x="497645" y="415473"/>
                </a:lnTo>
                <a:lnTo>
                  <a:pt x="500079" y="406995"/>
                </a:lnTo>
                <a:lnTo>
                  <a:pt x="500356" y="383525"/>
                </a:lnTo>
                <a:lnTo>
                  <a:pt x="499903" y="377809"/>
                </a:lnTo>
                <a:lnTo>
                  <a:pt x="497071" y="367867"/>
                </a:lnTo>
                <a:lnTo>
                  <a:pt x="495068" y="364149"/>
                </a:lnTo>
                <a:lnTo>
                  <a:pt x="492400" y="360727"/>
                </a:lnTo>
                <a:lnTo>
                  <a:pt x="489259" y="357809"/>
                </a:lnTo>
                <a:lnTo>
                  <a:pt x="485832" y="355601"/>
                </a:lnTo>
                <a:lnTo>
                  <a:pt x="476739" y="352010"/>
                </a:lnTo>
                <a:lnTo>
                  <a:pt x="469366" y="351115"/>
                </a:lnTo>
                <a:lnTo>
                  <a:pt x="451214" y="350844"/>
                </a:lnTo>
                <a:lnTo>
                  <a:pt x="386341" y="350825"/>
                </a:lnTo>
                <a:lnTo>
                  <a:pt x="385570" y="351693"/>
                </a:lnTo>
                <a:close/>
                <a:moveTo>
                  <a:pt x="460205" y="379802"/>
                </a:moveTo>
                <a:lnTo>
                  <a:pt x="464999" y="381664"/>
                </a:lnTo>
                <a:lnTo>
                  <a:pt x="467202" y="383280"/>
                </a:lnTo>
                <a:lnTo>
                  <a:pt x="468717" y="385294"/>
                </a:lnTo>
                <a:lnTo>
                  <a:pt x="469896" y="389252"/>
                </a:lnTo>
                <a:lnTo>
                  <a:pt x="469987" y="393604"/>
                </a:lnTo>
                <a:lnTo>
                  <a:pt x="469192" y="398375"/>
                </a:lnTo>
                <a:lnTo>
                  <a:pt x="467471" y="400921"/>
                </a:lnTo>
                <a:lnTo>
                  <a:pt x="463881" y="403716"/>
                </a:lnTo>
                <a:lnTo>
                  <a:pt x="461952" y="404392"/>
                </a:lnTo>
                <a:lnTo>
                  <a:pt x="455480" y="404687"/>
                </a:lnTo>
                <a:lnTo>
                  <a:pt x="417102" y="404825"/>
                </a:lnTo>
                <a:lnTo>
                  <a:pt x="415125" y="402270"/>
                </a:lnTo>
                <a:lnTo>
                  <a:pt x="415423" y="384060"/>
                </a:lnTo>
                <a:lnTo>
                  <a:pt x="416242" y="380953"/>
                </a:lnTo>
                <a:lnTo>
                  <a:pt x="417825" y="379513"/>
                </a:lnTo>
                <a:lnTo>
                  <a:pt x="438581" y="379133"/>
                </a:lnTo>
                <a:lnTo>
                  <a:pt x="460205" y="379802"/>
                </a:lnTo>
                <a:close/>
                <a:moveTo>
                  <a:pt x="539759" y="351549"/>
                </a:moveTo>
                <a:lnTo>
                  <a:pt x="535238" y="352710"/>
                </a:lnTo>
                <a:lnTo>
                  <a:pt x="528752" y="355089"/>
                </a:lnTo>
                <a:lnTo>
                  <a:pt x="525446" y="357075"/>
                </a:lnTo>
                <a:lnTo>
                  <a:pt x="522155" y="359847"/>
                </a:lnTo>
                <a:lnTo>
                  <a:pt x="519205" y="363088"/>
                </a:lnTo>
                <a:lnTo>
                  <a:pt x="516923" y="366480"/>
                </a:lnTo>
                <a:lnTo>
                  <a:pt x="513245" y="375866"/>
                </a:lnTo>
                <a:lnTo>
                  <a:pt x="512385" y="385775"/>
                </a:lnTo>
                <a:lnTo>
                  <a:pt x="512132" y="398793"/>
                </a:lnTo>
                <a:lnTo>
                  <a:pt x="512036" y="481052"/>
                </a:lnTo>
                <a:lnTo>
                  <a:pt x="514398" y="483415"/>
                </a:lnTo>
                <a:lnTo>
                  <a:pt x="536458" y="483183"/>
                </a:lnTo>
                <a:lnTo>
                  <a:pt x="539941" y="482493"/>
                </a:lnTo>
                <a:lnTo>
                  <a:pt x="541398" y="481100"/>
                </a:lnTo>
                <a:lnTo>
                  <a:pt x="541808" y="469758"/>
                </a:lnTo>
                <a:lnTo>
                  <a:pt x="542206" y="394254"/>
                </a:lnTo>
                <a:lnTo>
                  <a:pt x="542689" y="388623"/>
                </a:lnTo>
                <a:lnTo>
                  <a:pt x="544469" y="383984"/>
                </a:lnTo>
                <a:lnTo>
                  <a:pt x="547719" y="381549"/>
                </a:lnTo>
                <a:lnTo>
                  <a:pt x="553523" y="379583"/>
                </a:lnTo>
                <a:lnTo>
                  <a:pt x="563369" y="379151"/>
                </a:lnTo>
                <a:lnTo>
                  <a:pt x="599400" y="379031"/>
                </a:lnTo>
                <a:lnTo>
                  <a:pt x="601232" y="376765"/>
                </a:lnTo>
                <a:lnTo>
                  <a:pt x="601100" y="354972"/>
                </a:lnTo>
                <a:lnTo>
                  <a:pt x="600800" y="352629"/>
                </a:lnTo>
                <a:lnTo>
                  <a:pt x="599738" y="350825"/>
                </a:lnTo>
                <a:lnTo>
                  <a:pt x="551864" y="350993"/>
                </a:lnTo>
                <a:lnTo>
                  <a:pt x="539759" y="351549"/>
                </a:lnTo>
                <a:close/>
                <a:moveTo>
                  <a:pt x="839170" y="362927"/>
                </a:moveTo>
                <a:lnTo>
                  <a:pt x="835115" y="365348"/>
                </a:lnTo>
                <a:lnTo>
                  <a:pt x="831061" y="366908"/>
                </a:lnTo>
                <a:lnTo>
                  <a:pt x="828117" y="368773"/>
                </a:lnTo>
                <a:lnTo>
                  <a:pt x="819589" y="376421"/>
                </a:lnTo>
                <a:lnTo>
                  <a:pt x="815303" y="379343"/>
                </a:lnTo>
                <a:lnTo>
                  <a:pt x="813750" y="381414"/>
                </a:lnTo>
                <a:lnTo>
                  <a:pt x="813375" y="383129"/>
                </a:lnTo>
                <a:lnTo>
                  <a:pt x="813753" y="383978"/>
                </a:lnTo>
                <a:lnTo>
                  <a:pt x="820208" y="390960"/>
                </a:lnTo>
                <a:lnTo>
                  <a:pt x="821405" y="393464"/>
                </a:lnTo>
                <a:lnTo>
                  <a:pt x="820330" y="400956"/>
                </a:lnTo>
                <a:lnTo>
                  <a:pt x="819785" y="411825"/>
                </a:lnTo>
                <a:lnTo>
                  <a:pt x="819268" y="413748"/>
                </a:lnTo>
                <a:lnTo>
                  <a:pt x="817804" y="416027"/>
                </a:lnTo>
                <a:lnTo>
                  <a:pt x="814966" y="418904"/>
                </a:lnTo>
                <a:lnTo>
                  <a:pt x="807782" y="417313"/>
                </a:lnTo>
                <a:lnTo>
                  <a:pt x="802004" y="419345"/>
                </a:lnTo>
                <a:lnTo>
                  <a:pt x="799652" y="419633"/>
                </a:lnTo>
                <a:lnTo>
                  <a:pt x="791978" y="417535"/>
                </a:lnTo>
                <a:lnTo>
                  <a:pt x="789040" y="417361"/>
                </a:lnTo>
                <a:lnTo>
                  <a:pt x="787779" y="417699"/>
                </a:lnTo>
                <a:lnTo>
                  <a:pt x="785332" y="419354"/>
                </a:lnTo>
                <a:lnTo>
                  <a:pt x="779499" y="426316"/>
                </a:lnTo>
                <a:lnTo>
                  <a:pt x="775133" y="430466"/>
                </a:lnTo>
                <a:lnTo>
                  <a:pt x="770638" y="433231"/>
                </a:lnTo>
                <a:lnTo>
                  <a:pt x="767839" y="434120"/>
                </a:lnTo>
                <a:lnTo>
                  <a:pt x="765343" y="434382"/>
                </a:lnTo>
                <a:lnTo>
                  <a:pt x="762521" y="436268"/>
                </a:lnTo>
                <a:lnTo>
                  <a:pt x="761515" y="438360"/>
                </a:lnTo>
                <a:lnTo>
                  <a:pt x="761381" y="440772"/>
                </a:lnTo>
                <a:lnTo>
                  <a:pt x="762268" y="443204"/>
                </a:lnTo>
                <a:lnTo>
                  <a:pt x="763763" y="444852"/>
                </a:lnTo>
                <a:lnTo>
                  <a:pt x="765680" y="445983"/>
                </a:lnTo>
                <a:lnTo>
                  <a:pt x="767721" y="446523"/>
                </a:lnTo>
                <a:lnTo>
                  <a:pt x="770370" y="446053"/>
                </a:lnTo>
                <a:lnTo>
                  <a:pt x="772289" y="444498"/>
                </a:lnTo>
                <a:lnTo>
                  <a:pt x="783475" y="437792"/>
                </a:lnTo>
                <a:lnTo>
                  <a:pt x="790022" y="430165"/>
                </a:lnTo>
                <a:lnTo>
                  <a:pt x="792106" y="428559"/>
                </a:lnTo>
                <a:lnTo>
                  <a:pt x="793594" y="428507"/>
                </a:lnTo>
                <a:lnTo>
                  <a:pt x="798994" y="430561"/>
                </a:lnTo>
                <a:lnTo>
                  <a:pt x="801888" y="431048"/>
                </a:lnTo>
                <a:lnTo>
                  <a:pt x="804288" y="430585"/>
                </a:lnTo>
                <a:lnTo>
                  <a:pt x="807204" y="428450"/>
                </a:lnTo>
                <a:lnTo>
                  <a:pt x="815663" y="428866"/>
                </a:lnTo>
                <a:lnTo>
                  <a:pt x="818298" y="428629"/>
                </a:lnTo>
                <a:lnTo>
                  <a:pt x="821476" y="427279"/>
                </a:lnTo>
                <a:lnTo>
                  <a:pt x="831356" y="419073"/>
                </a:lnTo>
                <a:lnTo>
                  <a:pt x="832088" y="417543"/>
                </a:lnTo>
                <a:lnTo>
                  <a:pt x="832102" y="416340"/>
                </a:lnTo>
                <a:lnTo>
                  <a:pt x="830086" y="410888"/>
                </a:lnTo>
                <a:lnTo>
                  <a:pt x="829734" y="404914"/>
                </a:lnTo>
                <a:lnTo>
                  <a:pt x="830676" y="400422"/>
                </a:lnTo>
                <a:lnTo>
                  <a:pt x="833006" y="394452"/>
                </a:lnTo>
                <a:lnTo>
                  <a:pt x="833288" y="392043"/>
                </a:lnTo>
                <a:lnTo>
                  <a:pt x="832319" y="388865"/>
                </a:lnTo>
                <a:lnTo>
                  <a:pt x="829533" y="385128"/>
                </a:lnTo>
                <a:lnTo>
                  <a:pt x="828804" y="383225"/>
                </a:lnTo>
                <a:lnTo>
                  <a:pt x="829866" y="381039"/>
                </a:lnTo>
                <a:lnTo>
                  <a:pt x="832667" y="378386"/>
                </a:lnTo>
                <a:lnTo>
                  <a:pt x="841796" y="372915"/>
                </a:lnTo>
                <a:lnTo>
                  <a:pt x="843331" y="371310"/>
                </a:lnTo>
                <a:lnTo>
                  <a:pt x="844290" y="366830"/>
                </a:lnTo>
                <a:lnTo>
                  <a:pt x="844088" y="363843"/>
                </a:lnTo>
                <a:lnTo>
                  <a:pt x="842008" y="362535"/>
                </a:lnTo>
                <a:lnTo>
                  <a:pt x="839170" y="362927"/>
                </a:lnTo>
                <a:close/>
                <a:moveTo>
                  <a:pt x="639948" y="508438"/>
                </a:moveTo>
                <a:lnTo>
                  <a:pt x="620566" y="508727"/>
                </a:lnTo>
                <a:lnTo>
                  <a:pt x="618348" y="510945"/>
                </a:lnTo>
                <a:lnTo>
                  <a:pt x="618244" y="630942"/>
                </a:lnTo>
                <a:lnTo>
                  <a:pt x="618348" y="638520"/>
                </a:lnTo>
                <a:lnTo>
                  <a:pt x="618916" y="639726"/>
                </a:lnTo>
                <a:lnTo>
                  <a:pt x="621362" y="640762"/>
                </a:lnTo>
                <a:lnTo>
                  <a:pt x="624770" y="641059"/>
                </a:lnTo>
                <a:lnTo>
                  <a:pt x="645830" y="641027"/>
                </a:lnTo>
                <a:lnTo>
                  <a:pt x="648000" y="639002"/>
                </a:lnTo>
                <a:lnTo>
                  <a:pt x="648121" y="552433"/>
                </a:lnTo>
                <a:lnTo>
                  <a:pt x="648327" y="542340"/>
                </a:lnTo>
                <a:lnTo>
                  <a:pt x="648905" y="539545"/>
                </a:lnTo>
                <a:lnTo>
                  <a:pt x="650266" y="538427"/>
                </a:lnTo>
                <a:lnTo>
                  <a:pt x="656561" y="538124"/>
                </a:lnTo>
                <a:lnTo>
                  <a:pt x="701134" y="537933"/>
                </a:lnTo>
                <a:lnTo>
                  <a:pt x="708144" y="538447"/>
                </a:lnTo>
                <a:lnTo>
                  <a:pt x="708991" y="539960"/>
                </a:lnTo>
                <a:lnTo>
                  <a:pt x="709266" y="541867"/>
                </a:lnTo>
                <a:lnTo>
                  <a:pt x="709665" y="556123"/>
                </a:lnTo>
                <a:lnTo>
                  <a:pt x="710100" y="639436"/>
                </a:lnTo>
                <a:lnTo>
                  <a:pt x="711443" y="640428"/>
                </a:lnTo>
                <a:lnTo>
                  <a:pt x="714856" y="640915"/>
                </a:lnTo>
                <a:lnTo>
                  <a:pt x="738498" y="641075"/>
                </a:lnTo>
                <a:lnTo>
                  <a:pt x="740137" y="639243"/>
                </a:lnTo>
                <a:lnTo>
                  <a:pt x="740208" y="537616"/>
                </a:lnTo>
                <a:lnTo>
                  <a:pt x="740053" y="514161"/>
                </a:lnTo>
                <a:lnTo>
                  <a:pt x="739698" y="510089"/>
                </a:lnTo>
                <a:lnTo>
                  <a:pt x="737196" y="508854"/>
                </a:lnTo>
                <a:lnTo>
                  <a:pt x="733145" y="508503"/>
                </a:lnTo>
                <a:lnTo>
                  <a:pt x="639948" y="508438"/>
                </a:lnTo>
                <a:close/>
                <a:moveTo>
                  <a:pt x="155732" y="509691"/>
                </a:moveTo>
                <a:lnTo>
                  <a:pt x="146635" y="511681"/>
                </a:lnTo>
                <a:lnTo>
                  <a:pt x="142742" y="513060"/>
                </a:lnTo>
                <a:lnTo>
                  <a:pt x="136175" y="516646"/>
                </a:lnTo>
                <a:lnTo>
                  <a:pt x="133463" y="518880"/>
                </a:lnTo>
                <a:lnTo>
                  <a:pt x="131106" y="521425"/>
                </a:lnTo>
                <a:lnTo>
                  <a:pt x="127386" y="527497"/>
                </a:lnTo>
                <a:lnTo>
                  <a:pt x="124169" y="537449"/>
                </a:lnTo>
                <a:lnTo>
                  <a:pt x="123576" y="543611"/>
                </a:lnTo>
                <a:lnTo>
                  <a:pt x="123278" y="563284"/>
                </a:lnTo>
                <a:lnTo>
                  <a:pt x="123183" y="629608"/>
                </a:lnTo>
                <a:lnTo>
                  <a:pt x="123477" y="640207"/>
                </a:lnTo>
                <a:lnTo>
                  <a:pt x="124111" y="641162"/>
                </a:lnTo>
                <a:lnTo>
                  <a:pt x="125411" y="641755"/>
                </a:lnTo>
                <a:lnTo>
                  <a:pt x="132307" y="642127"/>
                </a:lnTo>
                <a:lnTo>
                  <a:pt x="151538" y="641799"/>
                </a:lnTo>
                <a:lnTo>
                  <a:pt x="153321" y="639388"/>
                </a:lnTo>
                <a:lnTo>
                  <a:pt x="153843" y="550730"/>
                </a:lnTo>
                <a:lnTo>
                  <a:pt x="154141" y="546238"/>
                </a:lnTo>
                <a:lnTo>
                  <a:pt x="156371" y="542652"/>
                </a:lnTo>
                <a:lnTo>
                  <a:pt x="158963" y="540115"/>
                </a:lnTo>
                <a:lnTo>
                  <a:pt x="163467" y="539187"/>
                </a:lnTo>
                <a:lnTo>
                  <a:pt x="175426" y="538517"/>
                </a:lnTo>
                <a:lnTo>
                  <a:pt x="210066" y="538133"/>
                </a:lnTo>
                <a:lnTo>
                  <a:pt x="211422" y="537434"/>
                </a:lnTo>
                <a:lnTo>
                  <a:pt x="212052" y="536087"/>
                </a:lnTo>
                <a:lnTo>
                  <a:pt x="212584" y="529474"/>
                </a:lnTo>
                <a:lnTo>
                  <a:pt x="212625" y="511475"/>
                </a:lnTo>
                <a:lnTo>
                  <a:pt x="210793" y="509209"/>
                </a:lnTo>
                <a:lnTo>
                  <a:pt x="167705" y="509202"/>
                </a:lnTo>
                <a:lnTo>
                  <a:pt x="155732" y="509691"/>
                </a:lnTo>
                <a:close/>
                <a:moveTo>
                  <a:pt x="228680" y="509547"/>
                </a:moveTo>
                <a:lnTo>
                  <a:pt x="227330" y="510849"/>
                </a:lnTo>
                <a:lnTo>
                  <a:pt x="227120" y="519604"/>
                </a:lnTo>
                <a:lnTo>
                  <a:pt x="227798" y="637460"/>
                </a:lnTo>
                <a:lnTo>
                  <a:pt x="228968" y="640558"/>
                </a:lnTo>
                <a:lnTo>
                  <a:pt x="229645" y="641268"/>
                </a:lnTo>
                <a:lnTo>
                  <a:pt x="231035" y="641681"/>
                </a:lnTo>
                <a:lnTo>
                  <a:pt x="255783" y="642059"/>
                </a:lnTo>
                <a:lnTo>
                  <a:pt x="257469" y="640450"/>
                </a:lnTo>
                <a:lnTo>
                  <a:pt x="257852" y="637922"/>
                </a:lnTo>
                <a:lnTo>
                  <a:pt x="258070" y="600426"/>
                </a:lnTo>
                <a:lnTo>
                  <a:pt x="258363" y="596539"/>
                </a:lnTo>
                <a:lnTo>
                  <a:pt x="258923" y="594721"/>
                </a:lnTo>
                <a:lnTo>
                  <a:pt x="259827" y="594018"/>
                </a:lnTo>
                <a:lnTo>
                  <a:pt x="261308" y="593903"/>
                </a:lnTo>
                <a:lnTo>
                  <a:pt x="302407" y="593305"/>
                </a:lnTo>
                <a:lnTo>
                  <a:pt x="312282" y="592731"/>
                </a:lnTo>
                <a:lnTo>
                  <a:pt x="316825" y="591987"/>
                </a:lnTo>
                <a:lnTo>
                  <a:pt x="324011" y="590005"/>
                </a:lnTo>
                <a:lnTo>
                  <a:pt x="328758" y="587937"/>
                </a:lnTo>
                <a:lnTo>
                  <a:pt x="332781" y="585291"/>
                </a:lnTo>
                <a:lnTo>
                  <a:pt x="336139" y="582021"/>
                </a:lnTo>
                <a:lnTo>
                  <a:pt x="338890" y="578079"/>
                </a:lnTo>
                <a:lnTo>
                  <a:pt x="341349" y="572744"/>
                </a:lnTo>
                <a:lnTo>
                  <a:pt x="342169" y="569511"/>
                </a:lnTo>
                <a:lnTo>
                  <a:pt x="342755" y="558710"/>
                </a:lnTo>
                <a:lnTo>
                  <a:pt x="342562" y="532352"/>
                </a:lnTo>
                <a:lnTo>
                  <a:pt x="339042" y="524680"/>
                </a:lnTo>
                <a:lnTo>
                  <a:pt x="337306" y="522060"/>
                </a:lnTo>
                <a:lnTo>
                  <a:pt x="332979" y="517523"/>
                </a:lnTo>
                <a:lnTo>
                  <a:pt x="327534" y="513937"/>
                </a:lnTo>
                <a:lnTo>
                  <a:pt x="324400" y="512506"/>
                </a:lnTo>
                <a:lnTo>
                  <a:pt x="317327" y="510381"/>
                </a:lnTo>
                <a:lnTo>
                  <a:pt x="309625" y="509466"/>
                </a:lnTo>
                <a:lnTo>
                  <a:pt x="292799" y="509144"/>
                </a:lnTo>
                <a:lnTo>
                  <a:pt x="246602" y="509062"/>
                </a:lnTo>
                <a:lnTo>
                  <a:pt x="228680" y="509547"/>
                </a:lnTo>
                <a:close/>
                <a:moveTo>
                  <a:pt x="302593" y="538620"/>
                </a:moveTo>
                <a:lnTo>
                  <a:pt x="306383" y="539715"/>
                </a:lnTo>
                <a:lnTo>
                  <a:pt x="309012" y="541026"/>
                </a:lnTo>
                <a:lnTo>
                  <a:pt x="310776" y="542717"/>
                </a:lnTo>
                <a:lnTo>
                  <a:pt x="312429" y="545466"/>
                </a:lnTo>
                <a:lnTo>
                  <a:pt x="312429" y="557038"/>
                </a:lnTo>
                <a:lnTo>
                  <a:pt x="309879" y="560238"/>
                </a:lnTo>
                <a:lnTo>
                  <a:pt x="305534" y="563209"/>
                </a:lnTo>
                <a:lnTo>
                  <a:pt x="259971" y="563499"/>
                </a:lnTo>
                <a:lnTo>
                  <a:pt x="257946" y="560895"/>
                </a:lnTo>
                <a:lnTo>
                  <a:pt x="258149" y="542498"/>
                </a:lnTo>
                <a:lnTo>
                  <a:pt x="258764" y="539671"/>
                </a:lnTo>
                <a:lnTo>
                  <a:pt x="260020" y="538524"/>
                </a:lnTo>
                <a:lnTo>
                  <a:pt x="288388" y="537918"/>
                </a:lnTo>
                <a:lnTo>
                  <a:pt x="298124" y="538084"/>
                </a:lnTo>
                <a:lnTo>
                  <a:pt x="302593" y="538620"/>
                </a:lnTo>
                <a:close/>
                <a:moveTo>
                  <a:pt x="482095" y="509884"/>
                </a:moveTo>
                <a:lnTo>
                  <a:pt x="480938" y="510800"/>
                </a:lnTo>
                <a:lnTo>
                  <a:pt x="480821" y="619139"/>
                </a:lnTo>
                <a:lnTo>
                  <a:pt x="481004" y="633572"/>
                </a:lnTo>
                <a:lnTo>
                  <a:pt x="481869" y="641074"/>
                </a:lnTo>
                <a:lnTo>
                  <a:pt x="483011" y="641750"/>
                </a:lnTo>
                <a:lnTo>
                  <a:pt x="484990" y="641892"/>
                </a:lnTo>
                <a:lnTo>
                  <a:pt x="504984" y="642104"/>
                </a:lnTo>
                <a:lnTo>
                  <a:pt x="507993" y="641560"/>
                </a:lnTo>
                <a:lnTo>
                  <a:pt x="510348" y="639725"/>
                </a:lnTo>
                <a:lnTo>
                  <a:pt x="510598" y="550531"/>
                </a:lnTo>
                <a:lnTo>
                  <a:pt x="510782" y="540404"/>
                </a:lnTo>
                <a:lnTo>
                  <a:pt x="511439" y="539180"/>
                </a:lnTo>
                <a:lnTo>
                  <a:pt x="515296" y="538210"/>
                </a:lnTo>
                <a:lnTo>
                  <a:pt x="521885" y="537964"/>
                </a:lnTo>
                <a:lnTo>
                  <a:pt x="568929" y="537897"/>
                </a:lnTo>
                <a:lnTo>
                  <a:pt x="571918" y="540597"/>
                </a:lnTo>
                <a:lnTo>
                  <a:pt x="571967" y="613497"/>
                </a:lnTo>
                <a:lnTo>
                  <a:pt x="572400" y="639291"/>
                </a:lnTo>
                <a:lnTo>
                  <a:pt x="575920" y="642040"/>
                </a:lnTo>
                <a:lnTo>
                  <a:pt x="593214" y="641993"/>
                </a:lnTo>
                <a:lnTo>
                  <a:pt x="600158" y="641582"/>
                </a:lnTo>
                <a:lnTo>
                  <a:pt x="602196" y="638954"/>
                </a:lnTo>
                <a:lnTo>
                  <a:pt x="602196" y="511331"/>
                </a:lnTo>
                <a:lnTo>
                  <a:pt x="599834" y="508968"/>
                </a:lnTo>
                <a:lnTo>
                  <a:pt x="483204" y="508968"/>
                </a:lnTo>
                <a:lnTo>
                  <a:pt x="482095" y="509884"/>
                </a:lnTo>
                <a:close/>
                <a:moveTo>
                  <a:pt x="355146" y="511041"/>
                </a:moveTo>
                <a:lnTo>
                  <a:pt x="353816" y="513279"/>
                </a:lnTo>
                <a:lnTo>
                  <a:pt x="353572" y="515731"/>
                </a:lnTo>
                <a:lnTo>
                  <a:pt x="353666" y="556733"/>
                </a:lnTo>
                <a:lnTo>
                  <a:pt x="354098" y="568663"/>
                </a:lnTo>
                <a:lnTo>
                  <a:pt x="355388" y="574098"/>
                </a:lnTo>
                <a:lnTo>
                  <a:pt x="358254" y="578951"/>
                </a:lnTo>
                <a:lnTo>
                  <a:pt x="361049" y="582386"/>
                </a:lnTo>
                <a:lnTo>
                  <a:pt x="364319" y="585340"/>
                </a:lnTo>
                <a:lnTo>
                  <a:pt x="370164" y="588908"/>
                </a:lnTo>
                <a:lnTo>
                  <a:pt x="380461" y="592435"/>
                </a:lnTo>
                <a:lnTo>
                  <a:pt x="391393" y="593346"/>
                </a:lnTo>
                <a:lnTo>
                  <a:pt x="434700" y="594066"/>
                </a:lnTo>
                <a:lnTo>
                  <a:pt x="436641" y="594776"/>
                </a:lnTo>
                <a:lnTo>
                  <a:pt x="437388" y="595778"/>
                </a:lnTo>
                <a:lnTo>
                  <a:pt x="437962" y="600008"/>
                </a:lnTo>
                <a:lnTo>
                  <a:pt x="438027" y="607084"/>
                </a:lnTo>
                <a:lnTo>
                  <a:pt x="433988" y="611699"/>
                </a:lnTo>
                <a:lnTo>
                  <a:pt x="430777" y="613086"/>
                </a:lnTo>
                <a:lnTo>
                  <a:pt x="419506" y="613958"/>
                </a:lnTo>
                <a:lnTo>
                  <a:pt x="370714" y="614208"/>
                </a:lnTo>
                <a:lnTo>
                  <a:pt x="361952" y="614474"/>
                </a:lnTo>
                <a:lnTo>
                  <a:pt x="360729" y="614857"/>
                </a:lnTo>
                <a:lnTo>
                  <a:pt x="359773" y="615848"/>
                </a:lnTo>
                <a:lnTo>
                  <a:pt x="359172" y="617709"/>
                </a:lnTo>
                <a:lnTo>
                  <a:pt x="358768" y="623052"/>
                </a:lnTo>
                <a:lnTo>
                  <a:pt x="358944" y="638745"/>
                </a:lnTo>
                <a:lnTo>
                  <a:pt x="359360" y="641086"/>
                </a:lnTo>
                <a:lnTo>
                  <a:pt x="360091" y="642334"/>
                </a:lnTo>
                <a:lnTo>
                  <a:pt x="361871" y="643064"/>
                </a:lnTo>
                <a:lnTo>
                  <a:pt x="371527" y="643365"/>
                </a:lnTo>
                <a:lnTo>
                  <a:pt x="437545" y="643486"/>
                </a:lnTo>
                <a:lnTo>
                  <a:pt x="450984" y="639346"/>
                </a:lnTo>
                <a:lnTo>
                  <a:pt x="456503" y="636181"/>
                </a:lnTo>
                <a:lnTo>
                  <a:pt x="459773" y="633307"/>
                </a:lnTo>
                <a:lnTo>
                  <a:pt x="463586" y="628534"/>
                </a:lnTo>
                <a:lnTo>
                  <a:pt x="465998" y="623344"/>
                </a:lnTo>
                <a:lnTo>
                  <a:pt x="467293" y="617740"/>
                </a:lnTo>
                <a:lnTo>
                  <a:pt x="467373" y="529513"/>
                </a:lnTo>
                <a:lnTo>
                  <a:pt x="467160" y="517677"/>
                </a:lnTo>
                <a:lnTo>
                  <a:pt x="466215" y="511313"/>
                </a:lnTo>
                <a:lnTo>
                  <a:pt x="463933" y="510268"/>
                </a:lnTo>
                <a:lnTo>
                  <a:pt x="452467" y="509920"/>
                </a:lnTo>
                <a:lnTo>
                  <a:pt x="441093" y="510268"/>
                </a:lnTo>
                <a:lnTo>
                  <a:pt x="440100" y="510463"/>
                </a:lnTo>
                <a:lnTo>
                  <a:pt x="439008" y="511355"/>
                </a:lnTo>
                <a:lnTo>
                  <a:pt x="438123" y="515182"/>
                </a:lnTo>
                <a:lnTo>
                  <a:pt x="437900" y="521123"/>
                </a:lnTo>
                <a:lnTo>
                  <a:pt x="437930" y="562004"/>
                </a:lnTo>
                <a:lnTo>
                  <a:pt x="436590" y="563417"/>
                </a:lnTo>
                <a:lnTo>
                  <a:pt x="433972" y="564310"/>
                </a:lnTo>
                <a:lnTo>
                  <a:pt x="430304" y="564617"/>
                </a:lnTo>
                <a:lnTo>
                  <a:pt x="397334" y="564945"/>
                </a:lnTo>
                <a:lnTo>
                  <a:pt x="390167" y="563186"/>
                </a:lnTo>
                <a:lnTo>
                  <a:pt x="387317" y="561986"/>
                </a:lnTo>
                <a:lnTo>
                  <a:pt x="385176" y="559408"/>
                </a:lnTo>
                <a:lnTo>
                  <a:pt x="383423" y="555038"/>
                </a:lnTo>
                <a:lnTo>
                  <a:pt x="382988" y="550994"/>
                </a:lnTo>
                <a:lnTo>
                  <a:pt x="384310" y="543164"/>
                </a:lnTo>
                <a:lnTo>
                  <a:pt x="384594" y="522332"/>
                </a:lnTo>
                <a:lnTo>
                  <a:pt x="384316" y="515357"/>
                </a:lnTo>
                <a:lnTo>
                  <a:pt x="383361" y="512338"/>
                </a:lnTo>
                <a:lnTo>
                  <a:pt x="380652" y="510174"/>
                </a:lnTo>
                <a:lnTo>
                  <a:pt x="356304" y="509884"/>
                </a:lnTo>
                <a:lnTo>
                  <a:pt x="355146" y="511041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plate"/>
          <p:cNvSpPr/>
          <p:nvPr/>
        </p:nvSpPr>
        <p:spPr>
          <a:xfrm>
            <a:off x="6780344" y="10276252"/>
            <a:ext cx="311656" cy="415747"/>
          </a:xfrm>
          <a:prstGeom prst="rect">
            <a:avLst/>
          </a:prstGeom>
          <a:solidFill>
            <a:srgbClr val="F3F1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folio: 15"/>
          <p:cNvSpPr txBox="1"/>
          <p:nvPr/>
        </p:nvSpPr>
        <p:spPr>
          <a:xfrm>
            <a:off x="648000" y="10355540"/>
            <a:ext cx="6336000" cy="1377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75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A6672"/>
                </a:solidFill>
                <a:latin typeface="Onest SemiBold"/>
                <a:ea typeface="Onest SemiBold"/>
                <a:cs typeface="Onest SemiBol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itle: ДЕКОРАТИВНОЕ"/>
          <p:cNvSpPr txBox="1"/>
          <p:nvPr/>
        </p:nvSpPr>
        <p:spPr>
          <a:xfrm>
            <a:off x="576000" y="1674521"/>
            <a:ext cx="5448960" cy="121386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916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121">
                <a:solidFill>
                  <a:srgbClr val="F3F1EC"/>
                </a:solidFill>
                <a:latin typeface="PT Serif"/>
                <a:ea typeface="PT Serif"/>
                <a:cs typeface="PT Serif"/>
              </a:rPr>
              <a:t>ДЕКОРАТИВНОЕ</a:t>
            </a:r>
          </a:p>
          <a:p>
            <a:pPr algn="l">
              <a:lnSpc>
                <a:spcPts val="2916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121">
                <a:solidFill>
                  <a:srgbClr val="F3F1EC"/>
                </a:solidFill>
                <a:latin typeface="PT Serif"/>
                <a:ea typeface="PT Serif"/>
                <a:cs typeface="PT Serif"/>
              </a:rPr>
              <a:t>И АРХИТЕКТУРНОЕ</a:t>
            </a:r>
          </a:p>
          <a:p>
            <a:pPr algn="l">
              <a:lnSpc>
                <a:spcPts val="2916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121">
                <a:solidFill>
                  <a:srgbClr val="F3F1EC"/>
                </a:solidFill>
                <a:latin typeface="PT Serif"/>
                <a:ea typeface="PT Serif"/>
                <a:cs typeface="PT Serif"/>
              </a:rPr>
              <a:t>ОСВЕЩЕНИЕ</a:t>
            </a:r>
          </a:p>
        </p:txBody>
      </p:sp>
      <p:cxnSp>
        <p:nvCxnSpPr>
          <p:cNvPr id="4" name="motif"/>
          <p:cNvCxnSpPr/>
          <p:nvPr/>
        </p:nvCxnSpPr>
        <p:spPr>
          <a:xfrm>
            <a:off x="576000" y="3247006"/>
            <a:ext cx="5195520" cy="0"/>
          </a:xfrm>
          <a:prstGeom prst="line">
            <a:avLst/>
          </a:prstGeom>
          <a:ln w="5080">
            <a:solidFill>
              <a:srgbClr val="696385"/>
            </a:solidFill>
          </a:ln>
          <a:effectLst/>
        </p:spPr>
      </p:cxnSp>
      <p:sp>
        <p:nvSpPr>
          <p:cNvPr id="5" name="marker"/>
          <p:cNvSpPr/>
          <p:nvPr/>
        </p:nvSpPr>
        <p:spPr>
          <a:xfrm>
            <a:off x="576000" y="3381246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item: Проектирование"/>
          <p:cNvSpPr txBox="1"/>
          <p:nvPr/>
        </p:nvSpPr>
        <p:spPr>
          <a:xfrm>
            <a:off x="792000" y="3324096"/>
            <a:ext cx="4979520" cy="203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Проектирование</a:t>
            </a:r>
          </a:p>
        </p:txBody>
      </p:sp>
      <p:cxnSp>
        <p:nvCxnSpPr>
          <p:cNvPr id="7" name="motif"/>
          <p:cNvCxnSpPr/>
          <p:nvPr/>
        </p:nvCxnSpPr>
        <p:spPr>
          <a:xfrm>
            <a:off x="576000" y="3596131"/>
            <a:ext cx="5195520" cy="0"/>
          </a:xfrm>
          <a:prstGeom prst="line">
            <a:avLst/>
          </a:prstGeom>
          <a:ln w="5080">
            <a:solidFill>
              <a:srgbClr val="696385"/>
            </a:solidFill>
          </a:ln>
          <a:effectLst/>
        </p:spPr>
      </p:cxnSp>
      <p:sp>
        <p:nvSpPr>
          <p:cNvPr id="8" name="marker"/>
          <p:cNvSpPr/>
          <p:nvPr/>
        </p:nvSpPr>
        <p:spPr>
          <a:xfrm>
            <a:off x="576000" y="3730371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item: Монтажные работы"/>
          <p:cNvSpPr txBox="1"/>
          <p:nvPr/>
        </p:nvSpPr>
        <p:spPr>
          <a:xfrm>
            <a:off x="792000" y="3673221"/>
            <a:ext cx="4979520" cy="203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Монтажные работы</a:t>
            </a:r>
          </a:p>
        </p:txBody>
      </p:sp>
      <p:cxnSp>
        <p:nvCxnSpPr>
          <p:cNvPr id="10" name="motif"/>
          <p:cNvCxnSpPr/>
          <p:nvPr/>
        </p:nvCxnSpPr>
        <p:spPr>
          <a:xfrm>
            <a:off x="576000" y="3945256"/>
            <a:ext cx="5195520" cy="0"/>
          </a:xfrm>
          <a:prstGeom prst="line">
            <a:avLst/>
          </a:prstGeom>
          <a:ln w="5080">
            <a:solidFill>
              <a:srgbClr val="696385"/>
            </a:solidFill>
          </a:ln>
          <a:effectLst/>
        </p:spPr>
      </p:cxnSp>
      <p:pic>
        <p:nvPicPr>
          <p:cNvPr id="11" name="image" descr="5bf36420eec13563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5132160"/>
            <a:ext cx="7560000" cy="5559840"/>
          </a:xfrm>
          <a:prstGeom prst="rect">
            <a:avLst/>
          </a:prstGeom>
        </p:spPr>
      </p:pic>
      <p:sp>
        <p:nvSpPr>
          <p:cNvPr id="12" name="plate"/>
          <p:cNvSpPr/>
          <p:nvPr/>
        </p:nvSpPr>
        <p:spPr>
          <a:xfrm>
            <a:off x="468000" y="10276252"/>
            <a:ext cx="312368" cy="415747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folio: 16"/>
          <p:cNvSpPr txBox="1"/>
          <p:nvPr/>
        </p:nvSpPr>
        <p:spPr>
          <a:xfrm>
            <a:off x="576000" y="10355540"/>
            <a:ext cx="6336000" cy="1377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A39EB0"/>
                </a:solidFill>
                <a:latin typeface="Onest SemiBold"/>
                <a:ea typeface="Onest SemiBold"/>
                <a:cs typeface="Onest SemiBol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logo"/>
          <p:cNvSpPr/>
          <p:nvPr/>
        </p:nvSpPr>
        <p:spPr>
          <a:xfrm>
            <a:off x="5919911" y="582603"/>
            <a:ext cx="1056269" cy="643486"/>
          </a:xfrm>
          <a:custGeom>
            <a:avLst/>
            <a:gdLst/>
            <a:ahLst/>
            <a:cxnLst/>
            <a:rect l="0" t="0" r="r" b="b"/>
            <a:pathLst>
              <a:path w="1056269" h="643486">
                <a:moveTo>
                  <a:pt x="990129" y="307"/>
                </a:moveTo>
                <a:lnTo>
                  <a:pt x="984765" y="2441"/>
                </a:lnTo>
                <a:lnTo>
                  <a:pt x="980334" y="4783"/>
                </a:lnTo>
                <a:lnTo>
                  <a:pt x="973784" y="15399"/>
                </a:lnTo>
                <a:lnTo>
                  <a:pt x="945108" y="29884"/>
                </a:lnTo>
                <a:lnTo>
                  <a:pt x="936215" y="35779"/>
                </a:lnTo>
                <a:lnTo>
                  <a:pt x="925637" y="44186"/>
                </a:lnTo>
                <a:lnTo>
                  <a:pt x="922678" y="47590"/>
                </a:lnTo>
                <a:lnTo>
                  <a:pt x="919642" y="52792"/>
                </a:lnTo>
                <a:lnTo>
                  <a:pt x="914571" y="59051"/>
                </a:lnTo>
                <a:lnTo>
                  <a:pt x="913179" y="62022"/>
                </a:lnTo>
                <a:lnTo>
                  <a:pt x="913123" y="64251"/>
                </a:lnTo>
                <a:lnTo>
                  <a:pt x="914088" y="66524"/>
                </a:lnTo>
                <a:lnTo>
                  <a:pt x="918250" y="70371"/>
                </a:lnTo>
                <a:lnTo>
                  <a:pt x="918820" y="71628"/>
                </a:lnTo>
                <a:lnTo>
                  <a:pt x="917254" y="72548"/>
                </a:lnTo>
                <a:lnTo>
                  <a:pt x="912540" y="73833"/>
                </a:lnTo>
                <a:lnTo>
                  <a:pt x="910998" y="74930"/>
                </a:lnTo>
                <a:lnTo>
                  <a:pt x="907953" y="81097"/>
                </a:lnTo>
                <a:lnTo>
                  <a:pt x="901179" y="88226"/>
                </a:lnTo>
                <a:lnTo>
                  <a:pt x="898935" y="91512"/>
                </a:lnTo>
                <a:lnTo>
                  <a:pt x="896496" y="96302"/>
                </a:lnTo>
                <a:lnTo>
                  <a:pt x="894904" y="96871"/>
                </a:lnTo>
                <a:lnTo>
                  <a:pt x="892716" y="96691"/>
                </a:lnTo>
                <a:lnTo>
                  <a:pt x="886793" y="93872"/>
                </a:lnTo>
                <a:lnTo>
                  <a:pt x="885232" y="93566"/>
                </a:lnTo>
                <a:lnTo>
                  <a:pt x="879043" y="95049"/>
                </a:lnTo>
                <a:lnTo>
                  <a:pt x="874648" y="96727"/>
                </a:lnTo>
                <a:lnTo>
                  <a:pt x="871795" y="98579"/>
                </a:lnTo>
                <a:lnTo>
                  <a:pt x="870301" y="100254"/>
                </a:lnTo>
                <a:lnTo>
                  <a:pt x="863433" y="110615"/>
                </a:lnTo>
                <a:lnTo>
                  <a:pt x="859275" y="113693"/>
                </a:lnTo>
                <a:lnTo>
                  <a:pt x="856327" y="114619"/>
                </a:lnTo>
                <a:lnTo>
                  <a:pt x="854159" y="114634"/>
                </a:lnTo>
                <a:lnTo>
                  <a:pt x="848178" y="110817"/>
                </a:lnTo>
                <a:lnTo>
                  <a:pt x="844691" y="109921"/>
                </a:lnTo>
                <a:lnTo>
                  <a:pt x="840996" y="110094"/>
                </a:lnTo>
                <a:lnTo>
                  <a:pt x="837278" y="111327"/>
                </a:lnTo>
                <a:lnTo>
                  <a:pt x="830309" y="115701"/>
                </a:lnTo>
                <a:lnTo>
                  <a:pt x="812274" y="124472"/>
                </a:lnTo>
                <a:lnTo>
                  <a:pt x="810392" y="125926"/>
                </a:lnTo>
                <a:lnTo>
                  <a:pt x="808602" y="128847"/>
                </a:lnTo>
                <a:lnTo>
                  <a:pt x="809498" y="136259"/>
                </a:lnTo>
                <a:lnTo>
                  <a:pt x="811743" y="141043"/>
                </a:lnTo>
                <a:lnTo>
                  <a:pt x="811639" y="143299"/>
                </a:lnTo>
                <a:lnTo>
                  <a:pt x="809504" y="144904"/>
                </a:lnTo>
                <a:lnTo>
                  <a:pt x="803387" y="146819"/>
                </a:lnTo>
                <a:lnTo>
                  <a:pt x="799989" y="149218"/>
                </a:lnTo>
                <a:lnTo>
                  <a:pt x="798039" y="148765"/>
                </a:lnTo>
                <a:lnTo>
                  <a:pt x="794559" y="146688"/>
                </a:lnTo>
                <a:lnTo>
                  <a:pt x="786966" y="141660"/>
                </a:lnTo>
                <a:lnTo>
                  <a:pt x="777514" y="134651"/>
                </a:lnTo>
                <a:lnTo>
                  <a:pt x="758690" y="122136"/>
                </a:lnTo>
                <a:lnTo>
                  <a:pt x="747605" y="114310"/>
                </a:lnTo>
                <a:lnTo>
                  <a:pt x="734049" y="103713"/>
                </a:lnTo>
                <a:lnTo>
                  <a:pt x="711398" y="87282"/>
                </a:lnTo>
                <a:lnTo>
                  <a:pt x="707893" y="85299"/>
                </a:lnTo>
                <a:lnTo>
                  <a:pt x="706225" y="85513"/>
                </a:lnTo>
                <a:lnTo>
                  <a:pt x="705447" y="86702"/>
                </a:lnTo>
                <a:lnTo>
                  <a:pt x="706106" y="89234"/>
                </a:lnTo>
                <a:lnTo>
                  <a:pt x="707056" y="90691"/>
                </a:lnTo>
                <a:lnTo>
                  <a:pt x="709522" y="92736"/>
                </a:lnTo>
                <a:lnTo>
                  <a:pt x="728697" y="106781"/>
                </a:lnTo>
                <a:lnTo>
                  <a:pt x="751732" y="122897"/>
                </a:lnTo>
                <a:lnTo>
                  <a:pt x="765770" y="133493"/>
                </a:lnTo>
                <a:lnTo>
                  <a:pt x="771437" y="137312"/>
                </a:lnTo>
                <a:lnTo>
                  <a:pt x="776142" y="139562"/>
                </a:lnTo>
                <a:lnTo>
                  <a:pt x="781474" y="142851"/>
                </a:lnTo>
                <a:lnTo>
                  <a:pt x="785655" y="146180"/>
                </a:lnTo>
                <a:lnTo>
                  <a:pt x="787681" y="148503"/>
                </a:lnTo>
                <a:lnTo>
                  <a:pt x="788375" y="150255"/>
                </a:lnTo>
                <a:lnTo>
                  <a:pt x="789027" y="160620"/>
                </a:lnTo>
                <a:lnTo>
                  <a:pt x="786500" y="160654"/>
                </a:lnTo>
                <a:lnTo>
                  <a:pt x="784862" y="159571"/>
                </a:lnTo>
                <a:lnTo>
                  <a:pt x="783393" y="157474"/>
                </a:lnTo>
                <a:lnTo>
                  <a:pt x="781622" y="153577"/>
                </a:lnTo>
                <a:lnTo>
                  <a:pt x="779910" y="151326"/>
                </a:lnTo>
                <a:lnTo>
                  <a:pt x="771756" y="142974"/>
                </a:lnTo>
                <a:lnTo>
                  <a:pt x="769312" y="140932"/>
                </a:lnTo>
                <a:lnTo>
                  <a:pt x="767499" y="140113"/>
                </a:lnTo>
                <a:lnTo>
                  <a:pt x="765865" y="140315"/>
                </a:lnTo>
                <a:lnTo>
                  <a:pt x="761593" y="142299"/>
                </a:lnTo>
                <a:lnTo>
                  <a:pt x="753204" y="142540"/>
                </a:lnTo>
                <a:lnTo>
                  <a:pt x="749509" y="147584"/>
                </a:lnTo>
                <a:lnTo>
                  <a:pt x="748063" y="153309"/>
                </a:lnTo>
                <a:lnTo>
                  <a:pt x="746768" y="154275"/>
                </a:lnTo>
                <a:lnTo>
                  <a:pt x="743981" y="155306"/>
                </a:lnTo>
                <a:lnTo>
                  <a:pt x="741838" y="155282"/>
                </a:lnTo>
                <a:lnTo>
                  <a:pt x="736928" y="152601"/>
                </a:lnTo>
                <a:lnTo>
                  <a:pt x="734080" y="151761"/>
                </a:lnTo>
                <a:lnTo>
                  <a:pt x="726005" y="153635"/>
                </a:lnTo>
                <a:lnTo>
                  <a:pt x="722608" y="153980"/>
                </a:lnTo>
                <a:lnTo>
                  <a:pt x="720441" y="153701"/>
                </a:lnTo>
                <a:lnTo>
                  <a:pt x="716327" y="150447"/>
                </a:lnTo>
                <a:lnTo>
                  <a:pt x="714536" y="147843"/>
                </a:lnTo>
                <a:lnTo>
                  <a:pt x="716034" y="142306"/>
                </a:lnTo>
                <a:lnTo>
                  <a:pt x="716782" y="133751"/>
                </a:lnTo>
                <a:lnTo>
                  <a:pt x="716512" y="130100"/>
                </a:lnTo>
                <a:lnTo>
                  <a:pt x="714936" y="127653"/>
                </a:lnTo>
                <a:lnTo>
                  <a:pt x="709232" y="122338"/>
                </a:lnTo>
                <a:lnTo>
                  <a:pt x="705776" y="120054"/>
                </a:lnTo>
                <a:lnTo>
                  <a:pt x="702875" y="119395"/>
                </a:lnTo>
                <a:lnTo>
                  <a:pt x="694655" y="119133"/>
                </a:lnTo>
                <a:lnTo>
                  <a:pt x="691652" y="118631"/>
                </a:lnTo>
                <a:lnTo>
                  <a:pt x="690721" y="117815"/>
                </a:lnTo>
                <a:lnTo>
                  <a:pt x="689830" y="114026"/>
                </a:lnTo>
                <a:lnTo>
                  <a:pt x="688886" y="112448"/>
                </a:lnTo>
                <a:lnTo>
                  <a:pt x="687004" y="111273"/>
                </a:lnTo>
                <a:lnTo>
                  <a:pt x="682377" y="109609"/>
                </a:lnTo>
                <a:lnTo>
                  <a:pt x="677103" y="111550"/>
                </a:lnTo>
                <a:lnTo>
                  <a:pt x="673891" y="114190"/>
                </a:lnTo>
                <a:lnTo>
                  <a:pt x="674455" y="125887"/>
                </a:lnTo>
                <a:lnTo>
                  <a:pt x="675211" y="129461"/>
                </a:lnTo>
                <a:lnTo>
                  <a:pt x="675614" y="129920"/>
                </a:lnTo>
                <a:lnTo>
                  <a:pt x="676735" y="129886"/>
                </a:lnTo>
                <a:lnTo>
                  <a:pt x="680641" y="127610"/>
                </a:lnTo>
                <a:lnTo>
                  <a:pt x="682286" y="127672"/>
                </a:lnTo>
                <a:lnTo>
                  <a:pt x="684122" y="128410"/>
                </a:lnTo>
                <a:lnTo>
                  <a:pt x="693709" y="135525"/>
                </a:lnTo>
                <a:lnTo>
                  <a:pt x="700980" y="142389"/>
                </a:lnTo>
                <a:lnTo>
                  <a:pt x="701464" y="144697"/>
                </a:lnTo>
                <a:lnTo>
                  <a:pt x="701117" y="146026"/>
                </a:lnTo>
                <a:lnTo>
                  <a:pt x="699209" y="149325"/>
                </a:lnTo>
                <a:lnTo>
                  <a:pt x="694313" y="155679"/>
                </a:lnTo>
                <a:lnTo>
                  <a:pt x="693043" y="158983"/>
                </a:lnTo>
                <a:lnTo>
                  <a:pt x="693053" y="160668"/>
                </a:lnTo>
                <a:lnTo>
                  <a:pt x="693789" y="163376"/>
                </a:lnTo>
                <a:lnTo>
                  <a:pt x="695126" y="165711"/>
                </a:lnTo>
                <a:lnTo>
                  <a:pt x="696911" y="167504"/>
                </a:lnTo>
                <a:lnTo>
                  <a:pt x="699998" y="168866"/>
                </a:lnTo>
                <a:lnTo>
                  <a:pt x="703861" y="169063"/>
                </a:lnTo>
                <a:lnTo>
                  <a:pt x="709414" y="168253"/>
                </a:lnTo>
                <a:lnTo>
                  <a:pt x="714843" y="166243"/>
                </a:lnTo>
                <a:lnTo>
                  <a:pt x="719020" y="166852"/>
                </a:lnTo>
                <a:lnTo>
                  <a:pt x="724160" y="165624"/>
                </a:lnTo>
                <a:lnTo>
                  <a:pt x="726519" y="166565"/>
                </a:lnTo>
                <a:lnTo>
                  <a:pt x="758636" y="193750"/>
                </a:lnTo>
                <a:lnTo>
                  <a:pt x="760031" y="195403"/>
                </a:lnTo>
                <a:lnTo>
                  <a:pt x="763630" y="197962"/>
                </a:lnTo>
                <a:lnTo>
                  <a:pt x="773369" y="206281"/>
                </a:lnTo>
                <a:lnTo>
                  <a:pt x="782988" y="215012"/>
                </a:lnTo>
                <a:lnTo>
                  <a:pt x="789551" y="219837"/>
                </a:lnTo>
                <a:lnTo>
                  <a:pt x="792119" y="222990"/>
                </a:lnTo>
                <a:lnTo>
                  <a:pt x="799661" y="229348"/>
                </a:lnTo>
                <a:lnTo>
                  <a:pt x="804582" y="232935"/>
                </a:lnTo>
                <a:lnTo>
                  <a:pt x="805727" y="234276"/>
                </a:lnTo>
                <a:lnTo>
                  <a:pt x="808260" y="234750"/>
                </a:lnTo>
                <a:lnTo>
                  <a:pt x="809348" y="233928"/>
                </a:lnTo>
                <a:lnTo>
                  <a:pt x="809290" y="232777"/>
                </a:lnTo>
                <a:lnTo>
                  <a:pt x="805379" y="229009"/>
                </a:lnTo>
                <a:lnTo>
                  <a:pt x="801566" y="226225"/>
                </a:lnTo>
                <a:lnTo>
                  <a:pt x="795704" y="220743"/>
                </a:lnTo>
                <a:lnTo>
                  <a:pt x="790840" y="217943"/>
                </a:lnTo>
                <a:lnTo>
                  <a:pt x="787394" y="215349"/>
                </a:lnTo>
                <a:lnTo>
                  <a:pt x="785465" y="213054"/>
                </a:lnTo>
                <a:lnTo>
                  <a:pt x="777561" y="207340"/>
                </a:lnTo>
                <a:lnTo>
                  <a:pt x="740372" y="172697"/>
                </a:lnTo>
                <a:lnTo>
                  <a:pt x="738770" y="170436"/>
                </a:lnTo>
                <a:lnTo>
                  <a:pt x="738772" y="167988"/>
                </a:lnTo>
                <a:lnTo>
                  <a:pt x="740850" y="166539"/>
                </a:lnTo>
                <a:lnTo>
                  <a:pt x="749328" y="164908"/>
                </a:lnTo>
                <a:lnTo>
                  <a:pt x="753778" y="163198"/>
                </a:lnTo>
                <a:lnTo>
                  <a:pt x="756160" y="161451"/>
                </a:lnTo>
                <a:lnTo>
                  <a:pt x="757962" y="159299"/>
                </a:lnTo>
                <a:lnTo>
                  <a:pt x="760514" y="153798"/>
                </a:lnTo>
                <a:lnTo>
                  <a:pt x="762438" y="152921"/>
                </a:lnTo>
                <a:lnTo>
                  <a:pt x="764667" y="152882"/>
                </a:lnTo>
                <a:lnTo>
                  <a:pt x="768169" y="154153"/>
                </a:lnTo>
                <a:lnTo>
                  <a:pt x="770561" y="156136"/>
                </a:lnTo>
                <a:lnTo>
                  <a:pt x="771670" y="163947"/>
                </a:lnTo>
                <a:lnTo>
                  <a:pt x="782991" y="172282"/>
                </a:lnTo>
                <a:lnTo>
                  <a:pt x="786576" y="173075"/>
                </a:lnTo>
                <a:lnTo>
                  <a:pt x="802334" y="173975"/>
                </a:lnTo>
                <a:lnTo>
                  <a:pt x="803870" y="172444"/>
                </a:lnTo>
                <a:lnTo>
                  <a:pt x="804148" y="171311"/>
                </a:lnTo>
                <a:lnTo>
                  <a:pt x="802065" y="166040"/>
                </a:lnTo>
                <a:lnTo>
                  <a:pt x="801984" y="163519"/>
                </a:lnTo>
                <a:lnTo>
                  <a:pt x="803492" y="162104"/>
                </a:lnTo>
                <a:lnTo>
                  <a:pt x="806984" y="162014"/>
                </a:lnTo>
                <a:lnTo>
                  <a:pt x="814619" y="166384"/>
                </a:lnTo>
                <a:lnTo>
                  <a:pt x="820794" y="170878"/>
                </a:lnTo>
                <a:lnTo>
                  <a:pt x="826670" y="174331"/>
                </a:lnTo>
                <a:lnTo>
                  <a:pt x="852261" y="191465"/>
                </a:lnTo>
                <a:lnTo>
                  <a:pt x="853906" y="192101"/>
                </a:lnTo>
                <a:lnTo>
                  <a:pt x="855421" y="191895"/>
                </a:lnTo>
                <a:lnTo>
                  <a:pt x="855962" y="191491"/>
                </a:lnTo>
                <a:lnTo>
                  <a:pt x="856124" y="190224"/>
                </a:lnTo>
                <a:lnTo>
                  <a:pt x="855175" y="188549"/>
                </a:lnTo>
                <a:lnTo>
                  <a:pt x="853254" y="186715"/>
                </a:lnTo>
                <a:lnTo>
                  <a:pt x="826435" y="168774"/>
                </a:lnTo>
                <a:lnTo>
                  <a:pt x="821312" y="164797"/>
                </a:lnTo>
                <a:lnTo>
                  <a:pt x="815173" y="160983"/>
                </a:lnTo>
                <a:lnTo>
                  <a:pt x="812000" y="157727"/>
                </a:lnTo>
                <a:lnTo>
                  <a:pt x="811394" y="156210"/>
                </a:lnTo>
                <a:lnTo>
                  <a:pt x="811678" y="155542"/>
                </a:lnTo>
                <a:lnTo>
                  <a:pt x="816563" y="153629"/>
                </a:lnTo>
                <a:lnTo>
                  <a:pt x="825911" y="144757"/>
                </a:lnTo>
                <a:lnTo>
                  <a:pt x="825658" y="140881"/>
                </a:lnTo>
                <a:lnTo>
                  <a:pt x="820944" y="134534"/>
                </a:lnTo>
                <a:lnTo>
                  <a:pt x="820596" y="133289"/>
                </a:lnTo>
                <a:lnTo>
                  <a:pt x="821062" y="131777"/>
                </a:lnTo>
                <a:lnTo>
                  <a:pt x="825835" y="128789"/>
                </a:lnTo>
                <a:lnTo>
                  <a:pt x="835070" y="125069"/>
                </a:lnTo>
                <a:lnTo>
                  <a:pt x="845183" y="126055"/>
                </a:lnTo>
                <a:lnTo>
                  <a:pt x="866170" y="122531"/>
                </a:lnTo>
                <a:lnTo>
                  <a:pt x="868213" y="121153"/>
                </a:lnTo>
                <a:lnTo>
                  <a:pt x="869774" y="119457"/>
                </a:lnTo>
                <a:lnTo>
                  <a:pt x="877829" y="107659"/>
                </a:lnTo>
                <a:lnTo>
                  <a:pt x="880442" y="105164"/>
                </a:lnTo>
                <a:lnTo>
                  <a:pt x="881725" y="104474"/>
                </a:lnTo>
                <a:lnTo>
                  <a:pt x="883015" y="104149"/>
                </a:lnTo>
                <a:lnTo>
                  <a:pt x="885685" y="104570"/>
                </a:lnTo>
                <a:lnTo>
                  <a:pt x="889705" y="107005"/>
                </a:lnTo>
                <a:lnTo>
                  <a:pt x="893262" y="107948"/>
                </a:lnTo>
                <a:lnTo>
                  <a:pt x="898907" y="108257"/>
                </a:lnTo>
                <a:lnTo>
                  <a:pt x="901549" y="107410"/>
                </a:lnTo>
                <a:lnTo>
                  <a:pt x="903627" y="105302"/>
                </a:lnTo>
                <a:lnTo>
                  <a:pt x="907161" y="98050"/>
                </a:lnTo>
                <a:lnTo>
                  <a:pt x="909248" y="94850"/>
                </a:lnTo>
                <a:lnTo>
                  <a:pt x="918343" y="84725"/>
                </a:lnTo>
                <a:lnTo>
                  <a:pt x="927375" y="78916"/>
                </a:lnTo>
                <a:lnTo>
                  <a:pt x="931627" y="74867"/>
                </a:lnTo>
                <a:lnTo>
                  <a:pt x="931982" y="73449"/>
                </a:lnTo>
                <a:lnTo>
                  <a:pt x="931494" y="71467"/>
                </a:lnTo>
                <a:lnTo>
                  <a:pt x="927337" y="63639"/>
                </a:lnTo>
                <a:lnTo>
                  <a:pt x="926932" y="61961"/>
                </a:lnTo>
                <a:lnTo>
                  <a:pt x="927731" y="59277"/>
                </a:lnTo>
                <a:lnTo>
                  <a:pt x="931084" y="53724"/>
                </a:lnTo>
                <a:lnTo>
                  <a:pt x="934696" y="49748"/>
                </a:lnTo>
                <a:lnTo>
                  <a:pt x="941721" y="44424"/>
                </a:lnTo>
                <a:lnTo>
                  <a:pt x="952852" y="37291"/>
                </a:lnTo>
                <a:lnTo>
                  <a:pt x="955328" y="36098"/>
                </a:lnTo>
                <a:lnTo>
                  <a:pt x="957475" y="35835"/>
                </a:lnTo>
                <a:lnTo>
                  <a:pt x="959754" y="37122"/>
                </a:lnTo>
                <a:lnTo>
                  <a:pt x="976557" y="51548"/>
                </a:lnTo>
                <a:lnTo>
                  <a:pt x="983320" y="55808"/>
                </a:lnTo>
                <a:lnTo>
                  <a:pt x="984492" y="57662"/>
                </a:lnTo>
                <a:lnTo>
                  <a:pt x="986444" y="63697"/>
                </a:lnTo>
                <a:lnTo>
                  <a:pt x="988321" y="66656"/>
                </a:lnTo>
                <a:lnTo>
                  <a:pt x="991290" y="68432"/>
                </a:lnTo>
                <a:lnTo>
                  <a:pt x="1000573" y="71187"/>
                </a:lnTo>
                <a:lnTo>
                  <a:pt x="1002247" y="72330"/>
                </a:lnTo>
                <a:lnTo>
                  <a:pt x="1003966" y="74316"/>
                </a:lnTo>
                <a:lnTo>
                  <a:pt x="1003816" y="87126"/>
                </a:lnTo>
                <a:lnTo>
                  <a:pt x="1007202" y="108097"/>
                </a:lnTo>
                <a:lnTo>
                  <a:pt x="1009164" y="115745"/>
                </a:lnTo>
                <a:lnTo>
                  <a:pt x="1009300" y="118643"/>
                </a:lnTo>
                <a:lnTo>
                  <a:pt x="1008251" y="120852"/>
                </a:lnTo>
                <a:lnTo>
                  <a:pt x="1004645" y="124036"/>
                </a:lnTo>
                <a:lnTo>
                  <a:pt x="1002363" y="127226"/>
                </a:lnTo>
                <a:lnTo>
                  <a:pt x="1000732" y="132069"/>
                </a:lnTo>
                <a:lnTo>
                  <a:pt x="998428" y="142271"/>
                </a:lnTo>
                <a:lnTo>
                  <a:pt x="997339" y="144283"/>
                </a:lnTo>
                <a:lnTo>
                  <a:pt x="996142" y="144253"/>
                </a:lnTo>
                <a:lnTo>
                  <a:pt x="991792" y="140334"/>
                </a:lnTo>
                <a:lnTo>
                  <a:pt x="988222" y="136254"/>
                </a:lnTo>
                <a:lnTo>
                  <a:pt x="984548" y="130673"/>
                </a:lnTo>
                <a:lnTo>
                  <a:pt x="981872" y="128487"/>
                </a:lnTo>
                <a:lnTo>
                  <a:pt x="980299" y="128780"/>
                </a:lnTo>
                <a:lnTo>
                  <a:pt x="978573" y="129872"/>
                </a:lnTo>
                <a:lnTo>
                  <a:pt x="965721" y="140529"/>
                </a:lnTo>
                <a:lnTo>
                  <a:pt x="965257" y="141779"/>
                </a:lnTo>
                <a:lnTo>
                  <a:pt x="965642" y="143263"/>
                </a:lnTo>
                <a:lnTo>
                  <a:pt x="971040" y="150062"/>
                </a:lnTo>
                <a:lnTo>
                  <a:pt x="971885" y="151887"/>
                </a:lnTo>
                <a:lnTo>
                  <a:pt x="971683" y="153263"/>
                </a:lnTo>
                <a:lnTo>
                  <a:pt x="970422" y="154231"/>
                </a:lnTo>
                <a:lnTo>
                  <a:pt x="965637" y="155621"/>
                </a:lnTo>
                <a:lnTo>
                  <a:pt x="961646" y="158342"/>
                </a:lnTo>
                <a:lnTo>
                  <a:pt x="957525" y="162703"/>
                </a:lnTo>
                <a:lnTo>
                  <a:pt x="952955" y="169299"/>
                </a:lnTo>
                <a:lnTo>
                  <a:pt x="953289" y="180202"/>
                </a:lnTo>
                <a:lnTo>
                  <a:pt x="956837" y="196757"/>
                </a:lnTo>
                <a:lnTo>
                  <a:pt x="959834" y="203914"/>
                </a:lnTo>
                <a:lnTo>
                  <a:pt x="960172" y="206501"/>
                </a:lnTo>
                <a:lnTo>
                  <a:pt x="959922" y="207520"/>
                </a:lnTo>
                <a:lnTo>
                  <a:pt x="959389" y="208369"/>
                </a:lnTo>
                <a:lnTo>
                  <a:pt x="957459" y="209590"/>
                </a:lnTo>
                <a:lnTo>
                  <a:pt x="949273" y="211141"/>
                </a:lnTo>
                <a:lnTo>
                  <a:pt x="945163" y="212781"/>
                </a:lnTo>
                <a:lnTo>
                  <a:pt x="943427" y="213909"/>
                </a:lnTo>
                <a:lnTo>
                  <a:pt x="941881" y="215259"/>
                </a:lnTo>
                <a:lnTo>
                  <a:pt x="939286" y="218681"/>
                </a:lnTo>
                <a:lnTo>
                  <a:pt x="936171" y="225402"/>
                </a:lnTo>
                <a:lnTo>
                  <a:pt x="934175" y="228000"/>
                </a:lnTo>
                <a:lnTo>
                  <a:pt x="933977" y="229446"/>
                </a:lnTo>
                <a:lnTo>
                  <a:pt x="935224" y="230996"/>
                </a:lnTo>
                <a:lnTo>
                  <a:pt x="938038" y="232933"/>
                </a:lnTo>
                <a:lnTo>
                  <a:pt x="940742" y="234095"/>
                </a:lnTo>
                <a:lnTo>
                  <a:pt x="942211" y="234044"/>
                </a:lnTo>
                <a:lnTo>
                  <a:pt x="944437" y="232712"/>
                </a:lnTo>
                <a:lnTo>
                  <a:pt x="947038" y="229991"/>
                </a:lnTo>
                <a:lnTo>
                  <a:pt x="948827" y="223253"/>
                </a:lnTo>
                <a:lnTo>
                  <a:pt x="950779" y="220930"/>
                </a:lnTo>
                <a:lnTo>
                  <a:pt x="953438" y="220309"/>
                </a:lnTo>
                <a:lnTo>
                  <a:pt x="957707" y="223501"/>
                </a:lnTo>
                <a:lnTo>
                  <a:pt x="960380" y="224022"/>
                </a:lnTo>
                <a:lnTo>
                  <a:pt x="962372" y="223783"/>
                </a:lnTo>
                <a:lnTo>
                  <a:pt x="964003" y="223011"/>
                </a:lnTo>
                <a:lnTo>
                  <a:pt x="965944" y="220679"/>
                </a:lnTo>
                <a:lnTo>
                  <a:pt x="968669" y="213961"/>
                </a:lnTo>
                <a:lnTo>
                  <a:pt x="971355" y="209616"/>
                </a:lnTo>
                <a:lnTo>
                  <a:pt x="974525" y="205565"/>
                </a:lnTo>
                <a:lnTo>
                  <a:pt x="975429" y="202803"/>
                </a:lnTo>
                <a:lnTo>
                  <a:pt x="974428" y="200490"/>
                </a:lnTo>
                <a:lnTo>
                  <a:pt x="969425" y="197987"/>
                </a:lnTo>
                <a:lnTo>
                  <a:pt x="967451" y="194844"/>
                </a:lnTo>
                <a:lnTo>
                  <a:pt x="965420" y="187781"/>
                </a:lnTo>
                <a:lnTo>
                  <a:pt x="964068" y="181121"/>
                </a:lnTo>
                <a:lnTo>
                  <a:pt x="963466" y="175631"/>
                </a:lnTo>
                <a:lnTo>
                  <a:pt x="963707" y="172095"/>
                </a:lnTo>
                <a:lnTo>
                  <a:pt x="966359" y="168190"/>
                </a:lnTo>
                <a:lnTo>
                  <a:pt x="968542" y="166430"/>
                </a:lnTo>
                <a:lnTo>
                  <a:pt x="969734" y="166020"/>
                </a:lnTo>
                <a:lnTo>
                  <a:pt x="976397" y="169345"/>
                </a:lnTo>
                <a:lnTo>
                  <a:pt x="980401" y="169485"/>
                </a:lnTo>
                <a:lnTo>
                  <a:pt x="981566" y="168963"/>
                </a:lnTo>
                <a:lnTo>
                  <a:pt x="982340" y="166128"/>
                </a:lnTo>
                <a:lnTo>
                  <a:pt x="983052" y="150993"/>
                </a:lnTo>
                <a:lnTo>
                  <a:pt x="983489" y="149158"/>
                </a:lnTo>
                <a:lnTo>
                  <a:pt x="984594" y="148422"/>
                </a:lnTo>
                <a:lnTo>
                  <a:pt x="986003" y="149217"/>
                </a:lnTo>
                <a:lnTo>
                  <a:pt x="986904" y="151242"/>
                </a:lnTo>
                <a:lnTo>
                  <a:pt x="988168" y="167857"/>
                </a:lnTo>
                <a:lnTo>
                  <a:pt x="991521" y="182744"/>
                </a:lnTo>
                <a:lnTo>
                  <a:pt x="994245" y="192555"/>
                </a:lnTo>
                <a:lnTo>
                  <a:pt x="994503" y="195416"/>
                </a:lnTo>
                <a:lnTo>
                  <a:pt x="993523" y="202005"/>
                </a:lnTo>
                <a:lnTo>
                  <a:pt x="993648" y="204812"/>
                </a:lnTo>
                <a:lnTo>
                  <a:pt x="996505" y="211233"/>
                </a:lnTo>
                <a:lnTo>
                  <a:pt x="999675" y="221274"/>
                </a:lnTo>
                <a:lnTo>
                  <a:pt x="1002880" y="225871"/>
                </a:lnTo>
                <a:lnTo>
                  <a:pt x="1007287" y="230736"/>
                </a:lnTo>
                <a:lnTo>
                  <a:pt x="1010799" y="233904"/>
                </a:lnTo>
                <a:lnTo>
                  <a:pt x="1016344" y="237934"/>
                </a:lnTo>
                <a:lnTo>
                  <a:pt x="1035697" y="249973"/>
                </a:lnTo>
                <a:lnTo>
                  <a:pt x="1048805" y="257434"/>
                </a:lnTo>
                <a:lnTo>
                  <a:pt x="1052359" y="258550"/>
                </a:lnTo>
                <a:lnTo>
                  <a:pt x="1055011" y="258396"/>
                </a:lnTo>
                <a:lnTo>
                  <a:pt x="1055863" y="257476"/>
                </a:lnTo>
                <a:lnTo>
                  <a:pt x="1056269" y="255718"/>
                </a:lnTo>
                <a:lnTo>
                  <a:pt x="1055893" y="245959"/>
                </a:lnTo>
                <a:lnTo>
                  <a:pt x="1049328" y="233369"/>
                </a:lnTo>
                <a:lnTo>
                  <a:pt x="1048700" y="221961"/>
                </a:lnTo>
                <a:lnTo>
                  <a:pt x="1046877" y="219298"/>
                </a:lnTo>
                <a:lnTo>
                  <a:pt x="1041911" y="213704"/>
                </a:lnTo>
                <a:lnTo>
                  <a:pt x="1044916" y="206545"/>
                </a:lnTo>
                <a:lnTo>
                  <a:pt x="1045093" y="202349"/>
                </a:lnTo>
                <a:lnTo>
                  <a:pt x="1043083" y="199144"/>
                </a:lnTo>
                <a:lnTo>
                  <a:pt x="1037812" y="195905"/>
                </a:lnTo>
                <a:lnTo>
                  <a:pt x="1036890" y="194792"/>
                </a:lnTo>
                <a:lnTo>
                  <a:pt x="1036299" y="191974"/>
                </a:lnTo>
                <a:lnTo>
                  <a:pt x="1035884" y="182895"/>
                </a:lnTo>
                <a:lnTo>
                  <a:pt x="1032949" y="181207"/>
                </a:lnTo>
                <a:lnTo>
                  <a:pt x="1027591" y="180050"/>
                </a:lnTo>
                <a:lnTo>
                  <a:pt x="1022239" y="174828"/>
                </a:lnTo>
                <a:lnTo>
                  <a:pt x="1020003" y="173361"/>
                </a:lnTo>
                <a:lnTo>
                  <a:pt x="1018587" y="173199"/>
                </a:lnTo>
                <a:lnTo>
                  <a:pt x="1013665" y="174523"/>
                </a:lnTo>
                <a:lnTo>
                  <a:pt x="1011825" y="174457"/>
                </a:lnTo>
                <a:lnTo>
                  <a:pt x="1008947" y="170186"/>
                </a:lnTo>
                <a:lnTo>
                  <a:pt x="1003146" y="158981"/>
                </a:lnTo>
                <a:lnTo>
                  <a:pt x="1006813" y="152123"/>
                </a:lnTo>
                <a:lnTo>
                  <a:pt x="1009832" y="148630"/>
                </a:lnTo>
                <a:lnTo>
                  <a:pt x="1010740" y="146843"/>
                </a:lnTo>
                <a:lnTo>
                  <a:pt x="1010203" y="136623"/>
                </a:lnTo>
                <a:lnTo>
                  <a:pt x="1011091" y="132293"/>
                </a:lnTo>
                <a:lnTo>
                  <a:pt x="1013223" y="130805"/>
                </a:lnTo>
                <a:lnTo>
                  <a:pt x="1020745" y="127643"/>
                </a:lnTo>
                <a:lnTo>
                  <a:pt x="1022052" y="126303"/>
                </a:lnTo>
                <a:lnTo>
                  <a:pt x="1022273" y="125478"/>
                </a:lnTo>
                <a:lnTo>
                  <a:pt x="1021950" y="123296"/>
                </a:lnTo>
                <a:lnTo>
                  <a:pt x="1019576" y="117126"/>
                </a:lnTo>
                <a:lnTo>
                  <a:pt x="1018282" y="111977"/>
                </a:lnTo>
                <a:lnTo>
                  <a:pt x="1014686" y="90747"/>
                </a:lnTo>
                <a:lnTo>
                  <a:pt x="1013946" y="81597"/>
                </a:lnTo>
                <a:lnTo>
                  <a:pt x="1013946" y="78366"/>
                </a:lnTo>
                <a:lnTo>
                  <a:pt x="1021661" y="70266"/>
                </a:lnTo>
                <a:lnTo>
                  <a:pt x="1021661" y="65975"/>
                </a:lnTo>
                <a:lnTo>
                  <a:pt x="1017652" y="62612"/>
                </a:lnTo>
                <a:lnTo>
                  <a:pt x="1015061" y="61431"/>
                </a:lnTo>
                <a:lnTo>
                  <a:pt x="1011911" y="61161"/>
                </a:lnTo>
                <a:lnTo>
                  <a:pt x="1006376" y="61624"/>
                </a:lnTo>
                <a:lnTo>
                  <a:pt x="1000814" y="61437"/>
                </a:lnTo>
                <a:lnTo>
                  <a:pt x="996975" y="60527"/>
                </a:lnTo>
                <a:lnTo>
                  <a:pt x="995681" y="59156"/>
                </a:lnTo>
                <a:lnTo>
                  <a:pt x="994100" y="50288"/>
                </a:lnTo>
                <a:lnTo>
                  <a:pt x="991424" y="45169"/>
                </a:lnTo>
                <a:lnTo>
                  <a:pt x="992021" y="42520"/>
                </a:lnTo>
                <a:lnTo>
                  <a:pt x="994387" y="38534"/>
                </a:lnTo>
                <a:lnTo>
                  <a:pt x="996361" y="36126"/>
                </a:lnTo>
                <a:lnTo>
                  <a:pt x="1001781" y="34400"/>
                </a:lnTo>
                <a:lnTo>
                  <a:pt x="1007184" y="30062"/>
                </a:lnTo>
                <a:lnTo>
                  <a:pt x="1012292" y="26825"/>
                </a:lnTo>
                <a:lnTo>
                  <a:pt x="1014356" y="24047"/>
                </a:lnTo>
                <a:lnTo>
                  <a:pt x="1014702" y="20788"/>
                </a:lnTo>
                <a:lnTo>
                  <a:pt x="1013946" y="18436"/>
                </a:lnTo>
                <a:lnTo>
                  <a:pt x="1012627" y="16447"/>
                </a:lnTo>
                <a:lnTo>
                  <a:pt x="1004671" y="13209"/>
                </a:lnTo>
                <a:lnTo>
                  <a:pt x="1002453" y="11523"/>
                </a:lnTo>
                <a:lnTo>
                  <a:pt x="1001484" y="9680"/>
                </a:lnTo>
                <a:lnTo>
                  <a:pt x="1000291" y="5309"/>
                </a:lnTo>
                <a:lnTo>
                  <a:pt x="997517" y="1320"/>
                </a:lnTo>
                <a:lnTo>
                  <a:pt x="994565" y="0"/>
                </a:lnTo>
                <a:lnTo>
                  <a:pt x="990129" y="307"/>
                </a:lnTo>
                <a:close/>
                <a:moveTo>
                  <a:pt x="990514" y="16266"/>
                </a:moveTo>
                <a:lnTo>
                  <a:pt x="995471" y="21221"/>
                </a:lnTo>
                <a:lnTo>
                  <a:pt x="996402" y="23975"/>
                </a:lnTo>
                <a:lnTo>
                  <a:pt x="994956" y="25096"/>
                </a:lnTo>
                <a:lnTo>
                  <a:pt x="990189" y="26114"/>
                </a:lnTo>
                <a:lnTo>
                  <a:pt x="988248" y="26934"/>
                </a:lnTo>
                <a:lnTo>
                  <a:pt x="984242" y="33525"/>
                </a:lnTo>
                <a:lnTo>
                  <a:pt x="981860" y="34507"/>
                </a:lnTo>
                <a:lnTo>
                  <a:pt x="975221" y="34579"/>
                </a:lnTo>
                <a:lnTo>
                  <a:pt x="969234" y="33900"/>
                </a:lnTo>
                <a:lnTo>
                  <a:pt x="966459" y="32746"/>
                </a:lnTo>
                <a:lnTo>
                  <a:pt x="966533" y="31760"/>
                </a:lnTo>
                <a:lnTo>
                  <a:pt x="972675" y="26681"/>
                </a:lnTo>
                <a:lnTo>
                  <a:pt x="979603" y="27125"/>
                </a:lnTo>
                <a:lnTo>
                  <a:pt x="982264" y="26566"/>
                </a:lnTo>
                <a:lnTo>
                  <a:pt x="983401" y="24875"/>
                </a:lnTo>
                <a:lnTo>
                  <a:pt x="983999" y="20588"/>
                </a:lnTo>
                <a:lnTo>
                  <a:pt x="987171" y="15733"/>
                </a:lnTo>
                <a:lnTo>
                  <a:pt x="989000" y="14528"/>
                </a:lnTo>
                <a:lnTo>
                  <a:pt x="990514" y="16266"/>
                </a:lnTo>
                <a:close/>
                <a:moveTo>
                  <a:pt x="702771" y="130486"/>
                </a:moveTo>
                <a:lnTo>
                  <a:pt x="704846" y="132106"/>
                </a:lnTo>
                <a:lnTo>
                  <a:pt x="705874" y="134420"/>
                </a:lnTo>
                <a:lnTo>
                  <a:pt x="705702" y="137368"/>
                </a:lnTo>
                <a:lnTo>
                  <a:pt x="704417" y="138586"/>
                </a:lnTo>
                <a:lnTo>
                  <a:pt x="703268" y="138600"/>
                </a:lnTo>
                <a:lnTo>
                  <a:pt x="702100" y="137910"/>
                </a:lnTo>
                <a:lnTo>
                  <a:pt x="697689" y="133916"/>
                </a:lnTo>
                <a:lnTo>
                  <a:pt x="697224" y="132895"/>
                </a:lnTo>
                <a:lnTo>
                  <a:pt x="697413" y="130782"/>
                </a:lnTo>
                <a:lnTo>
                  <a:pt x="698619" y="129636"/>
                </a:lnTo>
                <a:lnTo>
                  <a:pt x="700801" y="129727"/>
                </a:lnTo>
                <a:lnTo>
                  <a:pt x="702771" y="130486"/>
                </a:lnTo>
                <a:close/>
                <a:moveTo>
                  <a:pt x="1007486" y="185450"/>
                </a:moveTo>
                <a:lnTo>
                  <a:pt x="1010097" y="187206"/>
                </a:lnTo>
                <a:lnTo>
                  <a:pt x="1011919" y="187776"/>
                </a:lnTo>
                <a:lnTo>
                  <a:pt x="1015723" y="186116"/>
                </a:lnTo>
                <a:lnTo>
                  <a:pt x="1017256" y="186168"/>
                </a:lnTo>
                <a:lnTo>
                  <a:pt x="1022883" y="188928"/>
                </a:lnTo>
                <a:lnTo>
                  <a:pt x="1025131" y="190865"/>
                </a:lnTo>
                <a:lnTo>
                  <a:pt x="1025757" y="196886"/>
                </a:lnTo>
                <a:lnTo>
                  <a:pt x="1026289" y="198589"/>
                </a:lnTo>
                <a:lnTo>
                  <a:pt x="1027900" y="201000"/>
                </a:lnTo>
                <a:lnTo>
                  <a:pt x="1032798" y="205941"/>
                </a:lnTo>
                <a:lnTo>
                  <a:pt x="1032050" y="212405"/>
                </a:lnTo>
                <a:lnTo>
                  <a:pt x="1032274" y="217001"/>
                </a:lnTo>
                <a:lnTo>
                  <a:pt x="1033865" y="220542"/>
                </a:lnTo>
                <a:lnTo>
                  <a:pt x="1038246" y="225565"/>
                </a:lnTo>
                <a:lnTo>
                  <a:pt x="1038765" y="232156"/>
                </a:lnTo>
                <a:lnTo>
                  <a:pt x="1039792" y="236539"/>
                </a:lnTo>
                <a:lnTo>
                  <a:pt x="1039819" y="237234"/>
                </a:lnTo>
                <a:lnTo>
                  <a:pt x="1039179" y="238140"/>
                </a:lnTo>
                <a:lnTo>
                  <a:pt x="1036884" y="238220"/>
                </a:lnTo>
                <a:lnTo>
                  <a:pt x="1034771" y="237366"/>
                </a:lnTo>
                <a:lnTo>
                  <a:pt x="1019043" y="227401"/>
                </a:lnTo>
                <a:lnTo>
                  <a:pt x="1014466" y="223396"/>
                </a:lnTo>
                <a:lnTo>
                  <a:pt x="1009297" y="216686"/>
                </a:lnTo>
                <a:lnTo>
                  <a:pt x="1007250" y="212068"/>
                </a:lnTo>
                <a:lnTo>
                  <a:pt x="1004559" y="202285"/>
                </a:lnTo>
                <a:lnTo>
                  <a:pt x="1004623" y="194533"/>
                </a:lnTo>
                <a:lnTo>
                  <a:pt x="1002899" y="186981"/>
                </a:lnTo>
                <a:lnTo>
                  <a:pt x="1002992" y="184969"/>
                </a:lnTo>
                <a:lnTo>
                  <a:pt x="1003831" y="183218"/>
                </a:lnTo>
                <a:lnTo>
                  <a:pt x="1004617" y="183369"/>
                </a:lnTo>
                <a:lnTo>
                  <a:pt x="1007486" y="185450"/>
                </a:lnTo>
                <a:close/>
                <a:moveTo>
                  <a:pt x="654316" y="8938"/>
                </a:moveTo>
                <a:lnTo>
                  <a:pt x="653078" y="11174"/>
                </a:lnTo>
                <a:lnTo>
                  <a:pt x="652316" y="14321"/>
                </a:lnTo>
                <a:lnTo>
                  <a:pt x="650451" y="26202"/>
                </a:lnTo>
                <a:lnTo>
                  <a:pt x="648285" y="35328"/>
                </a:lnTo>
                <a:lnTo>
                  <a:pt x="647598" y="44380"/>
                </a:lnTo>
                <a:lnTo>
                  <a:pt x="646633" y="47384"/>
                </a:lnTo>
                <a:lnTo>
                  <a:pt x="644929" y="49680"/>
                </a:lnTo>
                <a:lnTo>
                  <a:pt x="641361" y="52837"/>
                </a:lnTo>
                <a:lnTo>
                  <a:pt x="627014" y="58415"/>
                </a:lnTo>
                <a:lnTo>
                  <a:pt x="625366" y="59589"/>
                </a:lnTo>
                <a:lnTo>
                  <a:pt x="624382" y="61507"/>
                </a:lnTo>
                <a:lnTo>
                  <a:pt x="624864" y="62679"/>
                </a:lnTo>
                <a:lnTo>
                  <a:pt x="626097" y="63427"/>
                </a:lnTo>
                <a:lnTo>
                  <a:pt x="641893" y="65070"/>
                </a:lnTo>
                <a:lnTo>
                  <a:pt x="645011" y="66024"/>
                </a:lnTo>
                <a:lnTo>
                  <a:pt x="646134" y="66807"/>
                </a:lnTo>
                <a:lnTo>
                  <a:pt x="646210" y="67289"/>
                </a:lnTo>
                <a:lnTo>
                  <a:pt x="639562" y="71579"/>
                </a:lnTo>
                <a:lnTo>
                  <a:pt x="631179" y="74136"/>
                </a:lnTo>
                <a:lnTo>
                  <a:pt x="616835" y="79662"/>
                </a:lnTo>
                <a:lnTo>
                  <a:pt x="612988" y="81510"/>
                </a:lnTo>
                <a:lnTo>
                  <a:pt x="611598" y="82802"/>
                </a:lnTo>
                <a:lnTo>
                  <a:pt x="613816" y="84634"/>
                </a:lnTo>
                <a:lnTo>
                  <a:pt x="638801" y="84798"/>
                </a:lnTo>
                <a:lnTo>
                  <a:pt x="641607" y="85082"/>
                </a:lnTo>
                <a:lnTo>
                  <a:pt x="643700" y="85911"/>
                </a:lnTo>
                <a:lnTo>
                  <a:pt x="644317" y="87085"/>
                </a:lnTo>
                <a:lnTo>
                  <a:pt x="644699" y="93646"/>
                </a:lnTo>
                <a:lnTo>
                  <a:pt x="644507" y="106525"/>
                </a:lnTo>
                <a:lnTo>
                  <a:pt x="643508" y="117950"/>
                </a:lnTo>
                <a:lnTo>
                  <a:pt x="644052" y="122228"/>
                </a:lnTo>
                <a:lnTo>
                  <a:pt x="645335" y="122337"/>
                </a:lnTo>
                <a:lnTo>
                  <a:pt x="650508" y="119316"/>
                </a:lnTo>
                <a:lnTo>
                  <a:pt x="652498" y="114781"/>
                </a:lnTo>
                <a:lnTo>
                  <a:pt x="654485" y="113521"/>
                </a:lnTo>
                <a:lnTo>
                  <a:pt x="658173" y="112984"/>
                </a:lnTo>
                <a:lnTo>
                  <a:pt x="660745" y="115621"/>
                </a:lnTo>
                <a:lnTo>
                  <a:pt x="661512" y="117406"/>
                </a:lnTo>
                <a:lnTo>
                  <a:pt x="661012" y="118836"/>
                </a:lnTo>
                <a:lnTo>
                  <a:pt x="659326" y="119821"/>
                </a:lnTo>
                <a:lnTo>
                  <a:pt x="656535" y="120269"/>
                </a:lnTo>
                <a:lnTo>
                  <a:pt x="651616" y="120120"/>
                </a:lnTo>
                <a:lnTo>
                  <a:pt x="650906" y="124905"/>
                </a:lnTo>
                <a:lnTo>
                  <a:pt x="650459" y="125857"/>
                </a:lnTo>
                <a:lnTo>
                  <a:pt x="649616" y="126432"/>
                </a:lnTo>
                <a:lnTo>
                  <a:pt x="646471" y="126376"/>
                </a:lnTo>
                <a:lnTo>
                  <a:pt x="643094" y="124400"/>
                </a:lnTo>
                <a:lnTo>
                  <a:pt x="642455" y="124749"/>
                </a:lnTo>
                <a:lnTo>
                  <a:pt x="641717" y="126175"/>
                </a:lnTo>
                <a:lnTo>
                  <a:pt x="640494" y="133710"/>
                </a:lnTo>
                <a:lnTo>
                  <a:pt x="640623" y="144950"/>
                </a:lnTo>
                <a:lnTo>
                  <a:pt x="638432" y="150216"/>
                </a:lnTo>
                <a:lnTo>
                  <a:pt x="636983" y="156003"/>
                </a:lnTo>
                <a:lnTo>
                  <a:pt x="634722" y="171964"/>
                </a:lnTo>
                <a:lnTo>
                  <a:pt x="632819" y="179677"/>
                </a:lnTo>
                <a:lnTo>
                  <a:pt x="631275" y="193823"/>
                </a:lnTo>
                <a:lnTo>
                  <a:pt x="629920" y="198565"/>
                </a:lnTo>
                <a:lnTo>
                  <a:pt x="632438" y="200226"/>
                </a:lnTo>
                <a:lnTo>
                  <a:pt x="634806" y="199942"/>
                </a:lnTo>
                <a:lnTo>
                  <a:pt x="653255" y="186656"/>
                </a:lnTo>
                <a:lnTo>
                  <a:pt x="655283" y="185639"/>
                </a:lnTo>
                <a:lnTo>
                  <a:pt x="656624" y="185474"/>
                </a:lnTo>
                <a:lnTo>
                  <a:pt x="659292" y="186401"/>
                </a:lnTo>
                <a:lnTo>
                  <a:pt x="664990" y="190778"/>
                </a:lnTo>
                <a:lnTo>
                  <a:pt x="669998" y="193906"/>
                </a:lnTo>
                <a:lnTo>
                  <a:pt x="671358" y="195351"/>
                </a:lnTo>
                <a:lnTo>
                  <a:pt x="676762" y="199323"/>
                </a:lnTo>
                <a:lnTo>
                  <a:pt x="678214" y="200112"/>
                </a:lnTo>
                <a:lnTo>
                  <a:pt x="680140" y="200427"/>
                </a:lnTo>
                <a:lnTo>
                  <a:pt x="681540" y="199680"/>
                </a:lnTo>
                <a:lnTo>
                  <a:pt x="682004" y="198556"/>
                </a:lnTo>
                <a:lnTo>
                  <a:pt x="681840" y="193279"/>
                </a:lnTo>
                <a:lnTo>
                  <a:pt x="679074" y="178875"/>
                </a:lnTo>
                <a:lnTo>
                  <a:pt x="677092" y="163052"/>
                </a:lnTo>
                <a:lnTo>
                  <a:pt x="676268" y="160252"/>
                </a:lnTo>
                <a:lnTo>
                  <a:pt x="675254" y="159026"/>
                </a:lnTo>
                <a:lnTo>
                  <a:pt x="674355" y="158764"/>
                </a:lnTo>
                <a:lnTo>
                  <a:pt x="673782" y="159855"/>
                </a:lnTo>
                <a:lnTo>
                  <a:pt x="673312" y="163995"/>
                </a:lnTo>
                <a:lnTo>
                  <a:pt x="669660" y="164543"/>
                </a:lnTo>
                <a:lnTo>
                  <a:pt x="664152" y="161536"/>
                </a:lnTo>
                <a:lnTo>
                  <a:pt x="663137" y="160498"/>
                </a:lnTo>
                <a:lnTo>
                  <a:pt x="663323" y="158696"/>
                </a:lnTo>
                <a:lnTo>
                  <a:pt x="666129" y="155739"/>
                </a:lnTo>
                <a:lnTo>
                  <a:pt x="666321" y="155268"/>
                </a:lnTo>
                <a:lnTo>
                  <a:pt x="665920" y="154798"/>
                </a:lnTo>
                <a:lnTo>
                  <a:pt x="662572" y="154793"/>
                </a:lnTo>
                <a:lnTo>
                  <a:pt x="657988" y="156335"/>
                </a:lnTo>
                <a:lnTo>
                  <a:pt x="656398" y="156441"/>
                </a:lnTo>
                <a:lnTo>
                  <a:pt x="648859" y="153603"/>
                </a:lnTo>
                <a:lnTo>
                  <a:pt x="647855" y="152954"/>
                </a:lnTo>
                <a:lnTo>
                  <a:pt x="647576" y="151731"/>
                </a:lnTo>
                <a:lnTo>
                  <a:pt x="648536" y="149470"/>
                </a:lnTo>
                <a:lnTo>
                  <a:pt x="650811" y="147184"/>
                </a:lnTo>
                <a:lnTo>
                  <a:pt x="654683" y="145058"/>
                </a:lnTo>
                <a:lnTo>
                  <a:pt x="657393" y="144630"/>
                </a:lnTo>
                <a:lnTo>
                  <a:pt x="660825" y="145915"/>
                </a:lnTo>
                <a:lnTo>
                  <a:pt x="664160" y="148069"/>
                </a:lnTo>
                <a:lnTo>
                  <a:pt x="665777" y="149986"/>
                </a:lnTo>
                <a:lnTo>
                  <a:pt x="667588" y="153903"/>
                </a:lnTo>
                <a:lnTo>
                  <a:pt x="673405" y="156125"/>
                </a:lnTo>
                <a:lnTo>
                  <a:pt x="674169" y="155834"/>
                </a:lnTo>
                <a:lnTo>
                  <a:pt x="674567" y="154944"/>
                </a:lnTo>
                <a:lnTo>
                  <a:pt x="674725" y="151759"/>
                </a:lnTo>
                <a:lnTo>
                  <a:pt x="673837" y="144715"/>
                </a:lnTo>
                <a:lnTo>
                  <a:pt x="673767" y="140236"/>
                </a:lnTo>
                <a:lnTo>
                  <a:pt x="672117" y="132209"/>
                </a:lnTo>
                <a:lnTo>
                  <a:pt x="670724" y="127874"/>
                </a:lnTo>
                <a:lnTo>
                  <a:pt x="669377" y="113026"/>
                </a:lnTo>
                <a:lnTo>
                  <a:pt x="667538" y="105256"/>
                </a:lnTo>
                <a:lnTo>
                  <a:pt x="667241" y="99212"/>
                </a:lnTo>
                <a:lnTo>
                  <a:pt x="667533" y="94542"/>
                </a:lnTo>
                <a:lnTo>
                  <a:pt x="667049" y="90351"/>
                </a:lnTo>
                <a:lnTo>
                  <a:pt x="667706" y="87831"/>
                </a:lnTo>
                <a:lnTo>
                  <a:pt x="669341" y="86454"/>
                </a:lnTo>
                <a:lnTo>
                  <a:pt x="672348" y="84924"/>
                </a:lnTo>
                <a:lnTo>
                  <a:pt x="698468" y="84715"/>
                </a:lnTo>
                <a:lnTo>
                  <a:pt x="700698" y="84249"/>
                </a:lnTo>
                <a:lnTo>
                  <a:pt x="701538" y="82945"/>
                </a:lnTo>
                <a:lnTo>
                  <a:pt x="701090" y="82109"/>
                </a:lnTo>
                <a:lnTo>
                  <a:pt x="698762" y="80762"/>
                </a:lnTo>
                <a:lnTo>
                  <a:pt x="691613" y="78278"/>
                </a:lnTo>
                <a:lnTo>
                  <a:pt x="685955" y="76950"/>
                </a:lnTo>
                <a:lnTo>
                  <a:pt x="682112" y="74491"/>
                </a:lnTo>
                <a:lnTo>
                  <a:pt x="674754" y="71760"/>
                </a:lnTo>
                <a:lnTo>
                  <a:pt x="671076" y="69652"/>
                </a:lnTo>
                <a:lnTo>
                  <a:pt x="668902" y="67767"/>
                </a:lnTo>
                <a:lnTo>
                  <a:pt x="668753" y="67243"/>
                </a:lnTo>
                <a:lnTo>
                  <a:pt x="669196" y="66771"/>
                </a:lnTo>
                <a:lnTo>
                  <a:pt x="671610" y="65593"/>
                </a:lnTo>
                <a:lnTo>
                  <a:pt x="687240" y="65511"/>
                </a:lnTo>
                <a:lnTo>
                  <a:pt x="689131" y="64876"/>
                </a:lnTo>
                <a:lnTo>
                  <a:pt x="689711" y="63789"/>
                </a:lnTo>
                <a:lnTo>
                  <a:pt x="687710" y="61408"/>
                </a:lnTo>
                <a:lnTo>
                  <a:pt x="677212" y="55134"/>
                </a:lnTo>
                <a:lnTo>
                  <a:pt x="673234" y="53186"/>
                </a:lnTo>
                <a:lnTo>
                  <a:pt x="670661" y="51270"/>
                </a:lnTo>
                <a:lnTo>
                  <a:pt x="668235" y="48730"/>
                </a:lnTo>
                <a:lnTo>
                  <a:pt x="666621" y="44871"/>
                </a:lnTo>
                <a:lnTo>
                  <a:pt x="666008" y="37758"/>
                </a:lnTo>
                <a:lnTo>
                  <a:pt x="663967" y="29913"/>
                </a:lnTo>
                <a:lnTo>
                  <a:pt x="662253" y="18776"/>
                </a:lnTo>
                <a:lnTo>
                  <a:pt x="660579" y="11580"/>
                </a:lnTo>
                <a:lnTo>
                  <a:pt x="659716" y="9551"/>
                </a:lnTo>
                <a:lnTo>
                  <a:pt x="658456" y="8359"/>
                </a:lnTo>
                <a:lnTo>
                  <a:pt x="656265" y="8070"/>
                </a:lnTo>
                <a:lnTo>
                  <a:pt x="654316" y="8938"/>
                </a:lnTo>
                <a:close/>
                <a:moveTo>
                  <a:pt x="658366" y="37674"/>
                </a:moveTo>
                <a:lnTo>
                  <a:pt x="657983" y="39530"/>
                </a:lnTo>
                <a:lnTo>
                  <a:pt x="657130" y="39782"/>
                </a:lnTo>
                <a:lnTo>
                  <a:pt x="656159" y="39481"/>
                </a:lnTo>
                <a:lnTo>
                  <a:pt x="655262" y="37879"/>
                </a:lnTo>
                <a:lnTo>
                  <a:pt x="655467" y="36024"/>
                </a:lnTo>
                <a:lnTo>
                  <a:pt x="656368" y="35559"/>
                </a:lnTo>
                <a:lnTo>
                  <a:pt x="657889" y="35793"/>
                </a:lnTo>
                <a:lnTo>
                  <a:pt x="658366" y="37674"/>
                </a:lnTo>
                <a:close/>
                <a:moveTo>
                  <a:pt x="650121" y="54597"/>
                </a:moveTo>
                <a:lnTo>
                  <a:pt x="650881" y="55556"/>
                </a:lnTo>
                <a:lnTo>
                  <a:pt x="650095" y="56871"/>
                </a:lnTo>
                <a:lnTo>
                  <a:pt x="647474" y="57116"/>
                </a:lnTo>
                <a:lnTo>
                  <a:pt x="646375" y="56414"/>
                </a:lnTo>
                <a:lnTo>
                  <a:pt x="646517" y="55701"/>
                </a:lnTo>
                <a:lnTo>
                  <a:pt x="647903" y="54739"/>
                </a:lnTo>
                <a:lnTo>
                  <a:pt x="648964" y="54350"/>
                </a:lnTo>
                <a:lnTo>
                  <a:pt x="650121" y="54597"/>
                </a:lnTo>
                <a:close/>
                <a:moveTo>
                  <a:pt x="673505" y="57441"/>
                </a:moveTo>
                <a:lnTo>
                  <a:pt x="674766" y="58513"/>
                </a:lnTo>
                <a:lnTo>
                  <a:pt x="674711" y="60196"/>
                </a:lnTo>
                <a:lnTo>
                  <a:pt x="672833" y="61266"/>
                </a:lnTo>
                <a:lnTo>
                  <a:pt x="670854" y="61250"/>
                </a:lnTo>
                <a:lnTo>
                  <a:pt x="669232" y="60585"/>
                </a:lnTo>
                <a:lnTo>
                  <a:pt x="667986" y="59362"/>
                </a:lnTo>
                <a:lnTo>
                  <a:pt x="667334" y="57832"/>
                </a:lnTo>
                <a:lnTo>
                  <a:pt x="667286" y="56091"/>
                </a:lnTo>
                <a:lnTo>
                  <a:pt x="670931" y="56592"/>
                </a:lnTo>
                <a:lnTo>
                  <a:pt x="673505" y="57441"/>
                </a:lnTo>
                <a:close/>
                <a:moveTo>
                  <a:pt x="644143" y="57200"/>
                </a:moveTo>
                <a:lnTo>
                  <a:pt x="644551" y="57819"/>
                </a:lnTo>
                <a:lnTo>
                  <a:pt x="644411" y="58632"/>
                </a:lnTo>
                <a:lnTo>
                  <a:pt x="642975" y="60138"/>
                </a:lnTo>
                <a:lnTo>
                  <a:pt x="641259" y="60509"/>
                </a:lnTo>
                <a:lnTo>
                  <a:pt x="639773" y="59894"/>
                </a:lnTo>
                <a:lnTo>
                  <a:pt x="640302" y="58423"/>
                </a:lnTo>
                <a:lnTo>
                  <a:pt x="642010" y="57073"/>
                </a:lnTo>
                <a:lnTo>
                  <a:pt x="642948" y="56771"/>
                </a:lnTo>
                <a:lnTo>
                  <a:pt x="644143" y="57200"/>
                </a:lnTo>
                <a:close/>
                <a:moveTo>
                  <a:pt x="644046" y="74365"/>
                </a:moveTo>
                <a:lnTo>
                  <a:pt x="645087" y="75861"/>
                </a:lnTo>
                <a:lnTo>
                  <a:pt x="644295" y="77080"/>
                </a:lnTo>
                <a:lnTo>
                  <a:pt x="641736" y="77266"/>
                </a:lnTo>
                <a:lnTo>
                  <a:pt x="640549" y="76325"/>
                </a:lnTo>
                <a:lnTo>
                  <a:pt x="640292" y="74659"/>
                </a:lnTo>
                <a:lnTo>
                  <a:pt x="640661" y="73738"/>
                </a:lnTo>
                <a:lnTo>
                  <a:pt x="642366" y="73678"/>
                </a:lnTo>
                <a:lnTo>
                  <a:pt x="644046" y="74365"/>
                </a:lnTo>
                <a:close/>
                <a:moveTo>
                  <a:pt x="671480" y="75329"/>
                </a:moveTo>
                <a:lnTo>
                  <a:pt x="671531" y="76349"/>
                </a:lnTo>
                <a:lnTo>
                  <a:pt x="670721" y="77400"/>
                </a:lnTo>
                <a:lnTo>
                  <a:pt x="669283" y="77653"/>
                </a:lnTo>
                <a:lnTo>
                  <a:pt x="668513" y="77148"/>
                </a:lnTo>
                <a:lnTo>
                  <a:pt x="668369" y="75939"/>
                </a:lnTo>
                <a:lnTo>
                  <a:pt x="669296" y="74823"/>
                </a:lnTo>
                <a:lnTo>
                  <a:pt x="670582" y="74618"/>
                </a:lnTo>
                <a:lnTo>
                  <a:pt x="671480" y="75329"/>
                </a:lnTo>
                <a:close/>
                <a:moveTo>
                  <a:pt x="649929" y="88540"/>
                </a:moveTo>
                <a:lnTo>
                  <a:pt x="649495" y="89504"/>
                </a:lnTo>
                <a:lnTo>
                  <a:pt x="648834" y="89161"/>
                </a:lnTo>
                <a:lnTo>
                  <a:pt x="648609" y="88430"/>
                </a:lnTo>
                <a:lnTo>
                  <a:pt x="649356" y="87581"/>
                </a:lnTo>
                <a:lnTo>
                  <a:pt x="649929" y="88540"/>
                </a:lnTo>
                <a:close/>
                <a:moveTo>
                  <a:pt x="659957" y="92204"/>
                </a:moveTo>
                <a:lnTo>
                  <a:pt x="660839" y="93363"/>
                </a:lnTo>
                <a:lnTo>
                  <a:pt x="660974" y="94866"/>
                </a:lnTo>
                <a:lnTo>
                  <a:pt x="660370" y="96354"/>
                </a:lnTo>
                <a:lnTo>
                  <a:pt x="659254" y="97293"/>
                </a:lnTo>
                <a:lnTo>
                  <a:pt x="657086" y="97538"/>
                </a:lnTo>
                <a:lnTo>
                  <a:pt x="654904" y="97035"/>
                </a:lnTo>
                <a:lnTo>
                  <a:pt x="653319" y="96270"/>
                </a:lnTo>
                <a:lnTo>
                  <a:pt x="652562" y="95103"/>
                </a:lnTo>
                <a:lnTo>
                  <a:pt x="652677" y="92927"/>
                </a:lnTo>
                <a:lnTo>
                  <a:pt x="654337" y="91875"/>
                </a:lnTo>
                <a:lnTo>
                  <a:pt x="657780" y="91525"/>
                </a:lnTo>
                <a:lnTo>
                  <a:pt x="659957" y="92204"/>
                </a:lnTo>
                <a:close/>
                <a:moveTo>
                  <a:pt x="650411" y="109561"/>
                </a:moveTo>
                <a:lnTo>
                  <a:pt x="650772" y="110415"/>
                </a:lnTo>
                <a:lnTo>
                  <a:pt x="650039" y="111228"/>
                </a:lnTo>
                <a:lnTo>
                  <a:pt x="649125" y="111447"/>
                </a:lnTo>
                <a:lnTo>
                  <a:pt x="648157" y="110869"/>
                </a:lnTo>
                <a:lnTo>
                  <a:pt x="648039" y="109842"/>
                </a:lnTo>
                <a:lnTo>
                  <a:pt x="648543" y="108967"/>
                </a:lnTo>
                <a:lnTo>
                  <a:pt x="649422" y="108842"/>
                </a:lnTo>
                <a:lnTo>
                  <a:pt x="650411" y="109561"/>
                </a:lnTo>
                <a:close/>
                <a:moveTo>
                  <a:pt x="666707" y="109609"/>
                </a:moveTo>
                <a:lnTo>
                  <a:pt x="665237" y="110628"/>
                </a:lnTo>
                <a:lnTo>
                  <a:pt x="664183" y="110532"/>
                </a:lnTo>
                <a:lnTo>
                  <a:pt x="663911" y="110091"/>
                </a:lnTo>
                <a:lnTo>
                  <a:pt x="664164" y="109217"/>
                </a:lnTo>
                <a:lnTo>
                  <a:pt x="665009" y="108832"/>
                </a:lnTo>
                <a:lnTo>
                  <a:pt x="666468" y="108911"/>
                </a:lnTo>
                <a:lnTo>
                  <a:pt x="666707" y="109609"/>
                </a:lnTo>
                <a:close/>
                <a:moveTo>
                  <a:pt x="666466" y="121229"/>
                </a:moveTo>
                <a:lnTo>
                  <a:pt x="667446" y="123145"/>
                </a:lnTo>
                <a:lnTo>
                  <a:pt x="667595" y="124776"/>
                </a:lnTo>
                <a:lnTo>
                  <a:pt x="666530" y="126694"/>
                </a:lnTo>
                <a:lnTo>
                  <a:pt x="663037" y="128588"/>
                </a:lnTo>
                <a:lnTo>
                  <a:pt x="664379" y="132535"/>
                </a:lnTo>
                <a:lnTo>
                  <a:pt x="663560" y="134554"/>
                </a:lnTo>
                <a:lnTo>
                  <a:pt x="660445" y="136446"/>
                </a:lnTo>
                <a:lnTo>
                  <a:pt x="657565" y="137453"/>
                </a:lnTo>
                <a:lnTo>
                  <a:pt x="655124" y="136516"/>
                </a:lnTo>
                <a:lnTo>
                  <a:pt x="651570" y="133917"/>
                </a:lnTo>
                <a:lnTo>
                  <a:pt x="651178" y="131999"/>
                </a:lnTo>
                <a:lnTo>
                  <a:pt x="653289" y="128873"/>
                </a:lnTo>
                <a:lnTo>
                  <a:pt x="656105" y="127421"/>
                </a:lnTo>
                <a:lnTo>
                  <a:pt x="661941" y="126947"/>
                </a:lnTo>
                <a:lnTo>
                  <a:pt x="663477" y="120988"/>
                </a:lnTo>
                <a:lnTo>
                  <a:pt x="664917" y="120403"/>
                </a:lnTo>
                <a:lnTo>
                  <a:pt x="666466" y="121229"/>
                </a:lnTo>
                <a:close/>
                <a:moveTo>
                  <a:pt x="648964" y="137911"/>
                </a:moveTo>
                <a:lnTo>
                  <a:pt x="651113" y="140123"/>
                </a:lnTo>
                <a:lnTo>
                  <a:pt x="651106" y="141171"/>
                </a:lnTo>
                <a:lnTo>
                  <a:pt x="650374" y="142390"/>
                </a:lnTo>
                <a:lnTo>
                  <a:pt x="646096" y="146204"/>
                </a:lnTo>
                <a:lnTo>
                  <a:pt x="644903" y="146249"/>
                </a:lnTo>
                <a:lnTo>
                  <a:pt x="643181" y="145362"/>
                </a:lnTo>
                <a:lnTo>
                  <a:pt x="642510" y="144492"/>
                </a:lnTo>
                <a:lnTo>
                  <a:pt x="642419" y="142539"/>
                </a:lnTo>
                <a:lnTo>
                  <a:pt x="643064" y="138888"/>
                </a:lnTo>
                <a:lnTo>
                  <a:pt x="643924" y="137074"/>
                </a:lnTo>
                <a:lnTo>
                  <a:pt x="644486" y="136573"/>
                </a:lnTo>
                <a:lnTo>
                  <a:pt x="645919" y="136355"/>
                </a:lnTo>
                <a:lnTo>
                  <a:pt x="648964" y="137911"/>
                </a:lnTo>
                <a:close/>
                <a:moveTo>
                  <a:pt x="670564" y="137332"/>
                </a:moveTo>
                <a:lnTo>
                  <a:pt x="671149" y="140193"/>
                </a:lnTo>
                <a:lnTo>
                  <a:pt x="670845" y="144062"/>
                </a:lnTo>
                <a:lnTo>
                  <a:pt x="670057" y="145415"/>
                </a:lnTo>
                <a:lnTo>
                  <a:pt x="668278" y="145820"/>
                </a:lnTo>
                <a:lnTo>
                  <a:pt x="663706" y="142454"/>
                </a:lnTo>
                <a:lnTo>
                  <a:pt x="662874" y="141141"/>
                </a:lnTo>
                <a:lnTo>
                  <a:pt x="662772" y="139777"/>
                </a:lnTo>
                <a:lnTo>
                  <a:pt x="663595" y="138423"/>
                </a:lnTo>
                <a:lnTo>
                  <a:pt x="665892" y="137253"/>
                </a:lnTo>
                <a:lnTo>
                  <a:pt x="668626" y="136795"/>
                </a:lnTo>
                <a:lnTo>
                  <a:pt x="670564" y="137332"/>
                </a:lnTo>
                <a:close/>
                <a:moveTo>
                  <a:pt x="645589" y="156136"/>
                </a:moveTo>
                <a:lnTo>
                  <a:pt x="649157" y="159897"/>
                </a:lnTo>
                <a:lnTo>
                  <a:pt x="646873" y="161675"/>
                </a:lnTo>
                <a:lnTo>
                  <a:pt x="641588" y="163465"/>
                </a:lnTo>
                <a:lnTo>
                  <a:pt x="640428" y="161876"/>
                </a:lnTo>
                <a:lnTo>
                  <a:pt x="640006" y="160507"/>
                </a:lnTo>
                <a:lnTo>
                  <a:pt x="639800" y="158034"/>
                </a:lnTo>
                <a:lnTo>
                  <a:pt x="640140" y="156029"/>
                </a:lnTo>
                <a:lnTo>
                  <a:pt x="640704" y="155414"/>
                </a:lnTo>
                <a:lnTo>
                  <a:pt x="642111" y="155095"/>
                </a:lnTo>
                <a:lnTo>
                  <a:pt x="645589" y="156136"/>
                </a:lnTo>
                <a:close/>
                <a:moveTo>
                  <a:pt x="660005" y="163995"/>
                </a:moveTo>
                <a:lnTo>
                  <a:pt x="665581" y="166732"/>
                </a:lnTo>
                <a:lnTo>
                  <a:pt x="666568" y="168098"/>
                </a:lnTo>
                <a:lnTo>
                  <a:pt x="666668" y="170566"/>
                </a:lnTo>
                <a:lnTo>
                  <a:pt x="664971" y="172674"/>
                </a:lnTo>
                <a:lnTo>
                  <a:pt x="660151" y="176232"/>
                </a:lnTo>
                <a:lnTo>
                  <a:pt x="657122" y="177614"/>
                </a:lnTo>
                <a:lnTo>
                  <a:pt x="654380" y="177414"/>
                </a:lnTo>
                <a:lnTo>
                  <a:pt x="652749" y="176393"/>
                </a:lnTo>
                <a:lnTo>
                  <a:pt x="647458" y="171916"/>
                </a:lnTo>
                <a:lnTo>
                  <a:pt x="645171" y="168294"/>
                </a:lnTo>
                <a:lnTo>
                  <a:pt x="645175" y="167372"/>
                </a:lnTo>
                <a:lnTo>
                  <a:pt x="645784" y="166634"/>
                </a:lnTo>
                <a:lnTo>
                  <a:pt x="653891" y="162486"/>
                </a:lnTo>
                <a:lnTo>
                  <a:pt x="656374" y="162387"/>
                </a:lnTo>
                <a:lnTo>
                  <a:pt x="660005" y="163995"/>
                </a:lnTo>
                <a:close/>
                <a:moveTo>
                  <a:pt x="644288" y="175036"/>
                </a:moveTo>
                <a:lnTo>
                  <a:pt x="649309" y="179122"/>
                </a:lnTo>
                <a:lnTo>
                  <a:pt x="650603" y="181441"/>
                </a:lnTo>
                <a:lnTo>
                  <a:pt x="650652" y="183040"/>
                </a:lnTo>
                <a:lnTo>
                  <a:pt x="649798" y="184001"/>
                </a:lnTo>
                <a:lnTo>
                  <a:pt x="646886" y="185662"/>
                </a:lnTo>
                <a:lnTo>
                  <a:pt x="640552" y="190384"/>
                </a:lnTo>
                <a:lnTo>
                  <a:pt x="638502" y="191618"/>
                </a:lnTo>
                <a:lnTo>
                  <a:pt x="637679" y="191566"/>
                </a:lnTo>
                <a:lnTo>
                  <a:pt x="636892" y="190450"/>
                </a:lnTo>
                <a:lnTo>
                  <a:pt x="636449" y="187250"/>
                </a:lnTo>
                <a:lnTo>
                  <a:pt x="637935" y="179032"/>
                </a:lnTo>
                <a:lnTo>
                  <a:pt x="638086" y="175892"/>
                </a:lnTo>
                <a:lnTo>
                  <a:pt x="639503" y="174186"/>
                </a:lnTo>
                <a:lnTo>
                  <a:pt x="641059" y="173467"/>
                </a:lnTo>
                <a:lnTo>
                  <a:pt x="642641" y="173753"/>
                </a:lnTo>
                <a:lnTo>
                  <a:pt x="644288" y="175036"/>
                </a:lnTo>
                <a:close/>
                <a:moveTo>
                  <a:pt x="673698" y="174554"/>
                </a:moveTo>
                <a:lnTo>
                  <a:pt x="674484" y="178158"/>
                </a:lnTo>
                <a:lnTo>
                  <a:pt x="675172" y="189141"/>
                </a:lnTo>
                <a:lnTo>
                  <a:pt x="674894" y="190935"/>
                </a:lnTo>
                <a:lnTo>
                  <a:pt x="673215" y="191608"/>
                </a:lnTo>
                <a:lnTo>
                  <a:pt x="671332" y="190683"/>
                </a:lnTo>
                <a:lnTo>
                  <a:pt x="666150" y="186140"/>
                </a:lnTo>
                <a:lnTo>
                  <a:pt x="663285" y="184336"/>
                </a:lnTo>
                <a:lnTo>
                  <a:pt x="662633" y="182370"/>
                </a:lnTo>
                <a:lnTo>
                  <a:pt x="663454" y="180346"/>
                </a:lnTo>
                <a:lnTo>
                  <a:pt x="668680" y="175912"/>
                </a:lnTo>
                <a:lnTo>
                  <a:pt x="672204" y="173879"/>
                </a:lnTo>
                <a:lnTo>
                  <a:pt x="673698" y="174554"/>
                </a:lnTo>
                <a:close/>
                <a:moveTo>
                  <a:pt x="322120" y="11300"/>
                </a:moveTo>
                <a:lnTo>
                  <a:pt x="320780" y="12225"/>
                </a:lnTo>
                <a:lnTo>
                  <a:pt x="319992" y="13963"/>
                </a:lnTo>
                <a:lnTo>
                  <a:pt x="318620" y="23022"/>
                </a:lnTo>
                <a:lnTo>
                  <a:pt x="316436" y="32985"/>
                </a:lnTo>
                <a:lnTo>
                  <a:pt x="315068" y="43607"/>
                </a:lnTo>
                <a:lnTo>
                  <a:pt x="313347" y="50860"/>
                </a:lnTo>
                <a:lnTo>
                  <a:pt x="311483" y="62283"/>
                </a:lnTo>
                <a:lnTo>
                  <a:pt x="310598" y="64264"/>
                </a:lnTo>
                <a:lnTo>
                  <a:pt x="308317" y="66874"/>
                </a:lnTo>
                <a:lnTo>
                  <a:pt x="306271" y="68255"/>
                </a:lnTo>
                <a:lnTo>
                  <a:pt x="301261" y="70284"/>
                </a:lnTo>
                <a:lnTo>
                  <a:pt x="296974" y="72754"/>
                </a:lnTo>
                <a:lnTo>
                  <a:pt x="284517" y="77829"/>
                </a:lnTo>
                <a:lnTo>
                  <a:pt x="282525" y="79286"/>
                </a:lnTo>
                <a:lnTo>
                  <a:pt x="281113" y="81568"/>
                </a:lnTo>
                <a:lnTo>
                  <a:pt x="281517" y="82775"/>
                </a:lnTo>
                <a:lnTo>
                  <a:pt x="284348" y="83547"/>
                </a:lnTo>
                <a:lnTo>
                  <a:pt x="308021" y="84971"/>
                </a:lnTo>
                <a:lnTo>
                  <a:pt x="310546" y="85972"/>
                </a:lnTo>
                <a:lnTo>
                  <a:pt x="311416" y="86804"/>
                </a:lnTo>
                <a:lnTo>
                  <a:pt x="311408" y="87737"/>
                </a:lnTo>
                <a:lnTo>
                  <a:pt x="308941" y="90414"/>
                </a:lnTo>
                <a:lnTo>
                  <a:pt x="306122" y="92083"/>
                </a:lnTo>
                <a:lnTo>
                  <a:pt x="297940" y="95488"/>
                </a:lnTo>
                <a:lnTo>
                  <a:pt x="291956" y="97345"/>
                </a:lnTo>
                <a:lnTo>
                  <a:pt x="286921" y="99549"/>
                </a:lnTo>
                <a:lnTo>
                  <a:pt x="270719" y="105274"/>
                </a:lnTo>
                <a:lnTo>
                  <a:pt x="267086" y="107243"/>
                </a:lnTo>
                <a:lnTo>
                  <a:pt x="266058" y="108122"/>
                </a:lnTo>
                <a:lnTo>
                  <a:pt x="265544" y="109687"/>
                </a:lnTo>
                <a:lnTo>
                  <a:pt x="266835" y="110697"/>
                </a:lnTo>
                <a:lnTo>
                  <a:pt x="270235" y="110983"/>
                </a:lnTo>
                <a:lnTo>
                  <a:pt x="304576" y="111441"/>
                </a:lnTo>
                <a:lnTo>
                  <a:pt x="307975" y="112157"/>
                </a:lnTo>
                <a:lnTo>
                  <a:pt x="309198" y="113032"/>
                </a:lnTo>
                <a:lnTo>
                  <a:pt x="309700" y="114260"/>
                </a:lnTo>
                <a:lnTo>
                  <a:pt x="309983" y="121248"/>
                </a:lnTo>
                <a:lnTo>
                  <a:pt x="309108" y="128918"/>
                </a:lnTo>
                <a:lnTo>
                  <a:pt x="307525" y="155496"/>
                </a:lnTo>
                <a:lnTo>
                  <a:pt x="305583" y="160665"/>
                </a:lnTo>
                <a:lnTo>
                  <a:pt x="303681" y="178137"/>
                </a:lnTo>
                <a:lnTo>
                  <a:pt x="301282" y="187090"/>
                </a:lnTo>
                <a:lnTo>
                  <a:pt x="299766" y="201512"/>
                </a:lnTo>
                <a:lnTo>
                  <a:pt x="297548" y="210642"/>
                </a:lnTo>
                <a:lnTo>
                  <a:pt x="295855" y="224986"/>
                </a:lnTo>
                <a:lnTo>
                  <a:pt x="293643" y="235146"/>
                </a:lnTo>
                <a:lnTo>
                  <a:pt x="291240" y="254038"/>
                </a:lnTo>
                <a:lnTo>
                  <a:pt x="289911" y="259107"/>
                </a:lnTo>
                <a:lnTo>
                  <a:pt x="289881" y="261497"/>
                </a:lnTo>
                <a:lnTo>
                  <a:pt x="290395" y="262834"/>
                </a:lnTo>
                <a:lnTo>
                  <a:pt x="292120" y="263446"/>
                </a:lnTo>
                <a:lnTo>
                  <a:pt x="295397" y="262325"/>
                </a:lnTo>
                <a:lnTo>
                  <a:pt x="314938" y="248753"/>
                </a:lnTo>
                <a:lnTo>
                  <a:pt x="321329" y="243812"/>
                </a:lnTo>
                <a:lnTo>
                  <a:pt x="323144" y="243042"/>
                </a:lnTo>
                <a:lnTo>
                  <a:pt x="324901" y="242883"/>
                </a:lnTo>
                <a:lnTo>
                  <a:pt x="327402" y="243800"/>
                </a:lnTo>
                <a:lnTo>
                  <a:pt x="341652" y="254710"/>
                </a:lnTo>
                <a:lnTo>
                  <a:pt x="351859" y="261941"/>
                </a:lnTo>
                <a:lnTo>
                  <a:pt x="354393" y="263244"/>
                </a:lnTo>
                <a:lnTo>
                  <a:pt x="356289" y="263454"/>
                </a:lnTo>
                <a:lnTo>
                  <a:pt x="357171" y="262979"/>
                </a:lnTo>
                <a:lnTo>
                  <a:pt x="357583" y="261991"/>
                </a:lnTo>
                <a:lnTo>
                  <a:pt x="357591" y="257737"/>
                </a:lnTo>
                <a:lnTo>
                  <a:pt x="355267" y="243564"/>
                </a:lnTo>
                <a:lnTo>
                  <a:pt x="353733" y="230515"/>
                </a:lnTo>
                <a:lnTo>
                  <a:pt x="351641" y="220470"/>
                </a:lnTo>
                <a:lnTo>
                  <a:pt x="349730" y="204646"/>
                </a:lnTo>
                <a:lnTo>
                  <a:pt x="347255" y="193136"/>
                </a:lnTo>
                <a:lnTo>
                  <a:pt x="345853" y="181117"/>
                </a:lnTo>
                <a:lnTo>
                  <a:pt x="343316" y="166576"/>
                </a:lnTo>
                <a:lnTo>
                  <a:pt x="341755" y="152785"/>
                </a:lnTo>
                <a:lnTo>
                  <a:pt x="341049" y="149933"/>
                </a:lnTo>
                <a:lnTo>
                  <a:pt x="339452" y="146836"/>
                </a:lnTo>
                <a:lnTo>
                  <a:pt x="339079" y="144534"/>
                </a:lnTo>
                <a:lnTo>
                  <a:pt x="338609" y="113900"/>
                </a:lnTo>
                <a:lnTo>
                  <a:pt x="340872" y="112088"/>
                </a:lnTo>
                <a:lnTo>
                  <a:pt x="344672" y="111459"/>
                </a:lnTo>
                <a:lnTo>
                  <a:pt x="381147" y="111733"/>
                </a:lnTo>
                <a:lnTo>
                  <a:pt x="382550" y="111210"/>
                </a:lnTo>
                <a:lnTo>
                  <a:pt x="383575" y="109350"/>
                </a:lnTo>
                <a:lnTo>
                  <a:pt x="381646" y="107861"/>
                </a:lnTo>
                <a:lnTo>
                  <a:pt x="376374" y="105301"/>
                </a:lnTo>
                <a:lnTo>
                  <a:pt x="365203" y="100693"/>
                </a:lnTo>
                <a:lnTo>
                  <a:pt x="350012" y="95259"/>
                </a:lnTo>
                <a:lnTo>
                  <a:pt x="341612" y="91704"/>
                </a:lnTo>
                <a:lnTo>
                  <a:pt x="339809" y="90147"/>
                </a:lnTo>
                <a:lnTo>
                  <a:pt x="339563" y="87207"/>
                </a:lnTo>
                <a:lnTo>
                  <a:pt x="340109" y="86261"/>
                </a:lnTo>
                <a:lnTo>
                  <a:pt x="341282" y="85692"/>
                </a:lnTo>
                <a:lnTo>
                  <a:pt x="350276" y="85272"/>
                </a:lnTo>
                <a:lnTo>
                  <a:pt x="365415" y="86542"/>
                </a:lnTo>
                <a:lnTo>
                  <a:pt x="367345" y="85695"/>
                </a:lnTo>
                <a:lnTo>
                  <a:pt x="368195" y="84573"/>
                </a:lnTo>
                <a:lnTo>
                  <a:pt x="368348" y="83534"/>
                </a:lnTo>
                <a:lnTo>
                  <a:pt x="366417" y="81438"/>
                </a:lnTo>
                <a:lnTo>
                  <a:pt x="358329" y="77083"/>
                </a:lnTo>
                <a:lnTo>
                  <a:pt x="346833" y="69830"/>
                </a:lnTo>
                <a:lnTo>
                  <a:pt x="342749" y="67801"/>
                </a:lnTo>
                <a:lnTo>
                  <a:pt x="339047" y="64456"/>
                </a:lnTo>
                <a:lnTo>
                  <a:pt x="338570" y="63384"/>
                </a:lnTo>
                <a:lnTo>
                  <a:pt x="338187" y="58978"/>
                </a:lnTo>
                <a:lnTo>
                  <a:pt x="336380" y="51508"/>
                </a:lnTo>
                <a:lnTo>
                  <a:pt x="334256" y="38217"/>
                </a:lnTo>
                <a:lnTo>
                  <a:pt x="331973" y="28236"/>
                </a:lnTo>
                <a:lnTo>
                  <a:pt x="329750" y="15314"/>
                </a:lnTo>
                <a:lnTo>
                  <a:pt x="328482" y="12571"/>
                </a:lnTo>
                <a:lnTo>
                  <a:pt x="326321" y="10887"/>
                </a:lnTo>
                <a:lnTo>
                  <a:pt x="324354" y="10496"/>
                </a:lnTo>
                <a:lnTo>
                  <a:pt x="322120" y="11300"/>
                </a:lnTo>
                <a:close/>
                <a:moveTo>
                  <a:pt x="326363" y="34250"/>
                </a:moveTo>
                <a:lnTo>
                  <a:pt x="326809" y="35608"/>
                </a:lnTo>
                <a:lnTo>
                  <a:pt x="326519" y="37319"/>
                </a:lnTo>
                <a:lnTo>
                  <a:pt x="324964" y="37674"/>
                </a:lnTo>
                <a:lnTo>
                  <a:pt x="323423" y="37340"/>
                </a:lnTo>
                <a:lnTo>
                  <a:pt x="323131" y="35792"/>
                </a:lnTo>
                <a:lnTo>
                  <a:pt x="323818" y="34289"/>
                </a:lnTo>
                <a:lnTo>
                  <a:pt x="325088" y="33650"/>
                </a:lnTo>
                <a:lnTo>
                  <a:pt x="326363" y="34250"/>
                </a:lnTo>
                <a:close/>
                <a:moveTo>
                  <a:pt x="326989" y="46931"/>
                </a:moveTo>
                <a:lnTo>
                  <a:pt x="327839" y="49203"/>
                </a:lnTo>
                <a:lnTo>
                  <a:pt x="327568" y="52090"/>
                </a:lnTo>
                <a:lnTo>
                  <a:pt x="325416" y="52861"/>
                </a:lnTo>
                <a:lnTo>
                  <a:pt x="322650" y="52475"/>
                </a:lnTo>
                <a:lnTo>
                  <a:pt x="321577" y="50232"/>
                </a:lnTo>
                <a:lnTo>
                  <a:pt x="321725" y="48031"/>
                </a:lnTo>
                <a:lnTo>
                  <a:pt x="322282" y="46872"/>
                </a:lnTo>
                <a:lnTo>
                  <a:pt x="324382" y="46129"/>
                </a:lnTo>
                <a:lnTo>
                  <a:pt x="326989" y="46931"/>
                </a:lnTo>
                <a:close/>
                <a:moveTo>
                  <a:pt x="319179" y="55031"/>
                </a:moveTo>
                <a:lnTo>
                  <a:pt x="319534" y="56234"/>
                </a:lnTo>
                <a:lnTo>
                  <a:pt x="319050" y="57416"/>
                </a:lnTo>
                <a:lnTo>
                  <a:pt x="318010" y="58061"/>
                </a:lnTo>
                <a:lnTo>
                  <a:pt x="316858" y="57775"/>
                </a:lnTo>
                <a:lnTo>
                  <a:pt x="316369" y="55951"/>
                </a:lnTo>
                <a:lnTo>
                  <a:pt x="316915" y="54694"/>
                </a:lnTo>
                <a:lnTo>
                  <a:pt x="317997" y="54312"/>
                </a:lnTo>
                <a:lnTo>
                  <a:pt x="319179" y="55031"/>
                </a:lnTo>
                <a:close/>
                <a:moveTo>
                  <a:pt x="332871" y="55899"/>
                </a:moveTo>
                <a:lnTo>
                  <a:pt x="333788" y="56574"/>
                </a:lnTo>
                <a:lnTo>
                  <a:pt x="332335" y="56965"/>
                </a:lnTo>
                <a:lnTo>
                  <a:pt x="330954" y="56568"/>
                </a:lnTo>
                <a:lnTo>
                  <a:pt x="330268" y="55754"/>
                </a:lnTo>
                <a:lnTo>
                  <a:pt x="331190" y="55302"/>
                </a:lnTo>
                <a:lnTo>
                  <a:pt x="332871" y="55899"/>
                </a:lnTo>
                <a:close/>
                <a:moveTo>
                  <a:pt x="327375" y="61781"/>
                </a:moveTo>
                <a:lnTo>
                  <a:pt x="328116" y="63685"/>
                </a:lnTo>
                <a:lnTo>
                  <a:pt x="327301" y="64666"/>
                </a:lnTo>
                <a:lnTo>
                  <a:pt x="325674" y="65483"/>
                </a:lnTo>
                <a:lnTo>
                  <a:pt x="324436" y="65503"/>
                </a:lnTo>
                <a:lnTo>
                  <a:pt x="322587" y="64839"/>
                </a:lnTo>
                <a:lnTo>
                  <a:pt x="321204" y="63131"/>
                </a:lnTo>
                <a:lnTo>
                  <a:pt x="321535" y="61893"/>
                </a:lnTo>
                <a:lnTo>
                  <a:pt x="323458" y="60828"/>
                </a:lnTo>
                <a:lnTo>
                  <a:pt x="325979" y="60935"/>
                </a:lnTo>
                <a:lnTo>
                  <a:pt x="327375" y="61781"/>
                </a:lnTo>
                <a:close/>
                <a:moveTo>
                  <a:pt x="334029" y="71279"/>
                </a:moveTo>
                <a:lnTo>
                  <a:pt x="334614" y="73168"/>
                </a:lnTo>
                <a:lnTo>
                  <a:pt x="334246" y="75354"/>
                </a:lnTo>
                <a:lnTo>
                  <a:pt x="333363" y="76090"/>
                </a:lnTo>
                <a:lnTo>
                  <a:pt x="332166" y="75930"/>
                </a:lnTo>
                <a:lnTo>
                  <a:pt x="330945" y="74757"/>
                </a:lnTo>
                <a:lnTo>
                  <a:pt x="330971" y="72646"/>
                </a:lnTo>
                <a:lnTo>
                  <a:pt x="332333" y="71004"/>
                </a:lnTo>
                <a:lnTo>
                  <a:pt x="333206" y="70851"/>
                </a:lnTo>
                <a:lnTo>
                  <a:pt x="334029" y="71279"/>
                </a:lnTo>
                <a:close/>
                <a:moveTo>
                  <a:pt x="318407" y="72774"/>
                </a:moveTo>
                <a:lnTo>
                  <a:pt x="318565" y="74355"/>
                </a:lnTo>
                <a:lnTo>
                  <a:pt x="317277" y="75329"/>
                </a:lnTo>
                <a:lnTo>
                  <a:pt x="314708" y="74877"/>
                </a:lnTo>
                <a:lnTo>
                  <a:pt x="313113" y="73765"/>
                </a:lnTo>
                <a:lnTo>
                  <a:pt x="314031" y="71866"/>
                </a:lnTo>
                <a:lnTo>
                  <a:pt x="315620" y="71166"/>
                </a:lnTo>
                <a:lnTo>
                  <a:pt x="317297" y="71492"/>
                </a:lnTo>
                <a:lnTo>
                  <a:pt x="318407" y="72774"/>
                </a:lnTo>
                <a:close/>
                <a:moveTo>
                  <a:pt x="343864" y="73738"/>
                </a:moveTo>
                <a:lnTo>
                  <a:pt x="350210" y="77862"/>
                </a:lnTo>
                <a:lnTo>
                  <a:pt x="350962" y="78791"/>
                </a:lnTo>
                <a:lnTo>
                  <a:pt x="350736" y="79735"/>
                </a:lnTo>
                <a:lnTo>
                  <a:pt x="349367" y="80446"/>
                </a:lnTo>
                <a:lnTo>
                  <a:pt x="345786" y="80764"/>
                </a:lnTo>
                <a:lnTo>
                  <a:pt x="342279" y="80518"/>
                </a:lnTo>
                <a:lnTo>
                  <a:pt x="340085" y="79716"/>
                </a:lnTo>
                <a:lnTo>
                  <a:pt x="339317" y="78736"/>
                </a:lnTo>
                <a:lnTo>
                  <a:pt x="338983" y="77303"/>
                </a:lnTo>
                <a:lnTo>
                  <a:pt x="339380" y="73754"/>
                </a:lnTo>
                <a:lnTo>
                  <a:pt x="340696" y="72699"/>
                </a:lnTo>
                <a:lnTo>
                  <a:pt x="343864" y="73738"/>
                </a:lnTo>
                <a:close/>
                <a:moveTo>
                  <a:pt x="309584" y="73690"/>
                </a:moveTo>
                <a:lnTo>
                  <a:pt x="311072" y="74353"/>
                </a:lnTo>
                <a:lnTo>
                  <a:pt x="311285" y="75196"/>
                </a:lnTo>
                <a:lnTo>
                  <a:pt x="309584" y="76775"/>
                </a:lnTo>
                <a:lnTo>
                  <a:pt x="307370" y="77889"/>
                </a:lnTo>
                <a:lnTo>
                  <a:pt x="305269" y="78351"/>
                </a:lnTo>
                <a:lnTo>
                  <a:pt x="303499" y="78178"/>
                </a:lnTo>
                <a:lnTo>
                  <a:pt x="301940" y="76770"/>
                </a:lnTo>
                <a:lnTo>
                  <a:pt x="301927" y="75296"/>
                </a:lnTo>
                <a:lnTo>
                  <a:pt x="303360" y="73745"/>
                </a:lnTo>
                <a:lnTo>
                  <a:pt x="306079" y="73163"/>
                </a:lnTo>
                <a:lnTo>
                  <a:pt x="309584" y="73690"/>
                </a:lnTo>
                <a:close/>
                <a:moveTo>
                  <a:pt x="334029" y="88395"/>
                </a:moveTo>
                <a:lnTo>
                  <a:pt x="333212" y="90233"/>
                </a:lnTo>
                <a:lnTo>
                  <a:pt x="332244" y="90490"/>
                </a:lnTo>
                <a:lnTo>
                  <a:pt x="331680" y="90010"/>
                </a:lnTo>
                <a:lnTo>
                  <a:pt x="331450" y="88343"/>
                </a:lnTo>
                <a:lnTo>
                  <a:pt x="332529" y="86792"/>
                </a:lnTo>
                <a:lnTo>
                  <a:pt x="333893" y="86795"/>
                </a:lnTo>
                <a:lnTo>
                  <a:pt x="334029" y="88395"/>
                </a:lnTo>
                <a:close/>
                <a:moveTo>
                  <a:pt x="317636" y="88732"/>
                </a:moveTo>
                <a:lnTo>
                  <a:pt x="317577" y="89780"/>
                </a:lnTo>
                <a:lnTo>
                  <a:pt x="317011" y="90243"/>
                </a:lnTo>
                <a:lnTo>
                  <a:pt x="315804" y="89745"/>
                </a:lnTo>
                <a:lnTo>
                  <a:pt x="315158" y="88780"/>
                </a:lnTo>
                <a:lnTo>
                  <a:pt x="315650" y="87976"/>
                </a:lnTo>
                <a:lnTo>
                  <a:pt x="316455" y="87695"/>
                </a:lnTo>
                <a:lnTo>
                  <a:pt x="317208" y="87965"/>
                </a:lnTo>
                <a:lnTo>
                  <a:pt x="317636" y="88732"/>
                </a:lnTo>
                <a:close/>
                <a:moveTo>
                  <a:pt x="326411" y="96977"/>
                </a:moveTo>
                <a:lnTo>
                  <a:pt x="326773" y="98220"/>
                </a:lnTo>
                <a:lnTo>
                  <a:pt x="325857" y="99028"/>
                </a:lnTo>
                <a:lnTo>
                  <a:pt x="323165" y="98942"/>
                </a:lnTo>
                <a:lnTo>
                  <a:pt x="322103" y="98127"/>
                </a:lnTo>
                <a:lnTo>
                  <a:pt x="322421" y="97104"/>
                </a:lnTo>
                <a:lnTo>
                  <a:pt x="323843" y="96405"/>
                </a:lnTo>
                <a:lnTo>
                  <a:pt x="325552" y="96448"/>
                </a:lnTo>
                <a:lnTo>
                  <a:pt x="326411" y="96977"/>
                </a:lnTo>
                <a:close/>
                <a:moveTo>
                  <a:pt x="310066" y="98182"/>
                </a:moveTo>
                <a:lnTo>
                  <a:pt x="310973" y="99816"/>
                </a:lnTo>
                <a:lnTo>
                  <a:pt x="311145" y="101137"/>
                </a:lnTo>
                <a:lnTo>
                  <a:pt x="310006" y="102558"/>
                </a:lnTo>
                <a:lnTo>
                  <a:pt x="305625" y="103394"/>
                </a:lnTo>
                <a:lnTo>
                  <a:pt x="303913" y="102811"/>
                </a:lnTo>
                <a:lnTo>
                  <a:pt x="303196" y="101987"/>
                </a:lnTo>
                <a:lnTo>
                  <a:pt x="302910" y="98733"/>
                </a:lnTo>
                <a:lnTo>
                  <a:pt x="304067" y="97139"/>
                </a:lnTo>
                <a:lnTo>
                  <a:pt x="308209" y="96984"/>
                </a:lnTo>
                <a:lnTo>
                  <a:pt x="310066" y="98182"/>
                </a:lnTo>
                <a:close/>
                <a:moveTo>
                  <a:pt x="345262" y="98616"/>
                </a:moveTo>
                <a:lnTo>
                  <a:pt x="346666" y="100980"/>
                </a:lnTo>
                <a:lnTo>
                  <a:pt x="346143" y="102853"/>
                </a:lnTo>
                <a:lnTo>
                  <a:pt x="344536" y="103632"/>
                </a:lnTo>
                <a:lnTo>
                  <a:pt x="342514" y="103942"/>
                </a:lnTo>
                <a:lnTo>
                  <a:pt x="339525" y="103390"/>
                </a:lnTo>
                <a:lnTo>
                  <a:pt x="338952" y="100690"/>
                </a:lnTo>
                <a:lnTo>
                  <a:pt x="339718" y="97990"/>
                </a:lnTo>
                <a:lnTo>
                  <a:pt x="340619" y="97402"/>
                </a:lnTo>
                <a:lnTo>
                  <a:pt x="342346" y="97218"/>
                </a:lnTo>
                <a:lnTo>
                  <a:pt x="345262" y="98616"/>
                </a:lnTo>
                <a:close/>
                <a:moveTo>
                  <a:pt x="334559" y="100786"/>
                </a:moveTo>
                <a:lnTo>
                  <a:pt x="335017" y="102384"/>
                </a:lnTo>
                <a:lnTo>
                  <a:pt x="334597" y="103839"/>
                </a:lnTo>
                <a:lnTo>
                  <a:pt x="333311" y="104499"/>
                </a:lnTo>
                <a:lnTo>
                  <a:pt x="331882" y="104117"/>
                </a:lnTo>
                <a:lnTo>
                  <a:pt x="331060" y="102538"/>
                </a:lnTo>
                <a:lnTo>
                  <a:pt x="331549" y="100783"/>
                </a:lnTo>
                <a:lnTo>
                  <a:pt x="332966" y="100011"/>
                </a:lnTo>
                <a:lnTo>
                  <a:pt x="334559" y="100786"/>
                </a:lnTo>
                <a:close/>
                <a:moveTo>
                  <a:pt x="317250" y="102281"/>
                </a:moveTo>
                <a:lnTo>
                  <a:pt x="316641" y="102994"/>
                </a:lnTo>
                <a:lnTo>
                  <a:pt x="315828" y="102648"/>
                </a:lnTo>
                <a:lnTo>
                  <a:pt x="316614" y="101577"/>
                </a:lnTo>
                <a:lnTo>
                  <a:pt x="317250" y="102281"/>
                </a:lnTo>
                <a:close/>
                <a:moveTo>
                  <a:pt x="361993" y="104499"/>
                </a:moveTo>
                <a:lnTo>
                  <a:pt x="363517" y="105392"/>
                </a:lnTo>
                <a:lnTo>
                  <a:pt x="363771" y="106053"/>
                </a:lnTo>
                <a:lnTo>
                  <a:pt x="363417" y="106704"/>
                </a:lnTo>
                <a:lnTo>
                  <a:pt x="361074" y="107658"/>
                </a:lnTo>
                <a:lnTo>
                  <a:pt x="359880" y="107418"/>
                </a:lnTo>
                <a:lnTo>
                  <a:pt x="359040" y="106722"/>
                </a:lnTo>
                <a:lnTo>
                  <a:pt x="358808" y="105328"/>
                </a:lnTo>
                <a:lnTo>
                  <a:pt x="359582" y="104499"/>
                </a:lnTo>
                <a:lnTo>
                  <a:pt x="360450" y="103968"/>
                </a:lnTo>
                <a:lnTo>
                  <a:pt x="361993" y="104499"/>
                </a:lnTo>
                <a:close/>
                <a:moveTo>
                  <a:pt x="334704" y="113949"/>
                </a:moveTo>
                <a:lnTo>
                  <a:pt x="335519" y="115800"/>
                </a:lnTo>
                <a:lnTo>
                  <a:pt x="335050" y="118602"/>
                </a:lnTo>
                <a:lnTo>
                  <a:pt x="333252" y="119779"/>
                </a:lnTo>
                <a:lnTo>
                  <a:pt x="331143" y="119529"/>
                </a:lnTo>
                <a:lnTo>
                  <a:pt x="330284" y="117576"/>
                </a:lnTo>
                <a:lnTo>
                  <a:pt x="330974" y="114835"/>
                </a:lnTo>
                <a:lnTo>
                  <a:pt x="332956" y="113189"/>
                </a:lnTo>
                <a:lnTo>
                  <a:pt x="334704" y="113949"/>
                </a:lnTo>
                <a:close/>
                <a:moveTo>
                  <a:pt x="318696" y="115588"/>
                </a:moveTo>
                <a:lnTo>
                  <a:pt x="319110" y="117536"/>
                </a:lnTo>
                <a:lnTo>
                  <a:pt x="318148" y="118674"/>
                </a:lnTo>
                <a:lnTo>
                  <a:pt x="316913" y="118840"/>
                </a:lnTo>
                <a:lnTo>
                  <a:pt x="315321" y="118432"/>
                </a:lnTo>
                <a:lnTo>
                  <a:pt x="313664" y="117028"/>
                </a:lnTo>
                <a:lnTo>
                  <a:pt x="314029" y="115752"/>
                </a:lnTo>
                <a:lnTo>
                  <a:pt x="315826" y="114706"/>
                </a:lnTo>
                <a:lnTo>
                  <a:pt x="317744" y="114776"/>
                </a:lnTo>
                <a:lnTo>
                  <a:pt x="318696" y="115588"/>
                </a:lnTo>
                <a:close/>
                <a:moveTo>
                  <a:pt x="328773" y="121566"/>
                </a:moveTo>
                <a:lnTo>
                  <a:pt x="330545" y="124147"/>
                </a:lnTo>
                <a:lnTo>
                  <a:pt x="330750" y="125460"/>
                </a:lnTo>
                <a:lnTo>
                  <a:pt x="330168" y="126507"/>
                </a:lnTo>
                <a:lnTo>
                  <a:pt x="328794" y="127339"/>
                </a:lnTo>
                <a:lnTo>
                  <a:pt x="326088" y="128130"/>
                </a:lnTo>
                <a:lnTo>
                  <a:pt x="323995" y="128219"/>
                </a:lnTo>
                <a:lnTo>
                  <a:pt x="319752" y="127463"/>
                </a:lnTo>
                <a:lnTo>
                  <a:pt x="318100" y="126532"/>
                </a:lnTo>
                <a:lnTo>
                  <a:pt x="317892" y="125564"/>
                </a:lnTo>
                <a:lnTo>
                  <a:pt x="318696" y="123254"/>
                </a:lnTo>
                <a:lnTo>
                  <a:pt x="319850" y="121194"/>
                </a:lnTo>
                <a:lnTo>
                  <a:pt x="321154" y="120213"/>
                </a:lnTo>
                <a:lnTo>
                  <a:pt x="327279" y="119879"/>
                </a:lnTo>
                <a:lnTo>
                  <a:pt x="328773" y="121566"/>
                </a:lnTo>
                <a:close/>
                <a:moveTo>
                  <a:pt x="334655" y="128943"/>
                </a:moveTo>
                <a:lnTo>
                  <a:pt x="335704" y="131185"/>
                </a:lnTo>
                <a:lnTo>
                  <a:pt x="335089" y="133572"/>
                </a:lnTo>
                <a:lnTo>
                  <a:pt x="333135" y="134333"/>
                </a:lnTo>
                <a:lnTo>
                  <a:pt x="331189" y="133927"/>
                </a:lnTo>
                <a:lnTo>
                  <a:pt x="330497" y="132170"/>
                </a:lnTo>
                <a:lnTo>
                  <a:pt x="331832" y="128979"/>
                </a:lnTo>
                <a:lnTo>
                  <a:pt x="333058" y="128146"/>
                </a:lnTo>
                <a:lnTo>
                  <a:pt x="334655" y="128943"/>
                </a:lnTo>
                <a:close/>
                <a:moveTo>
                  <a:pt x="316527" y="129522"/>
                </a:moveTo>
                <a:lnTo>
                  <a:pt x="318256" y="131251"/>
                </a:lnTo>
                <a:lnTo>
                  <a:pt x="318432" y="132552"/>
                </a:lnTo>
                <a:lnTo>
                  <a:pt x="318070" y="133234"/>
                </a:lnTo>
                <a:lnTo>
                  <a:pt x="315231" y="133939"/>
                </a:lnTo>
                <a:lnTo>
                  <a:pt x="312573" y="133090"/>
                </a:lnTo>
                <a:lnTo>
                  <a:pt x="312001" y="131511"/>
                </a:lnTo>
                <a:lnTo>
                  <a:pt x="313220" y="129714"/>
                </a:lnTo>
                <a:lnTo>
                  <a:pt x="314429" y="129112"/>
                </a:lnTo>
                <a:lnTo>
                  <a:pt x="316527" y="129522"/>
                </a:lnTo>
                <a:close/>
                <a:moveTo>
                  <a:pt x="316768" y="142781"/>
                </a:moveTo>
                <a:lnTo>
                  <a:pt x="318136" y="144144"/>
                </a:lnTo>
                <a:lnTo>
                  <a:pt x="317626" y="145655"/>
                </a:lnTo>
                <a:lnTo>
                  <a:pt x="315160" y="147094"/>
                </a:lnTo>
                <a:lnTo>
                  <a:pt x="313940" y="147228"/>
                </a:lnTo>
                <a:lnTo>
                  <a:pt x="313037" y="146817"/>
                </a:lnTo>
                <a:lnTo>
                  <a:pt x="312333" y="145211"/>
                </a:lnTo>
                <a:lnTo>
                  <a:pt x="312751" y="142769"/>
                </a:lnTo>
                <a:lnTo>
                  <a:pt x="314630" y="142093"/>
                </a:lnTo>
                <a:lnTo>
                  <a:pt x="316768" y="142781"/>
                </a:lnTo>
                <a:close/>
                <a:moveTo>
                  <a:pt x="335475" y="142829"/>
                </a:moveTo>
                <a:lnTo>
                  <a:pt x="336142" y="143496"/>
                </a:lnTo>
                <a:lnTo>
                  <a:pt x="336409" y="144631"/>
                </a:lnTo>
                <a:lnTo>
                  <a:pt x="334993" y="146397"/>
                </a:lnTo>
                <a:lnTo>
                  <a:pt x="333196" y="146792"/>
                </a:lnTo>
                <a:lnTo>
                  <a:pt x="331923" y="146125"/>
                </a:lnTo>
                <a:lnTo>
                  <a:pt x="331055" y="145072"/>
                </a:lnTo>
                <a:lnTo>
                  <a:pt x="330871" y="143461"/>
                </a:lnTo>
                <a:lnTo>
                  <a:pt x="331840" y="142298"/>
                </a:lnTo>
                <a:lnTo>
                  <a:pt x="333620" y="142115"/>
                </a:lnTo>
                <a:lnTo>
                  <a:pt x="335475" y="142829"/>
                </a:lnTo>
                <a:close/>
                <a:moveTo>
                  <a:pt x="328966" y="149579"/>
                </a:moveTo>
                <a:lnTo>
                  <a:pt x="331651" y="151573"/>
                </a:lnTo>
                <a:lnTo>
                  <a:pt x="331962" y="153658"/>
                </a:lnTo>
                <a:lnTo>
                  <a:pt x="330834" y="155233"/>
                </a:lnTo>
                <a:lnTo>
                  <a:pt x="328629" y="157052"/>
                </a:lnTo>
                <a:lnTo>
                  <a:pt x="325414" y="158447"/>
                </a:lnTo>
                <a:lnTo>
                  <a:pt x="322123" y="158159"/>
                </a:lnTo>
                <a:lnTo>
                  <a:pt x="320030" y="157064"/>
                </a:lnTo>
                <a:lnTo>
                  <a:pt x="317420" y="154412"/>
                </a:lnTo>
                <a:lnTo>
                  <a:pt x="316378" y="152502"/>
                </a:lnTo>
                <a:lnTo>
                  <a:pt x="316618" y="151547"/>
                </a:lnTo>
                <a:lnTo>
                  <a:pt x="317664" y="150633"/>
                </a:lnTo>
                <a:lnTo>
                  <a:pt x="322646" y="148242"/>
                </a:lnTo>
                <a:lnTo>
                  <a:pt x="325108" y="148051"/>
                </a:lnTo>
                <a:lnTo>
                  <a:pt x="328966" y="149579"/>
                </a:lnTo>
                <a:close/>
                <a:moveTo>
                  <a:pt x="316527" y="158257"/>
                </a:moveTo>
                <a:lnTo>
                  <a:pt x="318202" y="160837"/>
                </a:lnTo>
                <a:lnTo>
                  <a:pt x="318474" y="162713"/>
                </a:lnTo>
                <a:lnTo>
                  <a:pt x="318108" y="163879"/>
                </a:lnTo>
                <a:lnTo>
                  <a:pt x="311561" y="168093"/>
                </a:lnTo>
                <a:lnTo>
                  <a:pt x="309808" y="168428"/>
                </a:lnTo>
                <a:lnTo>
                  <a:pt x="308853" y="167072"/>
                </a:lnTo>
                <a:lnTo>
                  <a:pt x="308731" y="164646"/>
                </a:lnTo>
                <a:lnTo>
                  <a:pt x="310187" y="160364"/>
                </a:lnTo>
                <a:lnTo>
                  <a:pt x="311613" y="158587"/>
                </a:lnTo>
                <a:lnTo>
                  <a:pt x="313159" y="157657"/>
                </a:lnTo>
                <a:lnTo>
                  <a:pt x="314811" y="157545"/>
                </a:lnTo>
                <a:lnTo>
                  <a:pt x="316527" y="158257"/>
                </a:lnTo>
                <a:close/>
                <a:moveTo>
                  <a:pt x="337982" y="158209"/>
                </a:moveTo>
                <a:lnTo>
                  <a:pt x="338999" y="161910"/>
                </a:lnTo>
                <a:lnTo>
                  <a:pt x="339341" y="166034"/>
                </a:lnTo>
                <a:lnTo>
                  <a:pt x="338146" y="168055"/>
                </a:lnTo>
                <a:lnTo>
                  <a:pt x="336729" y="168523"/>
                </a:lnTo>
                <a:lnTo>
                  <a:pt x="331632" y="164646"/>
                </a:lnTo>
                <a:lnTo>
                  <a:pt x="331106" y="163874"/>
                </a:lnTo>
                <a:lnTo>
                  <a:pt x="330991" y="162387"/>
                </a:lnTo>
                <a:lnTo>
                  <a:pt x="331697" y="160235"/>
                </a:lnTo>
                <a:lnTo>
                  <a:pt x="333636" y="158310"/>
                </a:lnTo>
                <a:lnTo>
                  <a:pt x="336059" y="157499"/>
                </a:lnTo>
                <a:lnTo>
                  <a:pt x="337982" y="158209"/>
                </a:lnTo>
                <a:close/>
                <a:moveTo>
                  <a:pt x="328773" y="167322"/>
                </a:moveTo>
                <a:lnTo>
                  <a:pt x="333355" y="170124"/>
                </a:lnTo>
                <a:lnTo>
                  <a:pt x="334935" y="171591"/>
                </a:lnTo>
                <a:lnTo>
                  <a:pt x="335650" y="174132"/>
                </a:lnTo>
                <a:lnTo>
                  <a:pt x="334287" y="176429"/>
                </a:lnTo>
                <a:lnTo>
                  <a:pt x="328139" y="180373"/>
                </a:lnTo>
                <a:lnTo>
                  <a:pt x="325477" y="180918"/>
                </a:lnTo>
                <a:lnTo>
                  <a:pt x="322984" y="180161"/>
                </a:lnTo>
                <a:lnTo>
                  <a:pt x="316732" y="175627"/>
                </a:lnTo>
                <a:lnTo>
                  <a:pt x="316296" y="173926"/>
                </a:lnTo>
                <a:lnTo>
                  <a:pt x="316650" y="171519"/>
                </a:lnTo>
                <a:lnTo>
                  <a:pt x="321059" y="168045"/>
                </a:lnTo>
                <a:lnTo>
                  <a:pt x="322917" y="166901"/>
                </a:lnTo>
                <a:lnTo>
                  <a:pt x="325458" y="166110"/>
                </a:lnTo>
                <a:lnTo>
                  <a:pt x="327610" y="166453"/>
                </a:lnTo>
                <a:lnTo>
                  <a:pt x="328773" y="167322"/>
                </a:lnTo>
                <a:close/>
                <a:moveTo>
                  <a:pt x="312043" y="179134"/>
                </a:moveTo>
                <a:lnTo>
                  <a:pt x="316199" y="181919"/>
                </a:lnTo>
                <a:lnTo>
                  <a:pt x="317607" y="183319"/>
                </a:lnTo>
                <a:lnTo>
                  <a:pt x="318160" y="184842"/>
                </a:lnTo>
                <a:lnTo>
                  <a:pt x="317851" y="186358"/>
                </a:lnTo>
                <a:lnTo>
                  <a:pt x="316673" y="187741"/>
                </a:lnTo>
                <a:lnTo>
                  <a:pt x="310668" y="191802"/>
                </a:lnTo>
                <a:lnTo>
                  <a:pt x="307544" y="193159"/>
                </a:lnTo>
                <a:lnTo>
                  <a:pt x="305777" y="193322"/>
                </a:lnTo>
                <a:lnTo>
                  <a:pt x="305025" y="192456"/>
                </a:lnTo>
                <a:lnTo>
                  <a:pt x="304787" y="189738"/>
                </a:lnTo>
                <a:lnTo>
                  <a:pt x="305594" y="184135"/>
                </a:lnTo>
                <a:lnTo>
                  <a:pt x="306672" y="180726"/>
                </a:lnTo>
                <a:lnTo>
                  <a:pt x="307993" y="178652"/>
                </a:lnTo>
                <a:lnTo>
                  <a:pt x="309214" y="177894"/>
                </a:lnTo>
                <a:lnTo>
                  <a:pt x="310263" y="177895"/>
                </a:lnTo>
                <a:lnTo>
                  <a:pt x="312043" y="179134"/>
                </a:lnTo>
                <a:close/>
                <a:moveTo>
                  <a:pt x="342177" y="178797"/>
                </a:moveTo>
                <a:lnTo>
                  <a:pt x="342789" y="182664"/>
                </a:lnTo>
                <a:lnTo>
                  <a:pt x="343286" y="191670"/>
                </a:lnTo>
                <a:lnTo>
                  <a:pt x="340831" y="192620"/>
                </a:lnTo>
                <a:lnTo>
                  <a:pt x="332992" y="187303"/>
                </a:lnTo>
                <a:lnTo>
                  <a:pt x="332102" y="186136"/>
                </a:lnTo>
                <a:lnTo>
                  <a:pt x="331714" y="184052"/>
                </a:lnTo>
                <a:lnTo>
                  <a:pt x="332640" y="182154"/>
                </a:lnTo>
                <a:lnTo>
                  <a:pt x="336313" y="179508"/>
                </a:lnTo>
                <a:lnTo>
                  <a:pt x="340441" y="178242"/>
                </a:lnTo>
                <a:lnTo>
                  <a:pt x="342177" y="178797"/>
                </a:lnTo>
                <a:close/>
                <a:moveTo>
                  <a:pt x="328870" y="190609"/>
                </a:moveTo>
                <a:lnTo>
                  <a:pt x="337164" y="196565"/>
                </a:lnTo>
                <a:lnTo>
                  <a:pt x="338814" y="198462"/>
                </a:lnTo>
                <a:lnTo>
                  <a:pt x="338199" y="199877"/>
                </a:lnTo>
                <a:lnTo>
                  <a:pt x="331097" y="203707"/>
                </a:lnTo>
                <a:lnTo>
                  <a:pt x="325616" y="205897"/>
                </a:lnTo>
                <a:lnTo>
                  <a:pt x="323803" y="206108"/>
                </a:lnTo>
                <a:lnTo>
                  <a:pt x="316289" y="202887"/>
                </a:lnTo>
                <a:lnTo>
                  <a:pt x="312856" y="200612"/>
                </a:lnTo>
                <a:lnTo>
                  <a:pt x="311292" y="199022"/>
                </a:lnTo>
                <a:lnTo>
                  <a:pt x="311320" y="197793"/>
                </a:lnTo>
                <a:lnTo>
                  <a:pt x="312483" y="196617"/>
                </a:lnTo>
                <a:lnTo>
                  <a:pt x="322955" y="189054"/>
                </a:lnTo>
                <a:lnTo>
                  <a:pt x="325382" y="188789"/>
                </a:lnTo>
                <a:lnTo>
                  <a:pt x="328870" y="190609"/>
                </a:lnTo>
                <a:close/>
                <a:moveTo>
                  <a:pt x="309439" y="204206"/>
                </a:moveTo>
                <a:lnTo>
                  <a:pt x="314299" y="207872"/>
                </a:lnTo>
                <a:lnTo>
                  <a:pt x="315694" y="209607"/>
                </a:lnTo>
                <a:lnTo>
                  <a:pt x="315660" y="210430"/>
                </a:lnTo>
                <a:lnTo>
                  <a:pt x="314543" y="211304"/>
                </a:lnTo>
                <a:lnTo>
                  <a:pt x="310325" y="212969"/>
                </a:lnTo>
                <a:lnTo>
                  <a:pt x="306296" y="215171"/>
                </a:lnTo>
                <a:lnTo>
                  <a:pt x="304977" y="215264"/>
                </a:lnTo>
                <a:lnTo>
                  <a:pt x="303034" y="214510"/>
                </a:lnTo>
                <a:lnTo>
                  <a:pt x="302157" y="213378"/>
                </a:lnTo>
                <a:lnTo>
                  <a:pt x="302082" y="211470"/>
                </a:lnTo>
                <a:lnTo>
                  <a:pt x="303312" y="206805"/>
                </a:lnTo>
                <a:lnTo>
                  <a:pt x="304690" y="203661"/>
                </a:lnTo>
                <a:lnTo>
                  <a:pt x="306444" y="202979"/>
                </a:lnTo>
                <a:lnTo>
                  <a:pt x="309439" y="204206"/>
                </a:lnTo>
                <a:close/>
                <a:moveTo>
                  <a:pt x="344443" y="204399"/>
                </a:moveTo>
                <a:lnTo>
                  <a:pt x="345583" y="206447"/>
                </a:lnTo>
                <a:lnTo>
                  <a:pt x="346414" y="211028"/>
                </a:lnTo>
                <a:lnTo>
                  <a:pt x="346086" y="215348"/>
                </a:lnTo>
                <a:lnTo>
                  <a:pt x="345166" y="216934"/>
                </a:lnTo>
                <a:lnTo>
                  <a:pt x="343637" y="216938"/>
                </a:lnTo>
                <a:lnTo>
                  <a:pt x="340127" y="215553"/>
                </a:lnTo>
                <a:lnTo>
                  <a:pt x="331995" y="210406"/>
                </a:lnTo>
                <a:lnTo>
                  <a:pt x="331823" y="209696"/>
                </a:lnTo>
                <a:lnTo>
                  <a:pt x="332544" y="208383"/>
                </a:lnTo>
                <a:lnTo>
                  <a:pt x="337496" y="204518"/>
                </a:lnTo>
                <a:lnTo>
                  <a:pt x="339863" y="203561"/>
                </a:lnTo>
                <a:lnTo>
                  <a:pt x="341975" y="203327"/>
                </a:lnTo>
                <a:lnTo>
                  <a:pt x="344443" y="204399"/>
                </a:lnTo>
                <a:close/>
                <a:moveTo>
                  <a:pt x="329786" y="215584"/>
                </a:moveTo>
                <a:lnTo>
                  <a:pt x="338097" y="220321"/>
                </a:lnTo>
                <a:lnTo>
                  <a:pt x="339210" y="221322"/>
                </a:lnTo>
                <a:lnTo>
                  <a:pt x="339328" y="222461"/>
                </a:lnTo>
                <a:lnTo>
                  <a:pt x="338350" y="224317"/>
                </a:lnTo>
                <a:lnTo>
                  <a:pt x="336291" y="226394"/>
                </a:lnTo>
                <a:lnTo>
                  <a:pt x="325491" y="234133"/>
                </a:lnTo>
                <a:lnTo>
                  <a:pt x="323011" y="233790"/>
                </a:lnTo>
                <a:lnTo>
                  <a:pt x="320396" y="232373"/>
                </a:lnTo>
                <a:lnTo>
                  <a:pt x="310761" y="225058"/>
                </a:lnTo>
                <a:lnTo>
                  <a:pt x="307685" y="221775"/>
                </a:lnTo>
                <a:lnTo>
                  <a:pt x="308055" y="220529"/>
                </a:lnTo>
                <a:lnTo>
                  <a:pt x="310311" y="218823"/>
                </a:lnTo>
                <a:lnTo>
                  <a:pt x="320849" y="213208"/>
                </a:lnTo>
                <a:lnTo>
                  <a:pt x="322544" y="212894"/>
                </a:lnTo>
                <a:lnTo>
                  <a:pt x="324503" y="213170"/>
                </a:lnTo>
                <a:lnTo>
                  <a:pt x="329786" y="215584"/>
                </a:lnTo>
                <a:close/>
                <a:moveTo>
                  <a:pt x="304666" y="227011"/>
                </a:moveTo>
                <a:lnTo>
                  <a:pt x="315811" y="235386"/>
                </a:lnTo>
                <a:lnTo>
                  <a:pt x="317448" y="236972"/>
                </a:lnTo>
                <a:lnTo>
                  <a:pt x="317554" y="238028"/>
                </a:lnTo>
                <a:lnTo>
                  <a:pt x="316453" y="240187"/>
                </a:lnTo>
                <a:lnTo>
                  <a:pt x="314855" y="241752"/>
                </a:lnTo>
                <a:lnTo>
                  <a:pt x="303478" y="250271"/>
                </a:lnTo>
                <a:lnTo>
                  <a:pt x="300004" y="252304"/>
                </a:lnTo>
                <a:lnTo>
                  <a:pt x="298617" y="252623"/>
                </a:lnTo>
                <a:lnTo>
                  <a:pt x="297436" y="251276"/>
                </a:lnTo>
                <a:lnTo>
                  <a:pt x="297247" y="248782"/>
                </a:lnTo>
                <a:lnTo>
                  <a:pt x="298965" y="240728"/>
                </a:lnTo>
                <a:lnTo>
                  <a:pt x="300512" y="228188"/>
                </a:lnTo>
                <a:lnTo>
                  <a:pt x="301698" y="226229"/>
                </a:lnTo>
                <a:lnTo>
                  <a:pt x="302943" y="226187"/>
                </a:lnTo>
                <a:lnTo>
                  <a:pt x="304666" y="227011"/>
                </a:lnTo>
                <a:close/>
                <a:moveTo>
                  <a:pt x="347288" y="228940"/>
                </a:moveTo>
                <a:lnTo>
                  <a:pt x="348214" y="231686"/>
                </a:lnTo>
                <a:lnTo>
                  <a:pt x="349933" y="245905"/>
                </a:lnTo>
                <a:lnTo>
                  <a:pt x="349631" y="251026"/>
                </a:lnTo>
                <a:lnTo>
                  <a:pt x="349216" y="252034"/>
                </a:lnTo>
                <a:lnTo>
                  <a:pt x="348367" y="252399"/>
                </a:lnTo>
                <a:lnTo>
                  <a:pt x="346203" y="251709"/>
                </a:lnTo>
                <a:lnTo>
                  <a:pt x="343977" y="250323"/>
                </a:lnTo>
                <a:lnTo>
                  <a:pt x="331473" y="241090"/>
                </a:lnTo>
                <a:lnTo>
                  <a:pt x="331473" y="236895"/>
                </a:lnTo>
                <a:lnTo>
                  <a:pt x="343834" y="227741"/>
                </a:lnTo>
                <a:lnTo>
                  <a:pt x="345435" y="227554"/>
                </a:lnTo>
                <a:lnTo>
                  <a:pt x="347288" y="228940"/>
                </a:lnTo>
                <a:close/>
                <a:moveTo>
                  <a:pt x="464545" y="82368"/>
                </a:moveTo>
                <a:lnTo>
                  <a:pt x="449711" y="83090"/>
                </a:lnTo>
                <a:lnTo>
                  <a:pt x="406409" y="83600"/>
                </a:lnTo>
                <a:lnTo>
                  <a:pt x="393182" y="85158"/>
                </a:lnTo>
                <a:lnTo>
                  <a:pt x="388982" y="86094"/>
                </a:lnTo>
                <a:lnTo>
                  <a:pt x="388986" y="86537"/>
                </a:lnTo>
                <a:lnTo>
                  <a:pt x="395405" y="88523"/>
                </a:lnTo>
                <a:lnTo>
                  <a:pt x="396484" y="89480"/>
                </a:lnTo>
                <a:lnTo>
                  <a:pt x="396678" y="90691"/>
                </a:lnTo>
                <a:lnTo>
                  <a:pt x="392057" y="99990"/>
                </a:lnTo>
                <a:lnTo>
                  <a:pt x="390840" y="101078"/>
                </a:lnTo>
                <a:lnTo>
                  <a:pt x="387593" y="102546"/>
                </a:lnTo>
                <a:lnTo>
                  <a:pt x="386317" y="104306"/>
                </a:lnTo>
                <a:lnTo>
                  <a:pt x="386343" y="106430"/>
                </a:lnTo>
                <a:lnTo>
                  <a:pt x="388102" y="109262"/>
                </a:lnTo>
                <a:lnTo>
                  <a:pt x="388497" y="110783"/>
                </a:lnTo>
                <a:lnTo>
                  <a:pt x="388345" y="112496"/>
                </a:lnTo>
                <a:lnTo>
                  <a:pt x="387398" y="115048"/>
                </a:lnTo>
                <a:lnTo>
                  <a:pt x="386763" y="115835"/>
                </a:lnTo>
                <a:lnTo>
                  <a:pt x="385563" y="116340"/>
                </a:lnTo>
                <a:lnTo>
                  <a:pt x="371352" y="115612"/>
                </a:lnTo>
                <a:lnTo>
                  <a:pt x="367200" y="116016"/>
                </a:lnTo>
                <a:lnTo>
                  <a:pt x="365684" y="116752"/>
                </a:lnTo>
                <a:lnTo>
                  <a:pt x="364802" y="117961"/>
                </a:lnTo>
                <a:lnTo>
                  <a:pt x="362786" y="122786"/>
                </a:lnTo>
                <a:lnTo>
                  <a:pt x="361378" y="124724"/>
                </a:lnTo>
                <a:lnTo>
                  <a:pt x="359704" y="126130"/>
                </a:lnTo>
                <a:lnTo>
                  <a:pt x="355449" y="127810"/>
                </a:lnTo>
                <a:lnTo>
                  <a:pt x="353802" y="129196"/>
                </a:lnTo>
                <a:lnTo>
                  <a:pt x="352160" y="131838"/>
                </a:lnTo>
                <a:lnTo>
                  <a:pt x="350108" y="137983"/>
                </a:lnTo>
                <a:lnTo>
                  <a:pt x="343105" y="144360"/>
                </a:lnTo>
                <a:lnTo>
                  <a:pt x="342696" y="145359"/>
                </a:lnTo>
                <a:lnTo>
                  <a:pt x="342900" y="146975"/>
                </a:lnTo>
                <a:lnTo>
                  <a:pt x="345791" y="149422"/>
                </a:lnTo>
                <a:lnTo>
                  <a:pt x="349982" y="151691"/>
                </a:lnTo>
                <a:lnTo>
                  <a:pt x="356574" y="154467"/>
                </a:lnTo>
                <a:lnTo>
                  <a:pt x="360751" y="157136"/>
                </a:lnTo>
                <a:lnTo>
                  <a:pt x="364844" y="158348"/>
                </a:lnTo>
                <a:lnTo>
                  <a:pt x="367803" y="160584"/>
                </a:lnTo>
                <a:lnTo>
                  <a:pt x="372754" y="162491"/>
                </a:lnTo>
                <a:lnTo>
                  <a:pt x="387478" y="170879"/>
                </a:lnTo>
                <a:lnTo>
                  <a:pt x="394447" y="174078"/>
                </a:lnTo>
                <a:lnTo>
                  <a:pt x="398606" y="176797"/>
                </a:lnTo>
                <a:lnTo>
                  <a:pt x="429555" y="192392"/>
                </a:lnTo>
                <a:lnTo>
                  <a:pt x="453321" y="203246"/>
                </a:lnTo>
                <a:lnTo>
                  <a:pt x="463669" y="207318"/>
                </a:lnTo>
                <a:lnTo>
                  <a:pt x="504247" y="220590"/>
                </a:lnTo>
                <a:lnTo>
                  <a:pt x="518816" y="226698"/>
                </a:lnTo>
                <a:lnTo>
                  <a:pt x="541163" y="234195"/>
                </a:lnTo>
                <a:lnTo>
                  <a:pt x="548359" y="236190"/>
                </a:lnTo>
                <a:lnTo>
                  <a:pt x="564800" y="241777"/>
                </a:lnTo>
                <a:lnTo>
                  <a:pt x="572273" y="243850"/>
                </a:lnTo>
                <a:lnTo>
                  <a:pt x="589348" y="249620"/>
                </a:lnTo>
                <a:lnTo>
                  <a:pt x="596523" y="251574"/>
                </a:lnTo>
                <a:lnTo>
                  <a:pt x="624917" y="260982"/>
                </a:lnTo>
                <a:lnTo>
                  <a:pt x="657866" y="270995"/>
                </a:lnTo>
                <a:lnTo>
                  <a:pt x="687033" y="280523"/>
                </a:lnTo>
                <a:lnTo>
                  <a:pt x="694726" y="282463"/>
                </a:lnTo>
                <a:lnTo>
                  <a:pt x="700674" y="284720"/>
                </a:lnTo>
                <a:lnTo>
                  <a:pt x="706383" y="285994"/>
                </a:lnTo>
                <a:lnTo>
                  <a:pt x="708259" y="285837"/>
                </a:lnTo>
                <a:lnTo>
                  <a:pt x="709036" y="284737"/>
                </a:lnTo>
                <a:lnTo>
                  <a:pt x="709060" y="283288"/>
                </a:lnTo>
                <a:lnTo>
                  <a:pt x="707185" y="281722"/>
                </a:lnTo>
                <a:lnTo>
                  <a:pt x="702440" y="280505"/>
                </a:lnTo>
                <a:lnTo>
                  <a:pt x="673649" y="270502"/>
                </a:lnTo>
                <a:lnTo>
                  <a:pt x="534835" y="224674"/>
                </a:lnTo>
                <a:lnTo>
                  <a:pt x="459182" y="199120"/>
                </a:lnTo>
                <a:lnTo>
                  <a:pt x="425405" y="184186"/>
                </a:lnTo>
                <a:lnTo>
                  <a:pt x="400076" y="172072"/>
                </a:lnTo>
                <a:lnTo>
                  <a:pt x="399334" y="171146"/>
                </a:lnTo>
                <a:lnTo>
                  <a:pt x="399737" y="170290"/>
                </a:lnTo>
                <a:lnTo>
                  <a:pt x="402388" y="169363"/>
                </a:lnTo>
                <a:lnTo>
                  <a:pt x="407025" y="168913"/>
                </a:lnTo>
                <a:lnTo>
                  <a:pt x="408958" y="166094"/>
                </a:lnTo>
                <a:lnTo>
                  <a:pt x="410822" y="165140"/>
                </a:lnTo>
                <a:lnTo>
                  <a:pt x="413082" y="165538"/>
                </a:lnTo>
                <a:lnTo>
                  <a:pt x="415718" y="167278"/>
                </a:lnTo>
                <a:lnTo>
                  <a:pt x="421489" y="173879"/>
                </a:lnTo>
                <a:lnTo>
                  <a:pt x="428191" y="173252"/>
                </a:lnTo>
                <a:lnTo>
                  <a:pt x="451287" y="184420"/>
                </a:lnTo>
                <a:lnTo>
                  <a:pt x="468775" y="191521"/>
                </a:lnTo>
                <a:lnTo>
                  <a:pt x="495528" y="199290"/>
                </a:lnTo>
                <a:lnTo>
                  <a:pt x="504719" y="201319"/>
                </a:lnTo>
                <a:lnTo>
                  <a:pt x="510481" y="203229"/>
                </a:lnTo>
                <a:lnTo>
                  <a:pt x="519191" y="205054"/>
                </a:lnTo>
                <a:lnTo>
                  <a:pt x="523113" y="206821"/>
                </a:lnTo>
                <a:lnTo>
                  <a:pt x="530609" y="209244"/>
                </a:lnTo>
                <a:lnTo>
                  <a:pt x="534571" y="211255"/>
                </a:lnTo>
                <a:lnTo>
                  <a:pt x="545484" y="215418"/>
                </a:lnTo>
                <a:lnTo>
                  <a:pt x="575960" y="226289"/>
                </a:lnTo>
                <a:lnTo>
                  <a:pt x="604070" y="235655"/>
                </a:lnTo>
                <a:lnTo>
                  <a:pt x="618330" y="239848"/>
                </a:lnTo>
                <a:lnTo>
                  <a:pt x="623585" y="241861"/>
                </a:lnTo>
                <a:lnTo>
                  <a:pt x="650268" y="249916"/>
                </a:lnTo>
                <a:lnTo>
                  <a:pt x="677736" y="257627"/>
                </a:lnTo>
                <a:lnTo>
                  <a:pt x="738371" y="272788"/>
                </a:lnTo>
                <a:lnTo>
                  <a:pt x="776484" y="280930"/>
                </a:lnTo>
                <a:lnTo>
                  <a:pt x="780878" y="280930"/>
                </a:lnTo>
                <a:lnTo>
                  <a:pt x="782286" y="280287"/>
                </a:lnTo>
                <a:lnTo>
                  <a:pt x="783153" y="279349"/>
                </a:lnTo>
                <a:lnTo>
                  <a:pt x="783902" y="276650"/>
                </a:lnTo>
                <a:lnTo>
                  <a:pt x="783386" y="275707"/>
                </a:lnTo>
                <a:lnTo>
                  <a:pt x="782402" y="275296"/>
                </a:lnTo>
                <a:lnTo>
                  <a:pt x="750988" y="268942"/>
                </a:lnTo>
                <a:lnTo>
                  <a:pt x="726339" y="262594"/>
                </a:lnTo>
                <a:lnTo>
                  <a:pt x="686387" y="253427"/>
                </a:lnTo>
                <a:lnTo>
                  <a:pt x="670275" y="249224"/>
                </a:lnTo>
                <a:lnTo>
                  <a:pt x="637509" y="239393"/>
                </a:lnTo>
                <a:lnTo>
                  <a:pt x="579283" y="220273"/>
                </a:lnTo>
                <a:lnTo>
                  <a:pt x="560101" y="214483"/>
                </a:lnTo>
                <a:lnTo>
                  <a:pt x="544063" y="209017"/>
                </a:lnTo>
                <a:lnTo>
                  <a:pt x="537399" y="207470"/>
                </a:lnTo>
                <a:lnTo>
                  <a:pt x="535866" y="206659"/>
                </a:lnTo>
                <a:lnTo>
                  <a:pt x="535588" y="206170"/>
                </a:lnTo>
                <a:lnTo>
                  <a:pt x="536003" y="204985"/>
                </a:lnTo>
                <a:lnTo>
                  <a:pt x="542055" y="200393"/>
                </a:lnTo>
                <a:lnTo>
                  <a:pt x="543128" y="199143"/>
                </a:lnTo>
                <a:lnTo>
                  <a:pt x="543786" y="196779"/>
                </a:lnTo>
                <a:lnTo>
                  <a:pt x="543857" y="190609"/>
                </a:lnTo>
                <a:lnTo>
                  <a:pt x="547996" y="185495"/>
                </a:lnTo>
                <a:lnTo>
                  <a:pt x="548623" y="183361"/>
                </a:lnTo>
                <a:lnTo>
                  <a:pt x="548598" y="179351"/>
                </a:lnTo>
                <a:lnTo>
                  <a:pt x="549616" y="178215"/>
                </a:lnTo>
                <a:lnTo>
                  <a:pt x="551523" y="177768"/>
                </a:lnTo>
                <a:lnTo>
                  <a:pt x="554253" y="178021"/>
                </a:lnTo>
                <a:lnTo>
                  <a:pt x="561950" y="180147"/>
                </a:lnTo>
                <a:lnTo>
                  <a:pt x="571520" y="182124"/>
                </a:lnTo>
                <a:lnTo>
                  <a:pt x="592927" y="188030"/>
                </a:lnTo>
                <a:lnTo>
                  <a:pt x="621604" y="195132"/>
                </a:lnTo>
                <a:lnTo>
                  <a:pt x="623917" y="195430"/>
                </a:lnTo>
                <a:lnTo>
                  <a:pt x="625641" y="195063"/>
                </a:lnTo>
                <a:lnTo>
                  <a:pt x="626612" y="194112"/>
                </a:lnTo>
                <a:lnTo>
                  <a:pt x="626669" y="192657"/>
                </a:lnTo>
                <a:lnTo>
                  <a:pt x="625697" y="190959"/>
                </a:lnTo>
                <a:lnTo>
                  <a:pt x="624098" y="189940"/>
                </a:lnTo>
                <a:lnTo>
                  <a:pt x="610298" y="186336"/>
                </a:lnTo>
                <a:lnTo>
                  <a:pt x="597231" y="183667"/>
                </a:lnTo>
                <a:lnTo>
                  <a:pt x="595421" y="182706"/>
                </a:lnTo>
                <a:lnTo>
                  <a:pt x="594945" y="181567"/>
                </a:lnTo>
                <a:lnTo>
                  <a:pt x="595513" y="180382"/>
                </a:lnTo>
                <a:lnTo>
                  <a:pt x="597046" y="179237"/>
                </a:lnTo>
                <a:lnTo>
                  <a:pt x="605276" y="176133"/>
                </a:lnTo>
                <a:lnTo>
                  <a:pt x="606101" y="174464"/>
                </a:lnTo>
                <a:lnTo>
                  <a:pt x="607221" y="168815"/>
                </a:lnTo>
                <a:lnTo>
                  <a:pt x="609203" y="166803"/>
                </a:lnTo>
                <a:lnTo>
                  <a:pt x="611362" y="166306"/>
                </a:lnTo>
                <a:lnTo>
                  <a:pt x="626277" y="166127"/>
                </a:lnTo>
                <a:lnTo>
                  <a:pt x="630217" y="165588"/>
                </a:lnTo>
                <a:lnTo>
                  <a:pt x="631513" y="164990"/>
                </a:lnTo>
                <a:lnTo>
                  <a:pt x="631987" y="164090"/>
                </a:lnTo>
                <a:lnTo>
                  <a:pt x="631269" y="157448"/>
                </a:lnTo>
                <a:lnTo>
                  <a:pt x="631603" y="154496"/>
                </a:lnTo>
                <a:lnTo>
                  <a:pt x="632718" y="151450"/>
                </a:lnTo>
                <a:lnTo>
                  <a:pt x="635478" y="146474"/>
                </a:lnTo>
                <a:lnTo>
                  <a:pt x="636007" y="143636"/>
                </a:lnTo>
                <a:lnTo>
                  <a:pt x="635450" y="140453"/>
                </a:lnTo>
                <a:lnTo>
                  <a:pt x="633823" y="139236"/>
                </a:lnTo>
                <a:lnTo>
                  <a:pt x="631619" y="139677"/>
                </a:lnTo>
                <a:lnTo>
                  <a:pt x="627161" y="143659"/>
                </a:lnTo>
                <a:lnTo>
                  <a:pt x="621096" y="150760"/>
                </a:lnTo>
                <a:lnTo>
                  <a:pt x="620187" y="152487"/>
                </a:lnTo>
                <a:lnTo>
                  <a:pt x="619602" y="154906"/>
                </a:lnTo>
                <a:lnTo>
                  <a:pt x="617524" y="156890"/>
                </a:lnTo>
                <a:lnTo>
                  <a:pt x="615014" y="157297"/>
                </a:lnTo>
                <a:lnTo>
                  <a:pt x="609788" y="156270"/>
                </a:lnTo>
                <a:lnTo>
                  <a:pt x="606307" y="156166"/>
                </a:lnTo>
                <a:lnTo>
                  <a:pt x="602956" y="156804"/>
                </a:lnTo>
                <a:lnTo>
                  <a:pt x="599120" y="158658"/>
                </a:lnTo>
                <a:lnTo>
                  <a:pt x="597996" y="160541"/>
                </a:lnTo>
                <a:lnTo>
                  <a:pt x="596725" y="166199"/>
                </a:lnTo>
                <a:lnTo>
                  <a:pt x="596164" y="167093"/>
                </a:lnTo>
                <a:lnTo>
                  <a:pt x="595412" y="167350"/>
                </a:lnTo>
                <a:lnTo>
                  <a:pt x="591915" y="165954"/>
                </a:lnTo>
                <a:lnTo>
                  <a:pt x="585754" y="164849"/>
                </a:lnTo>
                <a:lnTo>
                  <a:pt x="581332" y="161777"/>
                </a:lnTo>
                <a:lnTo>
                  <a:pt x="576788" y="160222"/>
                </a:lnTo>
                <a:lnTo>
                  <a:pt x="569799" y="155448"/>
                </a:lnTo>
                <a:lnTo>
                  <a:pt x="563484" y="153224"/>
                </a:lnTo>
                <a:lnTo>
                  <a:pt x="561043" y="153274"/>
                </a:lnTo>
                <a:lnTo>
                  <a:pt x="559021" y="154111"/>
                </a:lnTo>
                <a:lnTo>
                  <a:pt x="549202" y="163204"/>
                </a:lnTo>
                <a:lnTo>
                  <a:pt x="542288" y="167866"/>
                </a:lnTo>
                <a:lnTo>
                  <a:pt x="540420" y="168744"/>
                </a:lnTo>
                <a:lnTo>
                  <a:pt x="538439" y="169088"/>
                </a:lnTo>
                <a:lnTo>
                  <a:pt x="534908" y="168619"/>
                </a:lnTo>
                <a:lnTo>
                  <a:pt x="528755" y="166687"/>
                </a:lnTo>
                <a:lnTo>
                  <a:pt x="518846" y="164598"/>
                </a:lnTo>
                <a:lnTo>
                  <a:pt x="511493" y="162356"/>
                </a:lnTo>
                <a:lnTo>
                  <a:pt x="502843" y="160886"/>
                </a:lnTo>
                <a:lnTo>
                  <a:pt x="496437" y="158843"/>
                </a:lnTo>
                <a:lnTo>
                  <a:pt x="486458" y="157239"/>
                </a:lnTo>
                <a:lnTo>
                  <a:pt x="479681" y="155014"/>
                </a:lnTo>
                <a:lnTo>
                  <a:pt x="470007" y="153745"/>
                </a:lnTo>
                <a:lnTo>
                  <a:pt x="469612" y="154281"/>
                </a:lnTo>
                <a:lnTo>
                  <a:pt x="469843" y="155419"/>
                </a:lnTo>
                <a:lnTo>
                  <a:pt x="471919" y="156721"/>
                </a:lnTo>
                <a:lnTo>
                  <a:pt x="480715" y="158565"/>
                </a:lnTo>
                <a:lnTo>
                  <a:pt x="486653" y="161237"/>
                </a:lnTo>
                <a:lnTo>
                  <a:pt x="494468" y="162609"/>
                </a:lnTo>
                <a:lnTo>
                  <a:pt x="502666" y="165007"/>
                </a:lnTo>
                <a:lnTo>
                  <a:pt x="511554" y="166207"/>
                </a:lnTo>
                <a:lnTo>
                  <a:pt x="516366" y="168866"/>
                </a:lnTo>
                <a:lnTo>
                  <a:pt x="521950" y="169684"/>
                </a:lnTo>
                <a:lnTo>
                  <a:pt x="535021" y="173935"/>
                </a:lnTo>
                <a:lnTo>
                  <a:pt x="535918" y="174513"/>
                </a:lnTo>
                <a:lnTo>
                  <a:pt x="536950" y="176061"/>
                </a:lnTo>
                <a:lnTo>
                  <a:pt x="536563" y="179253"/>
                </a:lnTo>
                <a:lnTo>
                  <a:pt x="532650" y="184928"/>
                </a:lnTo>
                <a:lnTo>
                  <a:pt x="530387" y="186951"/>
                </a:lnTo>
                <a:lnTo>
                  <a:pt x="529831" y="186989"/>
                </a:lnTo>
                <a:lnTo>
                  <a:pt x="528814" y="186175"/>
                </a:lnTo>
                <a:lnTo>
                  <a:pt x="526332" y="182051"/>
                </a:lnTo>
                <a:lnTo>
                  <a:pt x="522186" y="177417"/>
                </a:lnTo>
                <a:lnTo>
                  <a:pt x="518625" y="174510"/>
                </a:lnTo>
                <a:lnTo>
                  <a:pt x="512921" y="170975"/>
                </a:lnTo>
                <a:lnTo>
                  <a:pt x="510774" y="171085"/>
                </a:lnTo>
                <a:lnTo>
                  <a:pt x="504545" y="175102"/>
                </a:lnTo>
                <a:lnTo>
                  <a:pt x="502126" y="175705"/>
                </a:lnTo>
                <a:lnTo>
                  <a:pt x="498909" y="174578"/>
                </a:lnTo>
                <a:lnTo>
                  <a:pt x="491613" y="173649"/>
                </a:lnTo>
                <a:lnTo>
                  <a:pt x="486964" y="171854"/>
                </a:lnTo>
                <a:lnTo>
                  <a:pt x="486877" y="168214"/>
                </a:lnTo>
                <a:lnTo>
                  <a:pt x="486139" y="166671"/>
                </a:lnTo>
                <a:lnTo>
                  <a:pt x="479491" y="162066"/>
                </a:lnTo>
                <a:lnTo>
                  <a:pt x="464020" y="161337"/>
                </a:lnTo>
                <a:lnTo>
                  <a:pt x="458301" y="160739"/>
                </a:lnTo>
                <a:lnTo>
                  <a:pt x="455672" y="160042"/>
                </a:lnTo>
                <a:lnTo>
                  <a:pt x="454202" y="158543"/>
                </a:lnTo>
                <a:lnTo>
                  <a:pt x="453842" y="156523"/>
                </a:lnTo>
                <a:lnTo>
                  <a:pt x="454661" y="154256"/>
                </a:lnTo>
                <a:lnTo>
                  <a:pt x="456227" y="152403"/>
                </a:lnTo>
                <a:lnTo>
                  <a:pt x="457915" y="152005"/>
                </a:lnTo>
                <a:lnTo>
                  <a:pt x="461067" y="152989"/>
                </a:lnTo>
                <a:lnTo>
                  <a:pt x="465735" y="153480"/>
                </a:lnTo>
                <a:lnTo>
                  <a:pt x="467347" y="153101"/>
                </a:lnTo>
                <a:lnTo>
                  <a:pt x="467402" y="152314"/>
                </a:lnTo>
                <a:lnTo>
                  <a:pt x="457762" y="149397"/>
                </a:lnTo>
                <a:lnTo>
                  <a:pt x="447520" y="141101"/>
                </a:lnTo>
                <a:lnTo>
                  <a:pt x="445675" y="140081"/>
                </a:lnTo>
                <a:lnTo>
                  <a:pt x="443974" y="139894"/>
                </a:lnTo>
                <a:lnTo>
                  <a:pt x="439352" y="141284"/>
                </a:lnTo>
                <a:lnTo>
                  <a:pt x="437967" y="141262"/>
                </a:lnTo>
                <a:lnTo>
                  <a:pt x="434808" y="136730"/>
                </a:lnTo>
                <a:lnTo>
                  <a:pt x="431711" y="133473"/>
                </a:lnTo>
                <a:lnTo>
                  <a:pt x="431701" y="131825"/>
                </a:lnTo>
                <a:lnTo>
                  <a:pt x="432709" y="131137"/>
                </a:lnTo>
                <a:lnTo>
                  <a:pt x="437263" y="130578"/>
                </a:lnTo>
                <a:lnTo>
                  <a:pt x="460880" y="129731"/>
                </a:lnTo>
                <a:lnTo>
                  <a:pt x="489982" y="127378"/>
                </a:lnTo>
                <a:lnTo>
                  <a:pt x="503546" y="126022"/>
                </a:lnTo>
                <a:lnTo>
                  <a:pt x="509336" y="123640"/>
                </a:lnTo>
                <a:lnTo>
                  <a:pt x="521998" y="124598"/>
                </a:lnTo>
                <a:lnTo>
                  <a:pt x="530624" y="123459"/>
                </a:lnTo>
                <a:lnTo>
                  <a:pt x="547521" y="122680"/>
                </a:lnTo>
                <a:lnTo>
                  <a:pt x="560065" y="121179"/>
                </a:lnTo>
                <a:lnTo>
                  <a:pt x="568628" y="119539"/>
                </a:lnTo>
                <a:lnTo>
                  <a:pt x="588313" y="118692"/>
                </a:lnTo>
                <a:lnTo>
                  <a:pt x="591855" y="118016"/>
                </a:lnTo>
                <a:lnTo>
                  <a:pt x="593085" y="117136"/>
                </a:lnTo>
                <a:lnTo>
                  <a:pt x="591751" y="116618"/>
                </a:lnTo>
                <a:lnTo>
                  <a:pt x="586757" y="116379"/>
                </a:lnTo>
                <a:lnTo>
                  <a:pt x="568945" y="116795"/>
                </a:lnTo>
                <a:lnTo>
                  <a:pt x="552388" y="118699"/>
                </a:lnTo>
                <a:lnTo>
                  <a:pt x="521120" y="120058"/>
                </a:lnTo>
                <a:lnTo>
                  <a:pt x="512483" y="121546"/>
                </a:lnTo>
                <a:lnTo>
                  <a:pt x="505177" y="121452"/>
                </a:lnTo>
                <a:lnTo>
                  <a:pt x="497819" y="122663"/>
                </a:lnTo>
                <a:lnTo>
                  <a:pt x="454481" y="124577"/>
                </a:lnTo>
                <a:lnTo>
                  <a:pt x="444913" y="126071"/>
                </a:lnTo>
                <a:lnTo>
                  <a:pt x="441498" y="125857"/>
                </a:lnTo>
                <a:lnTo>
                  <a:pt x="438735" y="122704"/>
                </a:lnTo>
                <a:lnTo>
                  <a:pt x="437490" y="121934"/>
                </a:lnTo>
                <a:lnTo>
                  <a:pt x="432397" y="123579"/>
                </a:lnTo>
                <a:lnTo>
                  <a:pt x="431204" y="123634"/>
                </a:lnTo>
                <a:lnTo>
                  <a:pt x="429901" y="123056"/>
                </a:lnTo>
                <a:lnTo>
                  <a:pt x="429154" y="121213"/>
                </a:lnTo>
                <a:lnTo>
                  <a:pt x="429806" y="118335"/>
                </a:lnTo>
                <a:lnTo>
                  <a:pt x="432401" y="115915"/>
                </a:lnTo>
                <a:lnTo>
                  <a:pt x="435128" y="114649"/>
                </a:lnTo>
                <a:lnTo>
                  <a:pt x="442000" y="113155"/>
                </a:lnTo>
                <a:lnTo>
                  <a:pt x="452456" y="111895"/>
                </a:lnTo>
                <a:lnTo>
                  <a:pt x="467438" y="112924"/>
                </a:lnTo>
                <a:lnTo>
                  <a:pt x="478121" y="111760"/>
                </a:lnTo>
                <a:lnTo>
                  <a:pt x="512787" y="111106"/>
                </a:lnTo>
                <a:lnTo>
                  <a:pt x="530387" y="109947"/>
                </a:lnTo>
                <a:lnTo>
                  <a:pt x="546479" y="109579"/>
                </a:lnTo>
                <a:lnTo>
                  <a:pt x="556018" y="108198"/>
                </a:lnTo>
                <a:lnTo>
                  <a:pt x="582847" y="107677"/>
                </a:lnTo>
                <a:lnTo>
                  <a:pt x="607385" y="106595"/>
                </a:lnTo>
                <a:lnTo>
                  <a:pt x="613075" y="106156"/>
                </a:lnTo>
                <a:lnTo>
                  <a:pt x="615938" y="105316"/>
                </a:lnTo>
                <a:lnTo>
                  <a:pt x="615572" y="104291"/>
                </a:lnTo>
                <a:lnTo>
                  <a:pt x="614431" y="103902"/>
                </a:lnTo>
                <a:lnTo>
                  <a:pt x="599762" y="103221"/>
                </a:lnTo>
                <a:lnTo>
                  <a:pt x="586412" y="104119"/>
                </a:lnTo>
                <a:lnTo>
                  <a:pt x="539784" y="104771"/>
                </a:lnTo>
                <a:lnTo>
                  <a:pt x="536112" y="105067"/>
                </a:lnTo>
                <a:lnTo>
                  <a:pt x="530014" y="106288"/>
                </a:lnTo>
                <a:lnTo>
                  <a:pt x="511023" y="106548"/>
                </a:lnTo>
                <a:lnTo>
                  <a:pt x="498504" y="107748"/>
                </a:lnTo>
                <a:lnTo>
                  <a:pt x="470728" y="108211"/>
                </a:lnTo>
                <a:lnTo>
                  <a:pt x="449717" y="109935"/>
                </a:lnTo>
                <a:lnTo>
                  <a:pt x="430302" y="109569"/>
                </a:lnTo>
                <a:lnTo>
                  <a:pt x="429204" y="109320"/>
                </a:lnTo>
                <a:lnTo>
                  <a:pt x="427796" y="108117"/>
                </a:lnTo>
                <a:lnTo>
                  <a:pt x="426799" y="106352"/>
                </a:lnTo>
                <a:lnTo>
                  <a:pt x="426274" y="104273"/>
                </a:lnTo>
                <a:lnTo>
                  <a:pt x="426283" y="102126"/>
                </a:lnTo>
                <a:lnTo>
                  <a:pt x="427594" y="98108"/>
                </a:lnTo>
                <a:lnTo>
                  <a:pt x="428031" y="94926"/>
                </a:lnTo>
                <a:lnTo>
                  <a:pt x="427689" y="93451"/>
                </a:lnTo>
                <a:lnTo>
                  <a:pt x="425684" y="90324"/>
                </a:lnTo>
                <a:lnTo>
                  <a:pt x="427564" y="88395"/>
                </a:lnTo>
                <a:lnTo>
                  <a:pt x="479704" y="88054"/>
                </a:lnTo>
                <a:lnTo>
                  <a:pt x="539499" y="86545"/>
                </a:lnTo>
                <a:lnTo>
                  <a:pt x="558575" y="85110"/>
                </a:lnTo>
                <a:lnTo>
                  <a:pt x="591086" y="84205"/>
                </a:lnTo>
                <a:lnTo>
                  <a:pt x="597313" y="83385"/>
                </a:lnTo>
                <a:lnTo>
                  <a:pt x="597616" y="82754"/>
                </a:lnTo>
                <a:lnTo>
                  <a:pt x="596063" y="82268"/>
                </a:lnTo>
                <a:lnTo>
                  <a:pt x="579745" y="81747"/>
                </a:lnTo>
                <a:lnTo>
                  <a:pt x="487803" y="81639"/>
                </a:lnTo>
                <a:lnTo>
                  <a:pt x="464545" y="82368"/>
                </a:lnTo>
                <a:close/>
                <a:moveTo>
                  <a:pt x="410111" y="101413"/>
                </a:moveTo>
                <a:lnTo>
                  <a:pt x="411579" y="103683"/>
                </a:lnTo>
                <a:lnTo>
                  <a:pt x="415031" y="107549"/>
                </a:lnTo>
                <a:lnTo>
                  <a:pt x="415352" y="108946"/>
                </a:lnTo>
                <a:lnTo>
                  <a:pt x="414691" y="110284"/>
                </a:lnTo>
                <a:lnTo>
                  <a:pt x="413775" y="111441"/>
                </a:lnTo>
                <a:lnTo>
                  <a:pt x="405621" y="111782"/>
                </a:lnTo>
                <a:lnTo>
                  <a:pt x="402701" y="111141"/>
                </a:lnTo>
                <a:lnTo>
                  <a:pt x="401818" y="108500"/>
                </a:lnTo>
                <a:lnTo>
                  <a:pt x="401789" y="105763"/>
                </a:lnTo>
                <a:lnTo>
                  <a:pt x="402440" y="103336"/>
                </a:lnTo>
                <a:lnTo>
                  <a:pt x="403665" y="101391"/>
                </a:lnTo>
                <a:lnTo>
                  <a:pt x="406345" y="99750"/>
                </a:lnTo>
                <a:lnTo>
                  <a:pt x="409387" y="99629"/>
                </a:lnTo>
                <a:lnTo>
                  <a:pt x="410111" y="101413"/>
                </a:lnTo>
                <a:close/>
                <a:moveTo>
                  <a:pt x="412473" y="114865"/>
                </a:moveTo>
                <a:lnTo>
                  <a:pt x="415876" y="115952"/>
                </a:lnTo>
                <a:lnTo>
                  <a:pt x="417578" y="117336"/>
                </a:lnTo>
                <a:lnTo>
                  <a:pt x="418765" y="119170"/>
                </a:lnTo>
                <a:lnTo>
                  <a:pt x="419384" y="121392"/>
                </a:lnTo>
                <a:lnTo>
                  <a:pt x="419395" y="124175"/>
                </a:lnTo>
                <a:lnTo>
                  <a:pt x="418966" y="125348"/>
                </a:lnTo>
                <a:lnTo>
                  <a:pt x="417774" y="126224"/>
                </a:lnTo>
                <a:lnTo>
                  <a:pt x="416335" y="126420"/>
                </a:lnTo>
                <a:lnTo>
                  <a:pt x="415298" y="125999"/>
                </a:lnTo>
                <a:lnTo>
                  <a:pt x="410490" y="121639"/>
                </a:lnTo>
                <a:lnTo>
                  <a:pt x="404701" y="119809"/>
                </a:lnTo>
                <a:lnTo>
                  <a:pt x="403077" y="118661"/>
                </a:lnTo>
                <a:lnTo>
                  <a:pt x="402131" y="117340"/>
                </a:lnTo>
                <a:lnTo>
                  <a:pt x="402008" y="115989"/>
                </a:lnTo>
                <a:lnTo>
                  <a:pt x="403023" y="114238"/>
                </a:lnTo>
                <a:lnTo>
                  <a:pt x="412473" y="114865"/>
                </a:lnTo>
                <a:close/>
                <a:moveTo>
                  <a:pt x="383545" y="124218"/>
                </a:moveTo>
                <a:lnTo>
                  <a:pt x="383993" y="124871"/>
                </a:lnTo>
                <a:lnTo>
                  <a:pt x="384090" y="126976"/>
                </a:lnTo>
                <a:lnTo>
                  <a:pt x="382593" y="131283"/>
                </a:lnTo>
                <a:lnTo>
                  <a:pt x="379697" y="135615"/>
                </a:lnTo>
                <a:lnTo>
                  <a:pt x="377049" y="138113"/>
                </a:lnTo>
                <a:lnTo>
                  <a:pt x="373692" y="140692"/>
                </a:lnTo>
                <a:lnTo>
                  <a:pt x="372077" y="141405"/>
                </a:lnTo>
                <a:lnTo>
                  <a:pt x="370696" y="141426"/>
                </a:lnTo>
                <a:lnTo>
                  <a:pt x="367230" y="140226"/>
                </a:lnTo>
                <a:lnTo>
                  <a:pt x="364741" y="140611"/>
                </a:lnTo>
                <a:lnTo>
                  <a:pt x="364908" y="141997"/>
                </a:lnTo>
                <a:lnTo>
                  <a:pt x="366126" y="143940"/>
                </a:lnTo>
                <a:lnTo>
                  <a:pt x="371043" y="148472"/>
                </a:lnTo>
                <a:lnTo>
                  <a:pt x="372899" y="154700"/>
                </a:lnTo>
                <a:lnTo>
                  <a:pt x="373007" y="156491"/>
                </a:lnTo>
                <a:lnTo>
                  <a:pt x="372616" y="157624"/>
                </a:lnTo>
                <a:lnTo>
                  <a:pt x="371269" y="158298"/>
                </a:lnTo>
                <a:lnTo>
                  <a:pt x="368857" y="157932"/>
                </a:lnTo>
                <a:lnTo>
                  <a:pt x="364265" y="155208"/>
                </a:lnTo>
                <a:lnTo>
                  <a:pt x="358991" y="152994"/>
                </a:lnTo>
                <a:lnTo>
                  <a:pt x="357926" y="150556"/>
                </a:lnTo>
                <a:lnTo>
                  <a:pt x="358166" y="146403"/>
                </a:lnTo>
                <a:lnTo>
                  <a:pt x="360033" y="142679"/>
                </a:lnTo>
                <a:lnTo>
                  <a:pt x="363162" y="140352"/>
                </a:lnTo>
                <a:lnTo>
                  <a:pt x="363137" y="137722"/>
                </a:lnTo>
                <a:lnTo>
                  <a:pt x="364084" y="135916"/>
                </a:lnTo>
                <a:lnTo>
                  <a:pt x="367851" y="132891"/>
                </a:lnTo>
                <a:lnTo>
                  <a:pt x="371815" y="128364"/>
                </a:lnTo>
                <a:lnTo>
                  <a:pt x="377420" y="123916"/>
                </a:lnTo>
                <a:lnTo>
                  <a:pt x="380531" y="123465"/>
                </a:lnTo>
                <a:lnTo>
                  <a:pt x="383545" y="124218"/>
                </a:lnTo>
                <a:close/>
                <a:moveTo>
                  <a:pt x="397864" y="139888"/>
                </a:moveTo>
                <a:lnTo>
                  <a:pt x="400486" y="144256"/>
                </a:lnTo>
                <a:lnTo>
                  <a:pt x="402517" y="149123"/>
                </a:lnTo>
                <a:lnTo>
                  <a:pt x="402046" y="151730"/>
                </a:lnTo>
                <a:lnTo>
                  <a:pt x="400211" y="153102"/>
                </a:lnTo>
                <a:lnTo>
                  <a:pt x="398805" y="153038"/>
                </a:lnTo>
                <a:lnTo>
                  <a:pt x="397810" y="152369"/>
                </a:lnTo>
                <a:lnTo>
                  <a:pt x="396214" y="146848"/>
                </a:lnTo>
                <a:lnTo>
                  <a:pt x="395085" y="145172"/>
                </a:lnTo>
                <a:lnTo>
                  <a:pt x="393205" y="144021"/>
                </a:lnTo>
                <a:lnTo>
                  <a:pt x="389812" y="142781"/>
                </a:lnTo>
                <a:lnTo>
                  <a:pt x="390103" y="140228"/>
                </a:lnTo>
                <a:lnTo>
                  <a:pt x="390883" y="139227"/>
                </a:lnTo>
                <a:lnTo>
                  <a:pt x="392681" y="138134"/>
                </a:lnTo>
                <a:lnTo>
                  <a:pt x="395878" y="138013"/>
                </a:lnTo>
                <a:lnTo>
                  <a:pt x="397864" y="139888"/>
                </a:lnTo>
                <a:close/>
                <a:moveTo>
                  <a:pt x="436532" y="143793"/>
                </a:moveTo>
                <a:lnTo>
                  <a:pt x="436796" y="146937"/>
                </a:lnTo>
                <a:lnTo>
                  <a:pt x="436068" y="148741"/>
                </a:lnTo>
                <a:lnTo>
                  <a:pt x="431025" y="151663"/>
                </a:lnTo>
                <a:lnTo>
                  <a:pt x="426581" y="157265"/>
                </a:lnTo>
                <a:lnTo>
                  <a:pt x="425687" y="157341"/>
                </a:lnTo>
                <a:lnTo>
                  <a:pt x="424940" y="156887"/>
                </a:lnTo>
                <a:lnTo>
                  <a:pt x="423823" y="155026"/>
                </a:lnTo>
                <a:lnTo>
                  <a:pt x="423562" y="151990"/>
                </a:lnTo>
                <a:lnTo>
                  <a:pt x="427167" y="149718"/>
                </a:lnTo>
                <a:lnTo>
                  <a:pt x="429460" y="145462"/>
                </a:lnTo>
                <a:lnTo>
                  <a:pt x="431208" y="143844"/>
                </a:lnTo>
                <a:lnTo>
                  <a:pt x="434121" y="143022"/>
                </a:lnTo>
                <a:lnTo>
                  <a:pt x="435815" y="143209"/>
                </a:lnTo>
                <a:lnTo>
                  <a:pt x="436532" y="143793"/>
                </a:lnTo>
                <a:close/>
                <a:moveTo>
                  <a:pt x="562179" y="169588"/>
                </a:moveTo>
                <a:lnTo>
                  <a:pt x="562649" y="172113"/>
                </a:lnTo>
                <a:lnTo>
                  <a:pt x="561304" y="173649"/>
                </a:lnTo>
                <a:lnTo>
                  <a:pt x="558699" y="173727"/>
                </a:lnTo>
                <a:lnTo>
                  <a:pt x="556231" y="172242"/>
                </a:lnTo>
                <a:lnTo>
                  <a:pt x="556122" y="171402"/>
                </a:lnTo>
                <a:lnTo>
                  <a:pt x="556678" y="170498"/>
                </a:lnTo>
                <a:lnTo>
                  <a:pt x="559290" y="168813"/>
                </a:lnTo>
                <a:lnTo>
                  <a:pt x="561224" y="168554"/>
                </a:lnTo>
                <a:lnTo>
                  <a:pt x="562179" y="169588"/>
                </a:lnTo>
                <a:close/>
                <a:moveTo>
                  <a:pt x="463339" y="170938"/>
                </a:moveTo>
                <a:lnTo>
                  <a:pt x="466320" y="171431"/>
                </a:lnTo>
                <a:lnTo>
                  <a:pt x="467974" y="172278"/>
                </a:lnTo>
                <a:lnTo>
                  <a:pt x="471453" y="178246"/>
                </a:lnTo>
                <a:lnTo>
                  <a:pt x="473911" y="180228"/>
                </a:lnTo>
                <a:lnTo>
                  <a:pt x="477604" y="181677"/>
                </a:lnTo>
                <a:lnTo>
                  <a:pt x="485108" y="182768"/>
                </a:lnTo>
                <a:lnTo>
                  <a:pt x="493966" y="184837"/>
                </a:lnTo>
                <a:lnTo>
                  <a:pt x="495448" y="185669"/>
                </a:lnTo>
                <a:lnTo>
                  <a:pt x="499201" y="189024"/>
                </a:lnTo>
                <a:lnTo>
                  <a:pt x="502055" y="190368"/>
                </a:lnTo>
                <a:lnTo>
                  <a:pt x="508462" y="188371"/>
                </a:lnTo>
                <a:lnTo>
                  <a:pt x="513422" y="185312"/>
                </a:lnTo>
                <a:lnTo>
                  <a:pt x="514871" y="185071"/>
                </a:lnTo>
                <a:lnTo>
                  <a:pt x="517859" y="187947"/>
                </a:lnTo>
                <a:lnTo>
                  <a:pt x="523662" y="197292"/>
                </a:lnTo>
                <a:lnTo>
                  <a:pt x="524080" y="199192"/>
                </a:lnTo>
                <a:lnTo>
                  <a:pt x="523770" y="201662"/>
                </a:lnTo>
                <a:lnTo>
                  <a:pt x="522788" y="202513"/>
                </a:lnTo>
                <a:lnTo>
                  <a:pt x="521744" y="202452"/>
                </a:lnTo>
                <a:lnTo>
                  <a:pt x="507126" y="197577"/>
                </a:lnTo>
                <a:lnTo>
                  <a:pt x="500079" y="195822"/>
                </a:lnTo>
                <a:lnTo>
                  <a:pt x="493934" y="193478"/>
                </a:lnTo>
                <a:lnTo>
                  <a:pt x="474423" y="187789"/>
                </a:lnTo>
                <a:lnTo>
                  <a:pt x="463586" y="183871"/>
                </a:lnTo>
                <a:lnTo>
                  <a:pt x="451334" y="178411"/>
                </a:lnTo>
                <a:lnTo>
                  <a:pt x="447985" y="176511"/>
                </a:lnTo>
                <a:lnTo>
                  <a:pt x="446988" y="175082"/>
                </a:lnTo>
                <a:lnTo>
                  <a:pt x="448115" y="173632"/>
                </a:lnTo>
                <a:lnTo>
                  <a:pt x="452202" y="170841"/>
                </a:lnTo>
                <a:lnTo>
                  <a:pt x="455131" y="170166"/>
                </a:lnTo>
                <a:lnTo>
                  <a:pt x="463339" y="170938"/>
                </a:lnTo>
                <a:close/>
                <a:moveTo>
                  <a:pt x="588889" y="177881"/>
                </a:moveTo>
                <a:lnTo>
                  <a:pt x="589613" y="179472"/>
                </a:lnTo>
                <a:lnTo>
                  <a:pt x="588120" y="180461"/>
                </a:lnTo>
                <a:lnTo>
                  <a:pt x="584673" y="180187"/>
                </a:lnTo>
                <a:lnTo>
                  <a:pt x="583393" y="178990"/>
                </a:lnTo>
                <a:lnTo>
                  <a:pt x="583802" y="178143"/>
                </a:lnTo>
                <a:lnTo>
                  <a:pt x="585508" y="177368"/>
                </a:lnTo>
                <a:lnTo>
                  <a:pt x="587670" y="177362"/>
                </a:lnTo>
                <a:lnTo>
                  <a:pt x="588889" y="177881"/>
                </a:lnTo>
                <a:close/>
                <a:moveTo>
                  <a:pt x="432338" y="100931"/>
                </a:moveTo>
                <a:lnTo>
                  <a:pt x="432042" y="102431"/>
                </a:lnTo>
                <a:lnTo>
                  <a:pt x="432723" y="103968"/>
                </a:lnTo>
                <a:lnTo>
                  <a:pt x="433716" y="104340"/>
                </a:lnTo>
                <a:lnTo>
                  <a:pt x="435116" y="103709"/>
                </a:lnTo>
                <a:lnTo>
                  <a:pt x="435747" y="102310"/>
                </a:lnTo>
                <a:lnTo>
                  <a:pt x="435375" y="101316"/>
                </a:lnTo>
                <a:lnTo>
                  <a:pt x="433838" y="100635"/>
                </a:lnTo>
                <a:lnTo>
                  <a:pt x="432338" y="100931"/>
                </a:lnTo>
                <a:close/>
                <a:moveTo>
                  <a:pt x="634259" y="111441"/>
                </a:moveTo>
                <a:lnTo>
                  <a:pt x="625104" y="112473"/>
                </a:lnTo>
                <a:lnTo>
                  <a:pt x="622861" y="113248"/>
                </a:lnTo>
                <a:lnTo>
                  <a:pt x="622624" y="113909"/>
                </a:lnTo>
                <a:lnTo>
                  <a:pt x="623555" y="114624"/>
                </a:lnTo>
                <a:lnTo>
                  <a:pt x="625772" y="114938"/>
                </a:lnTo>
                <a:lnTo>
                  <a:pt x="631505" y="114768"/>
                </a:lnTo>
                <a:lnTo>
                  <a:pt x="636912" y="114077"/>
                </a:lnTo>
                <a:lnTo>
                  <a:pt x="638654" y="113295"/>
                </a:lnTo>
                <a:lnTo>
                  <a:pt x="638828" y="112477"/>
                </a:lnTo>
                <a:lnTo>
                  <a:pt x="638331" y="111490"/>
                </a:lnTo>
                <a:lnTo>
                  <a:pt x="637055" y="110905"/>
                </a:lnTo>
                <a:lnTo>
                  <a:pt x="634259" y="111441"/>
                </a:lnTo>
                <a:close/>
                <a:moveTo>
                  <a:pt x="611357" y="113852"/>
                </a:moveTo>
                <a:lnTo>
                  <a:pt x="611213" y="115076"/>
                </a:lnTo>
                <a:lnTo>
                  <a:pt x="613238" y="115540"/>
                </a:lnTo>
                <a:lnTo>
                  <a:pt x="615381" y="115131"/>
                </a:lnTo>
                <a:lnTo>
                  <a:pt x="616560" y="113958"/>
                </a:lnTo>
                <a:lnTo>
                  <a:pt x="616227" y="113489"/>
                </a:lnTo>
                <a:lnTo>
                  <a:pt x="614669" y="113154"/>
                </a:lnTo>
                <a:lnTo>
                  <a:pt x="612689" y="113283"/>
                </a:lnTo>
                <a:lnTo>
                  <a:pt x="611357" y="113852"/>
                </a:lnTo>
                <a:close/>
                <a:moveTo>
                  <a:pt x="597279" y="116118"/>
                </a:moveTo>
                <a:lnTo>
                  <a:pt x="595978" y="117138"/>
                </a:lnTo>
                <a:lnTo>
                  <a:pt x="597566" y="117843"/>
                </a:lnTo>
                <a:lnTo>
                  <a:pt x="601471" y="117762"/>
                </a:lnTo>
                <a:lnTo>
                  <a:pt x="602378" y="117367"/>
                </a:lnTo>
                <a:lnTo>
                  <a:pt x="602679" y="116745"/>
                </a:lnTo>
                <a:lnTo>
                  <a:pt x="602358" y="116129"/>
                </a:lnTo>
                <a:lnTo>
                  <a:pt x="600919" y="115636"/>
                </a:lnTo>
                <a:lnTo>
                  <a:pt x="597279" y="116118"/>
                </a:lnTo>
                <a:close/>
                <a:moveTo>
                  <a:pt x="276027" y="116986"/>
                </a:moveTo>
                <a:lnTo>
                  <a:pt x="275915" y="117692"/>
                </a:lnTo>
                <a:lnTo>
                  <a:pt x="276593" y="118309"/>
                </a:lnTo>
                <a:lnTo>
                  <a:pt x="280602" y="119845"/>
                </a:lnTo>
                <a:lnTo>
                  <a:pt x="284079" y="122169"/>
                </a:lnTo>
                <a:lnTo>
                  <a:pt x="288406" y="123917"/>
                </a:lnTo>
                <a:lnTo>
                  <a:pt x="292245" y="126068"/>
                </a:lnTo>
                <a:lnTo>
                  <a:pt x="296807" y="127810"/>
                </a:lnTo>
                <a:lnTo>
                  <a:pt x="300429" y="130181"/>
                </a:lnTo>
                <a:lnTo>
                  <a:pt x="302755" y="130551"/>
                </a:lnTo>
                <a:lnTo>
                  <a:pt x="304079" y="129687"/>
                </a:lnTo>
                <a:lnTo>
                  <a:pt x="304133" y="128647"/>
                </a:lnTo>
                <a:lnTo>
                  <a:pt x="303364" y="127575"/>
                </a:lnTo>
                <a:lnTo>
                  <a:pt x="297879" y="124238"/>
                </a:lnTo>
                <a:lnTo>
                  <a:pt x="293452" y="122864"/>
                </a:lnTo>
                <a:lnTo>
                  <a:pt x="289788" y="120603"/>
                </a:lnTo>
                <a:lnTo>
                  <a:pt x="284689" y="118935"/>
                </a:lnTo>
                <a:lnTo>
                  <a:pt x="280773" y="117035"/>
                </a:lnTo>
                <a:lnTo>
                  <a:pt x="277881" y="116460"/>
                </a:lnTo>
                <a:lnTo>
                  <a:pt x="276027" y="116986"/>
                </a:lnTo>
                <a:close/>
                <a:moveTo>
                  <a:pt x="875668" y="132945"/>
                </a:moveTo>
                <a:lnTo>
                  <a:pt x="872953" y="134908"/>
                </a:lnTo>
                <a:lnTo>
                  <a:pt x="871929" y="137160"/>
                </a:lnTo>
                <a:lnTo>
                  <a:pt x="866567" y="167063"/>
                </a:lnTo>
                <a:lnTo>
                  <a:pt x="864155" y="178223"/>
                </a:lnTo>
                <a:lnTo>
                  <a:pt x="862680" y="189850"/>
                </a:lnTo>
                <a:lnTo>
                  <a:pt x="860336" y="199306"/>
                </a:lnTo>
                <a:lnTo>
                  <a:pt x="858275" y="212816"/>
                </a:lnTo>
                <a:lnTo>
                  <a:pt x="857232" y="215837"/>
                </a:lnTo>
                <a:lnTo>
                  <a:pt x="855616" y="217898"/>
                </a:lnTo>
                <a:lnTo>
                  <a:pt x="853128" y="219577"/>
                </a:lnTo>
                <a:lnTo>
                  <a:pt x="815399" y="236724"/>
                </a:lnTo>
                <a:lnTo>
                  <a:pt x="811606" y="239150"/>
                </a:lnTo>
                <a:lnTo>
                  <a:pt x="810482" y="240656"/>
                </a:lnTo>
                <a:lnTo>
                  <a:pt x="811805" y="242280"/>
                </a:lnTo>
                <a:lnTo>
                  <a:pt x="814094" y="243127"/>
                </a:lnTo>
                <a:lnTo>
                  <a:pt x="851223" y="244079"/>
                </a:lnTo>
                <a:lnTo>
                  <a:pt x="854449" y="245810"/>
                </a:lnTo>
                <a:lnTo>
                  <a:pt x="855915" y="247869"/>
                </a:lnTo>
                <a:lnTo>
                  <a:pt x="856032" y="252247"/>
                </a:lnTo>
                <a:lnTo>
                  <a:pt x="855125" y="254674"/>
                </a:lnTo>
                <a:lnTo>
                  <a:pt x="853853" y="255894"/>
                </a:lnTo>
                <a:lnTo>
                  <a:pt x="851878" y="256948"/>
                </a:lnTo>
                <a:lnTo>
                  <a:pt x="841320" y="261164"/>
                </a:lnTo>
                <a:lnTo>
                  <a:pt x="815860" y="270012"/>
                </a:lnTo>
                <a:lnTo>
                  <a:pt x="810193" y="272604"/>
                </a:lnTo>
                <a:lnTo>
                  <a:pt x="791910" y="279165"/>
                </a:lnTo>
                <a:lnTo>
                  <a:pt x="788100" y="281027"/>
                </a:lnTo>
                <a:lnTo>
                  <a:pt x="786409" y="282838"/>
                </a:lnTo>
                <a:lnTo>
                  <a:pt x="786843" y="284219"/>
                </a:lnTo>
                <a:lnTo>
                  <a:pt x="788304" y="285736"/>
                </a:lnTo>
                <a:lnTo>
                  <a:pt x="854213" y="285929"/>
                </a:lnTo>
                <a:lnTo>
                  <a:pt x="855539" y="286942"/>
                </a:lnTo>
                <a:lnTo>
                  <a:pt x="855914" y="289090"/>
                </a:lnTo>
                <a:lnTo>
                  <a:pt x="856181" y="298934"/>
                </a:lnTo>
                <a:lnTo>
                  <a:pt x="855600" y="303148"/>
                </a:lnTo>
                <a:lnTo>
                  <a:pt x="853451" y="304940"/>
                </a:lnTo>
                <a:lnTo>
                  <a:pt x="848902" y="307370"/>
                </a:lnTo>
                <a:lnTo>
                  <a:pt x="821041" y="318184"/>
                </a:lnTo>
                <a:lnTo>
                  <a:pt x="810506" y="315671"/>
                </a:lnTo>
                <a:lnTo>
                  <a:pt x="803977" y="312745"/>
                </a:lnTo>
                <a:lnTo>
                  <a:pt x="774615" y="303649"/>
                </a:lnTo>
                <a:lnTo>
                  <a:pt x="754602" y="296944"/>
                </a:lnTo>
                <a:lnTo>
                  <a:pt x="747692" y="295924"/>
                </a:lnTo>
                <a:lnTo>
                  <a:pt x="746598" y="296391"/>
                </a:lnTo>
                <a:lnTo>
                  <a:pt x="746424" y="297323"/>
                </a:lnTo>
                <a:lnTo>
                  <a:pt x="746975" y="298781"/>
                </a:lnTo>
                <a:lnTo>
                  <a:pt x="748288" y="299850"/>
                </a:lnTo>
                <a:lnTo>
                  <a:pt x="755289" y="301797"/>
                </a:lnTo>
                <a:lnTo>
                  <a:pt x="769813" y="307680"/>
                </a:lnTo>
                <a:lnTo>
                  <a:pt x="779989" y="311210"/>
                </a:lnTo>
                <a:lnTo>
                  <a:pt x="794951" y="315351"/>
                </a:lnTo>
                <a:lnTo>
                  <a:pt x="808274" y="318458"/>
                </a:lnTo>
                <a:lnTo>
                  <a:pt x="810300" y="319609"/>
                </a:lnTo>
                <a:lnTo>
                  <a:pt x="811801" y="321316"/>
                </a:lnTo>
                <a:lnTo>
                  <a:pt x="811720" y="322192"/>
                </a:lnTo>
                <a:lnTo>
                  <a:pt x="810060" y="325290"/>
                </a:lnTo>
                <a:lnTo>
                  <a:pt x="810316" y="326221"/>
                </a:lnTo>
                <a:lnTo>
                  <a:pt x="811387" y="327041"/>
                </a:lnTo>
                <a:lnTo>
                  <a:pt x="847052" y="328277"/>
                </a:lnTo>
                <a:lnTo>
                  <a:pt x="853806" y="328842"/>
                </a:lnTo>
                <a:lnTo>
                  <a:pt x="854669" y="329358"/>
                </a:lnTo>
                <a:lnTo>
                  <a:pt x="854954" y="331198"/>
                </a:lnTo>
                <a:lnTo>
                  <a:pt x="854703" y="334111"/>
                </a:lnTo>
                <a:lnTo>
                  <a:pt x="852948" y="342605"/>
                </a:lnTo>
                <a:lnTo>
                  <a:pt x="850412" y="360789"/>
                </a:lnTo>
                <a:lnTo>
                  <a:pt x="848728" y="369177"/>
                </a:lnTo>
                <a:lnTo>
                  <a:pt x="847341" y="381259"/>
                </a:lnTo>
                <a:lnTo>
                  <a:pt x="844901" y="392416"/>
                </a:lnTo>
                <a:lnTo>
                  <a:pt x="839228" y="431063"/>
                </a:lnTo>
                <a:lnTo>
                  <a:pt x="833139" y="467029"/>
                </a:lnTo>
                <a:lnTo>
                  <a:pt x="828244" y="500323"/>
                </a:lnTo>
                <a:lnTo>
                  <a:pt x="825675" y="513904"/>
                </a:lnTo>
                <a:lnTo>
                  <a:pt x="825648" y="516110"/>
                </a:lnTo>
                <a:lnTo>
                  <a:pt x="826425" y="518263"/>
                </a:lnTo>
                <a:lnTo>
                  <a:pt x="828023" y="518902"/>
                </a:lnTo>
                <a:lnTo>
                  <a:pt x="831225" y="517655"/>
                </a:lnTo>
                <a:lnTo>
                  <a:pt x="873940" y="486961"/>
                </a:lnTo>
                <a:lnTo>
                  <a:pt x="875983" y="485744"/>
                </a:lnTo>
                <a:lnTo>
                  <a:pt x="877886" y="485343"/>
                </a:lnTo>
                <a:lnTo>
                  <a:pt x="879935" y="485676"/>
                </a:lnTo>
                <a:lnTo>
                  <a:pt x="881471" y="486491"/>
                </a:lnTo>
                <a:lnTo>
                  <a:pt x="915396" y="512048"/>
                </a:lnTo>
                <a:lnTo>
                  <a:pt x="922326" y="516807"/>
                </a:lnTo>
                <a:lnTo>
                  <a:pt x="926871" y="519190"/>
                </a:lnTo>
                <a:lnTo>
                  <a:pt x="928040" y="517641"/>
                </a:lnTo>
                <a:lnTo>
                  <a:pt x="928451" y="516215"/>
                </a:lnTo>
                <a:lnTo>
                  <a:pt x="928364" y="510736"/>
                </a:lnTo>
                <a:lnTo>
                  <a:pt x="925919" y="498679"/>
                </a:lnTo>
                <a:lnTo>
                  <a:pt x="924509" y="486169"/>
                </a:lnTo>
                <a:lnTo>
                  <a:pt x="922466" y="475092"/>
                </a:lnTo>
                <a:lnTo>
                  <a:pt x="920597" y="460041"/>
                </a:lnTo>
                <a:lnTo>
                  <a:pt x="918838" y="451286"/>
                </a:lnTo>
                <a:lnTo>
                  <a:pt x="916583" y="432517"/>
                </a:lnTo>
                <a:lnTo>
                  <a:pt x="914715" y="424340"/>
                </a:lnTo>
                <a:lnTo>
                  <a:pt x="912582" y="407700"/>
                </a:lnTo>
                <a:lnTo>
                  <a:pt x="910708" y="399575"/>
                </a:lnTo>
                <a:lnTo>
                  <a:pt x="908894" y="384190"/>
                </a:lnTo>
                <a:lnTo>
                  <a:pt x="906913" y="373296"/>
                </a:lnTo>
                <a:lnTo>
                  <a:pt x="905374" y="359546"/>
                </a:lnTo>
                <a:lnTo>
                  <a:pt x="902814" y="345320"/>
                </a:lnTo>
                <a:lnTo>
                  <a:pt x="901463" y="332986"/>
                </a:lnTo>
                <a:lnTo>
                  <a:pt x="903198" y="331057"/>
                </a:lnTo>
                <a:lnTo>
                  <a:pt x="925479" y="331164"/>
                </a:lnTo>
                <a:lnTo>
                  <a:pt x="941952" y="331887"/>
                </a:lnTo>
                <a:lnTo>
                  <a:pt x="945407" y="331073"/>
                </a:lnTo>
                <a:lnTo>
                  <a:pt x="947025" y="329177"/>
                </a:lnTo>
                <a:lnTo>
                  <a:pt x="942254" y="325754"/>
                </a:lnTo>
                <a:lnTo>
                  <a:pt x="904745" y="307098"/>
                </a:lnTo>
                <a:lnTo>
                  <a:pt x="899196" y="302949"/>
                </a:lnTo>
                <a:lnTo>
                  <a:pt x="899542" y="288269"/>
                </a:lnTo>
                <a:lnTo>
                  <a:pt x="900068" y="287079"/>
                </a:lnTo>
                <a:lnTo>
                  <a:pt x="901472" y="286310"/>
                </a:lnTo>
                <a:lnTo>
                  <a:pt x="908322" y="285756"/>
                </a:lnTo>
                <a:lnTo>
                  <a:pt x="966262" y="285832"/>
                </a:lnTo>
                <a:lnTo>
                  <a:pt x="967753" y="284353"/>
                </a:lnTo>
                <a:lnTo>
                  <a:pt x="968126" y="283062"/>
                </a:lnTo>
                <a:lnTo>
                  <a:pt x="967564" y="281975"/>
                </a:lnTo>
                <a:lnTo>
                  <a:pt x="963587" y="280137"/>
                </a:lnTo>
                <a:lnTo>
                  <a:pt x="954878" y="276959"/>
                </a:lnTo>
                <a:lnTo>
                  <a:pt x="940091" y="270574"/>
                </a:lnTo>
                <a:lnTo>
                  <a:pt x="933718" y="268602"/>
                </a:lnTo>
                <a:lnTo>
                  <a:pt x="904680" y="257135"/>
                </a:lnTo>
                <a:lnTo>
                  <a:pt x="901494" y="255201"/>
                </a:lnTo>
                <a:lnTo>
                  <a:pt x="899504" y="252890"/>
                </a:lnTo>
                <a:lnTo>
                  <a:pt x="898873" y="250498"/>
                </a:lnTo>
                <a:lnTo>
                  <a:pt x="899119" y="249364"/>
                </a:lnTo>
                <a:lnTo>
                  <a:pt x="900836" y="247406"/>
                </a:lnTo>
                <a:lnTo>
                  <a:pt x="902644" y="246776"/>
                </a:lnTo>
                <a:lnTo>
                  <a:pt x="910873" y="246612"/>
                </a:lnTo>
                <a:lnTo>
                  <a:pt x="943795" y="247309"/>
                </a:lnTo>
                <a:lnTo>
                  <a:pt x="945516" y="245785"/>
                </a:lnTo>
                <a:lnTo>
                  <a:pt x="945863" y="244758"/>
                </a:lnTo>
                <a:lnTo>
                  <a:pt x="941348" y="241173"/>
                </a:lnTo>
                <a:lnTo>
                  <a:pt x="902426" y="218674"/>
                </a:lnTo>
                <a:lnTo>
                  <a:pt x="900013" y="216404"/>
                </a:lnTo>
                <a:lnTo>
                  <a:pt x="898657" y="213114"/>
                </a:lnTo>
                <a:lnTo>
                  <a:pt x="897545" y="201661"/>
                </a:lnTo>
                <a:lnTo>
                  <a:pt x="895605" y="193523"/>
                </a:lnTo>
                <a:lnTo>
                  <a:pt x="893658" y="181418"/>
                </a:lnTo>
                <a:lnTo>
                  <a:pt x="889333" y="158584"/>
                </a:lnTo>
                <a:lnTo>
                  <a:pt x="887517" y="151037"/>
                </a:lnTo>
                <a:lnTo>
                  <a:pt x="885296" y="137924"/>
                </a:lnTo>
                <a:lnTo>
                  <a:pt x="883886" y="135049"/>
                </a:lnTo>
                <a:lnTo>
                  <a:pt x="881044" y="132313"/>
                </a:lnTo>
                <a:lnTo>
                  <a:pt x="879034" y="131918"/>
                </a:lnTo>
                <a:lnTo>
                  <a:pt x="875668" y="132945"/>
                </a:lnTo>
                <a:close/>
                <a:moveTo>
                  <a:pt x="878705" y="152182"/>
                </a:moveTo>
                <a:lnTo>
                  <a:pt x="877880" y="153545"/>
                </a:lnTo>
                <a:lnTo>
                  <a:pt x="877101" y="153471"/>
                </a:lnTo>
                <a:lnTo>
                  <a:pt x="876729" y="152954"/>
                </a:lnTo>
                <a:lnTo>
                  <a:pt x="876668" y="151652"/>
                </a:lnTo>
                <a:lnTo>
                  <a:pt x="877329" y="150868"/>
                </a:lnTo>
                <a:lnTo>
                  <a:pt x="878393" y="151127"/>
                </a:lnTo>
                <a:lnTo>
                  <a:pt x="878705" y="152182"/>
                </a:lnTo>
                <a:close/>
                <a:moveTo>
                  <a:pt x="880779" y="167370"/>
                </a:moveTo>
                <a:lnTo>
                  <a:pt x="882833" y="169918"/>
                </a:lnTo>
                <a:lnTo>
                  <a:pt x="882948" y="172341"/>
                </a:lnTo>
                <a:lnTo>
                  <a:pt x="881967" y="173748"/>
                </a:lnTo>
                <a:lnTo>
                  <a:pt x="880152" y="174891"/>
                </a:lnTo>
                <a:lnTo>
                  <a:pt x="878181" y="175540"/>
                </a:lnTo>
                <a:lnTo>
                  <a:pt x="876673" y="175339"/>
                </a:lnTo>
                <a:lnTo>
                  <a:pt x="873500" y="172108"/>
                </a:lnTo>
                <a:lnTo>
                  <a:pt x="873275" y="171318"/>
                </a:lnTo>
                <a:lnTo>
                  <a:pt x="873751" y="169879"/>
                </a:lnTo>
                <a:lnTo>
                  <a:pt x="875137" y="167678"/>
                </a:lnTo>
                <a:lnTo>
                  <a:pt x="876835" y="166287"/>
                </a:lnTo>
                <a:lnTo>
                  <a:pt x="878710" y="166187"/>
                </a:lnTo>
                <a:lnTo>
                  <a:pt x="880779" y="167370"/>
                </a:lnTo>
                <a:close/>
                <a:moveTo>
                  <a:pt x="872582" y="178797"/>
                </a:moveTo>
                <a:lnTo>
                  <a:pt x="873076" y="179912"/>
                </a:lnTo>
                <a:lnTo>
                  <a:pt x="872184" y="181206"/>
                </a:lnTo>
                <a:lnTo>
                  <a:pt x="870350" y="182745"/>
                </a:lnTo>
                <a:lnTo>
                  <a:pt x="869046" y="182773"/>
                </a:lnTo>
                <a:lnTo>
                  <a:pt x="868317" y="180769"/>
                </a:lnTo>
                <a:lnTo>
                  <a:pt x="868802" y="178693"/>
                </a:lnTo>
                <a:lnTo>
                  <a:pt x="870385" y="177918"/>
                </a:lnTo>
                <a:lnTo>
                  <a:pt x="872582" y="178797"/>
                </a:lnTo>
                <a:close/>
                <a:moveTo>
                  <a:pt x="886082" y="178797"/>
                </a:moveTo>
                <a:lnTo>
                  <a:pt x="886599" y="180824"/>
                </a:lnTo>
                <a:lnTo>
                  <a:pt x="886175" y="181642"/>
                </a:lnTo>
                <a:lnTo>
                  <a:pt x="885379" y="181793"/>
                </a:lnTo>
                <a:lnTo>
                  <a:pt x="884072" y="180726"/>
                </a:lnTo>
                <a:lnTo>
                  <a:pt x="883803" y="179294"/>
                </a:lnTo>
                <a:lnTo>
                  <a:pt x="884788" y="178210"/>
                </a:lnTo>
                <a:lnTo>
                  <a:pt x="886082" y="178797"/>
                </a:lnTo>
                <a:close/>
                <a:moveTo>
                  <a:pt x="882659" y="188488"/>
                </a:moveTo>
                <a:lnTo>
                  <a:pt x="884732" y="190980"/>
                </a:lnTo>
                <a:lnTo>
                  <a:pt x="885183" y="192910"/>
                </a:lnTo>
                <a:lnTo>
                  <a:pt x="883382" y="195527"/>
                </a:lnTo>
                <a:lnTo>
                  <a:pt x="880672" y="197451"/>
                </a:lnTo>
                <a:lnTo>
                  <a:pt x="877596" y="198613"/>
                </a:lnTo>
                <a:lnTo>
                  <a:pt x="873421" y="196029"/>
                </a:lnTo>
                <a:lnTo>
                  <a:pt x="871795" y="194458"/>
                </a:lnTo>
                <a:lnTo>
                  <a:pt x="871299" y="192205"/>
                </a:lnTo>
                <a:lnTo>
                  <a:pt x="871710" y="190354"/>
                </a:lnTo>
                <a:lnTo>
                  <a:pt x="876747" y="186215"/>
                </a:lnTo>
                <a:lnTo>
                  <a:pt x="878021" y="185853"/>
                </a:lnTo>
                <a:lnTo>
                  <a:pt x="879397" y="186106"/>
                </a:lnTo>
                <a:lnTo>
                  <a:pt x="882659" y="188488"/>
                </a:lnTo>
                <a:close/>
                <a:moveTo>
                  <a:pt x="890229" y="199047"/>
                </a:moveTo>
                <a:lnTo>
                  <a:pt x="891461" y="202042"/>
                </a:lnTo>
                <a:lnTo>
                  <a:pt x="892375" y="206049"/>
                </a:lnTo>
                <a:lnTo>
                  <a:pt x="891805" y="207369"/>
                </a:lnTo>
                <a:lnTo>
                  <a:pt x="890744" y="207655"/>
                </a:lnTo>
                <a:lnTo>
                  <a:pt x="888549" y="207020"/>
                </a:lnTo>
                <a:lnTo>
                  <a:pt x="886927" y="205941"/>
                </a:lnTo>
                <a:lnTo>
                  <a:pt x="885014" y="203972"/>
                </a:lnTo>
                <a:lnTo>
                  <a:pt x="884365" y="202500"/>
                </a:lnTo>
                <a:lnTo>
                  <a:pt x="884952" y="201042"/>
                </a:lnTo>
                <a:lnTo>
                  <a:pt x="887642" y="198446"/>
                </a:lnTo>
                <a:lnTo>
                  <a:pt x="888898" y="198055"/>
                </a:lnTo>
                <a:lnTo>
                  <a:pt x="890229" y="199047"/>
                </a:lnTo>
                <a:close/>
                <a:moveTo>
                  <a:pt x="870895" y="200300"/>
                </a:moveTo>
                <a:lnTo>
                  <a:pt x="872097" y="202120"/>
                </a:lnTo>
                <a:lnTo>
                  <a:pt x="871374" y="204097"/>
                </a:lnTo>
                <a:lnTo>
                  <a:pt x="868124" y="207362"/>
                </a:lnTo>
                <a:lnTo>
                  <a:pt x="866320" y="208298"/>
                </a:lnTo>
                <a:lnTo>
                  <a:pt x="864943" y="208226"/>
                </a:lnTo>
                <a:lnTo>
                  <a:pt x="864076" y="207150"/>
                </a:lnTo>
                <a:lnTo>
                  <a:pt x="863807" y="205074"/>
                </a:lnTo>
                <a:lnTo>
                  <a:pt x="864243" y="201906"/>
                </a:lnTo>
                <a:lnTo>
                  <a:pt x="865295" y="199755"/>
                </a:lnTo>
                <a:lnTo>
                  <a:pt x="866838" y="198710"/>
                </a:lnTo>
                <a:lnTo>
                  <a:pt x="867754" y="198631"/>
                </a:lnTo>
                <a:lnTo>
                  <a:pt x="870895" y="200300"/>
                </a:lnTo>
                <a:close/>
                <a:moveTo>
                  <a:pt x="881261" y="208256"/>
                </a:moveTo>
                <a:lnTo>
                  <a:pt x="885774" y="213111"/>
                </a:lnTo>
                <a:lnTo>
                  <a:pt x="886179" y="213897"/>
                </a:lnTo>
                <a:lnTo>
                  <a:pt x="885647" y="214738"/>
                </a:lnTo>
                <a:lnTo>
                  <a:pt x="883700" y="215160"/>
                </a:lnTo>
                <a:lnTo>
                  <a:pt x="877982" y="215247"/>
                </a:lnTo>
                <a:lnTo>
                  <a:pt x="872156" y="214934"/>
                </a:lnTo>
                <a:lnTo>
                  <a:pt x="870527" y="214385"/>
                </a:lnTo>
                <a:lnTo>
                  <a:pt x="870321" y="213941"/>
                </a:lnTo>
                <a:lnTo>
                  <a:pt x="871010" y="212605"/>
                </a:lnTo>
                <a:lnTo>
                  <a:pt x="875957" y="207629"/>
                </a:lnTo>
                <a:lnTo>
                  <a:pt x="879136" y="207722"/>
                </a:lnTo>
                <a:lnTo>
                  <a:pt x="881261" y="208256"/>
                </a:lnTo>
                <a:close/>
                <a:moveTo>
                  <a:pt x="880875" y="221418"/>
                </a:moveTo>
                <a:lnTo>
                  <a:pt x="881153" y="221973"/>
                </a:lnTo>
                <a:lnTo>
                  <a:pt x="880708" y="222967"/>
                </a:lnTo>
                <a:lnTo>
                  <a:pt x="878501" y="223866"/>
                </a:lnTo>
                <a:lnTo>
                  <a:pt x="875985" y="223566"/>
                </a:lnTo>
                <a:lnTo>
                  <a:pt x="874782" y="222165"/>
                </a:lnTo>
                <a:lnTo>
                  <a:pt x="875089" y="221370"/>
                </a:lnTo>
                <a:lnTo>
                  <a:pt x="876546" y="220743"/>
                </a:lnTo>
                <a:lnTo>
                  <a:pt x="879419" y="220770"/>
                </a:lnTo>
                <a:lnTo>
                  <a:pt x="880875" y="221418"/>
                </a:lnTo>
                <a:close/>
                <a:moveTo>
                  <a:pt x="893893" y="222865"/>
                </a:moveTo>
                <a:lnTo>
                  <a:pt x="894652" y="226123"/>
                </a:lnTo>
                <a:lnTo>
                  <a:pt x="894741" y="231117"/>
                </a:lnTo>
                <a:lnTo>
                  <a:pt x="893634" y="234219"/>
                </a:lnTo>
                <a:lnTo>
                  <a:pt x="892154" y="234606"/>
                </a:lnTo>
                <a:lnTo>
                  <a:pt x="890063" y="233665"/>
                </a:lnTo>
                <a:lnTo>
                  <a:pt x="885864" y="230662"/>
                </a:lnTo>
                <a:lnTo>
                  <a:pt x="885039" y="228822"/>
                </a:lnTo>
                <a:lnTo>
                  <a:pt x="886273" y="226402"/>
                </a:lnTo>
                <a:lnTo>
                  <a:pt x="889312" y="223732"/>
                </a:lnTo>
                <a:lnTo>
                  <a:pt x="892254" y="222178"/>
                </a:lnTo>
                <a:lnTo>
                  <a:pt x="893001" y="222195"/>
                </a:lnTo>
                <a:lnTo>
                  <a:pt x="893893" y="222865"/>
                </a:lnTo>
                <a:close/>
                <a:moveTo>
                  <a:pt x="867713" y="224022"/>
                </a:moveTo>
                <a:lnTo>
                  <a:pt x="870479" y="227104"/>
                </a:lnTo>
                <a:lnTo>
                  <a:pt x="871179" y="228509"/>
                </a:lnTo>
                <a:lnTo>
                  <a:pt x="871101" y="229442"/>
                </a:lnTo>
                <a:lnTo>
                  <a:pt x="869347" y="231121"/>
                </a:lnTo>
                <a:lnTo>
                  <a:pt x="865509" y="233287"/>
                </a:lnTo>
                <a:lnTo>
                  <a:pt x="864132" y="233598"/>
                </a:lnTo>
                <a:lnTo>
                  <a:pt x="862751" y="233194"/>
                </a:lnTo>
                <a:lnTo>
                  <a:pt x="861829" y="232258"/>
                </a:lnTo>
                <a:lnTo>
                  <a:pt x="861344" y="230426"/>
                </a:lnTo>
                <a:lnTo>
                  <a:pt x="861454" y="224565"/>
                </a:lnTo>
                <a:lnTo>
                  <a:pt x="862880" y="223219"/>
                </a:lnTo>
                <a:lnTo>
                  <a:pt x="864387" y="222744"/>
                </a:lnTo>
                <a:lnTo>
                  <a:pt x="866008" y="223009"/>
                </a:lnTo>
                <a:lnTo>
                  <a:pt x="867713" y="224022"/>
                </a:lnTo>
                <a:close/>
                <a:moveTo>
                  <a:pt x="906091" y="227059"/>
                </a:moveTo>
                <a:lnTo>
                  <a:pt x="921000" y="236271"/>
                </a:lnTo>
                <a:lnTo>
                  <a:pt x="922444" y="238189"/>
                </a:lnTo>
                <a:lnTo>
                  <a:pt x="922291" y="239547"/>
                </a:lnTo>
                <a:lnTo>
                  <a:pt x="919342" y="240356"/>
                </a:lnTo>
                <a:lnTo>
                  <a:pt x="913347" y="240304"/>
                </a:lnTo>
                <a:lnTo>
                  <a:pt x="902970" y="239036"/>
                </a:lnTo>
                <a:lnTo>
                  <a:pt x="900113" y="238052"/>
                </a:lnTo>
                <a:lnTo>
                  <a:pt x="899052" y="237184"/>
                </a:lnTo>
                <a:lnTo>
                  <a:pt x="899677" y="225741"/>
                </a:lnTo>
                <a:lnTo>
                  <a:pt x="900437" y="225165"/>
                </a:lnTo>
                <a:lnTo>
                  <a:pt x="902029" y="225227"/>
                </a:lnTo>
                <a:lnTo>
                  <a:pt x="906091" y="227059"/>
                </a:lnTo>
                <a:close/>
                <a:moveTo>
                  <a:pt x="855032" y="226722"/>
                </a:moveTo>
                <a:lnTo>
                  <a:pt x="856099" y="228849"/>
                </a:lnTo>
                <a:lnTo>
                  <a:pt x="856244" y="231589"/>
                </a:lnTo>
                <a:lnTo>
                  <a:pt x="855643" y="235330"/>
                </a:lnTo>
                <a:lnTo>
                  <a:pt x="854544" y="236322"/>
                </a:lnTo>
                <a:lnTo>
                  <a:pt x="850561" y="236980"/>
                </a:lnTo>
                <a:lnTo>
                  <a:pt x="842619" y="237270"/>
                </a:lnTo>
                <a:lnTo>
                  <a:pt x="837000" y="237199"/>
                </a:lnTo>
                <a:lnTo>
                  <a:pt x="835647" y="236709"/>
                </a:lnTo>
                <a:lnTo>
                  <a:pt x="836298" y="234967"/>
                </a:lnTo>
                <a:lnTo>
                  <a:pt x="839315" y="232169"/>
                </a:lnTo>
                <a:lnTo>
                  <a:pt x="844780" y="230129"/>
                </a:lnTo>
                <a:lnTo>
                  <a:pt x="853629" y="226041"/>
                </a:lnTo>
                <a:lnTo>
                  <a:pt x="855032" y="226722"/>
                </a:lnTo>
                <a:close/>
                <a:moveTo>
                  <a:pt x="880393" y="234243"/>
                </a:moveTo>
                <a:lnTo>
                  <a:pt x="882425" y="236201"/>
                </a:lnTo>
                <a:lnTo>
                  <a:pt x="882593" y="237251"/>
                </a:lnTo>
                <a:lnTo>
                  <a:pt x="881840" y="238016"/>
                </a:lnTo>
                <a:lnTo>
                  <a:pt x="878002" y="238436"/>
                </a:lnTo>
                <a:lnTo>
                  <a:pt x="876372" y="238053"/>
                </a:lnTo>
                <a:lnTo>
                  <a:pt x="875373" y="237323"/>
                </a:lnTo>
                <a:lnTo>
                  <a:pt x="875132" y="235666"/>
                </a:lnTo>
                <a:lnTo>
                  <a:pt x="876489" y="233595"/>
                </a:lnTo>
                <a:lnTo>
                  <a:pt x="878187" y="233271"/>
                </a:lnTo>
                <a:lnTo>
                  <a:pt x="880393" y="234243"/>
                </a:lnTo>
                <a:close/>
                <a:moveTo>
                  <a:pt x="878946" y="247116"/>
                </a:moveTo>
                <a:lnTo>
                  <a:pt x="877831" y="247916"/>
                </a:lnTo>
                <a:lnTo>
                  <a:pt x="877025" y="247297"/>
                </a:lnTo>
                <a:lnTo>
                  <a:pt x="877725" y="246698"/>
                </a:lnTo>
                <a:lnTo>
                  <a:pt x="878946" y="247116"/>
                </a:lnTo>
                <a:close/>
                <a:moveTo>
                  <a:pt x="893893" y="247647"/>
                </a:moveTo>
                <a:lnTo>
                  <a:pt x="894740" y="249288"/>
                </a:lnTo>
                <a:lnTo>
                  <a:pt x="894795" y="250947"/>
                </a:lnTo>
                <a:lnTo>
                  <a:pt x="894005" y="253634"/>
                </a:lnTo>
                <a:lnTo>
                  <a:pt x="893086" y="254713"/>
                </a:lnTo>
                <a:lnTo>
                  <a:pt x="891064" y="255363"/>
                </a:lnTo>
                <a:lnTo>
                  <a:pt x="889320" y="255144"/>
                </a:lnTo>
                <a:lnTo>
                  <a:pt x="886462" y="253979"/>
                </a:lnTo>
                <a:lnTo>
                  <a:pt x="885414" y="253121"/>
                </a:lnTo>
                <a:lnTo>
                  <a:pt x="885178" y="252173"/>
                </a:lnTo>
                <a:lnTo>
                  <a:pt x="885764" y="251057"/>
                </a:lnTo>
                <a:lnTo>
                  <a:pt x="889939" y="247691"/>
                </a:lnTo>
                <a:lnTo>
                  <a:pt x="892244" y="246776"/>
                </a:lnTo>
                <a:lnTo>
                  <a:pt x="893893" y="247647"/>
                </a:lnTo>
                <a:close/>
                <a:moveTo>
                  <a:pt x="868484" y="249141"/>
                </a:moveTo>
                <a:lnTo>
                  <a:pt x="870244" y="250655"/>
                </a:lnTo>
                <a:lnTo>
                  <a:pt x="871013" y="252001"/>
                </a:lnTo>
                <a:lnTo>
                  <a:pt x="870796" y="253165"/>
                </a:lnTo>
                <a:lnTo>
                  <a:pt x="869598" y="254129"/>
                </a:lnTo>
                <a:lnTo>
                  <a:pt x="867423" y="254879"/>
                </a:lnTo>
                <a:lnTo>
                  <a:pt x="864644" y="255065"/>
                </a:lnTo>
                <a:lnTo>
                  <a:pt x="862532" y="254178"/>
                </a:lnTo>
                <a:lnTo>
                  <a:pt x="861540" y="253014"/>
                </a:lnTo>
                <a:lnTo>
                  <a:pt x="860759" y="250227"/>
                </a:lnTo>
                <a:lnTo>
                  <a:pt x="860882" y="249237"/>
                </a:lnTo>
                <a:lnTo>
                  <a:pt x="861850" y="247860"/>
                </a:lnTo>
                <a:lnTo>
                  <a:pt x="864680" y="247426"/>
                </a:lnTo>
                <a:lnTo>
                  <a:pt x="868484" y="249141"/>
                </a:lnTo>
                <a:close/>
                <a:moveTo>
                  <a:pt x="885021" y="261870"/>
                </a:moveTo>
                <a:lnTo>
                  <a:pt x="886001" y="262311"/>
                </a:lnTo>
                <a:lnTo>
                  <a:pt x="886460" y="263028"/>
                </a:lnTo>
                <a:lnTo>
                  <a:pt x="885862" y="264769"/>
                </a:lnTo>
                <a:lnTo>
                  <a:pt x="880651" y="267948"/>
                </a:lnTo>
                <a:lnTo>
                  <a:pt x="878174" y="268844"/>
                </a:lnTo>
                <a:lnTo>
                  <a:pt x="872998" y="266896"/>
                </a:lnTo>
                <a:lnTo>
                  <a:pt x="869894" y="265035"/>
                </a:lnTo>
                <a:lnTo>
                  <a:pt x="868886" y="263829"/>
                </a:lnTo>
                <a:lnTo>
                  <a:pt x="869438" y="262366"/>
                </a:lnTo>
                <a:lnTo>
                  <a:pt x="871443" y="261545"/>
                </a:lnTo>
                <a:lnTo>
                  <a:pt x="885021" y="261870"/>
                </a:lnTo>
                <a:close/>
                <a:moveTo>
                  <a:pt x="855080" y="262882"/>
                </a:moveTo>
                <a:lnTo>
                  <a:pt x="855989" y="263718"/>
                </a:lnTo>
                <a:lnTo>
                  <a:pt x="856322" y="264781"/>
                </a:lnTo>
                <a:lnTo>
                  <a:pt x="856416" y="268591"/>
                </a:lnTo>
                <a:lnTo>
                  <a:pt x="855616" y="274344"/>
                </a:lnTo>
                <a:lnTo>
                  <a:pt x="854289" y="276323"/>
                </a:lnTo>
                <a:lnTo>
                  <a:pt x="853035" y="276350"/>
                </a:lnTo>
                <a:lnTo>
                  <a:pt x="844866" y="272168"/>
                </a:lnTo>
                <a:lnTo>
                  <a:pt x="842037" y="270244"/>
                </a:lnTo>
                <a:lnTo>
                  <a:pt x="840695" y="268484"/>
                </a:lnTo>
                <a:lnTo>
                  <a:pt x="840901" y="267490"/>
                </a:lnTo>
                <a:lnTo>
                  <a:pt x="842258" y="266621"/>
                </a:lnTo>
                <a:lnTo>
                  <a:pt x="847788" y="264877"/>
                </a:lnTo>
                <a:lnTo>
                  <a:pt x="852584" y="262782"/>
                </a:lnTo>
                <a:lnTo>
                  <a:pt x="855080" y="262882"/>
                </a:lnTo>
                <a:close/>
                <a:moveTo>
                  <a:pt x="906670" y="264907"/>
                </a:moveTo>
                <a:lnTo>
                  <a:pt x="914478" y="267876"/>
                </a:lnTo>
                <a:lnTo>
                  <a:pt x="914962" y="269123"/>
                </a:lnTo>
                <a:lnTo>
                  <a:pt x="914288" y="270886"/>
                </a:lnTo>
                <a:lnTo>
                  <a:pt x="912607" y="272559"/>
                </a:lnTo>
                <a:lnTo>
                  <a:pt x="904802" y="276494"/>
                </a:lnTo>
                <a:lnTo>
                  <a:pt x="901890" y="277088"/>
                </a:lnTo>
                <a:lnTo>
                  <a:pt x="900156" y="276754"/>
                </a:lnTo>
                <a:lnTo>
                  <a:pt x="899520" y="275930"/>
                </a:lnTo>
                <a:lnTo>
                  <a:pt x="899152" y="272060"/>
                </a:lnTo>
                <a:lnTo>
                  <a:pt x="899335" y="267180"/>
                </a:lnTo>
                <a:lnTo>
                  <a:pt x="900016" y="264281"/>
                </a:lnTo>
                <a:lnTo>
                  <a:pt x="902439" y="263690"/>
                </a:lnTo>
                <a:lnTo>
                  <a:pt x="906670" y="264907"/>
                </a:lnTo>
                <a:close/>
                <a:moveTo>
                  <a:pt x="893555" y="268765"/>
                </a:moveTo>
                <a:lnTo>
                  <a:pt x="894574" y="271582"/>
                </a:lnTo>
                <a:lnTo>
                  <a:pt x="894431" y="275796"/>
                </a:lnTo>
                <a:lnTo>
                  <a:pt x="893693" y="276888"/>
                </a:lnTo>
                <a:lnTo>
                  <a:pt x="892369" y="277432"/>
                </a:lnTo>
                <a:lnTo>
                  <a:pt x="889885" y="276938"/>
                </a:lnTo>
                <a:lnTo>
                  <a:pt x="888179" y="275814"/>
                </a:lnTo>
                <a:lnTo>
                  <a:pt x="886661" y="274116"/>
                </a:lnTo>
                <a:lnTo>
                  <a:pt x="885921" y="272534"/>
                </a:lnTo>
                <a:lnTo>
                  <a:pt x="886082" y="271627"/>
                </a:lnTo>
                <a:lnTo>
                  <a:pt x="887374" y="270323"/>
                </a:lnTo>
                <a:lnTo>
                  <a:pt x="891240" y="268302"/>
                </a:lnTo>
                <a:lnTo>
                  <a:pt x="892464" y="268020"/>
                </a:lnTo>
                <a:lnTo>
                  <a:pt x="893555" y="268765"/>
                </a:lnTo>
                <a:close/>
                <a:moveTo>
                  <a:pt x="867857" y="270741"/>
                </a:moveTo>
                <a:lnTo>
                  <a:pt x="868897" y="271826"/>
                </a:lnTo>
                <a:lnTo>
                  <a:pt x="869149" y="273064"/>
                </a:lnTo>
                <a:lnTo>
                  <a:pt x="868603" y="274557"/>
                </a:lnTo>
                <a:lnTo>
                  <a:pt x="867287" y="276223"/>
                </a:lnTo>
                <a:lnTo>
                  <a:pt x="866223" y="276948"/>
                </a:lnTo>
                <a:lnTo>
                  <a:pt x="864013" y="277384"/>
                </a:lnTo>
                <a:lnTo>
                  <a:pt x="862095" y="276625"/>
                </a:lnTo>
                <a:lnTo>
                  <a:pt x="861396" y="275857"/>
                </a:lnTo>
                <a:lnTo>
                  <a:pt x="860817" y="273663"/>
                </a:lnTo>
                <a:lnTo>
                  <a:pt x="861381" y="271483"/>
                </a:lnTo>
                <a:lnTo>
                  <a:pt x="862354" y="270293"/>
                </a:lnTo>
                <a:lnTo>
                  <a:pt x="863681" y="269669"/>
                </a:lnTo>
                <a:lnTo>
                  <a:pt x="865256" y="269635"/>
                </a:lnTo>
                <a:lnTo>
                  <a:pt x="867857" y="270741"/>
                </a:lnTo>
                <a:close/>
                <a:moveTo>
                  <a:pt x="828032" y="273490"/>
                </a:moveTo>
                <a:lnTo>
                  <a:pt x="828640" y="274505"/>
                </a:lnTo>
                <a:lnTo>
                  <a:pt x="828726" y="275725"/>
                </a:lnTo>
                <a:lnTo>
                  <a:pt x="828032" y="277443"/>
                </a:lnTo>
                <a:lnTo>
                  <a:pt x="827153" y="278212"/>
                </a:lnTo>
                <a:lnTo>
                  <a:pt x="820589" y="278344"/>
                </a:lnTo>
                <a:lnTo>
                  <a:pt x="818628" y="277848"/>
                </a:lnTo>
                <a:lnTo>
                  <a:pt x="817770" y="276993"/>
                </a:lnTo>
                <a:lnTo>
                  <a:pt x="818307" y="275287"/>
                </a:lnTo>
                <a:lnTo>
                  <a:pt x="820417" y="274190"/>
                </a:lnTo>
                <a:lnTo>
                  <a:pt x="825613" y="272847"/>
                </a:lnTo>
                <a:lnTo>
                  <a:pt x="827079" y="272895"/>
                </a:lnTo>
                <a:lnTo>
                  <a:pt x="828032" y="273490"/>
                </a:lnTo>
                <a:close/>
                <a:moveTo>
                  <a:pt x="937768" y="275707"/>
                </a:moveTo>
                <a:lnTo>
                  <a:pt x="944450" y="278475"/>
                </a:lnTo>
                <a:lnTo>
                  <a:pt x="945640" y="279754"/>
                </a:lnTo>
                <a:lnTo>
                  <a:pt x="944904" y="280481"/>
                </a:lnTo>
                <a:lnTo>
                  <a:pt x="942956" y="280933"/>
                </a:lnTo>
                <a:lnTo>
                  <a:pt x="935784" y="281345"/>
                </a:lnTo>
                <a:lnTo>
                  <a:pt x="930584" y="280915"/>
                </a:lnTo>
                <a:lnTo>
                  <a:pt x="928752" y="278624"/>
                </a:lnTo>
                <a:lnTo>
                  <a:pt x="927643" y="275756"/>
                </a:lnTo>
                <a:lnTo>
                  <a:pt x="928145" y="274501"/>
                </a:lnTo>
                <a:lnTo>
                  <a:pt x="930608" y="273779"/>
                </a:lnTo>
                <a:lnTo>
                  <a:pt x="934581" y="274463"/>
                </a:lnTo>
                <a:lnTo>
                  <a:pt x="937768" y="275707"/>
                </a:lnTo>
                <a:close/>
                <a:moveTo>
                  <a:pt x="839314" y="274743"/>
                </a:moveTo>
                <a:lnTo>
                  <a:pt x="839855" y="276750"/>
                </a:lnTo>
                <a:lnTo>
                  <a:pt x="838665" y="278228"/>
                </a:lnTo>
                <a:lnTo>
                  <a:pt x="836978" y="277892"/>
                </a:lnTo>
                <a:lnTo>
                  <a:pt x="835114" y="276224"/>
                </a:lnTo>
                <a:lnTo>
                  <a:pt x="835402" y="275225"/>
                </a:lnTo>
                <a:lnTo>
                  <a:pt x="836759" y="274400"/>
                </a:lnTo>
                <a:lnTo>
                  <a:pt x="838429" y="274291"/>
                </a:lnTo>
                <a:lnTo>
                  <a:pt x="839314" y="274743"/>
                </a:lnTo>
                <a:close/>
                <a:moveTo>
                  <a:pt x="920411" y="275129"/>
                </a:moveTo>
                <a:lnTo>
                  <a:pt x="921364" y="276134"/>
                </a:lnTo>
                <a:lnTo>
                  <a:pt x="922028" y="278177"/>
                </a:lnTo>
                <a:lnTo>
                  <a:pt x="921857" y="279516"/>
                </a:lnTo>
                <a:lnTo>
                  <a:pt x="920998" y="280471"/>
                </a:lnTo>
                <a:lnTo>
                  <a:pt x="919741" y="281110"/>
                </a:lnTo>
                <a:lnTo>
                  <a:pt x="917453" y="281398"/>
                </a:lnTo>
                <a:lnTo>
                  <a:pt x="915890" y="281089"/>
                </a:lnTo>
                <a:lnTo>
                  <a:pt x="914040" y="279978"/>
                </a:lnTo>
                <a:lnTo>
                  <a:pt x="914469" y="278598"/>
                </a:lnTo>
                <a:lnTo>
                  <a:pt x="918347" y="275278"/>
                </a:lnTo>
                <a:lnTo>
                  <a:pt x="919339" y="274740"/>
                </a:lnTo>
                <a:lnTo>
                  <a:pt x="920411" y="275129"/>
                </a:lnTo>
                <a:close/>
                <a:moveTo>
                  <a:pt x="879188" y="278166"/>
                </a:moveTo>
                <a:lnTo>
                  <a:pt x="879760" y="279211"/>
                </a:lnTo>
                <a:lnTo>
                  <a:pt x="878629" y="279857"/>
                </a:lnTo>
                <a:lnTo>
                  <a:pt x="876005" y="279786"/>
                </a:lnTo>
                <a:lnTo>
                  <a:pt x="875213" y="279095"/>
                </a:lnTo>
                <a:lnTo>
                  <a:pt x="875828" y="278015"/>
                </a:lnTo>
                <a:lnTo>
                  <a:pt x="876830" y="277597"/>
                </a:lnTo>
                <a:lnTo>
                  <a:pt x="879188" y="278166"/>
                </a:lnTo>
                <a:close/>
                <a:moveTo>
                  <a:pt x="882514" y="286797"/>
                </a:moveTo>
                <a:lnTo>
                  <a:pt x="882702" y="287372"/>
                </a:lnTo>
                <a:lnTo>
                  <a:pt x="882175" y="288448"/>
                </a:lnTo>
                <a:lnTo>
                  <a:pt x="878861" y="289772"/>
                </a:lnTo>
                <a:lnTo>
                  <a:pt x="875909" y="289449"/>
                </a:lnTo>
                <a:lnTo>
                  <a:pt x="873922" y="288254"/>
                </a:lnTo>
                <a:lnTo>
                  <a:pt x="873475" y="287377"/>
                </a:lnTo>
                <a:lnTo>
                  <a:pt x="874421" y="286202"/>
                </a:lnTo>
                <a:lnTo>
                  <a:pt x="877210" y="285762"/>
                </a:lnTo>
                <a:lnTo>
                  <a:pt x="880530" y="285984"/>
                </a:lnTo>
                <a:lnTo>
                  <a:pt x="882514" y="286797"/>
                </a:lnTo>
                <a:close/>
                <a:moveTo>
                  <a:pt x="893700" y="288677"/>
                </a:moveTo>
                <a:lnTo>
                  <a:pt x="894572" y="291614"/>
                </a:lnTo>
                <a:lnTo>
                  <a:pt x="894560" y="297405"/>
                </a:lnTo>
                <a:lnTo>
                  <a:pt x="893700" y="300007"/>
                </a:lnTo>
                <a:lnTo>
                  <a:pt x="892266" y="300621"/>
                </a:lnTo>
                <a:lnTo>
                  <a:pt x="885052" y="295962"/>
                </a:lnTo>
                <a:lnTo>
                  <a:pt x="884586" y="295412"/>
                </a:lnTo>
                <a:lnTo>
                  <a:pt x="884437" y="294030"/>
                </a:lnTo>
                <a:lnTo>
                  <a:pt x="886005" y="291561"/>
                </a:lnTo>
                <a:lnTo>
                  <a:pt x="889457" y="289111"/>
                </a:lnTo>
                <a:lnTo>
                  <a:pt x="892410" y="287791"/>
                </a:lnTo>
                <a:lnTo>
                  <a:pt x="893700" y="288677"/>
                </a:lnTo>
                <a:close/>
                <a:moveTo>
                  <a:pt x="867713" y="289641"/>
                </a:moveTo>
                <a:lnTo>
                  <a:pt x="870535" y="292589"/>
                </a:lnTo>
                <a:lnTo>
                  <a:pt x="871184" y="294218"/>
                </a:lnTo>
                <a:lnTo>
                  <a:pt x="870947" y="295433"/>
                </a:lnTo>
                <a:lnTo>
                  <a:pt x="868912" y="297068"/>
                </a:lnTo>
                <a:lnTo>
                  <a:pt x="864496" y="299536"/>
                </a:lnTo>
                <a:lnTo>
                  <a:pt x="862442" y="300156"/>
                </a:lnTo>
                <a:lnTo>
                  <a:pt x="861064" y="299895"/>
                </a:lnTo>
                <a:lnTo>
                  <a:pt x="860351" y="298414"/>
                </a:lnTo>
                <a:lnTo>
                  <a:pt x="860166" y="293443"/>
                </a:lnTo>
                <a:lnTo>
                  <a:pt x="860513" y="289982"/>
                </a:lnTo>
                <a:lnTo>
                  <a:pt x="861300" y="288050"/>
                </a:lnTo>
                <a:lnTo>
                  <a:pt x="864929" y="288559"/>
                </a:lnTo>
                <a:lnTo>
                  <a:pt x="867713" y="289641"/>
                </a:lnTo>
                <a:close/>
                <a:moveTo>
                  <a:pt x="882755" y="299815"/>
                </a:moveTo>
                <a:lnTo>
                  <a:pt x="885516" y="302718"/>
                </a:lnTo>
                <a:lnTo>
                  <a:pt x="885504" y="303117"/>
                </a:lnTo>
                <a:lnTo>
                  <a:pt x="884586" y="303636"/>
                </a:lnTo>
                <a:lnTo>
                  <a:pt x="876556" y="303948"/>
                </a:lnTo>
                <a:lnTo>
                  <a:pt x="873818" y="303570"/>
                </a:lnTo>
                <a:lnTo>
                  <a:pt x="872540" y="302750"/>
                </a:lnTo>
                <a:lnTo>
                  <a:pt x="872411" y="302150"/>
                </a:lnTo>
                <a:lnTo>
                  <a:pt x="873098" y="300523"/>
                </a:lnTo>
                <a:lnTo>
                  <a:pt x="875620" y="297307"/>
                </a:lnTo>
                <a:lnTo>
                  <a:pt x="879541" y="297565"/>
                </a:lnTo>
                <a:lnTo>
                  <a:pt x="882755" y="299815"/>
                </a:lnTo>
                <a:close/>
                <a:moveTo>
                  <a:pt x="882225" y="309457"/>
                </a:moveTo>
                <a:lnTo>
                  <a:pt x="882878" y="310545"/>
                </a:lnTo>
                <a:lnTo>
                  <a:pt x="882187" y="311596"/>
                </a:lnTo>
                <a:lnTo>
                  <a:pt x="877018" y="313411"/>
                </a:lnTo>
                <a:lnTo>
                  <a:pt x="873757" y="311735"/>
                </a:lnTo>
                <a:lnTo>
                  <a:pt x="872706" y="310538"/>
                </a:lnTo>
                <a:lnTo>
                  <a:pt x="873257" y="309554"/>
                </a:lnTo>
                <a:lnTo>
                  <a:pt x="875717" y="308844"/>
                </a:lnTo>
                <a:lnTo>
                  <a:pt x="880008" y="308801"/>
                </a:lnTo>
                <a:lnTo>
                  <a:pt x="882225" y="309457"/>
                </a:lnTo>
                <a:close/>
                <a:moveTo>
                  <a:pt x="866604" y="312640"/>
                </a:moveTo>
                <a:lnTo>
                  <a:pt x="868169" y="313584"/>
                </a:lnTo>
                <a:lnTo>
                  <a:pt x="870021" y="315466"/>
                </a:lnTo>
                <a:lnTo>
                  <a:pt x="870922" y="317413"/>
                </a:lnTo>
                <a:lnTo>
                  <a:pt x="870798" y="318474"/>
                </a:lnTo>
                <a:lnTo>
                  <a:pt x="869569" y="319554"/>
                </a:lnTo>
                <a:lnTo>
                  <a:pt x="866405" y="320384"/>
                </a:lnTo>
                <a:lnTo>
                  <a:pt x="862967" y="320134"/>
                </a:lnTo>
                <a:lnTo>
                  <a:pt x="861252" y="319293"/>
                </a:lnTo>
                <a:lnTo>
                  <a:pt x="860294" y="318192"/>
                </a:lnTo>
                <a:lnTo>
                  <a:pt x="859974" y="316666"/>
                </a:lnTo>
                <a:lnTo>
                  <a:pt x="860188" y="313229"/>
                </a:lnTo>
                <a:lnTo>
                  <a:pt x="860862" y="311897"/>
                </a:lnTo>
                <a:lnTo>
                  <a:pt x="862931" y="311427"/>
                </a:lnTo>
                <a:lnTo>
                  <a:pt x="866604" y="312640"/>
                </a:lnTo>
                <a:close/>
                <a:moveTo>
                  <a:pt x="894375" y="313507"/>
                </a:moveTo>
                <a:lnTo>
                  <a:pt x="894824" y="316454"/>
                </a:lnTo>
                <a:lnTo>
                  <a:pt x="894588" y="319771"/>
                </a:lnTo>
                <a:lnTo>
                  <a:pt x="893983" y="321334"/>
                </a:lnTo>
                <a:lnTo>
                  <a:pt x="892964" y="322137"/>
                </a:lnTo>
                <a:lnTo>
                  <a:pt x="890965" y="322014"/>
                </a:lnTo>
                <a:lnTo>
                  <a:pt x="886254" y="319492"/>
                </a:lnTo>
                <a:lnTo>
                  <a:pt x="885130" y="318335"/>
                </a:lnTo>
                <a:lnTo>
                  <a:pt x="885065" y="317411"/>
                </a:lnTo>
                <a:lnTo>
                  <a:pt x="885938" y="315629"/>
                </a:lnTo>
                <a:lnTo>
                  <a:pt x="889572" y="312567"/>
                </a:lnTo>
                <a:lnTo>
                  <a:pt x="892531" y="311687"/>
                </a:lnTo>
                <a:lnTo>
                  <a:pt x="893484" y="312184"/>
                </a:lnTo>
                <a:lnTo>
                  <a:pt x="894375" y="313507"/>
                </a:lnTo>
                <a:close/>
                <a:moveTo>
                  <a:pt x="854839" y="313218"/>
                </a:moveTo>
                <a:lnTo>
                  <a:pt x="855698" y="314853"/>
                </a:lnTo>
                <a:lnTo>
                  <a:pt x="855773" y="316870"/>
                </a:lnTo>
                <a:lnTo>
                  <a:pt x="855088" y="318716"/>
                </a:lnTo>
                <a:lnTo>
                  <a:pt x="853586" y="320306"/>
                </a:lnTo>
                <a:lnTo>
                  <a:pt x="839133" y="320842"/>
                </a:lnTo>
                <a:lnTo>
                  <a:pt x="837605" y="320614"/>
                </a:lnTo>
                <a:lnTo>
                  <a:pt x="836373" y="319534"/>
                </a:lnTo>
                <a:lnTo>
                  <a:pt x="837334" y="318126"/>
                </a:lnTo>
                <a:lnTo>
                  <a:pt x="838513" y="317274"/>
                </a:lnTo>
                <a:lnTo>
                  <a:pt x="845272" y="315161"/>
                </a:lnTo>
                <a:lnTo>
                  <a:pt x="850672" y="312807"/>
                </a:lnTo>
                <a:lnTo>
                  <a:pt x="852882" y="312349"/>
                </a:lnTo>
                <a:lnTo>
                  <a:pt x="854839" y="313218"/>
                </a:lnTo>
                <a:close/>
                <a:moveTo>
                  <a:pt x="906911" y="313749"/>
                </a:moveTo>
                <a:lnTo>
                  <a:pt x="920859" y="321034"/>
                </a:lnTo>
                <a:lnTo>
                  <a:pt x="921990" y="321975"/>
                </a:lnTo>
                <a:lnTo>
                  <a:pt x="922083" y="323254"/>
                </a:lnTo>
                <a:lnTo>
                  <a:pt x="920481" y="324056"/>
                </a:lnTo>
                <a:lnTo>
                  <a:pt x="912504" y="324018"/>
                </a:lnTo>
                <a:lnTo>
                  <a:pt x="904047" y="323420"/>
                </a:lnTo>
                <a:lnTo>
                  <a:pt x="901210" y="322481"/>
                </a:lnTo>
                <a:lnTo>
                  <a:pt x="900259" y="321430"/>
                </a:lnTo>
                <a:lnTo>
                  <a:pt x="899457" y="319141"/>
                </a:lnTo>
                <a:lnTo>
                  <a:pt x="899236" y="315491"/>
                </a:lnTo>
                <a:lnTo>
                  <a:pt x="899694" y="313413"/>
                </a:lnTo>
                <a:lnTo>
                  <a:pt x="900415" y="312672"/>
                </a:lnTo>
                <a:lnTo>
                  <a:pt x="902294" y="312211"/>
                </a:lnTo>
                <a:lnTo>
                  <a:pt x="904615" y="312593"/>
                </a:lnTo>
                <a:lnTo>
                  <a:pt x="906911" y="313749"/>
                </a:lnTo>
                <a:close/>
                <a:moveTo>
                  <a:pt x="880441" y="329611"/>
                </a:moveTo>
                <a:lnTo>
                  <a:pt x="881303" y="330871"/>
                </a:lnTo>
                <a:lnTo>
                  <a:pt x="880104" y="332456"/>
                </a:lnTo>
                <a:lnTo>
                  <a:pt x="878104" y="333387"/>
                </a:lnTo>
                <a:lnTo>
                  <a:pt x="876970" y="333257"/>
                </a:lnTo>
                <a:lnTo>
                  <a:pt x="876113" y="332578"/>
                </a:lnTo>
                <a:lnTo>
                  <a:pt x="875571" y="330624"/>
                </a:lnTo>
                <a:lnTo>
                  <a:pt x="876268" y="329627"/>
                </a:lnTo>
                <a:lnTo>
                  <a:pt x="878560" y="329149"/>
                </a:lnTo>
                <a:lnTo>
                  <a:pt x="880441" y="329611"/>
                </a:lnTo>
                <a:close/>
                <a:moveTo>
                  <a:pt x="864482" y="332022"/>
                </a:moveTo>
                <a:lnTo>
                  <a:pt x="869839" y="335534"/>
                </a:lnTo>
                <a:lnTo>
                  <a:pt x="870638" y="337659"/>
                </a:lnTo>
                <a:lnTo>
                  <a:pt x="869685" y="338907"/>
                </a:lnTo>
                <a:lnTo>
                  <a:pt x="863624" y="342465"/>
                </a:lnTo>
                <a:lnTo>
                  <a:pt x="860947" y="342906"/>
                </a:lnTo>
                <a:lnTo>
                  <a:pt x="859890" y="341893"/>
                </a:lnTo>
                <a:lnTo>
                  <a:pt x="859389" y="339800"/>
                </a:lnTo>
                <a:lnTo>
                  <a:pt x="860000" y="332843"/>
                </a:lnTo>
                <a:lnTo>
                  <a:pt x="861249" y="331260"/>
                </a:lnTo>
                <a:lnTo>
                  <a:pt x="862604" y="331267"/>
                </a:lnTo>
                <a:lnTo>
                  <a:pt x="864482" y="332022"/>
                </a:lnTo>
                <a:close/>
                <a:moveTo>
                  <a:pt x="895580" y="332697"/>
                </a:moveTo>
                <a:lnTo>
                  <a:pt x="896963" y="334809"/>
                </a:lnTo>
                <a:lnTo>
                  <a:pt x="897640" y="337294"/>
                </a:lnTo>
                <a:lnTo>
                  <a:pt x="897332" y="340661"/>
                </a:lnTo>
                <a:lnTo>
                  <a:pt x="896244" y="341962"/>
                </a:lnTo>
                <a:lnTo>
                  <a:pt x="894900" y="342066"/>
                </a:lnTo>
                <a:lnTo>
                  <a:pt x="892169" y="341065"/>
                </a:lnTo>
                <a:lnTo>
                  <a:pt x="888005" y="338956"/>
                </a:lnTo>
                <a:lnTo>
                  <a:pt x="886436" y="337707"/>
                </a:lnTo>
                <a:lnTo>
                  <a:pt x="886316" y="336435"/>
                </a:lnTo>
                <a:lnTo>
                  <a:pt x="887175" y="334897"/>
                </a:lnTo>
                <a:lnTo>
                  <a:pt x="890489" y="332209"/>
                </a:lnTo>
                <a:lnTo>
                  <a:pt x="893266" y="331537"/>
                </a:lnTo>
                <a:lnTo>
                  <a:pt x="895580" y="332697"/>
                </a:lnTo>
                <a:close/>
                <a:moveTo>
                  <a:pt x="882032" y="342436"/>
                </a:moveTo>
                <a:lnTo>
                  <a:pt x="889737" y="347159"/>
                </a:lnTo>
                <a:lnTo>
                  <a:pt x="891193" y="348511"/>
                </a:lnTo>
                <a:lnTo>
                  <a:pt x="891420" y="349365"/>
                </a:lnTo>
                <a:lnTo>
                  <a:pt x="890777" y="350904"/>
                </a:lnTo>
                <a:lnTo>
                  <a:pt x="888976" y="352715"/>
                </a:lnTo>
                <a:lnTo>
                  <a:pt x="882645" y="357411"/>
                </a:lnTo>
                <a:lnTo>
                  <a:pt x="880148" y="358689"/>
                </a:lnTo>
                <a:lnTo>
                  <a:pt x="877476" y="359285"/>
                </a:lnTo>
                <a:lnTo>
                  <a:pt x="874598" y="358463"/>
                </a:lnTo>
                <a:lnTo>
                  <a:pt x="867339" y="353383"/>
                </a:lnTo>
                <a:lnTo>
                  <a:pt x="863825" y="349475"/>
                </a:lnTo>
                <a:lnTo>
                  <a:pt x="863819" y="348513"/>
                </a:lnTo>
                <a:lnTo>
                  <a:pt x="865019" y="347245"/>
                </a:lnTo>
                <a:lnTo>
                  <a:pt x="876373" y="341042"/>
                </a:lnTo>
                <a:lnTo>
                  <a:pt x="878007" y="340813"/>
                </a:lnTo>
                <a:lnTo>
                  <a:pt x="882032" y="342436"/>
                </a:lnTo>
                <a:close/>
                <a:moveTo>
                  <a:pt x="861734" y="355213"/>
                </a:moveTo>
                <a:lnTo>
                  <a:pt x="869326" y="360640"/>
                </a:lnTo>
                <a:lnTo>
                  <a:pt x="870946" y="362996"/>
                </a:lnTo>
                <a:lnTo>
                  <a:pt x="871088" y="364470"/>
                </a:lnTo>
                <a:lnTo>
                  <a:pt x="859299" y="373100"/>
                </a:lnTo>
                <a:lnTo>
                  <a:pt x="854598" y="374932"/>
                </a:lnTo>
                <a:lnTo>
                  <a:pt x="853230" y="373150"/>
                </a:lnTo>
                <a:lnTo>
                  <a:pt x="852971" y="371877"/>
                </a:lnTo>
                <a:lnTo>
                  <a:pt x="855098" y="364548"/>
                </a:lnTo>
                <a:lnTo>
                  <a:pt x="856538" y="356338"/>
                </a:lnTo>
                <a:lnTo>
                  <a:pt x="857877" y="354809"/>
                </a:lnTo>
                <a:lnTo>
                  <a:pt x="859568" y="354710"/>
                </a:lnTo>
                <a:lnTo>
                  <a:pt x="861734" y="355213"/>
                </a:lnTo>
                <a:close/>
                <a:moveTo>
                  <a:pt x="897895" y="355550"/>
                </a:moveTo>
                <a:lnTo>
                  <a:pt x="899894" y="359983"/>
                </a:lnTo>
                <a:lnTo>
                  <a:pt x="901647" y="368084"/>
                </a:lnTo>
                <a:lnTo>
                  <a:pt x="901958" y="373519"/>
                </a:lnTo>
                <a:lnTo>
                  <a:pt x="901679" y="374517"/>
                </a:lnTo>
                <a:lnTo>
                  <a:pt x="900529" y="375335"/>
                </a:lnTo>
                <a:lnTo>
                  <a:pt x="898564" y="374631"/>
                </a:lnTo>
                <a:lnTo>
                  <a:pt x="887474" y="366915"/>
                </a:lnTo>
                <a:lnTo>
                  <a:pt x="884732" y="364325"/>
                </a:lnTo>
                <a:lnTo>
                  <a:pt x="887502" y="360968"/>
                </a:lnTo>
                <a:lnTo>
                  <a:pt x="894806" y="355087"/>
                </a:lnTo>
                <a:lnTo>
                  <a:pt x="896415" y="354740"/>
                </a:lnTo>
                <a:lnTo>
                  <a:pt x="897895" y="355550"/>
                </a:lnTo>
                <a:close/>
                <a:moveTo>
                  <a:pt x="882707" y="369581"/>
                </a:moveTo>
                <a:lnTo>
                  <a:pt x="892949" y="376659"/>
                </a:lnTo>
                <a:lnTo>
                  <a:pt x="896977" y="378623"/>
                </a:lnTo>
                <a:lnTo>
                  <a:pt x="897540" y="379488"/>
                </a:lnTo>
                <a:lnTo>
                  <a:pt x="897663" y="381330"/>
                </a:lnTo>
                <a:lnTo>
                  <a:pt x="897099" y="382791"/>
                </a:lnTo>
                <a:lnTo>
                  <a:pt x="895702" y="384045"/>
                </a:lnTo>
                <a:lnTo>
                  <a:pt x="891228" y="386653"/>
                </a:lnTo>
                <a:lnTo>
                  <a:pt x="882617" y="392755"/>
                </a:lnTo>
                <a:lnTo>
                  <a:pt x="879634" y="393371"/>
                </a:lnTo>
                <a:lnTo>
                  <a:pt x="876955" y="392281"/>
                </a:lnTo>
                <a:lnTo>
                  <a:pt x="865763" y="384521"/>
                </a:lnTo>
                <a:lnTo>
                  <a:pt x="863209" y="381827"/>
                </a:lnTo>
                <a:lnTo>
                  <a:pt x="862912" y="380225"/>
                </a:lnTo>
                <a:lnTo>
                  <a:pt x="864546" y="377899"/>
                </a:lnTo>
                <a:lnTo>
                  <a:pt x="876668" y="369014"/>
                </a:lnTo>
                <a:lnTo>
                  <a:pt x="879091" y="368182"/>
                </a:lnTo>
                <a:lnTo>
                  <a:pt x="882707" y="369581"/>
                </a:lnTo>
                <a:close/>
                <a:moveTo>
                  <a:pt x="856382" y="386890"/>
                </a:moveTo>
                <a:lnTo>
                  <a:pt x="868399" y="395429"/>
                </a:lnTo>
                <a:lnTo>
                  <a:pt x="870750" y="397617"/>
                </a:lnTo>
                <a:lnTo>
                  <a:pt x="871272" y="399204"/>
                </a:lnTo>
                <a:lnTo>
                  <a:pt x="869255" y="401306"/>
                </a:lnTo>
                <a:lnTo>
                  <a:pt x="852610" y="412349"/>
                </a:lnTo>
                <a:lnTo>
                  <a:pt x="849395" y="413473"/>
                </a:lnTo>
                <a:lnTo>
                  <a:pt x="848249" y="412414"/>
                </a:lnTo>
                <a:lnTo>
                  <a:pt x="847854" y="407940"/>
                </a:lnTo>
                <a:lnTo>
                  <a:pt x="849189" y="396461"/>
                </a:lnTo>
                <a:lnTo>
                  <a:pt x="850454" y="390392"/>
                </a:lnTo>
                <a:lnTo>
                  <a:pt x="851953" y="386983"/>
                </a:lnTo>
                <a:lnTo>
                  <a:pt x="853269" y="385817"/>
                </a:lnTo>
                <a:lnTo>
                  <a:pt x="854622" y="385682"/>
                </a:lnTo>
                <a:lnTo>
                  <a:pt x="856382" y="386890"/>
                </a:lnTo>
                <a:close/>
                <a:moveTo>
                  <a:pt x="904404" y="387179"/>
                </a:moveTo>
                <a:lnTo>
                  <a:pt x="905138" y="389069"/>
                </a:lnTo>
                <a:lnTo>
                  <a:pt x="906493" y="401775"/>
                </a:lnTo>
                <a:lnTo>
                  <a:pt x="908116" y="409599"/>
                </a:lnTo>
                <a:lnTo>
                  <a:pt x="907590" y="411456"/>
                </a:lnTo>
                <a:lnTo>
                  <a:pt x="906210" y="412076"/>
                </a:lnTo>
                <a:lnTo>
                  <a:pt x="903086" y="411133"/>
                </a:lnTo>
                <a:lnTo>
                  <a:pt x="888724" y="400864"/>
                </a:lnTo>
                <a:lnTo>
                  <a:pt x="887103" y="399344"/>
                </a:lnTo>
                <a:lnTo>
                  <a:pt x="886796" y="398456"/>
                </a:lnTo>
                <a:lnTo>
                  <a:pt x="887252" y="396706"/>
                </a:lnTo>
                <a:lnTo>
                  <a:pt x="888786" y="394848"/>
                </a:lnTo>
                <a:lnTo>
                  <a:pt x="896587" y="389686"/>
                </a:lnTo>
                <a:lnTo>
                  <a:pt x="900398" y="386406"/>
                </a:lnTo>
                <a:lnTo>
                  <a:pt x="902234" y="386215"/>
                </a:lnTo>
                <a:lnTo>
                  <a:pt x="904404" y="387179"/>
                </a:lnTo>
                <a:close/>
                <a:moveTo>
                  <a:pt x="881598" y="404247"/>
                </a:moveTo>
                <a:lnTo>
                  <a:pt x="901597" y="417831"/>
                </a:lnTo>
                <a:lnTo>
                  <a:pt x="901818" y="418582"/>
                </a:lnTo>
                <a:lnTo>
                  <a:pt x="901190" y="419754"/>
                </a:lnTo>
                <a:lnTo>
                  <a:pt x="897199" y="423009"/>
                </a:lnTo>
                <a:lnTo>
                  <a:pt x="880529" y="430849"/>
                </a:lnTo>
                <a:lnTo>
                  <a:pt x="876666" y="431393"/>
                </a:lnTo>
                <a:lnTo>
                  <a:pt x="873736" y="430525"/>
                </a:lnTo>
                <a:lnTo>
                  <a:pt x="860594" y="423560"/>
                </a:lnTo>
                <a:lnTo>
                  <a:pt x="857977" y="421862"/>
                </a:lnTo>
                <a:lnTo>
                  <a:pt x="855663" y="419670"/>
                </a:lnTo>
                <a:lnTo>
                  <a:pt x="855368" y="418597"/>
                </a:lnTo>
                <a:lnTo>
                  <a:pt x="856659" y="417144"/>
                </a:lnTo>
                <a:lnTo>
                  <a:pt x="874486" y="404597"/>
                </a:lnTo>
                <a:lnTo>
                  <a:pt x="878042" y="403269"/>
                </a:lnTo>
                <a:lnTo>
                  <a:pt x="881598" y="404247"/>
                </a:lnTo>
                <a:close/>
                <a:moveTo>
                  <a:pt x="908887" y="424400"/>
                </a:moveTo>
                <a:lnTo>
                  <a:pt x="909660" y="426833"/>
                </a:lnTo>
                <a:lnTo>
                  <a:pt x="911093" y="437617"/>
                </a:lnTo>
                <a:lnTo>
                  <a:pt x="912644" y="444604"/>
                </a:lnTo>
                <a:lnTo>
                  <a:pt x="912369" y="447465"/>
                </a:lnTo>
                <a:lnTo>
                  <a:pt x="911225" y="449061"/>
                </a:lnTo>
                <a:lnTo>
                  <a:pt x="909573" y="448929"/>
                </a:lnTo>
                <a:lnTo>
                  <a:pt x="906525" y="447609"/>
                </a:lnTo>
                <a:lnTo>
                  <a:pt x="889092" y="438726"/>
                </a:lnTo>
                <a:lnTo>
                  <a:pt x="887173" y="437291"/>
                </a:lnTo>
                <a:lnTo>
                  <a:pt x="886692" y="434872"/>
                </a:lnTo>
                <a:lnTo>
                  <a:pt x="887218" y="433599"/>
                </a:lnTo>
                <a:lnTo>
                  <a:pt x="887994" y="432939"/>
                </a:lnTo>
                <a:lnTo>
                  <a:pt x="892939" y="431040"/>
                </a:lnTo>
                <a:lnTo>
                  <a:pt x="901179" y="426797"/>
                </a:lnTo>
                <a:lnTo>
                  <a:pt x="905423" y="424095"/>
                </a:lnTo>
                <a:lnTo>
                  <a:pt x="907465" y="423731"/>
                </a:lnTo>
                <a:lnTo>
                  <a:pt x="908887" y="424400"/>
                </a:lnTo>
                <a:close/>
                <a:moveTo>
                  <a:pt x="852429" y="425847"/>
                </a:moveTo>
                <a:lnTo>
                  <a:pt x="865477" y="433105"/>
                </a:lnTo>
                <a:lnTo>
                  <a:pt x="866693" y="434388"/>
                </a:lnTo>
                <a:lnTo>
                  <a:pt x="866708" y="435895"/>
                </a:lnTo>
                <a:lnTo>
                  <a:pt x="865748" y="437430"/>
                </a:lnTo>
                <a:lnTo>
                  <a:pt x="863876" y="438679"/>
                </a:lnTo>
                <a:lnTo>
                  <a:pt x="858081" y="440828"/>
                </a:lnTo>
                <a:lnTo>
                  <a:pt x="847223" y="446347"/>
                </a:lnTo>
                <a:lnTo>
                  <a:pt x="844762" y="446609"/>
                </a:lnTo>
                <a:lnTo>
                  <a:pt x="843745" y="445477"/>
                </a:lnTo>
                <a:lnTo>
                  <a:pt x="843557" y="444120"/>
                </a:lnTo>
                <a:lnTo>
                  <a:pt x="844473" y="432669"/>
                </a:lnTo>
                <a:lnTo>
                  <a:pt x="845679" y="424834"/>
                </a:lnTo>
                <a:lnTo>
                  <a:pt x="846543" y="424259"/>
                </a:lnTo>
                <a:lnTo>
                  <a:pt x="848439" y="424147"/>
                </a:lnTo>
                <a:lnTo>
                  <a:pt x="852429" y="425847"/>
                </a:lnTo>
                <a:close/>
                <a:moveTo>
                  <a:pt x="880634" y="441420"/>
                </a:moveTo>
                <a:lnTo>
                  <a:pt x="900753" y="452479"/>
                </a:lnTo>
                <a:lnTo>
                  <a:pt x="902095" y="453666"/>
                </a:lnTo>
                <a:lnTo>
                  <a:pt x="902556" y="455779"/>
                </a:lnTo>
                <a:lnTo>
                  <a:pt x="902274" y="457103"/>
                </a:lnTo>
                <a:lnTo>
                  <a:pt x="901185" y="458277"/>
                </a:lnTo>
                <a:lnTo>
                  <a:pt x="880850" y="473370"/>
                </a:lnTo>
                <a:lnTo>
                  <a:pt x="878969" y="474428"/>
                </a:lnTo>
                <a:lnTo>
                  <a:pt x="877163" y="474561"/>
                </a:lnTo>
                <a:lnTo>
                  <a:pt x="873771" y="472861"/>
                </a:lnTo>
                <a:lnTo>
                  <a:pt x="857048" y="459942"/>
                </a:lnTo>
                <a:lnTo>
                  <a:pt x="852091" y="455709"/>
                </a:lnTo>
                <a:lnTo>
                  <a:pt x="850571" y="453391"/>
                </a:lnTo>
                <a:lnTo>
                  <a:pt x="850934" y="452365"/>
                </a:lnTo>
                <a:lnTo>
                  <a:pt x="852297" y="451432"/>
                </a:lnTo>
                <a:lnTo>
                  <a:pt x="869595" y="442738"/>
                </a:lnTo>
                <a:lnTo>
                  <a:pt x="873668" y="440241"/>
                </a:lnTo>
                <a:lnTo>
                  <a:pt x="877035" y="439849"/>
                </a:lnTo>
                <a:lnTo>
                  <a:pt x="880634" y="441420"/>
                </a:lnTo>
                <a:close/>
                <a:moveTo>
                  <a:pt x="848571" y="462297"/>
                </a:moveTo>
                <a:lnTo>
                  <a:pt x="867306" y="476144"/>
                </a:lnTo>
                <a:lnTo>
                  <a:pt x="869527" y="478216"/>
                </a:lnTo>
                <a:lnTo>
                  <a:pt x="870268" y="479799"/>
                </a:lnTo>
                <a:lnTo>
                  <a:pt x="869329" y="481295"/>
                </a:lnTo>
                <a:lnTo>
                  <a:pt x="866188" y="484086"/>
                </a:lnTo>
                <a:lnTo>
                  <a:pt x="860824" y="487604"/>
                </a:lnTo>
                <a:lnTo>
                  <a:pt x="839208" y="503677"/>
                </a:lnTo>
                <a:lnTo>
                  <a:pt x="837698" y="503954"/>
                </a:lnTo>
                <a:lnTo>
                  <a:pt x="836376" y="503082"/>
                </a:lnTo>
                <a:lnTo>
                  <a:pt x="836211" y="500021"/>
                </a:lnTo>
                <a:lnTo>
                  <a:pt x="840846" y="462286"/>
                </a:lnTo>
                <a:lnTo>
                  <a:pt x="841695" y="459915"/>
                </a:lnTo>
                <a:lnTo>
                  <a:pt x="843107" y="459209"/>
                </a:lnTo>
                <a:lnTo>
                  <a:pt x="845321" y="460043"/>
                </a:lnTo>
                <a:lnTo>
                  <a:pt x="848571" y="462297"/>
                </a:lnTo>
                <a:close/>
                <a:moveTo>
                  <a:pt x="913516" y="462827"/>
                </a:moveTo>
                <a:lnTo>
                  <a:pt x="914399" y="466918"/>
                </a:lnTo>
                <a:lnTo>
                  <a:pt x="916715" y="487166"/>
                </a:lnTo>
                <a:lnTo>
                  <a:pt x="917734" y="501086"/>
                </a:lnTo>
                <a:lnTo>
                  <a:pt x="917610" y="503344"/>
                </a:lnTo>
                <a:lnTo>
                  <a:pt x="916885" y="504545"/>
                </a:lnTo>
                <a:lnTo>
                  <a:pt x="916302" y="504742"/>
                </a:lnTo>
                <a:lnTo>
                  <a:pt x="913698" y="503698"/>
                </a:lnTo>
                <a:lnTo>
                  <a:pt x="890312" y="485390"/>
                </a:lnTo>
                <a:lnTo>
                  <a:pt x="886569" y="482029"/>
                </a:lnTo>
                <a:lnTo>
                  <a:pt x="885214" y="479991"/>
                </a:lnTo>
                <a:lnTo>
                  <a:pt x="886944" y="478026"/>
                </a:lnTo>
                <a:lnTo>
                  <a:pt x="892405" y="473840"/>
                </a:lnTo>
                <a:lnTo>
                  <a:pt x="908758" y="462383"/>
                </a:lnTo>
                <a:lnTo>
                  <a:pt x="912070" y="461091"/>
                </a:lnTo>
                <a:lnTo>
                  <a:pt x="913516" y="462827"/>
                </a:lnTo>
                <a:close/>
                <a:moveTo>
                  <a:pt x="297482" y="149097"/>
                </a:moveTo>
                <a:lnTo>
                  <a:pt x="294233" y="150770"/>
                </a:lnTo>
                <a:lnTo>
                  <a:pt x="290859" y="153798"/>
                </a:lnTo>
                <a:lnTo>
                  <a:pt x="286218" y="155319"/>
                </a:lnTo>
                <a:lnTo>
                  <a:pt x="283246" y="157133"/>
                </a:lnTo>
                <a:lnTo>
                  <a:pt x="274091" y="169045"/>
                </a:lnTo>
                <a:lnTo>
                  <a:pt x="273075" y="170919"/>
                </a:lnTo>
                <a:lnTo>
                  <a:pt x="272918" y="172740"/>
                </a:lnTo>
                <a:lnTo>
                  <a:pt x="276534" y="185216"/>
                </a:lnTo>
                <a:lnTo>
                  <a:pt x="276474" y="187264"/>
                </a:lnTo>
                <a:lnTo>
                  <a:pt x="268837" y="196509"/>
                </a:lnTo>
                <a:lnTo>
                  <a:pt x="264537" y="204918"/>
                </a:lnTo>
                <a:lnTo>
                  <a:pt x="263194" y="205862"/>
                </a:lnTo>
                <a:lnTo>
                  <a:pt x="259503" y="206072"/>
                </a:lnTo>
                <a:lnTo>
                  <a:pt x="256288" y="207945"/>
                </a:lnTo>
                <a:lnTo>
                  <a:pt x="251058" y="213830"/>
                </a:lnTo>
                <a:lnTo>
                  <a:pt x="249426" y="217722"/>
                </a:lnTo>
                <a:lnTo>
                  <a:pt x="249362" y="219620"/>
                </a:lnTo>
                <a:lnTo>
                  <a:pt x="250601" y="222949"/>
                </a:lnTo>
                <a:lnTo>
                  <a:pt x="256396" y="232885"/>
                </a:lnTo>
                <a:lnTo>
                  <a:pt x="255955" y="233928"/>
                </a:lnTo>
                <a:lnTo>
                  <a:pt x="252871" y="236449"/>
                </a:lnTo>
                <a:lnTo>
                  <a:pt x="251600" y="238444"/>
                </a:lnTo>
                <a:lnTo>
                  <a:pt x="251410" y="240660"/>
                </a:lnTo>
                <a:lnTo>
                  <a:pt x="252552" y="245435"/>
                </a:lnTo>
                <a:lnTo>
                  <a:pt x="250699" y="251181"/>
                </a:lnTo>
                <a:lnTo>
                  <a:pt x="250626" y="254532"/>
                </a:lnTo>
                <a:lnTo>
                  <a:pt x="254330" y="261399"/>
                </a:lnTo>
                <a:lnTo>
                  <a:pt x="258424" y="267281"/>
                </a:lnTo>
                <a:lnTo>
                  <a:pt x="259181" y="269741"/>
                </a:lnTo>
                <a:lnTo>
                  <a:pt x="259712" y="275635"/>
                </a:lnTo>
                <a:lnTo>
                  <a:pt x="262111" y="281505"/>
                </a:lnTo>
                <a:lnTo>
                  <a:pt x="262940" y="285845"/>
                </a:lnTo>
                <a:lnTo>
                  <a:pt x="263883" y="287381"/>
                </a:lnTo>
                <a:lnTo>
                  <a:pt x="265044" y="287903"/>
                </a:lnTo>
                <a:lnTo>
                  <a:pt x="268951" y="288115"/>
                </a:lnTo>
                <a:lnTo>
                  <a:pt x="272001" y="287237"/>
                </a:lnTo>
                <a:lnTo>
                  <a:pt x="273280" y="285586"/>
                </a:lnTo>
                <a:lnTo>
                  <a:pt x="274027" y="282072"/>
                </a:lnTo>
                <a:lnTo>
                  <a:pt x="273145" y="277542"/>
                </a:lnTo>
                <a:lnTo>
                  <a:pt x="270115" y="272007"/>
                </a:lnTo>
                <a:lnTo>
                  <a:pt x="268892" y="265547"/>
                </a:lnTo>
                <a:lnTo>
                  <a:pt x="267119" y="260586"/>
                </a:lnTo>
                <a:lnTo>
                  <a:pt x="264799" y="256185"/>
                </a:lnTo>
                <a:lnTo>
                  <a:pt x="261804" y="252324"/>
                </a:lnTo>
                <a:lnTo>
                  <a:pt x="262720" y="243163"/>
                </a:lnTo>
                <a:lnTo>
                  <a:pt x="268010" y="234745"/>
                </a:lnTo>
                <a:lnTo>
                  <a:pt x="269934" y="229657"/>
                </a:lnTo>
                <a:lnTo>
                  <a:pt x="269944" y="225597"/>
                </a:lnTo>
                <a:lnTo>
                  <a:pt x="267541" y="221659"/>
                </a:lnTo>
                <a:lnTo>
                  <a:pt x="273730" y="218575"/>
                </a:lnTo>
                <a:lnTo>
                  <a:pt x="276796" y="215728"/>
                </a:lnTo>
                <a:lnTo>
                  <a:pt x="277122" y="213075"/>
                </a:lnTo>
                <a:lnTo>
                  <a:pt x="275159" y="207677"/>
                </a:lnTo>
                <a:lnTo>
                  <a:pt x="277550" y="202122"/>
                </a:lnTo>
                <a:lnTo>
                  <a:pt x="284202" y="194493"/>
                </a:lnTo>
                <a:lnTo>
                  <a:pt x="286574" y="190038"/>
                </a:lnTo>
                <a:lnTo>
                  <a:pt x="287015" y="187809"/>
                </a:lnTo>
                <a:lnTo>
                  <a:pt x="286932" y="184604"/>
                </a:lnTo>
                <a:lnTo>
                  <a:pt x="285377" y="179810"/>
                </a:lnTo>
                <a:lnTo>
                  <a:pt x="284851" y="175831"/>
                </a:lnTo>
                <a:lnTo>
                  <a:pt x="285043" y="173252"/>
                </a:lnTo>
                <a:lnTo>
                  <a:pt x="285682" y="171535"/>
                </a:lnTo>
                <a:lnTo>
                  <a:pt x="287435" y="168762"/>
                </a:lnTo>
                <a:lnTo>
                  <a:pt x="289567" y="166497"/>
                </a:lnTo>
                <a:lnTo>
                  <a:pt x="295150" y="163730"/>
                </a:lnTo>
                <a:lnTo>
                  <a:pt x="298302" y="161343"/>
                </a:lnTo>
                <a:lnTo>
                  <a:pt x="302008" y="157351"/>
                </a:lnTo>
                <a:lnTo>
                  <a:pt x="303839" y="154352"/>
                </a:lnTo>
                <a:lnTo>
                  <a:pt x="304211" y="152544"/>
                </a:lnTo>
                <a:lnTo>
                  <a:pt x="304039" y="150640"/>
                </a:lnTo>
                <a:lnTo>
                  <a:pt x="302863" y="148215"/>
                </a:lnTo>
                <a:lnTo>
                  <a:pt x="300928" y="148030"/>
                </a:lnTo>
                <a:lnTo>
                  <a:pt x="297482" y="149097"/>
                </a:lnTo>
                <a:close/>
                <a:moveTo>
                  <a:pt x="717525" y="285254"/>
                </a:moveTo>
                <a:lnTo>
                  <a:pt x="716127" y="286507"/>
                </a:lnTo>
                <a:lnTo>
                  <a:pt x="716741" y="289170"/>
                </a:lnTo>
                <a:lnTo>
                  <a:pt x="719183" y="292692"/>
                </a:lnTo>
                <a:lnTo>
                  <a:pt x="721172" y="293269"/>
                </a:lnTo>
                <a:lnTo>
                  <a:pt x="727424" y="293363"/>
                </a:lnTo>
                <a:lnTo>
                  <a:pt x="730969" y="292722"/>
                </a:lnTo>
                <a:lnTo>
                  <a:pt x="734384" y="289806"/>
                </a:lnTo>
                <a:lnTo>
                  <a:pt x="735750" y="287327"/>
                </a:lnTo>
                <a:lnTo>
                  <a:pt x="735293" y="286011"/>
                </a:lnTo>
                <a:lnTo>
                  <a:pt x="733225" y="284934"/>
                </a:lnTo>
                <a:lnTo>
                  <a:pt x="730336" y="285095"/>
                </a:lnTo>
                <a:lnTo>
                  <a:pt x="725908" y="287098"/>
                </a:lnTo>
                <a:lnTo>
                  <a:pt x="720136" y="284966"/>
                </a:lnTo>
                <a:lnTo>
                  <a:pt x="717525" y="285254"/>
                </a:lnTo>
                <a:close/>
                <a:moveTo>
                  <a:pt x="10221" y="295331"/>
                </a:moveTo>
                <a:lnTo>
                  <a:pt x="6935" y="295755"/>
                </a:lnTo>
                <a:lnTo>
                  <a:pt x="4968" y="297012"/>
                </a:lnTo>
                <a:lnTo>
                  <a:pt x="4381" y="298272"/>
                </a:lnTo>
                <a:lnTo>
                  <a:pt x="3807" y="302688"/>
                </a:lnTo>
                <a:lnTo>
                  <a:pt x="4098" y="329563"/>
                </a:lnTo>
                <a:lnTo>
                  <a:pt x="6279" y="331292"/>
                </a:lnTo>
                <a:lnTo>
                  <a:pt x="8721" y="331745"/>
                </a:lnTo>
                <a:lnTo>
                  <a:pt x="11306" y="331494"/>
                </a:lnTo>
                <a:lnTo>
                  <a:pt x="13982" y="330093"/>
                </a:lnTo>
                <a:lnTo>
                  <a:pt x="13982" y="306082"/>
                </a:lnTo>
                <a:lnTo>
                  <a:pt x="15814" y="303816"/>
                </a:lnTo>
                <a:lnTo>
                  <a:pt x="24407" y="303360"/>
                </a:lnTo>
                <a:lnTo>
                  <a:pt x="26646" y="302897"/>
                </a:lnTo>
                <a:lnTo>
                  <a:pt x="28268" y="301541"/>
                </a:lnTo>
                <a:lnTo>
                  <a:pt x="29216" y="299488"/>
                </a:lnTo>
                <a:lnTo>
                  <a:pt x="28732" y="297580"/>
                </a:lnTo>
                <a:lnTo>
                  <a:pt x="26153" y="295749"/>
                </a:lnTo>
                <a:lnTo>
                  <a:pt x="18534" y="295055"/>
                </a:lnTo>
                <a:lnTo>
                  <a:pt x="10221" y="295331"/>
                </a:lnTo>
                <a:close/>
                <a:moveTo>
                  <a:pt x="51734" y="295427"/>
                </a:moveTo>
                <a:lnTo>
                  <a:pt x="50342" y="296468"/>
                </a:lnTo>
                <a:lnTo>
                  <a:pt x="48986" y="298416"/>
                </a:lnTo>
                <a:lnTo>
                  <a:pt x="49179" y="329852"/>
                </a:lnTo>
                <a:lnTo>
                  <a:pt x="51427" y="331572"/>
                </a:lnTo>
                <a:lnTo>
                  <a:pt x="54025" y="331979"/>
                </a:lnTo>
                <a:lnTo>
                  <a:pt x="58580" y="330334"/>
                </a:lnTo>
                <a:lnTo>
                  <a:pt x="59062" y="321270"/>
                </a:lnTo>
                <a:lnTo>
                  <a:pt x="61666" y="319784"/>
                </a:lnTo>
                <a:lnTo>
                  <a:pt x="67462" y="318640"/>
                </a:lnTo>
                <a:lnTo>
                  <a:pt x="71032" y="317443"/>
                </a:lnTo>
                <a:lnTo>
                  <a:pt x="75311" y="314809"/>
                </a:lnTo>
                <a:lnTo>
                  <a:pt x="77053" y="311626"/>
                </a:lnTo>
                <a:lnTo>
                  <a:pt x="77489" y="309715"/>
                </a:lnTo>
                <a:lnTo>
                  <a:pt x="77535" y="305643"/>
                </a:lnTo>
                <a:lnTo>
                  <a:pt x="76545" y="301749"/>
                </a:lnTo>
                <a:lnTo>
                  <a:pt x="75686" y="300063"/>
                </a:lnTo>
                <a:lnTo>
                  <a:pt x="74596" y="298653"/>
                </a:lnTo>
                <a:lnTo>
                  <a:pt x="71956" y="297020"/>
                </a:lnTo>
                <a:lnTo>
                  <a:pt x="67798" y="296010"/>
                </a:lnTo>
                <a:lnTo>
                  <a:pt x="59848" y="295059"/>
                </a:lnTo>
                <a:lnTo>
                  <a:pt x="54984" y="294963"/>
                </a:lnTo>
                <a:lnTo>
                  <a:pt x="51734" y="295427"/>
                </a:lnTo>
                <a:close/>
                <a:moveTo>
                  <a:pt x="66054" y="304057"/>
                </a:moveTo>
                <a:lnTo>
                  <a:pt x="67889" y="305448"/>
                </a:lnTo>
                <a:lnTo>
                  <a:pt x="68299" y="306656"/>
                </a:lnTo>
                <a:lnTo>
                  <a:pt x="67934" y="308107"/>
                </a:lnTo>
                <a:lnTo>
                  <a:pt x="66209" y="310185"/>
                </a:lnTo>
                <a:lnTo>
                  <a:pt x="65073" y="310794"/>
                </a:lnTo>
                <a:lnTo>
                  <a:pt x="62618" y="311175"/>
                </a:lnTo>
                <a:lnTo>
                  <a:pt x="60407" y="310474"/>
                </a:lnTo>
                <a:lnTo>
                  <a:pt x="59575" y="309731"/>
                </a:lnTo>
                <a:lnTo>
                  <a:pt x="59022" y="308731"/>
                </a:lnTo>
                <a:lnTo>
                  <a:pt x="58918" y="306394"/>
                </a:lnTo>
                <a:lnTo>
                  <a:pt x="60242" y="304040"/>
                </a:lnTo>
                <a:lnTo>
                  <a:pt x="62769" y="303196"/>
                </a:lnTo>
                <a:lnTo>
                  <a:pt x="66054" y="304057"/>
                </a:lnTo>
                <a:close/>
                <a:moveTo>
                  <a:pt x="98357" y="295186"/>
                </a:moveTo>
                <a:lnTo>
                  <a:pt x="96841" y="296529"/>
                </a:lnTo>
                <a:lnTo>
                  <a:pt x="96471" y="297874"/>
                </a:lnTo>
                <a:lnTo>
                  <a:pt x="96627" y="299439"/>
                </a:lnTo>
                <a:lnTo>
                  <a:pt x="104394" y="314969"/>
                </a:lnTo>
                <a:lnTo>
                  <a:pt x="107036" y="321463"/>
                </a:lnTo>
                <a:lnTo>
                  <a:pt x="106644" y="322800"/>
                </a:lnTo>
                <a:lnTo>
                  <a:pt x="105567" y="323778"/>
                </a:lnTo>
                <a:lnTo>
                  <a:pt x="102068" y="324479"/>
                </a:lnTo>
                <a:lnTo>
                  <a:pt x="100696" y="325362"/>
                </a:lnTo>
                <a:lnTo>
                  <a:pt x="99947" y="326961"/>
                </a:lnTo>
                <a:lnTo>
                  <a:pt x="99894" y="329539"/>
                </a:lnTo>
                <a:lnTo>
                  <a:pt x="100603" y="331311"/>
                </a:lnTo>
                <a:lnTo>
                  <a:pt x="101985" y="332407"/>
                </a:lnTo>
                <a:lnTo>
                  <a:pt x="104004" y="332809"/>
                </a:lnTo>
                <a:lnTo>
                  <a:pt x="106622" y="332498"/>
                </a:lnTo>
                <a:lnTo>
                  <a:pt x="111120" y="330662"/>
                </a:lnTo>
                <a:lnTo>
                  <a:pt x="113459" y="328668"/>
                </a:lnTo>
                <a:lnTo>
                  <a:pt x="114674" y="326994"/>
                </a:lnTo>
                <a:lnTo>
                  <a:pt x="125972" y="301716"/>
                </a:lnTo>
                <a:lnTo>
                  <a:pt x="126691" y="299286"/>
                </a:lnTo>
                <a:lnTo>
                  <a:pt x="126629" y="297271"/>
                </a:lnTo>
                <a:lnTo>
                  <a:pt x="125820" y="295800"/>
                </a:lnTo>
                <a:lnTo>
                  <a:pt x="124300" y="295003"/>
                </a:lnTo>
                <a:lnTo>
                  <a:pt x="122420" y="294979"/>
                </a:lnTo>
                <a:lnTo>
                  <a:pt x="120791" y="295647"/>
                </a:lnTo>
                <a:lnTo>
                  <a:pt x="119270" y="297018"/>
                </a:lnTo>
                <a:lnTo>
                  <a:pt x="117831" y="299130"/>
                </a:lnTo>
                <a:lnTo>
                  <a:pt x="114558" y="306519"/>
                </a:lnTo>
                <a:lnTo>
                  <a:pt x="113424" y="307736"/>
                </a:lnTo>
                <a:lnTo>
                  <a:pt x="112827" y="307752"/>
                </a:lnTo>
                <a:lnTo>
                  <a:pt x="110642" y="305353"/>
                </a:lnTo>
                <a:lnTo>
                  <a:pt x="105751" y="297009"/>
                </a:lnTo>
                <a:lnTo>
                  <a:pt x="102651" y="295541"/>
                </a:lnTo>
                <a:lnTo>
                  <a:pt x="98357" y="295186"/>
                </a:lnTo>
                <a:close/>
                <a:moveTo>
                  <a:pt x="153466" y="295379"/>
                </a:moveTo>
                <a:lnTo>
                  <a:pt x="149606" y="295969"/>
                </a:lnTo>
                <a:lnTo>
                  <a:pt x="147054" y="297934"/>
                </a:lnTo>
                <a:lnTo>
                  <a:pt x="147103" y="321280"/>
                </a:lnTo>
                <a:lnTo>
                  <a:pt x="147536" y="330093"/>
                </a:lnTo>
                <a:lnTo>
                  <a:pt x="149604" y="331520"/>
                </a:lnTo>
                <a:lnTo>
                  <a:pt x="152833" y="331982"/>
                </a:lnTo>
                <a:lnTo>
                  <a:pt x="155755" y="331344"/>
                </a:lnTo>
                <a:lnTo>
                  <a:pt x="157564" y="329756"/>
                </a:lnTo>
                <a:lnTo>
                  <a:pt x="157468" y="305407"/>
                </a:lnTo>
                <a:lnTo>
                  <a:pt x="159281" y="304061"/>
                </a:lnTo>
                <a:lnTo>
                  <a:pt x="162037" y="303613"/>
                </a:lnTo>
                <a:lnTo>
                  <a:pt x="164844" y="304274"/>
                </a:lnTo>
                <a:lnTo>
                  <a:pt x="166166" y="305231"/>
                </a:lnTo>
                <a:lnTo>
                  <a:pt x="166587" y="306134"/>
                </a:lnTo>
                <a:lnTo>
                  <a:pt x="166629" y="329756"/>
                </a:lnTo>
                <a:lnTo>
                  <a:pt x="168483" y="331104"/>
                </a:lnTo>
                <a:lnTo>
                  <a:pt x="171469" y="331891"/>
                </a:lnTo>
                <a:lnTo>
                  <a:pt x="174564" y="331710"/>
                </a:lnTo>
                <a:lnTo>
                  <a:pt x="176044" y="331058"/>
                </a:lnTo>
                <a:lnTo>
                  <a:pt x="176548" y="330233"/>
                </a:lnTo>
                <a:lnTo>
                  <a:pt x="176814" y="325519"/>
                </a:lnTo>
                <a:lnTo>
                  <a:pt x="176946" y="297452"/>
                </a:lnTo>
                <a:lnTo>
                  <a:pt x="174777" y="295475"/>
                </a:lnTo>
                <a:lnTo>
                  <a:pt x="153466" y="295379"/>
                </a:lnTo>
                <a:close/>
                <a:moveTo>
                  <a:pt x="204284" y="295331"/>
                </a:moveTo>
                <a:lnTo>
                  <a:pt x="202096" y="296239"/>
                </a:lnTo>
                <a:lnTo>
                  <a:pt x="200427" y="297741"/>
                </a:lnTo>
                <a:lnTo>
                  <a:pt x="200475" y="329659"/>
                </a:lnTo>
                <a:lnTo>
                  <a:pt x="201978" y="331110"/>
                </a:lnTo>
                <a:lnTo>
                  <a:pt x="205119" y="331868"/>
                </a:lnTo>
                <a:lnTo>
                  <a:pt x="208542" y="331445"/>
                </a:lnTo>
                <a:lnTo>
                  <a:pt x="210504" y="329949"/>
                </a:lnTo>
                <a:lnTo>
                  <a:pt x="210938" y="305407"/>
                </a:lnTo>
                <a:lnTo>
                  <a:pt x="212968" y="303935"/>
                </a:lnTo>
                <a:lnTo>
                  <a:pt x="215993" y="303473"/>
                </a:lnTo>
                <a:lnTo>
                  <a:pt x="218691" y="304547"/>
                </a:lnTo>
                <a:lnTo>
                  <a:pt x="219857" y="306806"/>
                </a:lnTo>
                <a:lnTo>
                  <a:pt x="219809" y="329563"/>
                </a:lnTo>
                <a:lnTo>
                  <a:pt x="221344" y="330952"/>
                </a:lnTo>
                <a:lnTo>
                  <a:pt x="224059" y="331783"/>
                </a:lnTo>
                <a:lnTo>
                  <a:pt x="227196" y="331702"/>
                </a:lnTo>
                <a:lnTo>
                  <a:pt x="229645" y="330672"/>
                </a:lnTo>
                <a:lnTo>
                  <a:pt x="230464" y="329949"/>
                </a:lnTo>
                <a:lnTo>
                  <a:pt x="230435" y="305331"/>
                </a:lnTo>
                <a:lnTo>
                  <a:pt x="230067" y="298356"/>
                </a:lnTo>
                <a:lnTo>
                  <a:pt x="229401" y="296473"/>
                </a:lnTo>
                <a:lnTo>
                  <a:pt x="228238" y="295809"/>
                </a:lnTo>
                <a:lnTo>
                  <a:pt x="224103" y="295429"/>
                </a:lnTo>
                <a:lnTo>
                  <a:pt x="204284" y="295331"/>
                </a:lnTo>
                <a:close/>
                <a:moveTo>
                  <a:pt x="263154" y="295668"/>
                </a:moveTo>
                <a:lnTo>
                  <a:pt x="261013" y="297898"/>
                </a:lnTo>
                <a:lnTo>
                  <a:pt x="259104" y="302147"/>
                </a:lnTo>
                <a:lnTo>
                  <a:pt x="253339" y="321166"/>
                </a:lnTo>
                <a:lnTo>
                  <a:pt x="250961" y="327372"/>
                </a:lnTo>
                <a:lnTo>
                  <a:pt x="251040" y="330316"/>
                </a:lnTo>
                <a:lnTo>
                  <a:pt x="252915" y="331815"/>
                </a:lnTo>
                <a:lnTo>
                  <a:pt x="256870" y="331454"/>
                </a:lnTo>
                <a:lnTo>
                  <a:pt x="258473" y="330119"/>
                </a:lnTo>
                <a:lnTo>
                  <a:pt x="260602" y="326485"/>
                </a:lnTo>
                <a:lnTo>
                  <a:pt x="262171" y="324814"/>
                </a:lnTo>
                <a:lnTo>
                  <a:pt x="264014" y="323975"/>
                </a:lnTo>
                <a:lnTo>
                  <a:pt x="266328" y="323850"/>
                </a:lnTo>
                <a:lnTo>
                  <a:pt x="268386" y="324276"/>
                </a:lnTo>
                <a:lnTo>
                  <a:pt x="269446" y="324929"/>
                </a:lnTo>
                <a:lnTo>
                  <a:pt x="273857" y="331174"/>
                </a:lnTo>
                <a:lnTo>
                  <a:pt x="276442" y="331952"/>
                </a:lnTo>
                <a:lnTo>
                  <a:pt x="280189" y="331352"/>
                </a:lnTo>
                <a:lnTo>
                  <a:pt x="282102" y="329225"/>
                </a:lnTo>
                <a:lnTo>
                  <a:pt x="281330" y="325947"/>
                </a:lnTo>
                <a:lnTo>
                  <a:pt x="272369" y="298444"/>
                </a:lnTo>
                <a:lnTo>
                  <a:pt x="270643" y="296506"/>
                </a:lnTo>
                <a:lnTo>
                  <a:pt x="267972" y="295298"/>
                </a:lnTo>
                <a:lnTo>
                  <a:pt x="265419" y="294997"/>
                </a:lnTo>
                <a:lnTo>
                  <a:pt x="263154" y="295668"/>
                </a:lnTo>
                <a:close/>
                <a:moveTo>
                  <a:pt x="267011" y="312688"/>
                </a:moveTo>
                <a:lnTo>
                  <a:pt x="267630" y="313528"/>
                </a:lnTo>
                <a:lnTo>
                  <a:pt x="266985" y="314582"/>
                </a:lnTo>
                <a:lnTo>
                  <a:pt x="264998" y="314875"/>
                </a:lnTo>
                <a:lnTo>
                  <a:pt x="263936" y="314344"/>
                </a:lnTo>
                <a:lnTo>
                  <a:pt x="263911" y="313189"/>
                </a:lnTo>
                <a:lnTo>
                  <a:pt x="264697" y="312447"/>
                </a:lnTo>
                <a:lnTo>
                  <a:pt x="265783" y="312260"/>
                </a:lnTo>
                <a:lnTo>
                  <a:pt x="267011" y="312688"/>
                </a:lnTo>
                <a:close/>
                <a:moveTo>
                  <a:pt x="336102" y="295524"/>
                </a:moveTo>
                <a:lnTo>
                  <a:pt x="334538" y="296998"/>
                </a:lnTo>
                <a:lnTo>
                  <a:pt x="333849" y="300706"/>
                </a:lnTo>
                <a:lnTo>
                  <a:pt x="333643" y="329081"/>
                </a:lnTo>
                <a:lnTo>
                  <a:pt x="335299" y="330949"/>
                </a:lnTo>
                <a:lnTo>
                  <a:pt x="336488" y="331577"/>
                </a:lnTo>
                <a:lnTo>
                  <a:pt x="339347" y="331709"/>
                </a:lnTo>
                <a:lnTo>
                  <a:pt x="341398" y="331128"/>
                </a:lnTo>
                <a:lnTo>
                  <a:pt x="342485" y="329615"/>
                </a:lnTo>
                <a:lnTo>
                  <a:pt x="343016" y="324272"/>
                </a:lnTo>
                <a:lnTo>
                  <a:pt x="343668" y="322280"/>
                </a:lnTo>
                <a:lnTo>
                  <a:pt x="344784" y="320975"/>
                </a:lnTo>
                <a:lnTo>
                  <a:pt x="347383" y="320034"/>
                </a:lnTo>
                <a:lnTo>
                  <a:pt x="348505" y="320294"/>
                </a:lnTo>
                <a:lnTo>
                  <a:pt x="349454" y="321143"/>
                </a:lnTo>
                <a:lnTo>
                  <a:pt x="352693" y="327463"/>
                </a:lnTo>
                <a:lnTo>
                  <a:pt x="355809" y="331287"/>
                </a:lnTo>
                <a:lnTo>
                  <a:pt x="358914" y="332035"/>
                </a:lnTo>
                <a:lnTo>
                  <a:pt x="364125" y="331181"/>
                </a:lnTo>
                <a:lnTo>
                  <a:pt x="364795" y="330244"/>
                </a:lnTo>
                <a:lnTo>
                  <a:pt x="364002" y="327465"/>
                </a:lnTo>
                <a:lnTo>
                  <a:pt x="355460" y="311778"/>
                </a:lnTo>
                <a:lnTo>
                  <a:pt x="354995" y="310024"/>
                </a:lnTo>
                <a:lnTo>
                  <a:pt x="355321" y="308077"/>
                </a:lnTo>
                <a:lnTo>
                  <a:pt x="356509" y="305754"/>
                </a:lnTo>
                <a:lnTo>
                  <a:pt x="361199" y="299365"/>
                </a:lnTo>
                <a:lnTo>
                  <a:pt x="361563" y="297667"/>
                </a:lnTo>
                <a:lnTo>
                  <a:pt x="361196" y="296242"/>
                </a:lnTo>
                <a:lnTo>
                  <a:pt x="360137" y="295262"/>
                </a:lnTo>
                <a:lnTo>
                  <a:pt x="358425" y="294897"/>
                </a:lnTo>
                <a:lnTo>
                  <a:pt x="356275" y="295475"/>
                </a:lnTo>
                <a:lnTo>
                  <a:pt x="353721" y="296865"/>
                </a:lnTo>
                <a:lnTo>
                  <a:pt x="351662" y="298552"/>
                </a:lnTo>
                <a:lnTo>
                  <a:pt x="347233" y="304600"/>
                </a:lnTo>
                <a:lnTo>
                  <a:pt x="344491" y="307432"/>
                </a:lnTo>
                <a:lnTo>
                  <a:pt x="343616" y="306949"/>
                </a:lnTo>
                <a:lnTo>
                  <a:pt x="343064" y="305443"/>
                </a:lnTo>
                <a:lnTo>
                  <a:pt x="342694" y="298764"/>
                </a:lnTo>
                <a:lnTo>
                  <a:pt x="341995" y="296895"/>
                </a:lnTo>
                <a:lnTo>
                  <a:pt x="340795" y="295812"/>
                </a:lnTo>
                <a:lnTo>
                  <a:pt x="339031" y="295150"/>
                </a:lnTo>
                <a:lnTo>
                  <a:pt x="336102" y="295524"/>
                </a:lnTo>
                <a:close/>
                <a:moveTo>
                  <a:pt x="395936" y="295620"/>
                </a:moveTo>
                <a:lnTo>
                  <a:pt x="392641" y="296850"/>
                </a:lnTo>
                <a:lnTo>
                  <a:pt x="389900" y="298549"/>
                </a:lnTo>
                <a:lnTo>
                  <a:pt x="386719" y="302096"/>
                </a:lnTo>
                <a:lnTo>
                  <a:pt x="385148" y="305202"/>
                </a:lnTo>
                <a:lnTo>
                  <a:pt x="383808" y="309510"/>
                </a:lnTo>
                <a:lnTo>
                  <a:pt x="383494" y="314876"/>
                </a:lnTo>
                <a:lnTo>
                  <a:pt x="385685" y="323768"/>
                </a:lnTo>
                <a:lnTo>
                  <a:pt x="386969" y="326140"/>
                </a:lnTo>
                <a:lnTo>
                  <a:pt x="388945" y="328406"/>
                </a:lnTo>
                <a:lnTo>
                  <a:pt x="391084" y="330286"/>
                </a:lnTo>
                <a:lnTo>
                  <a:pt x="393538" y="331417"/>
                </a:lnTo>
                <a:lnTo>
                  <a:pt x="398518" y="332741"/>
                </a:lnTo>
                <a:lnTo>
                  <a:pt x="401276" y="332751"/>
                </a:lnTo>
                <a:lnTo>
                  <a:pt x="406688" y="331491"/>
                </a:lnTo>
                <a:lnTo>
                  <a:pt x="408327" y="330720"/>
                </a:lnTo>
                <a:lnTo>
                  <a:pt x="411940" y="327475"/>
                </a:lnTo>
                <a:lnTo>
                  <a:pt x="414312" y="324197"/>
                </a:lnTo>
                <a:lnTo>
                  <a:pt x="416330" y="320209"/>
                </a:lnTo>
                <a:lnTo>
                  <a:pt x="416134" y="308371"/>
                </a:lnTo>
                <a:lnTo>
                  <a:pt x="414684" y="303750"/>
                </a:lnTo>
                <a:lnTo>
                  <a:pt x="411554" y="299508"/>
                </a:lnTo>
                <a:lnTo>
                  <a:pt x="409265" y="297424"/>
                </a:lnTo>
                <a:lnTo>
                  <a:pt x="405628" y="296007"/>
                </a:lnTo>
                <a:lnTo>
                  <a:pt x="402150" y="295266"/>
                </a:lnTo>
                <a:lnTo>
                  <a:pt x="398906" y="295140"/>
                </a:lnTo>
                <a:lnTo>
                  <a:pt x="395936" y="295620"/>
                </a:lnTo>
                <a:close/>
                <a:moveTo>
                  <a:pt x="403216" y="304540"/>
                </a:moveTo>
                <a:lnTo>
                  <a:pt x="404771" y="306473"/>
                </a:lnTo>
                <a:lnTo>
                  <a:pt x="405816" y="309232"/>
                </a:lnTo>
                <a:lnTo>
                  <a:pt x="406328" y="314247"/>
                </a:lnTo>
                <a:lnTo>
                  <a:pt x="405898" y="317725"/>
                </a:lnTo>
                <a:lnTo>
                  <a:pt x="404670" y="321253"/>
                </a:lnTo>
                <a:lnTo>
                  <a:pt x="403312" y="323168"/>
                </a:lnTo>
                <a:lnTo>
                  <a:pt x="401591" y="324134"/>
                </a:lnTo>
                <a:lnTo>
                  <a:pt x="398815" y="324144"/>
                </a:lnTo>
                <a:lnTo>
                  <a:pt x="397099" y="323211"/>
                </a:lnTo>
                <a:lnTo>
                  <a:pt x="396090" y="322063"/>
                </a:lnTo>
                <a:lnTo>
                  <a:pt x="394056" y="318079"/>
                </a:lnTo>
                <a:lnTo>
                  <a:pt x="393461" y="315328"/>
                </a:lnTo>
                <a:lnTo>
                  <a:pt x="393861" y="311108"/>
                </a:lnTo>
                <a:lnTo>
                  <a:pt x="395316" y="307014"/>
                </a:lnTo>
                <a:lnTo>
                  <a:pt x="397382" y="304347"/>
                </a:lnTo>
                <a:lnTo>
                  <a:pt x="400299" y="303611"/>
                </a:lnTo>
                <a:lnTo>
                  <a:pt x="403216" y="304540"/>
                </a:lnTo>
                <a:close/>
                <a:moveTo>
                  <a:pt x="441257" y="295379"/>
                </a:moveTo>
                <a:lnTo>
                  <a:pt x="439822" y="296784"/>
                </a:lnTo>
                <a:lnTo>
                  <a:pt x="439147" y="300892"/>
                </a:lnTo>
                <a:lnTo>
                  <a:pt x="438991" y="330190"/>
                </a:lnTo>
                <a:lnTo>
                  <a:pt x="441126" y="331661"/>
                </a:lnTo>
                <a:lnTo>
                  <a:pt x="442848" y="331974"/>
                </a:lnTo>
                <a:lnTo>
                  <a:pt x="444570" y="331661"/>
                </a:lnTo>
                <a:lnTo>
                  <a:pt x="446705" y="330190"/>
                </a:lnTo>
                <a:lnTo>
                  <a:pt x="447428" y="318483"/>
                </a:lnTo>
                <a:lnTo>
                  <a:pt x="447621" y="317413"/>
                </a:lnTo>
                <a:lnTo>
                  <a:pt x="448495" y="316576"/>
                </a:lnTo>
                <a:lnTo>
                  <a:pt x="449796" y="318336"/>
                </a:lnTo>
                <a:lnTo>
                  <a:pt x="452802" y="327701"/>
                </a:lnTo>
                <a:lnTo>
                  <a:pt x="454281" y="330129"/>
                </a:lnTo>
                <a:lnTo>
                  <a:pt x="455997" y="331435"/>
                </a:lnTo>
                <a:lnTo>
                  <a:pt x="459193" y="331491"/>
                </a:lnTo>
                <a:lnTo>
                  <a:pt x="461127" y="330283"/>
                </a:lnTo>
                <a:lnTo>
                  <a:pt x="462013" y="328427"/>
                </a:lnTo>
                <a:lnTo>
                  <a:pt x="463610" y="322065"/>
                </a:lnTo>
                <a:lnTo>
                  <a:pt x="464843" y="320335"/>
                </a:lnTo>
                <a:lnTo>
                  <a:pt x="466329" y="319582"/>
                </a:lnTo>
                <a:lnTo>
                  <a:pt x="467435" y="319837"/>
                </a:lnTo>
                <a:lnTo>
                  <a:pt x="467835" y="320601"/>
                </a:lnTo>
                <a:lnTo>
                  <a:pt x="467534" y="329177"/>
                </a:lnTo>
                <a:lnTo>
                  <a:pt x="468643" y="330334"/>
                </a:lnTo>
                <a:lnTo>
                  <a:pt x="470337" y="331462"/>
                </a:lnTo>
                <a:lnTo>
                  <a:pt x="472403" y="331913"/>
                </a:lnTo>
                <a:lnTo>
                  <a:pt x="475421" y="331390"/>
                </a:lnTo>
                <a:lnTo>
                  <a:pt x="476860" y="330283"/>
                </a:lnTo>
                <a:lnTo>
                  <a:pt x="477370" y="329078"/>
                </a:lnTo>
                <a:lnTo>
                  <a:pt x="477606" y="326079"/>
                </a:lnTo>
                <a:lnTo>
                  <a:pt x="477803" y="308452"/>
                </a:lnTo>
                <a:lnTo>
                  <a:pt x="477492" y="299273"/>
                </a:lnTo>
                <a:lnTo>
                  <a:pt x="476648" y="296578"/>
                </a:lnTo>
                <a:lnTo>
                  <a:pt x="474940" y="295504"/>
                </a:lnTo>
                <a:lnTo>
                  <a:pt x="469767" y="294993"/>
                </a:lnTo>
                <a:lnTo>
                  <a:pt x="467490" y="295610"/>
                </a:lnTo>
                <a:lnTo>
                  <a:pt x="464932" y="297118"/>
                </a:lnTo>
                <a:lnTo>
                  <a:pt x="463354" y="299726"/>
                </a:lnTo>
                <a:lnTo>
                  <a:pt x="460856" y="308963"/>
                </a:lnTo>
                <a:lnTo>
                  <a:pt x="459782" y="310509"/>
                </a:lnTo>
                <a:lnTo>
                  <a:pt x="457409" y="311868"/>
                </a:lnTo>
                <a:lnTo>
                  <a:pt x="455814" y="309583"/>
                </a:lnTo>
                <a:lnTo>
                  <a:pt x="452829" y="299718"/>
                </a:lnTo>
                <a:lnTo>
                  <a:pt x="450884" y="296662"/>
                </a:lnTo>
                <a:lnTo>
                  <a:pt x="449828" y="295802"/>
                </a:lnTo>
                <a:lnTo>
                  <a:pt x="447179" y="295153"/>
                </a:lnTo>
                <a:lnTo>
                  <a:pt x="443859" y="294973"/>
                </a:lnTo>
                <a:lnTo>
                  <a:pt x="441257" y="295379"/>
                </a:lnTo>
                <a:close/>
                <a:moveTo>
                  <a:pt x="505045" y="295282"/>
                </a:moveTo>
                <a:lnTo>
                  <a:pt x="503188" y="295991"/>
                </a:lnTo>
                <a:lnTo>
                  <a:pt x="501429" y="297452"/>
                </a:lnTo>
                <a:lnTo>
                  <a:pt x="501429" y="329949"/>
                </a:lnTo>
                <a:lnTo>
                  <a:pt x="503615" y="331458"/>
                </a:lnTo>
                <a:lnTo>
                  <a:pt x="505831" y="331817"/>
                </a:lnTo>
                <a:lnTo>
                  <a:pt x="509306" y="330978"/>
                </a:lnTo>
                <a:lnTo>
                  <a:pt x="510301" y="329920"/>
                </a:lnTo>
                <a:lnTo>
                  <a:pt x="511035" y="323810"/>
                </a:lnTo>
                <a:lnTo>
                  <a:pt x="511071" y="306082"/>
                </a:lnTo>
                <a:lnTo>
                  <a:pt x="514187" y="303859"/>
                </a:lnTo>
                <a:lnTo>
                  <a:pt x="517472" y="303604"/>
                </a:lnTo>
                <a:lnTo>
                  <a:pt x="519403" y="304071"/>
                </a:lnTo>
                <a:lnTo>
                  <a:pt x="520048" y="304666"/>
                </a:lnTo>
                <a:lnTo>
                  <a:pt x="520831" y="306970"/>
                </a:lnTo>
                <a:lnTo>
                  <a:pt x="520955" y="329515"/>
                </a:lnTo>
                <a:lnTo>
                  <a:pt x="522496" y="331037"/>
                </a:lnTo>
                <a:lnTo>
                  <a:pt x="524270" y="331694"/>
                </a:lnTo>
                <a:lnTo>
                  <a:pt x="527336" y="331611"/>
                </a:lnTo>
                <a:lnTo>
                  <a:pt x="529130" y="330899"/>
                </a:lnTo>
                <a:lnTo>
                  <a:pt x="530309" y="329707"/>
                </a:lnTo>
                <a:lnTo>
                  <a:pt x="530641" y="326571"/>
                </a:lnTo>
                <a:lnTo>
                  <a:pt x="530839" y="298175"/>
                </a:lnTo>
                <a:lnTo>
                  <a:pt x="528667" y="296134"/>
                </a:lnTo>
                <a:lnTo>
                  <a:pt x="526886" y="295331"/>
                </a:lnTo>
                <a:lnTo>
                  <a:pt x="505045" y="295282"/>
                </a:lnTo>
                <a:close/>
                <a:moveTo>
                  <a:pt x="563625" y="295957"/>
                </a:moveTo>
                <a:lnTo>
                  <a:pt x="561185" y="298346"/>
                </a:lnTo>
                <a:lnTo>
                  <a:pt x="559915" y="301027"/>
                </a:lnTo>
                <a:lnTo>
                  <a:pt x="557564" y="309850"/>
                </a:lnTo>
                <a:lnTo>
                  <a:pt x="551710" y="326686"/>
                </a:lnTo>
                <a:lnTo>
                  <a:pt x="551501" y="329805"/>
                </a:lnTo>
                <a:lnTo>
                  <a:pt x="553319" y="331769"/>
                </a:lnTo>
                <a:lnTo>
                  <a:pt x="557118" y="331760"/>
                </a:lnTo>
                <a:lnTo>
                  <a:pt x="558939" y="330304"/>
                </a:lnTo>
                <a:lnTo>
                  <a:pt x="560962" y="326512"/>
                </a:lnTo>
                <a:lnTo>
                  <a:pt x="562323" y="324964"/>
                </a:lnTo>
                <a:lnTo>
                  <a:pt x="564153" y="324159"/>
                </a:lnTo>
                <a:lnTo>
                  <a:pt x="567560" y="323894"/>
                </a:lnTo>
                <a:lnTo>
                  <a:pt x="569561" y="324458"/>
                </a:lnTo>
                <a:lnTo>
                  <a:pt x="570570" y="325296"/>
                </a:lnTo>
                <a:lnTo>
                  <a:pt x="573057" y="329597"/>
                </a:lnTo>
                <a:lnTo>
                  <a:pt x="574648" y="331039"/>
                </a:lnTo>
                <a:lnTo>
                  <a:pt x="577463" y="331877"/>
                </a:lnTo>
                <a:lnTo>
                  <a:pt x="580964" y="331407"/>
                </a:lnTo>
                <a:lnTo>
                  <a:pt x="582043" y="330327"/>
                </a:lnTo>
                <a:lnTo>
                  <a:pt x="582332" y="329274"/>
                </a:lnTo>
                <a:lnTo>
                  <a:pt x="581699" y="324856"/>
                </a:lnTo>
                <a:lnTo>
                  <a:pt x="575411" y="306229"/>
                </a:lnTo>
                <a:lnTo>
                  <a:pt x="573271" y="298604"/>
                </a:lnTo>
                <a:lnTo>
                  <a:pt x="572207" y="296952"/>
                </a:lnTo>
                <a:lnTo>
                  <a:pt x="569881" y="295528"/>
                </a:lnTo>
                <a:lnTo>
                  <a:pt x="565798" y="295013"/>
                </a:lnTo>
                <a:lnTo>
                  <a:pt x="563625" y="295957"/>
                </a:lnTo>
                <a:close/>
                <a:moveTo>
                  <a:pt x="567675" y="312688"/>
                </a:moveTo>
                <a:lnTo>
                  <a:pt x="568200" y="313989"/>
                </a:lnTo>
                <a:lnTo>
                  <a:pt x="567521" y="315022"/>
                </a:lnTo>
                <a:lnTo>
                  <a:pt x="565421" y="315459"/>
                </a:lnTo>
                <a:lnTo>
                  <a:pt x="564352" y="314796"/>
                </a:lnTo>
                <a:lnTo>
                  <a:pt x="564168" y="313137"/>
                </a:lnTo>
                <a:lnTo>
                  <a:pt x="564946" y="312011"/>
                </a:lnTo>
                <a:lnTo>
                  <a:pt x="566266" y="311822"/>
                </a:lnTo>
                <a:lnTo>
                  <a:pt x="567675" y="312688"/>
                </a:lnTo>
                <a:close/>
                <a:moveTo>
                  <a:pt x="606632" y="295379"/>
                </a:moveTo>
                <a:lnTo>
                  <a:pt x="605091" y="296781"/>
                </a:lnTo>
                <a:lnTo>
                  <a:pt x="604355" y="300767"/>
                </a:lnTo>
                <a:lnTo>
                  <a:pt x="604185" y="322627"/>
                </a:lnTo>
                <a:lnTo>
                  <a:pt x="604371" y="329140"/>
                </a:lnTo>
                <a:lnTo>
                  <a:pt x="604729" y="330180"/>
                </a:lnTo>
                <a:lnTo>
                  <a:pt x="606718" y="331592"/>
                </a:lnTo>
                <a:lnTo>
                  <a:pt x="609477" y="331957"/>
                </a:lnTo>
                <a:lnTo>
                  <a:pt x="611240" y="331512"/>
                </a:lnTo>
                <a:lnTo>
                  <a:pt x="613189" y="330093"/>
                </a:lnTo>
                <a:lnTo>
                  <a:pt x="613507" y="321391"/>
                </a:lnTo>
                <a:lnTo>
                  <a:pt x="614021" y="318678"/>
                </a:lnTo>
                <a:lnTo>
                  <a:pt x="615892" y="317237"/>
                </a:lnTo>
                <a:lnTo>
                  <a:pt x="619138" y="316828"/>
                </a:lnTo>
                <a:lnTo>
                  <a:pt x="622214" y="317500"/>
                </a:lnTo>
                <a:lnTo>
                  <a:pt x="623411" y="318522"/>
                </a:lnTo>
                <a:lnTo>
                  <a:pt x="623893" y="329659"/>
                </a:lnTo>
                <a:lnTo>
                  <a:pt x="625691" y="331338"/>
                </a:lnTo>
                <a:lnTo>
                  <a:pt x="627095" y="331879"/>
                </a:lnTo>
                <a:lnTo>
                  <a:pt x="629541" y="331923"/>
                </a:lnTo>
                <a:lnTo>
                  <a:pt x="631680" y="331061"/>
                </a:lnTo>
                <a:lnTo>
                  <a:pt x="633054" y="329515"/>
                </a:lnTo>
                <a:lnTo>
                  <a:pt x="633054" y="298513"/>
                </a:lnTo>
                <a:lnTo>
                  <a:pt x="631897" y="296666"/>
                </a:lnTo>
                <a:lnTo>
                  <a:pt x="630763" y="295561"/>
                </a:lnTo>
                <a:lnTo>
                  <a:pt x="629582" y="295138"/>
                </a:lnTo>
                <a:lnTo>
                  <a:pt x="627460" y="295112"/>
                </a:lnTo>
                <a:lnTo>
                  <a:pt x="625804" y="295871"/>
                </a:lnTo>
                <a:lnTo>
                  <a:pt x="624284" y="298375"/>
                </a:lnTo>
                <a:lnTo>
                  <a:pt x="624053" y="305166"/>
                </a:lnTo>
                <a:lnTo>
                  <a:pt x="623470" y="307124"/>
                </a:lnTo>
                <a:lnTo>
                  <a:pt x="622208" y="308320"/>
                </a:lnTo>
                <a:lnTo>
                  <a:pt x="618872" y="308854"/>
                </a:lnTo>
                <a:lnTo>
                  <a:pt x="615544" y="308423"/>
                </a:lnTo>
                <a:lnTo>
                  <a:pt x="613973" y="307348"/>
                </a:lnTo>
                <a:lnTo>
                  <a:pt x="613364" y="304945"/>
                </a:lnTo>
                <a:lnTo>
                  <a:pt x="613286" y="297693"/>
                </a:lnTo>
                <a:lnTo>
                  <a:pt x="610003" y="295112"/>
                </a:lnTo>
                <a:lnTo>
                  <a:pt x="608420" y="294942"/>
                </a:lnTo>
                <a:lnTo>
                  <a:pt x="606632" y="295379"/>
                </a:lnTo>
                <a:close/>
                <a:moveTo>
                  <a:pt x="659716" y="295861"/>
                </a:moveTo>
                <a:lnTo>
                  <a:pt x="657959" y="297321"/>
                </a:lnTo>
                <a:lnTo>
                  <a:pt x="657578" y="298673"/>
                </a:lnTo>
                <a:lnTo>
                  <a:pt x="657257" y="329177"/>
                </a:lnTo>
                <a:lnTo>
                  <a:pt x="658755" y="330837"/>
                </a:lnTo>
                <a:lnTo>
                  <a:pt x="660623" y="331690"/>
                </a:lnTo>
                <a:lnTo>
                  <a:pt x="662850" y="331923"/>
                </a:lnTo>
                <a:lnTo>
                  <a:pt x="664827" y="331443"/>
                </a:lnTo>
                <a:lnTo>
                  <a:pt x="667430" y="328400"/>
                </a:lnTo>
                <a:lnTo>
                  <a:pt x="671528" y="321632"/>
                </a:lnTo>
                <a:lnTo>
                  <a:pt x="676157" y="316449"/>
                </a:lnTo>
                <a:lnTo>
                  <a:pt x="677500" y="318224"/>
                </a:lnTo>
                <a:lnTo>
                  <a:pt x="677827" y="319402"/>
                </a:lnTo>
                <a:lnTo>
                  <a:pt x="677653" y="327030"/>
                </a:lnTo>
                <a:lnTo>
                  <a:pt x="677989" y="329852"/>
                </a:lnTo>
                <a:lnTo>
                  <a:pt x="679051" y="331056"/>
                </a:lnTo>
                <a:lnTo>
                  <a:pt x="680687" y="331756"/>
                </a:lnTo>
                <a:lnTo>
                  <a:pt x="683498" y="331794"/>
                </a:lnTo>
                <a:lnTo>
                  <a:pt x="685131" y="331101"/>
                </a:lnTo>
                <a:lnTo>
                  <a:pt x="686571" y="329515"/>
                </a:lnTo>
                <a:lnTo>
                  <a:pt x="686571" y="297693"/>
                </a:lnTo>
                <a:lnTo>
                  <a:pt x="683298" y="295048"/>
                </a:lnTo>
                <a:lnTo>
                  <a:pt x="681337" y="294940"/>
                </a:lnTo>
                <a:lnTo>
                  <a:pt x="679320" y="295951"/>
                </a:lnTo>
                <a:lnTo>
                  <a:pt x="676257" y="299529"/>
                </a:lnTo>
                <a:lnTo>
                  <a:pt x="670295" y="308915"/>
                </a:lnTo>
                <a:lnTo>
                  <a:pt x="668510" y="310614"/>
                </a:lnTo>
                <a:lnTo>
                  <a:pt x="667800" y="310304"/>
                </a:lnTo>
                <a:lnTo>
                  <a:pt x="667061" y="308415"/>
                </a:lnTo>
                <a:lnTo>
                  <a:pt x="666636" y="299454"/>
                </a:lnTo>
                <a:lnTo>
                  <a:pt x="665829" y="296488"/>
                </a:lnTo>
                <a:lnTo>
                  <a:pt x="664586" y="295427"/>
                </a:lnTo>
                <a:lnTo>
                  <a:pt x="663096" y="294971"/>
                </a:lnTo>
                <a:lnTo>
                  <a:pt x="661680" y="295007"/>
                </a:lnTo>
                <a:lnTo>
                  <a:pt x="659716" y="295861"/>
                </a:lnTo>
                <a:close/>
                <a:moveTo>
                  <a:pt x="712077" y="296777"/>
                </a:moveTo>
                <a:lnTo>
                  <a:pt x="710679" y="298224"/>
                </a:lnTo>
                <a:lnTo>
                  <a:pt x="710920" y="324693"/>
                </a:lnTo>
                <a:lnTo>
                  <a:pt x="711185" y="329417"/>
                </a:lnTo>
                <a:lnTo>
                  <a:pt x="711743" y="330406"/>
                </a:lnTo>
                <a:lnTo>
                  <a:pt x="713309" y="331344"/>
                </a:lnTo>
                <a:lnTo>
                  <a:pt x="715325" y="331775"/>
                </a:lnTo>
                <a:lnTo>
                  <a:pt x="717382" y="331667"/>
                </a:lnTo>
                <a:lnTo>
                  <a:pt x="719069" y="330991"/>
                </a:lnTo>
                <a:lnTo>
                  <a:pt x="725565" y="320121"/>
                </a:lnTo>
                <a:lnTo>
                  <a:pt x="727391" y="318600"/>
                </a:lnTo>
                <a:lnTo>
                  <a:pt x="729517" y="317658"/>
                </a:lnTo>
                <a:lnTo>
                  <a:pt x="730237" y="317861"/>
                </a:lnTo>
                <a:lnTo>
                  <a:pt x="730597" y="318877"/>
                </a:lnTo>
                <a:lnTo>
                  <a:pt x="731555" y="330431"/>
                </a:lnTo>
                <a:lnTo>
                  <a:pt x="733363" y="331543"/>
                </a:lnTo>
                <a:lnTo>
                  <a:pt x="736120" y="331882"/>
                </a:lnTo>
                <a:lnTo>
                  <a:pt x="738696" y="331377"/>
                </a:lnTo>
                <a:lnTo>
                  <a:pt x="740571" y="330045"/>
                </a:lnTo>
                <a:lnTo>
                  <a:pt x="740432" y="301937"/>
                </a:lnTo>
                <a:lnTo>
                  <a:pt x="739509" y="296622"/>
                </a:lnTo>
                <a:lnTo>
                  <a:pt x="738084" y="295540"/>
                </a:lnTo>
                <a:lnTo>
                  <a:pt x="735750" y="295379"/>
                </a:lnTo>
                <a:lnTo>
                  <a:pt x="734304" y="295622"/>
                </a:lnTo>
                <a:lnTo>
                  <a:pt x="732194" y="296837"/>
                </a:lnTo>
                <a:lnTo>
                  <a:pt x="730267" y="298964"/>
                </a:lnTo>
                <a:lnTo>
                  <a:pt x="723938" y="309216"/>
                </a:lnTo>
                <a:lnTo>
                  <a:pt x="722262" y="310289"/>
                </a:lnTo>
                <a:lnTo>
                  <a:pt x="721296" y="310000"/>
                </a:lnTo>
                <a:lnTo>
                  <a:pt x="720661" y="308831"/>
                </a:lnTo>
                <a:lnTo>
                  <a:pt x="720321" y="297741"/>
                </a:lnTo>
                <a:lnTo>
                  <a:pt x="718538" y="296105"/>
                </a:lnTo>
                <a:lnTo>
                  <a:pt x="716423" y="295340"/>
                </a:lnTo>
                <a:lnTo>
                  <a:pt x="714111" y="295569"/>
                </a:lnTo>
                <a:lnTo>
                  <a:pt x="712077" y="296777"/>
                </a:lnTo>
                <a:close/>
                <a:moveTo>
                  <a:pt x="952039" y="298320"/>
                </a:moveTo>
                <a:lnTo>
                  <a:pt x="951702" y="300249"/>
                </a:lnTo>
                <a:lnTo>
                  <a:pt x="954512" y="306484"/>
                </a:lnTo>
                <a:lnTo>
                  <a:pt x="953908" y="307749"/>
                </a:lnTo>
                <a:lnTo>
                  <a:pt x="950526" y="308599"/>
                </a:lnTo>
                <a:lnTo>
                  <a:pt x="941771" y="307873"/>
                </a:lnTo>
                <a:lnTo>
                  <a:pt x="936673" y="308532"/>
                </a:lnTo>
                <a:lnTo>
                  <a:pt x="933621" y="310201"/>
                </a:lnTo>
                <a:lnTo>
                  <a:pt x="933176" y="312428"/>
                </a:lnTo>
                <a:lnTo>
                  <a:pt x="934217" y="314684"/>
                </a:lnTo>
                <a:lnTo>
                  <a:pt x="936527" y="316120"/>
                </a:lnTo>
                <a:lnTo>
                  <a:pt x="941879" y="317702"/>
                </a:lnTo>
                <a:lnTo>
                  <a:pt x="948194" y="318410"/>
                </a:lnTo>
                <a:lnTo>
                  <a:pt x="949882" y="319046"/>
                </a:lnTo>
                <a:lnTo>
                  <a:pt x="951710" y="320649"/>
                </a:lnTo>
                <a:lnTo>
                  <a:pt x="955237" y="328258"/>
                </a:lnTo>
                <a:lnTo>
                  <a:pt x="960063" y="341840"/>
                </a:lnTo>
                <a:lnTo>
                  <a:pt x="966865" y="351696"/>
                </a:lnTo>
                <a:lnTo>
                  <a:pt x="971351" y="362236"/>
                </a:lnTo>
                <a:lnTo>
                  <a:pt x="972331" y="368231"/>
                </a:lnTo>
                <a:lnTo>
                  <a:pt x="972673" y="388370"/>
                </a:lnTo>
                <a:lnTo>
                  <a:pt x="974073" y="395327"/>
                </a:lnTo>
                <a:lnTo>
                  <a:pt x="972452" y="405573"/>
                </a:lnTo>
                <a:lnTo>
                  <a:pt x="970429" y="428035"/>
                </a:lnTo>
                <a:lnTo>
                  <a:pt x="969435" y="432623"/>
                </a:lnTo>
                <a:lnTo>
                  <a:pt x="967187" y="438068"/>
                </a:lnTo>
                <a:lnTo>
                  <a:pt x="965715" y="440326"/>
                </a:lnTo>
                <a:lnTo>
                  <a:pt x="963695" y="442047"/>
                </a:lnTo>
                <a:lnTo>
                  <a:pt x="961154" y="443212"/>
                </a:lnTo>
                <a:lnTo>
                  <a:pt x="958120" y="443804"/>
                </a:lnTo>
                <a:lnTo>
                  <a:pt x="953775" y="443879"/>
                </a:lnTo>
                <a:lnTo>
                  <a:pt x="948983" y="437837"/>
                </a:lnTo>
                <a:lnTo>
                  <a:pt x="949025" y="436694"/>
                </a:lnTo>
                <a:lnTo>
                  <a:pt x="949858" y="435809"/>
                </a:lnTo>
                <a:lnTo>
                  <a:pt x="955627" y="434734"/>
                </a:lnTo>
                <a:lnTo>
                  <a:pt x="957373" y="433873"/>
                </a:lnTo>
                <a:lnTo>
                  <a:pt x="958307" y="432693"/>
                </a:lnTo>
                <a:lnTo>
                  <a:pt x="958452" y="410370"/>
                </a:lnTo>
                <a:lnTo>
                  <a:pt x="955903" y="403724"/>
                </a:lnTo>
                <a:lnTo>
                  <a:pt x="954493" y="394445"/>
                </a:lnTo>
                <a:lnTo>
                  <a:pt x="953276" y="390689"/>
                </a:lnTo>
                <a:lnTo>
                  <a:pt x="950109" y="385758"/>
                </a:lnTo>
                <a:lnTo>
                  <a:pt x="943794" y="380241"/>
                </a:lnTo>
                <a:lnTo>
                  <a:pt x="940859" y="378942"/>
                </a:lnTo>
                <a:lnTo>
                  <a:pt x="938632" y="379626"/>
                </a:lnTo>
                <a:lnTo>
                  <a:pt x="928242" y="395003"/>
                </a:lnTo>
                <a:lnTo>
                  <a:pt x="925921" y="397095"/>
                </a:lnTo>
                <a:lnTo>
                  <a:pt x="923591" y="397292"/>
                </a:lnTo>
                <a:lnTo>
                  <a:pt x="919775" y="394537"/>
                </a:lnTo>
                <a:lnTo>
                  <a:pt x="917861" y="393670"/>
                </a:lnTo>
                <a:lnTo>
                  <a:pt x="916169" y="393753"/>
                </a:lnTo>
                <a:lnTo>
                  <a:pt x="914480" y="395086"/>
                </a:lnTo>
                <a:lnTo>
                  <a:pt x="918386" y="407604"/>
                </a:lnTo>
                <a:lnTo>
                  <a:pt x="919844" y="408686"/>
                </a:lnTo>
                <a:lnTo>
                  <a:pt x="923549" y="409385"/>
                </a:lnTo>
                <a:lnTo>
                  <a:pt x="926904" y="408908"/>
                </a:lnTo>
                <a:lnTo>
                  <a:pt x="929600" y="407322"/>
                </a:lnTo>
                <a:lnTo>
                  <a:pt x="934356" y="402835"/>
                </a:lnTo>
                <a:lnTo>
                  <a:pt x="941963" y="394598"/>
                </a:lnTo>
                <a:lnTo>
                  <a:pt x="943011" y="394569"/>
                </a:lnTo>
                <a:lnTo>
                  <a:pt x="943999" y="395729"/>
                </a:lnTo>
                <a:lnTo>
                  <a:pt x="944458" y="397995"/>
                </a:lnTo>
                <a:lnTo>
                  <a:pt x="944518" y="404488"/>
                </a:lnTo>
                <a:lnTo>
                  <a:pt x="948134" y="410852"/>
                </a:lnTo>
                <a:lnTo>
                  <a:pt x="948471" y="422134"/>
                </a:lnTo>
                <a:lnTo>
                  <a:pt x="946129" y="424197"/>
                </a:lnTo>
                <a:lnTo>
                  <a:pt x="941421" y="425018"/>
                </a:lnTo>
                <a:lnTo>
                  <a:pt x="939388" y="426478"/>
                </a:lnTo>
                <a:lnTo>
                  <a:pt x="936056" y="432313"/>
                </a:lnTo>
                <a:lnTo>
                  <a:pt x="934967" y="435013"/>
                </a:lnTo>
                <a:lnTo>
                  <a:pt x="934718" y="436954"/>
                </a:lnTo>
                <a:lnTo>
                  <a:pt x="936031" y="439534"/>
                </a:lnTo>
                <a:lnTo>
                  <a:pt x="942905" y="447489"/>
                </a:lnTo>
                <a:lnTo>
                  <a:pt x="944845" y="452017"/>
                </a:lnTo>
                <a:lnTo>
                  <a:pt x="944393" y="454696"/>
                </a:lnTo>
                <a:lnTo>
                  <a:pt x="939622" y="460715"/>
                </a:lnTo>
                <a:lnTo>
                  <a:pt x="939576" y="462815"/>
                </a:lnTo>
                <a:lnTo>
                  <a:pt x="942042" y="465387"/>
                </a:lnTo>
                <a:lnTo>
                  <a:pt x="944263" y="466301"/>
                </a:lnTo>
                <a:lnTo>
                  <a:pt x="948117" y="466942"/>
                </a:lnTo>
                <a:lnTo>
                  <a:pt x="951345" y="466547"/>
                </a:lnTo>
                <a:lnTo>
                  <a:pt x="952596" y="465652"/>
                </a:lnTo>
                <a:lnTo>
                  <a:pt x="955254" y="462037"/>
                </a:lnTo>
                <a:lnTo>
                  <a:pt x="957376" y="456899"/>
                </a:lnTo>
                <a:lnTo>
                  <a:pt x="959766" y="454595"/>
                </a:lnTo>
                <a:lnTo>
                  <a:pt x="963587" y="452993"/>
                </a:lnTo>
                <a:lnTo>
                  <a:pt x="970373" y="451344"/>
                </a:lnTo>
                <a:lnTo>
                  <a:pt x="974342" y="445898"/>
                </a:lnTo>
                <a:lnTo>
                  <a:pt x="978798" y="438624"/>
                </a:lnTo>
                <a:lnTo>
                  <a:pt x="981818" y="417633"/>
                </a:lnTo>
                <a:lnTo>
                  <a:pt x="983030" y="402124"/>
                </a:lnTo>
                <a:lnTo>
                  <a:pt x="982848" y="361674"/>
                </a:lnTo>
                <a:lnTo>
                  <a:pt x="977767" y="350301"/>
                </a:lnTo>
                <a:lnTo>
                  <a:pt x="974933" y="345720"/>
                </a:lnTo>
                <a:lnTo>
                  <a:pt x="972127" y="342237"/>
                </a:lnTo>
                <a:lnTo>
                  <a:pt x="968186" y="335286"/>
                </a:lnTo>
                <a:lnTo>
                  <a:pt x="967720" y="333377"/>
                </a:lnTo>
                <a:lnTo>
                  <a:pt x="968195" y="330669"/>
                </a:lnTo>
                <a:lnTo>
                  <a:pt x="969177" y="330235"/>
                </a:lnTo>
                <a:lnTo>
                  <a:pt x="971719" y="332137"/>
                </a:lnTo>
                <a:lnTo>
                  <a:pt x="980672" y="343931"/>
                </a:lnTo>
                <a:lnTo>
                  <a:pt x="985130" y="350555"/>
                </a:lnTo>
                <a:lnTo>
                  <a:pt x="988240" y="354028"/>
                </a:lnTo>
                <a:lnTo>
                  <a:pt x="990951" y="356331"/>
                </a:lnTo>
                <a:lnTo>
                  <a:pt x="993265" y="360060"/>
                </a:lnTo>
                <a:lnTo>
                  <a:pt x="995450" y="365096"/>
                </a:lnTo>
                <a:lnTo>
                  <a:pt x="997891" y="369372"/>
                </a:lnTo>
                <a:lnTo>
                  <a:pt x="1000941" y="373245"/>
                </a:lnTo>
                <a:lnTo>
                  <a:pt x="1004257" y="376331"/>
                </a:lnTo>
                <a:lnTo>
                  <a:pt x="1007496" y="378247"/>
                </a:lnTo>
                <a:lnTo>
                  <a:pt x="1008980" y="378645"/>
                </a:lnTo>
                <a:lnTo>
                  <a:pt x="1011563" y="378289"/>
                </a:lnTo>
                <a:lnTo>
                  <a:pt x="1012979" y="376240"/>
                </a:lnTo>
                <a:lnTo>
                  <a:pt x="1013609" y="371943"/>
                </a:lnTo>
                <a:lnTo>
                  <a:pt x="1016405" y="370864"/>
                </a:lnTo>
                <a:lnTo>
                  <a:pt x="1019815" y="370272"/>
                </a:lnTo>
                <a:lnTo>
                  <a:pt x="1020751" y="368779"/>
                </a:lnTo>
                <a:lnTo>
                  <a:pt x="1019877" y="366440"/>
                </a:lnTo>
                <a:lnTo>
                  <a:pt x="1016771" y="363313"/>
                </a:lnTo>
                <a:lnTo>
                  <a:pt x="1004080" y="357046"/>
                </a:lnTo>
                <a:lnTo>
                  <a:pt x="1001547" y="355065"/>
                </a:lnTo>
                <a:lnTo>
                  <a:pt x="999645" y="352447"/>
                </a:lnTo>
                <a:lnTo>
                  <a:pt x="998036" y="347016"/>
                </a:lnTo>
                <a:lnTo>
                  <a:pt x="997420" y="342500"/>
                </a:lnTo>
                <a:lnTo>
                  <a:pt x="998207" y="340682"/>
                </a:lnTo>
                <a:lnTo>
                  <a:pt x="1002592" y="337428"/>
                </a:lnTo>
                <a:lnTo>
                  <a:pt x="1002664" y="334625"/>
                </a:lnTo>
                <a:lnTo>
                  <a:pt x="1001705" y="332775"/>
                </a:lnTo>
                <a:lnTo>
                  <a:pt x="975254" y="314213"/>
                </a:lnTo>
                <a:lnTo>
                  <a:pt x="972896" y="311775"/>
                </a:lnTo>
                <a:lnTo>
                  <a:pt x="968273" y="305690"/>
                </a:lnTo>
                <a:lnTo>
                  <a:pt x="960959" y="298706"/>
                </a:lnTo>
                <a:lnTo>
                  <a:pt x="959050" y="297805"/>
                </a:lnTo>
                <a:lnTo>
                  <a:pt x="955866" y="297211"/>
                </a:lnTo>
                <a:lnTo>
                  <a:pt x="953138" y="297555"/>
                </a:lnTo>
                <a:lnTo>
                  <a:pt x="952039" y="298320"/>
                </a:lnTo>
                <a:close/>
                <a:moveTo>
                  <a:pt x="648241" y="347932"/>
                </a:moveTo>
                <a:lnTo>
                  <a:pt x="642794" y="348762"/>
                </a:lnTo>
                <a:lnTo>
                  <a:pt x="637670" y="350133"/>
                </a:lnTo>
                <a:lnTo>
                  <a:pt x="632905" y="352017"/>
                </a:lnTo>
                <a:lnTo>
                  <a:pt x="628532" y="354385"/>
                </a:lnTo>
                <a:lnTo>
                  <a:pt x="624586" y="357208"/>
                </a:lnTo>
                <a:lnTo>
                  <a:pt x="621101" y="360457"/>
                </a:lnTo>
                <a:lnTo>
                  <a:pt x="618113" y="364105"/>
                </a:lnTo>
                <a:lnTo>
                  <a:pt x="615654" y="368122"/>
                </a:lnTo>
                <a:lnTo>
                  <a:pt x="613761" y="372480"/>
                </a:lnTo>
                <a:lnTo>
                  <a:pt x="612466" y="377150"/>
                </a:lnTo>
                <a:lnTo>
                  <a:pt x="611598" y="381441"/>
                </a:lnTo>
                <a:lnTo>
                  <a:pt x="611598" y="451352"/>
                </a:lnTo>
                <a:lnTo>
                  <a:pt x="613317" y="459657"/>
                </a:lnTo>
                <a:lnTo>
                  <a:pt x="616071" y="466314"/>
                </a:lnTo>
                <a:lnTo>
                  <a:pt x="617931" y="469386"/>
                </a:lnTo>
                <a:lnTo>
                  <a:pt x="622509" y="474888"/>
                </a:lnTo>
                <a:lnTo>
                  <a:pt x="628089" y="479361"/>
                </a:lnTo>
                <a:lnTo>
                  <a:pt x="634500" y="482595"/>
                </a:lnTo>
                <a:lnTo>
                  <a:pt x="642274" y="485017"/>
                </a:lnTo>
                <a:lnTo>
                  <a:pt x="657769" y="485634"/>
                </a:lnTo>
                <a:lnTo>
                  <a:pt x="704356" y="485548"/>
                </a:lnTo>
                <a:lnTo>
                  <a:pt x="710843" y="484724"/>
                </a:lnTo>
                <a:lnTo>
                  <a:pt x="720089" y="481248"/>
                </a:lnTo>
                <a:lnTo>
                  <a:pt x="726366" y="477026"/>
                </a:lnTo>
                <a:lnTo>
                  <a:pt x="731603" y="472064"/>
                </a:lnTo>
                <a:lnTo>
                  <a:pt x="736078" y="465049"/>
                </a:lnTo>
                <a:lnTo>
                  <a:pt x="739418" y="454961"/>
                </a:lnTo>
                <a:lnTo>
                  <a:pt x="740071" y="445910"/>
                </a:lnTo>
                <a:lnTo>
                  <a:pt x="740217" y="435217"/>
                </a:lnTo>
                <a:lnTo>
                  <a:pt x="739848" y="378066"/>
                </a:lnTo>
                <a:lnTo>
                  <a:pt x="735483" y="367532"/>
                </a:lnTo>
                <a:lnTo>
                  <a:pt x="732875" y="363548"/>
                </a:lnTo>
                <a:lnTo>
                  <a:pt x="729578" y="359551"/>
                </a:lnTo>
                <a:lnTo>
                  <a:pt x="723745" y="354700"/>
                </a:lnTo>
                <a:lnTo>
                  <a:pt x="717348" y="351338"/>
                </a:lnTo>
                <a:lnTo>
                  <a:pt x="705616" y="347740"/>
                </a:lnTo>
                <a:lnTo>
                  <a:pt x="648241" y="347932"/>
                </a:lnTo>
                <a:close/>
                <a:moveTo>
                  <a:pt x="701566" y="378066"/>
                </a:moveTo>
                <a:lnTo>
                  <a:pt x="704329" y="379657"/>
                </a:lnTo>
                <a:lnTo>
                  <a:pt x="707757" y="383127"/>
                </a:lnTo>
                <a:lnTo>
                  <a:pt x="709184" y="385781"/>
                </a:lnTo>
                <a:lnTo>
                  <a:pt x="709391" y="388140"/>
                </a:lnTo>
                <a:lnTo>
                  <a:pt x="709722" y="408119"/>
                </a:lnTo>
                <a:lnTo>
                  <a:pt x="709511" y="440696"/>
                </a:lnTo>
                <a:lnTo>
                  <a:pt x="709136" y="447881"/>
                </a:lnTo>
                <a:lnTo>
                  <a:pt x="707395" y="450942"/>
                </a:lnTo>
                <a:lnTo>
                  <a:pt x="703977" y="454775"/>
                </a:lnTo>
                <a:lnTo>
                  <a:pt x="695395" y="457427"/>
                </a:lnTo>
                <a:lnTo>
                  <a:pt x="654027" y="457138"/>
                </a:lnTo>
                <a:lnTo>
                  <a:pt x="646795" y="454155"/>
                </a:lnTo>
                <a:lnTo>
                  <a:pt x="644080" y="451198"/>
                </a:lnTo>
                <a:lnTo>
                  <a:pt x="641105" y="445566"/>
                </a:lnTo>
                <a:lnTo>
                  <a:pt x="641202" y="388529"/>
                </a:lnTo>
                <a:lnTo>
                  <a:pt x="644507" y="382038"/>
                </a:lnTo>
                <a:lnTo>
                  <a:pt x="648056" y="378824"/>
                </a:lnTo>
                <a:lnTo>
                  <a:pt x="649880" y="378018"/>
                </a:lnTo>
                <a:lnTo>
                  <a:pt x="651928" y="377747"/>
                </a:lnTo>
                <a:lnTo>
                  <a:pt x="682908" y="377341"/>
                </a:lnTo>
                <a:lnTo>
                  <a:pt x="701566" y="378066"/>
                </a:lnTo>
                <a:close/>
                <a:moveTo>
                  <a:pt x="29266" y="350825"/>
                </a:moveTo>
                <a:lnTo>
                  <a:pt x="1832" y="351066"/>
                </a:lnTo>
                <a:lnTo>
                  <a:pt x="0" y="353332"/>
                </a:lnTo>
                <a:lnTo>
                  <a:pt x="0" y="376765"/>
                </a:lnTo>
                <a:lnTo>
                  <a:pt x="1832" y="379031"/>
                </a:lnTo>
                <a:lnTo>
                  <a:pt x="69959" y="379272"/>
                </a:lnTo>
                <a:lnTo>
                  <a:pt x="74599" y="381245"/>
                </a:lnTo>
                <a:lnTo>
                  <a:pt x="76550" y="382535"/>
                </a:lnTo>
                <a:lnTo>
                  <a:pt x="80036" y="387131"/>
                </a:lnTo>
                <a:lnTo>
                  <a:pt x="79915" y="397647"/>
                </a:lnTo>
                <a:lnTo>
                  <a:pt x="79312" y="400232"/>
                </a:lnTo>
                <a:lnTo>
                  <a:pt x="76999" y="401055"/>
                </a:lnTo>
                <a:lnTo>
                  <a:pt x="73266" y="401318"/>
                </a:lnTo>
                <a:lnTo>
                  <a:pt x="35341" y="401836"/>
                </a:lnTo>
                <a:lnTo>
                  <a:pt x="34423" y="403197"/>
                </a:lnTo>
                <a:lnTo>
                  <a:pt x="33935" y="406477"/>
                </a:lnTo>
                <a:lnTo>
                  <a:pt x="33875" y="423531"/>
                </a:lnTo>
                <a:lnTo>
                  <a:pt x="34582" y="428925"/>
                </a:lnTo>
                <a:lnTo>
                  <a:pt x="35250" y="430066"/>
                </a:lnTo>
                <a:lnTo>
                  <a:pt x="36072" y="430463"/>
                </a:lnTo>
                <a:lnTo>
                  <a:pt x="78011" y="430861"/>
                </a:lnTo>
                <a:lnTo>
                  <a:pt x="80277" y="432693"/>
                </a:lnTo>
                <a:lnTo>
                  <a:pt x="79550" y="447009"/>
                </a:lnTo>
                <a:lnTo>
                  <a:pt x="78522" y="448922"/>
                </a:lnTo>
                <a:lnTo>
                  <a:pt x="76084" y="451270"/>
                </a:lnTo>
                <a:lnTo>
                  <a:pt x="70634" y="454245"/>
                </a:lnTo>
                <a:lnTo>
                  <a:pt x="2025" y="454727"/>
                </a:lnTo>
                <a:lnTo>
                  <a:pt x="0" y="456559"/>
                </a:lnTo>
                <a:lnTo>
                  <a:pt x="0" y="480907"/>
                </a:lnTo>
                <a:lnTo>
                  <a:pt x="1832" y="483174"/>
                </a:lnTo>
                <a:lnTo>
                  <a:pt x="68296" y="483210"/>
                </a:lnTo>
                <a:lnTo>
                  <a:pt x="77628" y="482610"/>
                </a:lnTo>
                <a:lnTo>
                  <a:pt x="84714" y="481646"/>
                </a:lnTo>
                <a:lnTo>
                  <a:pt x="89438" y="480275"/>
                </a:lnTo>
                <a:lnTo>
                  <a:pt x="95899" y="477539"/>
                </a:lnTo>
                <a:lnTo>
                  <a:pt x="101748" y="472575"/>
                </a:lnTo>
                <a:lnTo>
                  <a:pt x="105541" y="467039"/>
                </a:lnTo>
                <a:lnTo>
                  <a:pt x="107538" y="462347"/>
                </a:lnTo>
                <a:lnTo>
                  <a:pt x="109850" y="454768"/>
                </a:lnTo>
                <a:lnTo>
                  <a:pt x="110438" y="450441"/>
                </a:lnTo>
                <a:lnTo>
                  <a:pt x="111158" y="427596"/>
                </a:lnTo>
                <a:lnTo>
                  <a:pt x="110640" y="387299"/>
                </a:lnTo>
                <a:lnTo>
                  <a:pt x="109783" y="378229"/>
                </a:lnTo>
                <a:lnTo>
                  <a:pt x="106276" y="367275"/>
                </a:lnTo>
                <a:lnTo>
                  <a:pt x="103724" y="363007"/>
                </a:lnTo>
                <a:lnTo>
                  <a:pt x="102112" y="361107"/>
                </a:lnTo>
                <a:lnTo>
                  <a:pt x="98204" y="357766"/>
                </a:lnTo>
                <a:lnTo>
                  <a:pt x="93368" y="355019"/>
                </a:lnTo>
                <a:lnTo>
                  <a:pt x="85591" y="352246"/>
                </a:lnTo>
                <a:lnTo>
                  <a:pt x="79310" y="351252"/>
                </a:lnTo>
                <a:lnTo>
                  <a:pt x="69398" y="350763"/>
                </a:lnTo>
                <a:lnTo>
                  <a:pt x="29266" y="350825"/>
                </a:lnTo>
                <a:close/>
                <a:moveTo>
                  <a:pt x="220002" y="350729"/>
                </a:moveTo>
                <a:lnTo>
                  <a:pt x="216985" y="351231"/>
                </a:lnTo>
                <a:lnTo>
                  <a:pt x="216386" y="351645"/>
                </a:lnTo>
                <a:lnTo>
                  <a:pt x="216129" y="352606"/>
                </a:lnTo>
                <a:lnTo>
                  <a:pt x="215277" y="397979"/>
                </a:lnTo>
                <a:lnTo>
                  <a:pt x="213445" y="400004"/>
                </a:lnTo>
                <a:lnTo>
                  <a:pt x="170408" y="399954"/>
                </a:lnTo>
                <a:lnTo>
                  <a:pt x="155250" y="399522"/>
                </a:lnTo>
                <a:lnTo>
                  <a:pt x="154068" y="397769"/>
                </a:lnTo>
                <a:lnTo>
                  <a:pt x="153500" y="392218"/>
                </a:lnTo>
                <a:lnTo>
                  <a:pt x="153321" y="352320"/>
                </a:lnTo>
                <a:lnTo>
                  <a:pt x="151494" y="351257"/>
                </a:lnTo>
                <a:lnTo>
                  <a:pt x="148964" y="350958"/>
                </a:lnTo>
                <a:lnTo>
                  <a:pt x="124875" y="350825"/>
                </a:lnTo>
                <a:lnTo>
                  <a:pt x="122946" y="352754"/>
                </a:lnTo>
                <a:lnTo>
                  <a:pt x="122946" y="481004"/>
                </a:lnTo>
                <a:lnTo>
                  <a:pt x="124310" y="482292"/>
                </a:lnTo>
                <a:lnTo>
                  <a:pt x="126586" y="483051"/>
                </a:lnTo>
                <a:lnTo>
                  <a:pt x="129417" y="483298"/>
                </a:lnTo>
                <a:lnTo>
                  <a:pt x="151345" y="483174"/>
                </a:lnTo>
                <a:lnTo>
                  <a:pt x="153418" y="481100"/>
                </a:lnTo>
                <a:lnTo>
                  <a:pt x="153396" y="440774"/>
                </a:lnTo>
                <a:lnTo>
                  <a:pt x="154039" y="431263"/>
                </a:lnTo>
                <a:lnTo>
                  <a:pt x="154761" y="429772"/>
                </a:lnTo>
                <a:lnTo>
                  <a:pt x="155718" y="429331"/>
                </a:lnTo>
                <a:lnTo>
                  <a:pt x="166581" y="429019"/>
                </a:lnTo>
                <a:lnTo>
                  <a:pt x="213541" y="428932"/>
                </a:lnTo>
                <a:lnTo>
                  <a:pt x="215518" y="431488"/>
                </a:lnTo>
                <a:lnTo>
                  <a:pt x="215518" y="481052"/>
                </a:lnTo>
                <a:lnTo>
                  <a:pt x="217929" y="483463"/>
                </a:lnTo>
                <a:lnTo>
                  <a:pt x="243434" y="483174"/>
                </a:lnTo>
                <a:lnTo>
                  <a:pt x="245604" y="481004"/>
                </a:lnTo>
                <a:lnTo>
                  <a:pt x="245411" y="353236"/>
                </a:lnTo>
                <a:lnTo>
                  <a:pt x="244117" y="351601"/>
                </a:lnTo>
                <a:lnTo>
                  <a:pt x="241619" y="351170"/>
                </a:lnTo>
                <a:lnTo>
                  <a:pt x="220002" y="350729"/>
                </a:lnTo>
                <a:close/>
                <a:moveTo>
                  <a:pt x="288080" y="351356"/>
                </a:moveTo>
                <a:lnTo>
                  <a:pt x="282940" y="352596"/>
                </a:lnTo>
                <a:lnTo>
                  <a:pt x="275966" y="355208"/>
                </a:lnTo>
                <a:lnTo>
                  <a:pt x="272314" y="357238"/>
                </a:lnTo>
                <a:lnTo>
                  <a:pt x="269012" y="360147"/>
                </a:lnTo>
                <a:lnTo>
                  <a:pt x="266194" y="363561"/>
                </a:lnTo>
                <a:lnTo>
                  <a:pt x="262969" y="369466"/>
                </a:lnTo>
                <a:lnTo>
                  <a:pt x="261552" y="373817"/>
                </a:lnTo>
                <a:lnTo>
                  <a:pt x="259875" y="382116"/>
                </a:lnTo>
                <a:lnTo>
                  <a:pt x="259466" y="400248"/>
                </a:lnTo>
                <a:lnTo>
                  <a:pt x="259634" y="451352"/>
                </a:lnTo>
                <a:lnTo>
                  <a:pt x="261816" y="460716"/>
                </a:lnTo>
                <a:lnTo>
                  <a:pt x="265146" y="468552"/>
                </a:lnTo>
                <a:lnTo>
                  <a:pt x="268274" y="472693"/>
                </a:lnTo>
                <a:lnTo>
                  <a:pt x="274511" y="477535"/>
                </a:lnTo>
                <a:lnTo>
                  <a:pt x="281993" y="480878"/>
                </a:lnTo>
                <a:lnTo>
                  <a:pt x="287663" y="482153"/>
                </a:lnTo>
                <a:lnTo>
                  <a:pt x="296313" y="482840"/>
                </a:lnTo>
                <a:lnTo>
                  <a:pt x="310209" y="483120"/>
                </a:lnTo>
                <a:lnTo>
                  <a:pt x="367489" y="483174"/>
                </a:lnTo>
                <a:lnTo>
                  <a:pt x="369321" y="480907"/>
                </a:lnTo>
                <a:lnTo>
                  <a:pt x="369243" y="459994"/>
                </a:lnTo>
                <a:lnTo>
                  <a:pt x="368984" y="456999"/>
                </a:lnTo>
                <a:lnTo>
                  <a:pt x="367995" y="455140"/>
                </a:lnTo>
                <a:lnTo>
                  <a:pt x="366162" y="454684"/>
                </a:lnTo>
                <a:lnTo>
                  <a:pt x="359752" y="454560"/>
                </a:lnTo>
                <a:lnTo>
                  <a:pt x="299652" y="454245"/>
                </a:lnTo>
                <a:lnTo>
                  <a:pt x="294909" y="451901"/>
                </a:lnTo>
                <a:lnTo>
                  <a:pt x="291577" y="448897"/>
                </a:lnTo>
                <a:lnTo>
                  <a:pt x="289806" y="444491"/>
                </a:lnTo>
                <a:lnTo>
                  <a:pt x="289286" y="438045"/>
                </a:lnTo>
                <a:lnTo>
                  <a:pt x="289546" y="433175"/>
                </a:lnTo>
                <a:lnTo>
                  <a:pt x="291311" y="431102"/>
                </a:lnTo>
                <a:lnTo>
                  <a:pt x="367441" y="430234"/>
                </a:lnTo>
                <a:lnTo>
                  <a:pt x="368570" y="428989"/>
                </a:lnTo>
                <a:lnTo>
                  <a:pt x="368996" y="427136"/>
                </a:lnTo>
                <a:lnTo>
                  <a:pt x="369321" y="415722"/>
                </a:lnTo>
                <a:lnTo>
                  <a:pt x="369321" y="403957"/>
                </a:lnTo>
                <a:lnTo>
                  <a:pt x="367489" y="401691"/>
                </a:lnTo>
                <a:lnTo>
                  <a:pt x="291229" y="400849"/>
                </a:lnTo>
                <a:lnTo>
                  <a:pt x="290254" y="400571"/>
                </a:lnTo>
                <a:lnTo>
                  <a:pt x="289750" y="399928"/>
                </a:lnTo>
                <a:lnTo>
                  <a:pt x="289299" y="396122"/>
                </a:lnTo>
                <a:lnTo>
                  <a:pt x="289792" y="388945"/>
                </a:lnTo>
                <a:lnTo>
                  <a:pt x="292207" y="383837"/>
                </a:lnTo>
                <a:lnTo>
                  <a:pt x="293649" y="382159"/>
                </a:lnTo>
                <a:lnTo>
                  <a:pt x="294911" y="381390"/>
                </a:lnTo>
                <a:lnTo>
                  <a:pt x="300809" y="379272"/>
                </a:lnTo>
                <a:lnTo>
                  <a:pt x="366766" y="379272"/>
                </a:lnTo>
                <a:lnTo>
                  <a:pt x="369321" y="377295"/>
                </a:lnTo>
                <a:lnTo>
                  <a:pt x="369321" y="352320"/>
                </a:lnTo>
                <a:lnTo>
                  <a:pt x="367052" y="351258"/>
                </a:lnTo>
                <a:lnTo>
                  <a:pt x="357110" y="350913"/>
                </a:lnTo>
                <a:lnTo>
                  <a:pt x="288080" y="351356"/>
                </a:lnTo>
                <a:close/>
                <a:moveTo>
                  <a:pt x="385570" y="351693"/>
                </a:moveTo>
                <a:lnTo>
                  <a:pt x="384750" y="352609"/>
                </a:lnTo>
                <a:lnTo>
                  <a:pt x="384750" y="481052"/>
                </a:lnTo>
                <a:lnTo>
                  <a:pt x="387113" y="483415"/>
                </a:lnTo>
                <a:lnTo>
                  <a:pt x="405133" y="483375"/>
                </a:lnTo>
                <a:lnTo>
                  <a:pt x="411932" y="482863"/>
                </a:lnTo>
                <a:lnTo>
                  <a:pt x="413524" y="482261"/>
                </a:lnTo>
                <a:lnTo>
                  <a:pt x="414546" y="481341"/>
                </a:lnTo>
                <a:lnTo>
                  <a:pt x="414914" y="479524"/>
                </a:lnTo>
                <a:lnTo>
                  <a:pt x="415274" y="440977"/>
                </a:lnTo>
                <a:lnTo>
                  <a:pt x="415684" y="437163"/>
                </a:lnTo>
                <a:lnTo>
                  <a:pt x="416478" y="435448"/>
                </a:lnTo>
                <a:lnTo>
                  <a:pt x="417777" y="434718"/>
                </a:lnTo>
                <a:lnTo>
                  <a:pt x="420759" y="434518"/>
                </a:lnTo>
                <a:lnTo>
                  <a:pt x="458465" y="434238"/>
                </a:lnTo>
                <a:lnTo>
                  <a:pt x="470297" y="433622"/>
                </a:lnTo>
                <a:lnTo>
                  <a:pt x="480890" y="431101"/>
                </a:lnTo>
                <a:lnTo>
                  <a:pt x="484985" y="429315"/>
                </a:lnTo>
                <a:lnTo>
                  <a:pt x="488622" y="427110"/>
                </a:lnTo>
                <a:lnTo>
                  <a:pt x="493172" y="423052"/>
                </a:lnTo>
                <a:lnTo>
                  <a:pt x="496061" y="419100"/>
                </a:lnTo>
                <a:lnTo>
                  <a:pt x="497645" y="415473"/>
                </a:lnTo>
                <a:lnTo>
                  <a:pt x="500079" y="406995"/>
                </a:lnTo>
                <a:lnTo>
                  <a:pt x="500356" y="383525"/>
                </a:lnTo>
                <a:lnTo>
                  <a:pt x="499903" y="377809"/>
                </a:lnTo>
                <a:lnTo>
                  <a:pt x="497071" y="367867"/>
                </a:lnTo>
                <a:lnTo>
                  <a:pt x="495068" y="364149"/>
                </a:lnTo>
                <a:lnTo>
                  <a:pt x="492400" y="360727"/>
                </a:lnTo>
                <a:lnTo>
                  <a:pt x="489259" y="357809"/>
                </a:lnTo>
                <a:lnTo>
                  <a:pt x="485832" y="355601"/>
                </a:lnTo>
                <a:lnTo>
                  <a:pt x="476739" y="352010"/>
                </a:lnTo>
                <a:lnTo>
                  <a:pt x="469366" y="351115"/>
                </a:lnTo>
                <a:lnTo>
                  <a:pt x="451214" y="350844"/>
                </a:lnTo>
                <a:lnTo>
                  <a:pt x="386341" y="350825"/>
                </a:lnTo>
                <a:lnTo>
                  <a:pt x="385570" y="351693"/>
                </a:lnTo>
                <a:close/>
                <a:moveTo>
                  <a:pt x="460205" y="379802"/>
                </a:moveTo>
                <a:lnTo>
                  <a:pt x="464999" y="381664"/>
                </a:lnTo>
                <a:lnTo>
                  <a:pt x="467202" y="383280"/>
                </a:lnTo>
                <a:lnTo>
                  <a:pt x="468717" y="385294"/>
                </a:lnTo>
                <a:lnTo>
                  <a:pt x="469896" y="389252"/>
                </a:lnTo>
                <a:lnTo>
                  <a:pt x="469987" y="393604"/>
                </a:lnTo>
                <a:lnTo>
                  <a:pt x="469192" y="398375"/>
                </a:lnTo>
                <a:lnTo>
                  <a:pt x="467471" y="400921"/>
                </a:lnTo>
                <a:lnTo>
                  <a:pt x="463881" y="403716"/>
                </a:lnTo>
                <a:lnTo>
                  <a:pt x="461952" y="404392"/>
                </a:lnTo>
                <a:lnTo>
                  <a:pt x="455480" y="404687"/>
                </a:lnTo>
                <a:lnTo>
                  <a:pt x="417102" y="404825"/>
                </a:lnTo>
                <a:lnTo>
                  <a:pt x="415125" y="402270"/>
                </a:lnTo>
                <a:lnTo>
                  <a:pt x="415423" y="384060"/>
                </a:lnTo>
                <a:lnTo>
                  <a:pt x="416242" y="380953"/>
                </a:lnTo>
                <a:lnTo>
                  <a:pt x="417825" y="379513"/>
                </a:lnTo>
                <a:lnTo>
                  <a:pt x="438581" y="379133"/>
                </a:lnTo>
                <a:lnTo>
                  <a:pt x="460205" y="379802"/>
                </a:lnTo>
                <a:close/>
                <a:moveTo>
                  <a:pt x="539759" y="351549"/>
                </a:moveTo>
                <a:lnTo>
                  <a:pt x="535238" y="352710"/>
                </a:lnTo>
                <a:lnTo>
                  <a:pt x="528752" y="355089"/>
                </a:lnTo>
                <a:lnTo>
                  <a:pt x="525446" y="357075"/>
                </a:lnTo>
                <a:lnTo>
                  <a:pt x="522155" y="359847"/>
                </a:lnTo>
                <a:lnTo>
                  <a:pt x="519205" y="363088"/>
                </a:lnTo>
                <a:lnTo>
                  <a:pt x="516923" y="366480"/>
                </a:lnTo>
                <a:lnTo>
                  <a:pt x="513245" y="375866"/>
                </a:lnTo>
                <a:lnTo>
                  <a:pt x="512385" y="385775"/>
                </a:lnTo>
                <a:lnTo>
                  <a:pt x="512132" y="398793"/>
                </a:lnTo>
                <a:lnTo>
                  <a:pt x="512036" y="481052"/>
                </a:lnTo>
                <a:lnTo>
                  <a:pt x="514398" y="483415"/>
                </a:lnTo>
                <a:lnTo>
                  <a:pt x="536458" y="483183"/>
                </a:lnTo>
                <a:lnTo>
                  <a:pt x="539941" y="482493"/>
                </a:lnTo>
                <a:lnTo>
                  <a:pt x="541398" y="481100"/>
                </a:lnTo>
                <a:lnTo>
                  <a:pt x="541808" y="469758"/>
                </a:lnTo>
                <a:lnTo>
                  <a:pt x="542206" y="394254"/>
                </a:lnTo>
                <a:lnTo>
                  <a:pt x="542689" y="388623"/>
                </a:lnTo>
                <a:lnTo>
                  <a:pt x="544469" y="383984"/>
                </a:lnTo>
                <a:lnTo>
                  <a:pt x="547719" y="381549"/>
                </a:lnTo>
                <a:lnTo>
                  <a:pt x="553523" y="379583"/>
                </a:lnTo>
                <a:lnTo>
                  <a:pt x="563369" y="379151"/>
                </a:lnTo>
                <a:lnTo>
                  <a:pt x="599400" y="379031"/>
                </a:lnTo>
                <a:lnTo>
                  <a:pt x="601232" y="376765"/>
                </a:lnTo>
                <a:lnTo>
                  <a:pt x="601100" y="354972"/>
                </a:lnTo>
                <a:lnTo>
                  <a:pt x="600800" y="352629"/>
                </a:lnTo>
                <a:lnTo>
                  <a:pt x="599738" y="350825"/>
                </a:lnTo>
                <a:lnTo>
                  <a:pt x="551864" y="350993"/>
                </a:lnTo>
                <a:lnTo>
                  <a:pt x="539759" y="351549"/>
                </a:lnTo>
                <a:close/>
                <a:moveTo>
                  <a:pt x="839170" y="362927"/>
                </a:moveTo>
                <a:lnTo>
                  <a:pt x="835115" y="365348"/>
                </a:lnTo>
                <a:lnTo>
                  <a:pt x="831061" y="366908"/>
                </a:lnTo>
                <a:lnTo>
                  <a:pt x="828117" y="368773"/>
                </a:lnTo>
                <a:lnTo>
                  <a:pt x="819589" y="376421"/>
                </a:lnTo>
                <a:lnTo>
                  <a:pt x="815303" y="379343"/>
                </a:lnTo>
                <a:lnTo>
                  <a:pt x="813750" y="381414"/>
                </a:lnTo>
                <a:lnTo>
                  <a:pt x="813375" y="383129"/>
                </a:lnTo>
                <a:lnTo>
                  <a:pt x="813753" y="383978"/>
                </a:lnTo>
                <a:lnTo>
                  <a:pt x="820208" y="390960"/>
                </a:lnTo>
                <a:lnTo>
                  <a:pt x="821405" y="393464"/>
                </a:lnTo>
                <a:lnTo>
                  <a:pt x="820330" y="400956"/>
                </a:lnTo>
                <a:lnTo>
                  <a:pt x="819785" y="411825"/>
                </a:lnTo>
                <a:lnTo>
                  <a:pt x="819268" y="413748"/>
                </a:lnTo>
                <a:lnTo>
                  <a:pt x="817804" y="416027"/>
                </a:lnTo>
                <a:lnTo>
                  <a:pt x="814966" y="418904"/>
                </a:lnTo>
                <a:lnTo>
                  <a:pt x="807782" y="417313"/>
                </a:lnTo>
                <a:lnTo>
                  <a:pt x="802004" y="419345"/>
                </a:lnTo>
                <a:lnTo>
                  <a:pt x="799652" y="419633"/>
                </a:lnTo>
                <a:lnTo>
                  <a:pt x="791978" y="417535"/>
                </a:lnTo>
                <a:lnTo>
                  <a:pt x="789040" y="417361"/>
                </a:lnTo>
                <a:lnTo>
                  <a:pt x="787779" y="417699"/>
                </a:lnTo>
                <a:lnTo>
                  <a:pt x="785332" y="419354"/>
                </a:lnTo>
                <a:lnTo>
                  <a:pt x="779499" y="426316"/>
                </a:lnTo>
                <a:lnTo>
                  <a:pt x="775133" y="430466"/>
                </a:lnTo>
                <a:lnTo>
                  <a:pt x="770638" y="433231"/>
                </a:lnTo>
                <a:lnTo>
                  <a:pt x="767839" y="434120"/>
                </a:lnTo>
                <a:lnTo>
                  <a:pt x="765343" y="434382"/>
                </a:lnTo>
                <a:lnTo>
                  <a:pt x="762521" y="436268"/>
                </a:lnTo>
                <a:lnTo>
                  <a:pt x="761515" y="438360"/>
                </a:lnTo>
                <a:lnTo>
                  <a:pt x="761381" y="440772"/>
                </a:lnTo>
                <a:lnTo>
                  <a:pt x="762268" y="443204"/>
                </a:lnTo>
                <a:lnTo>
                  <a:pt x="763763" y="444852"/>
                </a:lnTo>
                <a:lnTo>
                  <a:pt x="765680" y="445983"/>
                </a:lnTo>
                <a:lnTo>
                  <a:pt x="767721" y="446523"/>
                </a:lnTo>
                <a:lnTo>
                  <a:pt x="770370" y="446053"/>
                </a:lnTo>
                <a:lnTo>
                  <a:pt x="772289" y="444498"/>
                </a:lnTo>
                <a:lnTo>
                  <a:pt x="783475" y="437792"/>
                </a:lnTo>
                <a:lnTo>
                  <a:pt x="790022" y="430165"/>
                </a:lnTo>
                <a:lnTo>
                  <a:pt x="792106" y="428559"/>
                </a:lnTo>
                <a:lnTo>
                  <a:pt x="793594" y="428507"/>
                </a:lnTo>
                <a:lnTo>
                  <a:pt x="798994" y="430561"/>
                </a:lnTo>
                <a:lnTo>
                  <a:pt x="801888" y="431048"/>
                </a:lnTo>
                <a:lnTo>
                  <a:pt x="804288" y="430585"/>
                </a:lnTo>
                <a:lnTo>
                  <a:pt x="807204" y="428450"/>
                </a:lnTo>
                <a:lnTo>
                  <a:pt x="815663" y="428866"/>
                </a:lnTo>
                <a:lnTo>
                  <a:pt x="818298" y="428629"/>
                </a:lnTo>
                <a:lnTo>
                  <a:pt x="821476" y="427279"/>
                </a:lnTo>
                <a:lnTo>
                  <a:pt x="831356" y="419073"/>
                </a:lnTo>
                <a:lnTo>
                  <a:pt x="832088" y="417543"/>
                </a:lnTo>
                <a:lnTo>
                  <a:pt x="832102" y="416340"/>
                </a:lnTo>
                <a:lnTo>
                  <a:pt x="830086" y="410888"/>
                </a:lnTo>
                <a:lnTo>
                  <a:pt x="829734" y="404914"/>
                </a:lnTo>
                <a:lnTo>
                  <a:pt x="830676" y="400422"/>
                </a:lnTo>
                <a:lnTo>
                  <a:pt x="833006" y="394452"/>
                </a:lnTo>
                <a:lnTo>
                  <a:pt x="833288" y="392043"/>
                </a:lnTo>
                <a:lnTo>
                  <a:pt x="832319" y="388865"/>
                </a:lnTo>
                <a:lnTo>
                  <a:pt x="829533" y="385128"/>
                </a:lnTo>
                <a:lnTo>
                  <a:pt x="828804" y="383225"/>
                </a:lnTo>
                <a:lnTo>
                  <a:pt x="829866" y="381039"/>
                </a:lnTo>
                <a:lnTo>
                  <a:pt x="832667" y="378386"/>
                </a:lnTo>
                <a:lnTo>
                  <a:pt x="841796" y="372915"/>
                </a:lnTo>
                <a:lnTo>
                  <a:pt x="843331" y="371310"/>
                </a:lnTo>
                <a:lnTo>
                  <a:pt x="844290" y="366830"/>
                </a:lnTo>
                <a:lnTo>
                  <a:pt x="844088" y="363843"/>
                </a:lnTo>
                <a:lnTo>
                  <a:pt x="842008" y="362535"/>
                </a:lnTo>
                <a:lnTo>
                  <a:pt x="839170" y="362927"/>
                </a:lnTo>
                <a:close/>
                <a:moveTo>
                  <a:pt x="639948" y="508438"/>
                </a:moveTo>
                <a:lnTo>
                  <a:pt x="620566" y="508727"/>
                </a:lnTo>
                <a:lnTo>
                  <a:pt x="618348" y="510945"/>
                </a:lnTo>
                <a:lnTo>
                  <a:pt x="618244" y="630942"/>
                </a:lnTo>
                <a:lnTo>
                  <a:pt x="618348" y="638520"/>
                </a:lnTo>
                <a:lnTo>
                  <a:pt x="618916" y="639726"/>
                </a:lnTo>
                <a:lnTo>
                  <a:pt x="621362" y="640762"/>
                </a:lnTo>
                <a:lnTo>
                  <a:pt x="624770" y="641059"/>
                </a:lnTo>
                <a:lnTo>
                  <a:pt x="645830" y="641027"/>
                </a:lnTo>
                <a:lnTo>
                  <a:pt x="648000" y="639002"/>
                </a:lnTo>
                <a:lnTo>
                  <a:pt x="648121" y="552433"/>
                </a:lnTo>
                <a:lnTo>
                  <a:pt x="648327" y="542340"/>
                </a:lnTo>
                <a:lnTo>
                  <a:pt x="648905" y="539545"/>
                </a:lnTo>
                <a:lnTo>
                  <a:pt x="650266" y="538427"/>
                </a:lnTo>
                <a:lnTo>
                  <a:pt x="656561" y="538124"/>
                </a:lnTo>
                <a:lnTo>
                  <a:pt x="701134" y="537933"/>
                </a:lnTo>
                <a:lnTo>
                  <a:pt x="708144" y="538447"/>
                </a:lnTo>
                <a:lnTo>
                  <a:pt x="708991" y="539960"/>
                </a:lnTo>
                <a:lnTo>
                  <a:pt x="709266" y="541867"/>
                </a:lnTo>
                <a:lnTo>
                  <a:pt x="709665" y="556123"/>
                </a:lnTo>
                <a:lnTo>
                  <a:pt x="710100" y="639436"/>
                </a:lnTo>
                <a:lnTo>
                  <a:pt x="711443" y="640428"/>
                </a:lnTo>
                <a:lnTo>
                  <a:pt x="714856" y="640915"/>
                </a:lnTo>
                <a:lnTo>
                  <a:pt x="738498" y="641075"/>
                </a:lnTo>
                <a:lnTo>
                  <a:pt x="740137" y="639243"/>
                </a:lnTo>
                <a:lnTo>
                  <a:pt x="740208" y="537616"/>
                </a:lnTo>
                <a:lnTo>
                  <a:pt x="740053" y="514161"/>
                </a:lnTo>
                <a:lnTo>
                  <a:pt x="739698" y="510089"/>
                </a:lnTo>
                <a:lnTo>
                  <a:pt x="737196" y="508854"/>
                </a:lnTo>
                <a:lnTo>
                  <a:pt x="733145" y="508503"/>
                </a:lnTo>
                <a:lnTo>
                  <a:pt x="639948" y="508438"/>
                </a:lnTo>
                <a:close/>
                <a:moveTo>
                  <a:pt x="155732" y="509691"/>
                </a:moveTo>
                <a:lnTo>
                  <a:pt x="146635" y="511681"/>
                </a:lnTo>
                <a:lnTo>
                  <a:pt x="142742" y="513060"/>
                </a:lnTo>
                <a:lnTo>
                  <a:pt x="136175" y="516646"/>
                </a:lnTo>
                <a:lnTo>
                  <a:pt x="133463" y="518880"/>
                </a:lnTo>
                <a:lnTo>
                  <a:pt x="131106" y="521425"/>
                </a:lnTo>
                <a:lnTo>
                  <a:pt x="127386" y="527497"/>
                </a:lnTo>
                <a:lnTo>
                  <a:pt x="124169" y="537449"/>
                </a:lnTo>
                <a:lnTo>
                  <a:pt x="123576" y="543611"/>
                </a:lnTo>
                <a:lnTo>
                  <a:pt x="123278" y="563284"/>
                </a:lnTo>
                <a:lnTo>
                  <a:pt x="123183" y="629608"/>
                </a:lnTo>
                <a:lnTo>
                  <a:pt x="123477" y="640207"/>
                </a:lnTo>
                <a:lnTo>
                  <a:pt x="124111" y="641162"/>
                </a:lnTo>
                <a:lnTo>
                  <a:pt x="125411" y="641755"/>
                </a:lnTo>
                <a:lnTo>
                  <a:pt x="132307" y="642127"/>
                </a:lnTo>
                <a:lnTo>
                  <a:pt x="151538" y="641799"/>
                </a:lnTo>
                <a:lnTo>
                  <a:pt x="153321" y="639388"/>
                </a:lnTo>
                <a:lnTo>
                  <a:pt x="153843" y="550730"/>
                </a:lnTo>
                <a:lnTo>
                  <a:pt x="154141" y="546238"/>
                </a:lnTo>
                <a:lnTo>
                  <a:pt x="156371" y="542652"/>
                </a:lnTo>
                <a:lnTo>
                  <a:pt x="158963" y="540115"/>
                </a:lnTo>
                <a:lnTo>
                  <a:pt x="163467" y="539187"/>
                </a:lnTo>
                <a:lnTo>
                  <a:pt x="175426" y="538517"/>
                </a:lnTo>
                <a:lnTo>
                  <a:pt x="210066" y="538133"/>
                </a:lnTo>
                <a:lnTo>
                  <a:pt x="211422" y="537434"/>
                </a:lnTo>
                <a:lnTo>
                  <a:pt x="212052" y="536087"/>
                </a:lnTo>
                <a:lnTo>
                  <a:pt x="212584" y="529474"/>
                </a:lnTo>
                <a:lnTo>
                  <a:pt x="212625" y="511475"/>
                </a:lnTo>
                <a:lnTo>
                  <a:pt x="210793" y="509209"/>
                </a:lnTo>
                <a:lnTo>
                  <a:pt x="167705" y="509202"/>
                </a:lnTo>
                <a:lnTo>
                  <a:pt x="155732" y="509691"/>
                </a:lnTo>
                <a:close/>
                <a:moveTo>
                  <a:pt x="228680" y="509547"/>
                </a:moveTo>
                <a:lnTo>
                  <a:pt x="227330" y="510849"/>
                </a:lnTo>
                <a:lnTo>
                  <a:pt x="227120" y="519604"/>
                </a:lnTo>
                <a:lnTo>
                  <a:pt x="227798" y="637460"/>
                </a:lnTo>
                <a:lnTo>
                  <a:pt x="228968" y="640558"/>
                </a:lnTo>
                <a:lnTo>
                  <a:pt x="229645" y="641268"/>
                </a:lnTo>
                <a:lnTo>
                  <a:pt x="231035" y="641681"/>
                </a:lnTo>
                <a:lnTo>
                  <a:pt x="255783" y="642059"/>
                </a:lnTo>
                <a:lnTo>
                  <a:pt x="257469" y="640450"/>
                </a:lnTo>
                <a:lnTo>
                  <a:pt x="257852" y="637922"/>
                </a:lnTo>
                <a:lnTo>
                  <a:pt x="258070" y="600426"/>
                </a:lnTo>
                <a:lnTo>
                  <a:pt x="258363" y="596539"/>
                </a:lnTo>
                <a:lnTo>
                  <a:pt x="258923" y="594721"/>
                </a:lnTo>
                <a:lnTo>
                  <a:pt x="259827" y="594018"/>
                </a:lnTo>
                <a:lnTo>
                  <a:pt x="261308" y="593903"/>
                </a:lnTo>
                <a:lnTo>
                  <a:pt x="302407" y="593305"/>
                </a:lnTo>
                <a:lnTo>
                  <a:pt x="312282" y="592731"/>
                </a:lnTo>
                <a:lnTo>
                  <a:pt x="316825" y="591987"/>
                </a:lnTo>
                <a:lnTo>
                  <a:pt x="324011" y="590005"/>
                </a:lnTo>
                <a:lnTo>
                  <a:pt x="328758" y="587937"/>
                </a:lnTo>
                <a:lnTo>
                  <a:pt x="332781" y="585291"/>
                </a:lnTo>
                <a:lnTo>
                  <a:pt x="336139" y="582021"/>
                </a:lnTo>
                <a:lnTo>
                  <a:pt x="338890" y="578079"/>
                </a:lnTo>
                <a:lnTo>
                  <a:pt x="341349" y="572744"/>
                </a:lnTo>
                <a:lnTo>
                  <a:pt x="342169" y="569511"/>
                </a:lnTo>
                <a:lnTo>
                  <a:pt x="342755" y="558710"/>
                </a:lnTo>
                <a:lnTo>
                  <a:pt x="342562" y="532352"/>
                </a:lnTo>
                <a:lnTo>
                  <a:pt x="339042" y="524680"/>
                </a:lnTo>
                <a:lnTo>
                  <a:pt x="337306" y="522060"/>
                </a:lnTo>
                <a:lnTo>
                  <a:pt x="332979" y="517523"/>
                </a:lnTo>
                <a:lnTo>
                  <a:pt x="327534" y="513937"/>
                </a:lnTo>
                <a:lnTo>
                  <a:pt x="324400" y="512506"/>
                </a:lnTo>
                <a:lnTo>
                  <a:pt x="317327" y="510381"/>
                </a:lnTo>
                <a:lnTo>
                  <a:pt x="309625" y="509466"/>
                </a:lnTo>
                <a:lnTo>
                  <a:pt x="292799" y="509144"/>
                </a:lnTo>
                <a:lnTo>
                  <a:pt x="246602" y="509062"/>
                </a:lnTo>
                <a:lnTo>
                  <a:pt x="228680" y="509547"/>
                </a:lnTo>
                <a:close/>
                <a:moveTo>
                  <a:pt x="302593" y="538620"/>
                </a:moveTo>
                <a:lnTo>
                  <a:pt x="306383" y="539715"/>
                </a:lnTo>
                <a:lnTo>
                  <a:pt x="309012" y="541026"/>
                </a:lnTo>
                <a:lnTo>
                  <a:pt x="310776" y="542717"/>
                </a:lnTo>
                <a:lnTo>
                  <a:pt x="312429" y="545466"/>
                </a:lnTo>
                <a:lnTo>
                  <a:pt x="312429" y="557038"/>
                </a:lnTo>
                <a:lnTo>
                  <a:pt x="309879" y="560238"/>
                </a:lnTo>
                <a:lnTo>
                  <a:pt x="305534" y="563209"/>
                </a:lnTo>
                <a:lnTo>
                  <a:pt x="259971" y="563499"/>
                </a:lnTo>
                <a:lnTo>
                  <a:pt x="257946" y="560895"/>
                </a:lnTo>
                <a:lnTo>
                  <a:pt x="258149" y="542498"/>
                </a:lnTo>
                <a:lnTo>
                  <a:pt x="258764" y="539671"/>
                </a:lnTo>
                <a:lnTo>
                  <a:pt x="260020" y="538524"/>
                </a:lnTo>
                <a:lnTo>
                  <a:pt x="288388" y="537918"/>
                </a:lnTo>
                <a:lnTo>
                  <a:pt x="298124" y="538084"/>
                </a:lnTo>
                <a:lnTo>
                  <a:pt x="302593" y="538620"/>
                </a:lnTo>
                <a:close/>
                <a:moveTo>
                  <a:pt x="482095" y="509884"/>
                </a:moveTo>
                <a:lnTo>
                  <a:pt x="480938" y="510800"/>
                </a:lnTo>
                <a:lnTo>
                  <a:pt x="480821" y="619139"/>
                </a:lnTo>
                <a:lnTo>
                  <a:pt x="481004" y="633572"/>
                </a:lnTo>
                <a:lnTo>
                  <a:pt x="481869" y="641074"/>
                </a:lnTo>
                <a:lnTo>
                  <a:pt x="483011" y="641750"/>
                </a:lnTo>
                <a:lnTo>
                  <a:pt x="484990" y="641892"/>
                </a:lnTo>
                <a:lnTo>
                  <a:pt x="504984" y="642104"/>
                </a:lnTo>
                <a:lnTo>
                  <a:pt x="507993" y="641560"/>
                </a:lnTo>
                <a:lnTo>
                  <a:pt x="510348" y="639725"/>
                </a:lnTo>
                <a:lnTo>
                  <a:pt x="510598" y="550531"/>
                </a:lnTo>
                <a:lnTo>
                  <a:pt x="510782" y="540404"/>
                </a:lnTo>
                <a:lnTo>
                  <a:pt x="511439" y="539180"/>
                </a:lnTo>
                <a:lnTo>
                  <a:pt x="515296" y="538210"/>
                </a:lnTo>
                <a:lnTo>
                  <a:pt x="521885" y="537964"/>
                </a:lnTo>
                <a:lnTo>
                  <a:pt x="568929" y="537897"/>
                </a:lnTo>
                <a:lnTo>
                  <a:pt x="571918" y="540597"/>
                </a:lnTo>
                <a:lnTo>
                  <a:pt x="571967" y="613497"/>
                </a:lnTo>
                <a:lnTo>
                  <a:pt x="572400" y="639291"/>
                </a:lnTo>
                <a:lnTo>
                  <a:pt x="575920" y="642040"/>
                </a:lnTo>
                <a:lnTo>
                  <a:pt x="593214" y="641993"/>
                </a:lnTo>
                <a:lnTo>
                  <a:pt x="600158" y="641582"/>
                </a:lnTo>
                <a:lnTo>
                  <a:pt x="602196" y="638954"/>
                </a:lnTo>
                <a:lnTo>
                  <a:pt x="602196" y="511331"/>
                </a:lnTo>
                <a:lnTo>
                  <a:pt x="599834" y="508968"/>
                </a:lnTo>
                <a:lnTo>
                  <a:pt x="483204" y="508968"/>
                </a:lnTo>
                <a:lnTo>
                  <a:pt x="482095" y="509884"/>
                </a:lnTo>
                <a:close/>
                <a:moveTo>
                  <a:pt x="355146" y="511041"/>
                </a:moveTo>
                <a:lnTo>
                  <a:pt x="353816" y="513279"/>
                </a:lnTo>
                <a:lnTo>
                  <a:pt x="353572" y="515731"/>
                </a:lnTo>
                <a:lnTo>
                  <a:pt x="353666" y="556733"/>
                </a:lnTo>
                <a:lnTo>
                  <a:pt x="354098" y="568663"/>
                </a:lnTo>
                <a:lnTo>
                  <a:pt x="355388" y="574098"/>
                </a:lnTo>
                <a:lnTo>
                  <a:pt x="358254" y="578951"/>
                </a:lnTo>
                <a:lnTo>
                  <a:pt x="361049" y="582386"/>
                </a:lnTo>
                <a:lnTo>
                  <a:pt x="364319" y="585340"/>
                </a:lnTo>
                <a:lnTo>
                  <a:pt x="370164" y="588908"/>
                </a:lnTo>
                <a:lnTo>
                  <a:pt x="380461" y="592435"/>
                </a:lnTo>
                <a:lnTo>
                  <a:pt x="391393" y="593346"/>
                </a:lnTo>
                <a:lnTo>
                  <a:pt x="434700" y="594066"/>
                </a:lnTo>
                <a:lnTo>
                  <a:pt x="436641" y="594776"/>
                </a:lnTo>
                <a:lnTo>
                  <a:pt x="437388" y="595778"/>
                </a:lnTo>
                <a:lnTo>
                  <a:pt x="437962" y="600008"/>
                </a:lnTo>
                <a:lnTo>
                  <a:pt x="438027" y="607084"/>
                </a:lnTo>
                <a:lnTo>
                  <a:pt x="433988" y="611699"/>
                </a:lnTo>
                <a:lnTo>
                  <a:pt x="430777" y="613086"/>
                </a:lnTo>
                <a:lnTo>
                  <a:pt x="419506" y="613958"/>
                </a:lnTo>
                <a:lnTo>
                  <a:pt x="370714" y="614208"/>
                </a:lnTo>
                <a:lnTo>
                  <a:pt x="361952" y="614474"/>
                </a:lnTo>
                <a:lnTo>
                  <a:pt x="360729" y="614857"/>
                </a:lnTo>
                <a:lnTo>
                  <a:pt x="359773" y="615848"/>
                </a:lnTo>
                <a:lnTo>
                  <a:pt x="359172" y="617709"/>
                </a:lnTo>
                <a:lnTo>
                  <a:pt x="358768" y="623052"/>
                </a:lnTo>
                <a:lnTo>
                  <a:pt x="358944" y="638745"/>
                </a:lnTo>
                <a:lnTo>
                  <a:pt x="359360" y="641086"/>
                </a:lnTo>
                <a:lnTo>
                  <a:pt x="360091" y="642334"/>
                </a:lnTo>
                <a:lnTo>
                  <a:pt x="361871" y="643064"/>
                </a:lnTo>
                <a:lnTo>
                  <a:pt x="371527" y="643365"/>
                </a:lnTo>
                <a:lnTo>
                  <a:pt x="437545" y="643486"/>
                </a:lnTo>
                <a:lnTo>
                  <a:pt x="450984" y="639346"/>
                </a:lnTo>
                <a:lnTo>
                  <a:pt x="456503" y="636181"/>
                </a:lnTo>
                <a:lnTo>
                  <a:pt x="459773" y="633307"/>
                </a:lnTo>
                <a:lnTo>
                  <a:pt x="463586" y="628534"/>
                </a:lnTo>
                <a:lnTo>
                  <a:pt x="465998" y="623344"/>
                </a:lnTo>
                <a:lnTo>
                  <a:pt x="467293" y="617740"/>
                </a:lnTo>
                <a:lnTo>
                  <a:pt x="467373" y="529513"/>
                </a:lnTo>
                <a:lnTo>
                  <a:pt x="467160" y="517677"/>
                </a:lnTo>
                <a:lnTo>
                  <a:pt x="466215" y="511313"/>
                </a:lnTo>
                <a:lnTo>
                  <a:pt x="463933" y="510268"/>
                </a:lnTo>
                <a:lnTo>
                  <a:pt x="452467" y="509920"/>
                </a:lnTo>
                <a:lnTo>
                  <a:pt x="441093" y="510268"/>
                </a:lnTo>
                <a:lnTo>
                  <a:pt x="440100" y="510463"/>
                </a:lnTo>
                <a:lnTo>
                  <a:pt x="439008" y="511355"/>
                </a:lnTo>
                <a:lnTo>
                  <a:pt x="438123" y="515182"/>
                </a:lnTo>
                <a:lnTo>
                  <a:pt x="437900" y="521123"/>
                </a:lnTo>
                <a:lnTo>
                  <a:pt x="437930" y="562004"/>
                </a:lnTo>
                <a:lnTo>
                  <a:pt x="436590" y="563417"/>
                </a:lnTo>
                <a:lnTo>
                  <a:pt x="433972" y="564310"/>
                </a:lnTo>
                <a:lnTo>
                  <a:pt x="430304" y="564617"/>
                </a:lnTo>
                <a:lnTo>
                  <a:pt x="397334" y="564945"/>
                </a:lnTo>
                <a:lnTo>
                  <a:pt x="390167" y="563186"/>
                </a:lnTo>
                <a:lnTo>
                  <a:pt x="387317" y="561986"/>
                </a:lnTo>
                <a:lnTo>
                  <a:pt x="385176" y="559408"/>
                </a:lnTo>
                <a:lnTo>
                  <a:pt x="383423" y="555038"/>
                </a:lnTo>
                <a:lnTo>
                  <a:pt x="382988" y="550994"/>
                </a:lnTo>
                <a:lnTo>
                  <a:pt x="384310" y="543164"/>
                </a:lnTo>
                <a:lnTo>
                  <a:pt x="384594" y="522332"/>
                </a:lnTo>
                <a:lnTo>
                  <a:pt x="384316" y="515357"/>
                </a:lnTo>
                <a:lnTo>
                  <a:pt x="383361" y="512338"/>
                </a:lnTo>
                <a:lnTo>
                  <a:pt x="380652" y="510174"/>
                </a:lnTo>
                <a:lnTo>
                  <a:pt x="356304" y="509884"/>
                </a:lnTo>
                <a:lnTo>
                  <a:pt x="355146" y="511041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itle: НАРУЖНОЕ"/>
          <p:cNvSpPr txBox="1"/>
          <p:nvPr/>
        </p:nvSpPr>
        <p:spPr>
          <a:xfrm>
            <a:off x="648000" y="1674521"/>
            <a:ext cx="5448960" cy="8435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916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121">
                <a:solidFill>
                  <a:srgbClr val="F3F1EC"/>
                </a:solidFill>
                <a:latin typeface="PT Serif"/>
                <a:ea typeface="PT Serif"/>
                <a:cs typeface="PT Serif"/>
              </a:rPr>
              <a:t>НАРУЖНОЕ</a:t>
            </a:r>
          </a:p>
          <a:p>
            <a:pPr algn="l">
              <a:lnSpc>
                <a:spcPts val="2916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121">
                <a:solidFill>
                  <a:srgbClr val="F3F1EC"/>
                </a:solidFill>
                <a:latin typeface="PT Serif"/>
                <a:ea typeface="PT Serif"/>
                <a:cs typeface="PT Serif"/>
              </a:rPr>
              <a:t>ЭЛЕКТРООСВЕЩЕНИЕ</a:t>
            </a:r>
          </a:p>
        </p:txBody>
      </p:sp>
      <p:cxnSp>
        <p:nvCxnSpPr>
          <p:cNvPr id="6" name="motif"/>
          <p:cNvCxnSpPr/>
          <p:nvPr/>
        </p:nvCxnSpPr>
        <p:spPr>
          <a:xfrm>
            <a:off x="648000" y="2876674"/>
            <a:ext cx="5195520" cy="0"/>
          </a:xfrm>
          <a:prstGeom prst="line">
            <a:avLst/>
          </a:prstGeom>
          <a:ln w="5080">
            <a:solidFill>
              <a:srgbClr val="696385"/>
            </a:solidFill>
          </a:ln>
          <a:effectLst/>
        </p:spPr>
      </p:cxnSp>
      <p:sp>
        <p:nvSpPr>
          <p:cNvPr id="7" name="marker"/>
          <p:cNvSpPr/>
          <p:nvPr/>
        </p:nvSpPr>
        <p:spPr>
          <a:xfrm>
            <a:off x="648000" y="3010914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item: Проектирование"/>
          <p:cNvSpPr txBox="1"/>
          <p:nvPr/>
        </p:nvSpPr>
        <p:spPr>
          <a:xfrm>
            <a:off x="864000" y="2953764"/>
            <a:ext cx="4979520" cy="203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Проектирование</a:t>
            </a:r>
          </a:p>
        </p:txBody>
      </p:sp>
      <p:cxnSp>
        <p:nvCxnSpPr>
          <p:cNvPr id="9" name="motif"/>
          <p:cNvCxnSpPr/>
          <p:nvPr/>
        </p:nvCxnSpPr>
        <p:spPr>
          <a:xfrm>
            <a:off x="648000" y="3225799"/>
            <a:ext cx="5195520" cy="0"/>
          </a:xfrm>
          <a:prstGeom prst="line">
            <a:avLst/>
          </a:prstGeom>
          <a:ln w="5080">
            <a:solidFill>
              <a:srgbClr val="696385"/>
            </a:solidFill>
          </a:ln>
          <a:effectLst/>
        </p:spPr>
      </p:cxnSp>
      <p:sp>
        <p:nvSpPr>
          <p:cNvPr id="10" name="marker"/>
          <p:cNvSpPr/>
          <p:nvPr/>
        </p:nvSpPr>
        <p:spPr>
          <a:xfrm>
            <a:off x="648000" y="3360039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item: Строительство"/>
          <p:cNvSpPr txBox="1"/>
          <p:nvPr/>
        </p:nvSpPr>
        <p:spPr>
          <a:xfrm>
            <a:off x="864000" y="3302889"/>
            <a:ext cx="4979520" cy="203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Строительство</a:t>
            </a:r>
          </a:p>
        </p:txBody>
      </p:sp>
      <p:cxnSp>
        <p:nvCxnSpPr>
          <p:cNvPr id="12" name="motif"/>
          <p:cNvCxnSpPr/>
          <p:nvPr/>
        </p:nvCxnSpPr>
        <p:spPr>
          <a:xfrm>
            <a:off x="648000" y="3574924"/>
            <a:ext cx="5195520" cy="0"/>
          </a:xfrm>
          <a:prstGeom prst="line">
            <a:avLst/>
          </a:prstGeom>
          <a:ln w="5080">
            <a:solidFill>
              <a:srgbClr val="696385"/>
            </a:solidFill>
          </a:ln>
          <a:effectLst/>
        </p:spPr>
      </p:cxnSp>
      <p:pic>
        <p:nvPicPr>
          <p:cNvPr id="13" name="image" descr="07e34dd633341bd4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5132160"/>
            <a:ext cx="7560000" cy="5559840"/>
          </a:xfrm>
          <a:prstGeom prst="rect">
            <a:avLst/>
          </a:prstGeom>
        </p:spPr>
      </p:pic>
      <p:sp>
        <p:nvSpPr>
          <p:cNvPr id="14" name="arc"/>
          <p:cNvSpPr/>
          <p:nvPr/>
        </p:nvSpPr>
        <p:spPr>
          <a:xfrm>
            <a:off x="4690689" y="3710"/>
            <a:ext cx="2843139" cy="2944157"/>
          </a:xfrm>
          <a:custGeom>
            <a:avLst/>
            <a:gdLst/>
            <a:ahLst/>
            <a:cxnLst/>
            <a:rect l="0" t="0" r="r" b="b"/>
            <a:pathLst>
              <a:path w="2843139" h="2944157">
                <a:moveTo>
                  <a:pt x="2843139" y="2944157"/>
                </a:moveTo>
                <a:lnTo>
                  <a:pt x="2807495" y="2932747"/>
                </a:lnTo>
                <a:lnTo>
                  <a:pt x="2771951" y="2921026"/>
                </a:lnTo>
                <a:lnTo>
                  <a:pt x="2736510" y="2908996"/>
                </a:lnTo>
                <a:lnTo>
                  <a:pt x="2701176" y="2896657"/>
                </a:lnTo>
                <a:lnTo>
                  <a:pt x="2665951" y="2884010"/>
                </a:lnTo>
                <a:lnTo>
                  <a:pt x="2630838" y="2871056"/>
                </a:lnTo>
                <a:lnTo>
                  <a:pt x="2595839" y="2857796"/>
                </a:lnTo>
                <a:lnTo>
                  <a:pt x="2560957" y="2844231"/>
                </a:lnTo>
                <a:lnTo>
                  <a:pt x="2526195" y="2830362"/>
                </a:lnTo>
                <a:lnTo>
                  <a:pt x="2491555" y="2816191"/>
                </a:lnTo>
                <a:lnTo>
                  <a:pt x="2457040" y="2801718"/>
                </a:lnTo>
                <a:lnTo>
                  <a:pt x="2422653" y="2786944"/>
                </a:lnTo>
                <a:lnTo>
                  <a:pt x="2388396" y="2771870"/>
                </a:lnTo>
                <a:lnTo>
                  <a:pt x="2354272" y="2756498"/>
                </a:lnTo>
                <a:lnTo>
                  <a:pt x="2320283" y="2740830"/>
                </a:lnTo>
                <a:lnTo>
                  <a:pt x="2286433" y="2724864"/>
                </a:lnTo>
                <a:lnTo>
                  <a:pt x="2252723" y="2708605"/>
                </a:lnTo>
                <a:lnTo>
                  <a:pt x="2219156" y="2692051"/>
                </a:lnTo>
                <a:lnTo>
                  <a:pt x="2185735" y="2675206"/>
                </a:lnTo>
                <a:lnTo>
                  <a:pt x="2152462" y="2658069"/>
                </a:lnTo>
                <a:lnTo>
                  <a:pt x="2119340" y="2640643"/>
                </a:lnTo>
                <a:lnTo>
                  <a:pt x="2086371" y="2622928"/>
                </a:lnTo>
                <a:lnTo>
                  <a:pt x="2053558" y="2604926"/>
                </a:lnTo>
                <a:lnTo>
                  <a:pt x="2020904" y="2586639"/>
                </a:lnTo>
                <a:lnTo>
                  <a:pt x="1988410" y="2568067"/>
                </a:lnTo>
                <a:lnTo>
                  <a:pt x="1956080" y="2549213"/>
                </a:lnTo>
                <a:lnTo>
                  <a:pt x="1923915" y="2530077"/>
                </a:lnTo>
                <a:lnTo>
                  <a:pt x="1891919" y="2510661"/>
                </a:lnTo>
                <a:lnTo>
                  <a:pt x="1860093" y="2490966"/>
                </a:lnTo>
                <a:lnTo>
                  <a:pt x="1828440" y="2470995"/>
                </a:lnTo>
                <a:lnTo>
                  <a:pt x="1796963" y="2450748"/>
                </a:lnTo>
                <a:lnTo>
                  <a:pt x="1765664" y="2430227"/>
                </a:lnTo>
                <a:lnTo>
                  <a:pt x="1734545" y="2409434"/>
                </a:lnTo>
                <a:lnTo>
                  <a:pt x="1703608" y="2388371"/>
                </a:lnTo>
                <a:lnTo>
                  <a:pt x="1672857" y="2367038"/>
                </a:lnTo>
                <a:lnTo>
                  <a:pt x="1642293" y="2345437"/>
                </a:lnTo>
                <a:lnTo>
                  <a:pt x="1611918" y="2323570"/>
                </a:lnTo>
                <a:lnTo>
                  <a:pt x="1581736" y="2301440"/>
                </a:lnTo>
                <a:lnTo>
                  <a:pt x="1551748" y="2279047"/>
                </a:lnTo>
                <a:lnTo>
                  <a:pt x="1521956" y="2256392"/>
                </a:lnTo>
                <a:lnTo>
                  <a:pt x="1492363" y="2233479"/>
                </a:lnTo>
                <a:lnTo>
                  <a:pt x="1462971" y="2210309"/>
                </a:lnTo>
                <a:lnTo>
                  <a:pt x="1433783" y="2186883"/>
                </a:lnTo>
                <a:lnTo>
                  <a:pt x="1404800" y="2163203"/>
                </a:lnTo>
                <a:lnTo>
                  <a:pt x="1376025" y="2139271"/>
                </a:lnTo>
                <a:lnTo>
                  <a:pt x="1347460" y="2115088"/>
                </a:lnTo>
                <a:lnTo>
                  <a:pt x="1319107" y="2090658"/>
                </a:lnTo>
                <a:lnTo>
                  <a:pt x="1290968" y="2065981"/>
                </a:lnTo>
                <a:lnTo>
                  <a:pt x="1263046" y="2041059"/>
                </a:lnTo>
                <a:lnTo>
                  <a:pt x="1235342" y="2015895"/>
                </a:lnTo>
                <a:lnTo>
                  <a:pt x="1207859" y="1990490"/>
                </a:lnTo>
                <a:lnTo>
                  <a:pt x="1180598" y="1964845"/>
                </a:lnTo>
                <a:lnTo>
                  <a:pt x="1153563" y="1938965"/>
                </a:lnTo>
                <a:lnTo>
                  <a:pt x="1126754" y="1912849"/>
                </a:lnTo>
                <a:lnTo>
                  <a:pt x="1100174" y="1886500"/>
                </a:lnTo>
                <a:lnTo>
                  <a:pt x="1073825" y="1859920"/>
                </a:lnTo>
                <a:lnTo>
                  <a:pt x="1047709" y="1833111"/>
                </a:lnTo>
                <a:lnTo>
                  <a:pt x="1021828" y="1806076"/>
                </a:lnTo>
                <a:lnTo>
                  <a:pt x="996184" y="1778815"/>
                </a:lnTo>
                <a:lnTo>
                  <a:pt x="970779" y="1751332"/>
                </a:lnTo>
                <a:lnTo>
                  <a:pt x="945615" y="1723628"/>
                </a:lnTo>
                <a:lnTo>
                  <a:pt x="920693" y="1695706"/>
                </a:lnTo>
                <a:lnTo>
                  <a:pt x="896016" y="1667567"/>
                </a:lnTo>
                <a:lnTo>
                  <a:pt x="871586" y="1639214"/>
                </a:lnTo>
                <a:lnTo>
                  <a:pt x="847403" y="1610649"/>
                </a:lnTo>
                <a:lnTo>
                  <a:pt x="823471" y="1581874"/>
                </a:lnTo>
                <a:lnTo>
                  <a:pt x="799791" y="1552891"/>
                </a:lnTo>
                <a:lnTo>
                  <a:pt x="776365" y="1523702"/>
                </a:lnTo>
                <a:lnTo>
                  <a:pt x="753195" y="1494311"/>
                </a:lnTo>
                <a:lnTo>
                  <a:pt x="730281" y="1464718"/>
                </a:lnTo>
                <a:lnTo>
                  <a:pt x="707627" y="1434926"/>
                </a:lnTo>
                <a:lnTo>
                  <a:pt x="685234" y="1404938"/>
                </a:lnTo>
                <a:lnTo>
                  <a:pt x="663103" y="1374756"/>
                </a:lnTo>
                <a:lnTo>
                  <a:pt x="641237" y="1344381"/>
                </a:lnTo>
                <a:lnTo>
                  <a:pt x="619636" y="1313817"/>
                </a:lnTo>
                <a:lnTo>
                  <a:pt x="598303" y="1283066"/>
                </a:lnTo>
                <a:lnTo>
                  <a:pt x="577240" y="1252129"/>
                </a:lnTo>
                <a:lnTo>
                  <a:pt x="556446" y="1221010"/>
                </a:lnTo>
                <a:lnTo>
                  <a:pt x="535926" y="1189711"/>
                </a:lnTo>
                <a:lnTo>
                  <a:pt x="515679" y="1158234"/>
                </a:lnTo>
                <a:lnTo>
                  <a:pt x="495708" y="1126581"/>
                </a:lnTo>
                <a:lnTo>
                  <a:pt x="476013" y="1094755"/>
                </a:lnTo>
                <a:lnTo>
                  <a:pt x="456597" y="1062759"/>
                </a:lnTo>
                <a:lnTo>
                  <a:pt x="437461" y="1030594"/>
                </a:lnTo>
                <a:lnTo>
                  <a:pt x="418607" y="998264"/>
                </a:lnTo>
                <a:lnTo>
                  <a:pt x="400035" y="965770"/>
                </a:lnTo>
                <a:lnTo>
                  <a:pt x="381748" y="933116"/>
                </a:lnTo>
                <a:lnTo>
                  <a:pt x="363746" y="900303"/>
                </a:lnTo>
                <a:lnTo>
                  <a:pt x="346031" y="867334"/>
                </a:lnTo>
                <a:lnTo>
                  <a:pt x="328605" y="834212"/>
                </a:lnTo>
                <a:lnTo>
                  <a:pt x="311468" y="800939"/>
                </a:lnTo>
                <a:lnTo>
                  <a:pt x="294623" y="767518"/>
                </a:lnTo>
                <a:lnTo>
                  <a:pt x="278069" y="733951"/>
                </a:lnTo>
                <a:lnTo>
                  <a:pt x="261809" y="700241"/>
                </a:lnTo>
                <a:lnTo>
                  <a:pt x="245844" y="666390"/>
                </a:lnTo>
                <a:lnTo>
                  <a:pt x="230175" y="632402"/>
                </a:lnTo>
                <a:lnTo>
                  <a:pt x="214804" y="598278"/>
                </a:lnTo>
                <a:lnTo>
                  <a:pt x="199730" y="564021"/>
                </a:lnTo>
                <a:lnTo>
                  <a:pt x="184956" y="529634"/>
                </a:lnTo>
                <a:lnTo>
                  <a:pt x="170483" y="495119"/>
                </a:lnTo>
                <a:lnTo>
                  <a:pt x="156312" y="460479"/>
                </a:lnTo>
                <a:lnTo>
                  <a:pt x="142443" y="425717"/>
                </a:lnTo>
                <a:lnTo>
                  <a:pt x="128878" y="390835"/>
                </a:lnTo>
                <a:lnTo>
                  <a:pt x="115618" y="355836"/>
                </a:lnTo>
                <a:lnTo>
                  <a:pt x="102664" y="320723"/>
                </a:lnTo>
                <a:lnTo>
                  <a:pt x="90017" y="285498"/>
                </a:lnTo>
                <a:lnTo>
                  <a:pt x="77678" y="250164"/>
                </a:lnTo>
                <a:lnTo>
                  <a:pt x="65648" y="214723"/>
                </a:lnTo>
                <a:lnTo>
                  <a:pt x="53927" y="179179"/>
                </a:lnTo>
                <a:lnTo>
                  <a:pt x="42517" y="143534"/>
                </a:lnTo>
                <a:lnTo>
                  <a:pt x="31418" y="107791"/>
                </a:lnTo>
                <a:lnTo>
                  <a:pt x="20632" y="71953"/>
                </a:lnTo>
                <a:lnTo>
                  <a:pt x="10159" y="36021"/>
                </a:lnTo>
                <a:lnTo>
                  <a:pt x="0" y="0"/>
                </a:lnTo>
              </a:path>
            </a:pathLst>
          </a:custGeom>
          <a:noFill/>
          <a:ln w="11430">
            <a:solidFill>
              <a:srgbClr val="5E577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plate"/>
          <p:cNvSpPr/>
          <p:nvPr/>
        </p:nvSpPr>
        <p:spPr>
          <a:xfrm>
            <a:off x="540000" y="10268156"/>
            <a:ext cx="1101063" cy="423844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ption: Участок а/д. М11"/>
          <p:cNvSpPr txBox="1"/>
          <p:nvPr/>
        </p:nvSpPr>
        <p:spPr>
          <a:xfrm>
            <a:off x="648000" y="10346936"/>
            <a:ext cx="6336000" cy="14763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3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60">
                <a:solidFill>
                  <a:srgbClr val="F3F1EC"/>
                </a:solidFill>
                <a:latin typeface="Onest SemiBold"/>
                <a:ea typeface="Onest SemiBold"/>
                <a:cs typeface="Onest SemiBold"/>
              </a:rPr>
              <a:t>Участок а/д. М11</a:t>
            </a:r>
          </a:p>
        </p:txBody>
      </p:sp>
      <p:sp>
        <p:nvSpPr>
          <p:cNvPr id="17" name="plate"/>
          <p:cNvSpPr/>
          <p:nvPr/>
        </p:nvSpPr>
        <p:spPr>
          <a:xfrm>
            <a:off x="6789767" y="10276252"/>
            <a:ext cx="302233" cy="415747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folio: 17"/>
          <p:cNvSpPr txBox="1"/>
          <p:nvPr/>
        </p:nvSpPr>
        <p:spPr>
          <a:xfrm>
            <a:off x="648000" y="10355540"/>
            <a:ext cx="6336000" cy="1377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75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A39EB0"/>
                </a:solidFill>
                <a:latin typeface="Onest SemiBold"/>
                <a:ea typeface="Onest SemiBold"/>
                <a:cs typeface="Onest SemiBol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3F1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itle: ПУСКОНАЛАДОЧНЫЕ"/>
          <p:cNvSpPr txBox="1"/>
          <p:nvPr/>
        </p:nvSpPr>
        <p:spPr>
          <a:xfrm>
            <a:off x="576000" y="1674521"/>
            <a:ext cx="5448960" cy="8435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916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121">
                <a:solidFill>
                  <a:srgbClr val="2A2440"/>
                </a:solidFill>
                <a:latin typeface="PT Serif"/>
                <a:ea typeface="PT Serif"/>
                <a:cs typeface="PT Serif"/>
              </a:rPr>
              <a:t>ПУСКОНАЛАДОЧНЫЕ</a:t>
            </a:r>
          </a:p>
          <a:p>
            <a:pPr algn="l">
              <a:lnSpc>
                <a:spcPts val="2916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121">
                <a:solidFill>
                  <a:srgbClr val="2A2440"/>
                </a:solidFill>
                <a:latin typeface="PT Serif"/>
                <a:ea typeface="PT Serif"/>
                <a:cs typeface="PT Serif"/>
              </a:rPr>
              <a:t>РАБОТЫ</a:t>
            </a:r>
          </a:p>
        </p:txBody>
      </p:sp>
      <p:cxnSp>
        <p:nvCxnSpPr>
          <p:cNvPr id="4" name="motif"/>
          <p:cNvCxnSpPr/>
          <p:nvPr/>
        </p:nvCxnSpPr>
        <p:spPr>
          <a:xfrm>
            <a:off x="576000" y="2876674"/>
            <a:ext cx="5195520" cy="0"/>
          </a:xfrm>
          <a:prstGeom prst="line">
            <a:avLst/>
          </a:prstGeom>
          <a:ln w="5080">
            <a:solidFill>
              <a:srgbClr val="C7C4C6"/>
            </a:solidFill>
          </a:ln>
          <a:effectLst/>
        </p:spPr>
      </p:cxnSp>
      <p:sp>
        <p:nvSpPr>
          <p:cNvPr id="5" name="marker"/>
          <p:cNvSpPr/>
          <p:nvPr/>
        </p:nvSpPr>
        <p:spPr>
          <a:xfrm>
            <a:off x="576000" y="3010914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item: Комплексы работ, выполняемые с"/>
          <p:cNvSpPr txBox="1"/>
          <p:nvPr/>
        </p:nvSpPr>
        <p:spPr>
          <a:xfrm>
            <a:off x="792000" y="2953764"/>
            <a:ext cx="4979520" cy="533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A2440"/>
                </a:solidFill>
                <a:latin typeface="Onest"/>
                <a:ea typeface="Onest"/>
                <a:cs typeface="Onest"/>
              </a:rPr>
              <a:t>Комплексы работ, выполняемые с целью наладки работоспособности систем,</a:t>
            </a:r>
          </a:p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A2440"/>
                </a:solidFill>
                <a:latin typeface="Onest"/>
                <a:ea typeface="Onest"/>
                <a:cs typeface="Onest"/>
              </a:rPr>
              <a:t>проверка на соответствие параметрам проектной документации</a:t>
            </a:r>
          </a:p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A2440"/>
                </a:solidFill>
                <a:latin typeface="Onest"/>
                <a:ea typeface="Onest"/>
                <a:cs typeface="Onest"/>
              </a:rPr>
              <a:t>и технологическим требованиям на этапе ввода систем в эксплуатацию</a:t>
            </a:r>
          </a:p>
        </p:txBody>
      </p:sp>
      <p:cxnSp>
        <p:nvCxnSpPr>
          <p:cNvPr id="7" name="motif"/>
          <p:cNvCxnSpPr/>
          <p:nvPr/>
        </p:nvCxnSpPr>
        <p:spPr>
          <a:xfrm>
            <a:off x="576000" y="3555999"/>
            <a:ext cx="5195520" cy="0"/>
          </a:xfrm>
          <a:prstGeom prst="line">
            <a:avLst/>
          </a:prstGeom>
          <a:ln w="5080">
            <a:solidFill>
              <a:srgbClr val="C7C4C6"/>
            </a:solidFill>
          </a:ln>
          <a:effectLst/>
        </p:spPr>
      </p:cxnSp>
      <p:pic>
        <p:nvPicPr>
          <p:cNvPr id="8" name="image" descr="d8cf957df1d37602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5773680"/>
            <a:ext cx="7560000" cy="4918320"/>
          </a:xfrm>
          <a:prstGeom prst="rect">
            <a:avLst/>
          </a:prstGeom>
        </p:spPr>
      </p:pic>
      <p:sp>
        <p:nvSpPr>
          <p:cNvPr id="9" name="plate"/>
          <p:cNvSpPr/>
          <p:nvPr/>
        </p:nvSpPr>
        <p:spPr>
          <a:xfrm>
            <a:off x="468000" y="10276252"/>
            <a:ext cx="312456" cy="415747"/>
          </a:xfrm>
          <a:prstGeom prst="rect">
            <a:avLst/>
          </a:prstGeom>
          <a:solidFill>
            <a:srgbClr val="F3F1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folio: 18"/>
          <p:cNvSpPr txBox="1"/>
          <p:nvPr/>
        </p:nvSpPr>
        <p:spPr>
          <a:xfrm>
            <a:off x="576000" y="10355540"/>
            <a:ext cx="6336000" cy="1377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A6672"/>
                </a:solidFill>
                <a:latin typeface="Onest SemiBold"/>
                <a:ea typeface="Onest SemiBold"/>
                <a:cs typeface="Onest SemiBol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F3F1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3F1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logo"/>
          <p:cNvSpPr/>
          <p:nvPr/>
        </p:nvSpPr>
        <p:spPr>
          <a:xfrm>
            <a:off x="5919911" y="582603"/>
            <a:ext cx="1056269" cy="643486"/>
          </a:xfrm>
          <a:custGeom>
            <a:avLst/>
            <a:gdLst/>
            <a:ahLst/>
            <a:cxnLst/>
            <a:rect l="0" t="0" r="r" b="b"/>
            <a:pathLst>
              <a:path w="1056269" h="643486">
                <a:moveTo>
                  <a:pt x="990129" y="307"/>
                </a:moveTo>
                <a:lnTo>
                  <a:pt x="984765" y="2441"/>
                </a:lnTo>
                <a:lnTo>
                  <a:pt x="980334" y="4783"/>
                </a:lnTo>
                <a:lnTo>
                  <a:pt x="973784" y="15399"/>
                </a:lnTo>
                <a:lnTo>
                  <a:pt x="945108" y="29884"/>
                </a:lnTo>
                <a:lnTo>
                  <a:pt x="936215" y="35779"/>
                </a:lnTo>
                <a:lnTo>
                  <a:pt x="925637" y="44186"/>
                </a:lnTo>
                <a:lnTo>
                  <a:pt x="922678" y="47590"/>
                </a:lnTo>
                <a:lnTo>
                  <a:pt x="919642" y="52792"/>
                </a:lnTo>
                <a:lnTo>
                  <a:pt x="914571" y="59051"/>
                </a:lnTo>
                <a:lnTo>
                  <a:pt x="913179" y="62022"/>
                </a:lnTo>
                <a:lnTo>
                  <a:pt x="913123" y="64251"/>
                </a:lnTo>
                <a:lnTo>
                  <a:pt x="914088" y="66524"/>
                </a:lnTo>
                <a:lnTo>
                  <a:pt x="918250" y="70371"/>
                </a:lnTo>
                <a:lnTo>
                  <a:pt x="918820" y="71628"/>
                </a:lnTo>
                <a:lnTo>
                  <a:pt x="917254" y="72548"/>
                </a:lnTo>
                <a:lnTo>
                  <a:pt x="912540" y="73833"/>
                </a:lnTo>
                <a:lnTo>
                  <a:pt x="910998" y="74930"/>
                </a:lnTo>
                <a:lnTo>
                  <a:pt x="907953" y="81097"/>
                </a:lnTo>
                <a:lnTo>
                  <a:pt x="901179" y="88226"/>
                </a:lnTo>
                <a:lnTo>
                  <a:pt x="898935" y="91512"/>
                </a:lnTo>
                <a:lnTo>
                  <a:pt x="896496" y="96302"/>
                </a:lnTo>
                <a:lnTo>
                  <a:pt x="894904" y="96871"/>
                </a:lnTo>
                <a:lnTo>
                  <a:pt x="892716" y="96691"/>
                </a:lnTo>
                <a:lnTo>
                  <a:pt x="886793" y="93872"/>
                </a:lnTo>
                <a:lnTo>
                  <a:pt x="885232" y="93566"/>
                </a:lnTo>
                <a:lnTo>
                  <a:pt x="879043" y="95049"/>
                </a:lnTo>
                <a:lnTo>
                  <a:pt x="874648" y="96727"/>
                </a:lnTo>
                <a:lnTo>
                  <a:pt x="871795" y="98579"/>
                </a:lnTo>
                <a:lnTo>
                  <a:pt x="870301" y="100254"/>
                </a:lnTo>
                <a:lnTo>
                  <a:pt x="863433" y="110615"/>
                </a:lnTo>
                <a:lnTo>
                  <a:pt x="859275" y="113693"/>
                </a:lnTo>
                <a:lnTo>
                  <a:pt x="856327" y="114619"/>
                </a:lnTo>
                <a:lnTo>
                  <a:pt x="854159" y="114634"/>
                </a:lnTo>
                <a:lnTo>
                  <a:pt x="848178" y="110817"/>
                </a:lnTo>
                <a:lnTo>
                  <a:pt x="844691" y="109921"/>
                </a:lnTo>
                <a:lnTo>
                  <a:pt x="840996" y="110094"/>
                </a:lnTo>
                <a:lnTo>
                  <a:pt x="837278" y="111327"/>
                </a:lnTo>
                <a:lnTo>
                  <a:pt x="830309" y="115701"/>
                </a:lnTo>
                <a:lnTo>
                  <a:pt x="812274" y="124472"/>
                </a:lnTo>
                <a:lnTo>
                  <a:pt x="810392" y="125926"/>
                </a:lnTo>
                <a:lnTo>
                  <a:pt x="808602" y="128847"/>
                </a:lnTo>
                <a:lnTo>
                  <a:pt x="809498" y="136259"/>
                </a:lnTo>
                <a:lnTo>
                  <a:pt x="811743" y="141043"/>
                </a:lnTo>
                <a:lnTo>
                  <a:pt x="811639" y="143299"/>
                </a:lnTo>
                <a:lnTo>
                  <a:pt x="809504" y="144904"/>
                </a:lnTo>
                <a:lnTo>
                  <a:pt x="803387" y="146819"/>
                </a:lnTo>
                <a:lnTo>
                  <a:pt x="799989" y="149218"/>
                </a:lnTo>
                <a:lnTo>
                  <a:pt x="798039" y="148765"/>
                </a:lnTo>
                <a:lnTo>
                  <a:pt x="794559" y="146688"/>
                </a:lnTo>
                <a:lnTo>
                  <a:pt x="786966" y="141660"/>
                </a:lnTo>
                <a:lnTo>
                  <a:pt x="777514" y="134651"/>
                </a:lnTo>
                <a:lnTo>
                  <a:pt x="758690" y="122136"/>
                </a:lnTo>
                <a:lnTo>
                  <a:pt x="747605" y="114310"/>
                </a:lnTo>
                <a:lnTo>
                  <a:pt x="734049" y="103713"/>
                </a:lnTo>
                <a:lnTo>
                  <a:pt x="711398" y="87282"/>
                </a:lnTo>
                <a:lnTo>
                  <a:pt x="707893" y="85299"/>
                </a:lnTo>
                <a:lnTo>
                  <a:pt x="706225" y="85513"/>
                </a:lnTo>
                <a:lnTo>
                  <a:pt x="705447" y="86702"/>
                </a:lnTo>
                <a:lnTo>
                  <a:pt x="706106" y="89234"/>
                </a:lnTo>
                <a:lnTo>
                  <a:pt x="707056" y="90691"/>
                </a:lnTo>
                <a:lnTo>
                  <a:pt x="709522" y="92736"/>
                </a:lnTo>
                <a:lnTo>
                  <a:pt x="728697" y="106781"/>
                </a:lnTo>
                <a:lnTo>
                  <a:pt x="751732" y="122897"/>
                </a:lnTo>
                <a:lnTo>
                  <a:pt x="765770" y="133493"/>
                </a:lnTo>
                <a:lnTo>
                  <a:pt x="771437" y="137312"/>
                </a:lnTo>
                <a:lnTo>
                  <a:pt x="776142" y="139562"/>
                </a:lnTo>
                <a:lnTo>
                  <a:pt x="781474" y="142851"/>
                </a:lnTo>
                <a:lnTo>
                  <a:pt x="785655" y="146180"/>
                </a:lnTo>
                <a:lnTo>
                  <a:pt x="787681" y="148503"/>
                </a:lnTo>
                <a:lnTo>
                  <a:pt x="788375" y="150255"/>
                </a:lnTo>
                <a:lnTo>
                  <a:pt x="789027" y="160620"/>
                </a:lnTo>
                <a:lnTo>
                  <a:pt x="786500" y="160654"/>
                </a:lnTo>
                <a:lnTo>
                  <a:pt x="784862" y="159571"/>
                </a:lnTo>
                <a:lnTo>
                  <a:pt x="783393" y="157474"/>
                </a:lnTo>
                <a:lnTo>
                  <a:pt x="781622" y="153577"/>
                </a:lnTo>
                <a:lnTo>
                  <a:pt x="779910" y="151326"/>
                </a:lnTo>
                <a:lnTo>
                  <a:pt x="771756" y="142974"/>
                </a:lnTo>
                <a:lnTo>
                  <a:pt x="769312" y="140932"/>
                </a:lnTo>
                <a:lnTo>
                  <a:pt x="767499" y="140113"/>
                </a:lnTo>
                <a:lnTo>
                  <a:pt x="765865" y="140315"/>
                </a:lnTo>
                <a:lnTo>
                  <a:pt x="761593" y="142299"/>
                </a:lnTo>
                <a:lnTo>
                  <a:pt x="753204" y="142540"/>
                </a:lnTo>
                <a:lnTo>
                  <a:pt x="749509" y="147584"/>
                </a:lnTo>
                <a:lnTo>
                  <a:pt x="748063" y="153309"/>
                </a:lnTo>
                <a:lnTo>
                  <a:pt x="746768" y="154275"/>
                </a:lnTo>
                <a:lnTo>
                  <a:pt x="743981" y="155306"/>
                </a:lnTo>
                <a:lnTo>
                  <a:pt x="741838" y="155282"/>
                </a:lnTo>
                <a:lnTo>
                  <a:pt x="736928" y="152601"/>
                </a:lnTo>
                <a:lnTo>
                  <a:pt x="734080" y="151761"/>
                </a:lnTo>
                <a:lnTo>
                  <a:pt x="726005" y="153635"/>
                </a:lnTo>
                <a:lnTo>
                  <a:pt x="722608" y="153980"/>
                </a:lnTo>
                <a:lnTo>
                  <a:pt x="720441" y="153701"/>
                </a:lnTo>
                <a:lnTo>
                  <a:pt x="716327" y="150447"/>
                </a:lnTo>
                <a:lnTo>
                  <a:pt x="714536" y="147843"/>
                </a:lnTo>
                <a:lnTo>
                  <a:pt x="716034" y="142306"/>
                </a:lnTo>
                <a:lnTo>
                  <a:pt x="716782" y="133751"/>
                </a:lnTo>
                <a:lnTo>
                  <a:pt x="716512" y="130100"/>
                </a:lnTo>
                <a:lnTo>
                  <a:pt x="714936" y="127653"/>
                </a:lnTo>
                <a:lnTo>
                  <a:pt x="709232" y="122338"/>
                </a:lnTo>
                <a:lnTo>
                  <a:pt x="705776" y="120054"/>
                </a:lnTo>
                <a:lnTo>
                  <a:pt x="702875" y="119395"/>
                </a:lnTo>
                <a:lnTo>
                  <a:pt x="694655" y="119133"/>
                </a:lnTo>
                <a:lnTo>
                  <a:pt x="691652" y="118631"/>
                </a:lnTo>
                <a:lnTo>
                  <a:pt x="690721" y="117815"/>
                </a:lnTo>
                <a:lnTo>
                  <a:pt x="689830" y="114026"/>
                </a:lnTo>
                <a:lnTo>
                  <a:pt x="688886" y="112448"/>
                </a:lnTo>
                <a:lnTo>
                  <a:pt x="687004" y="111273"/>
                </a:lnTo>
                <a:lnTo>
                  <a:pt x="682377" y="109609"/>
                </a:lnTo>
                <a:lnTo>
                  <a:pt x="677103" y="111550"/>
                </a:lnTo>
                <a:lnTo>
                  <a:pt x="673891" y="114190"/>
                </a:lnTo>
                <a:lnTo>
                  <a:pt x="674455" y="125887"/>
                </a:lnTo>
                <a:lnTo>
                  <a:pt x="675211" y="129461"/>
                </a:lnTo>
                <a:lnTo>
                  <a:pt x="675614" y="129920"/>
                </a:lnTo>
                <a:lnTo>
                  <a:pt x="676735" y="129886"/>
                </a:lnTo>
                <a:lnTo>
                  <a:pt x="680641" y="127610"/>
                </a:lnTo>
                <a:lnTo>
                  <a:pt x="682286" y="127672"/>
                </a:lnTo>
                <a:lnTo>
                  <a:pt x="684122" y="128410"/>
                </a:lnTo>
                <a:lnTo>
                  <a:pt x="693709" y="135525"/>
                </a:lnTo>
                <a:lnTo>
                  <a:pt x="700980" y="142389"/>
                </a:lnTo>
                <a:lnTo>
                  <a:pt x="701464" y="144697"/>
                </a:lnTo>
                <a:lnTo>
                  <a:pt x="701117" y="146026"/>
                </a:lnTo>
                <a:lnTo>
                  <a:pt x="699209" y="149325"/>
                </a:lnTo>
                <a:lnTo>
                  <a:pt x="694313" y="155679"/>
                </a:lnTo>
                <a:lnTo>
                  <a:pt x="693043" y="158983"/>
                </a:lnTo>
                <a:lnTo>
                  <a:pt x="693053" y="160668"/>
                </a:lnTo>
                <a:lnTo>
                  <a:pt x="693789" y="163376"/>
                </a:lnTo>
                <a:lnTo>
                  <a:pt x="695126" y="165711"/>
                </a:lnTo>
                <a:lnTo>
                  <a:pt x="696911" y="167504"/>
                </a:lnTo>
                <a:lnTo>
                  <a:pt x="699998" y="168866"/>
                </a:lnTo>
                <a:lnTo>
                  <a:pt x="703861" y="169063"/>
                </a:lnTo>
                <a:lnTo>
                  <a:pt x="709414" y="168253"/>
                </a:lnTo>
                <a:lnTo>
                  <a:pt x="714843" y="166243"/>
                </a:lnTo>
                <a:lnTo>
                  <a:pt x="719020" y="166852"/>
                </a:lnTo>
                <a:lnTo>
                  <a:pt x="724160" y="165624"/>
                </a:lnTo>
                <a:lnTo>
                  <a:pt x="726519" y="166565"/>
                </a:lnTo>
                <a:lnTo>
                  <a:pt x="758636" y="193750"/>
                </a:lnTo>
                <a:lnTo>
                  <a:pt x="760031" y="195403"/>
                </a:lnTo>
                <a:lnTo>
                  <a:pt x="763630" y="197962"/>
                </a:lnTo>
                <a:lnTo>
                  <a:pt x="773369" y="206281"/>
                </a:lnTo>
                <a:lnTo>
                  <a:pt x="782988" y="215012"/>
                </a:lnTo>
                <a:lnTo>
                  <a:pt x="789551" y="219837"/>
                </a:lnTo>
                <a:lnTo>
                  <a:pt x="792119" y="222990"/>
                </a:lnTo>
                <a:lnTo>
                  <a:pt x="799661" y="229348"/>
                </a:lnTo>
                <a:lnTo>
                  <a:pt x="804582" y="232935"/>
                </a:lnTo>
                <a:lnTo>
                  <a:pt x="805727" y="234276"/>
                </a:lnTo>
                <a:lnTo>
                  <a:pt x="808260" y="234750"/>
                </a:lnTo>
                <a:lnTo>
                  <a:pt x="809348" y="233928"/>
                </a:lnTo>
                <a:lnTo>
                  <a:pt x="809290" y="232777"/>
                </a:lnTo>
                <a:lnTo>
                  <a:pt x="805379" y="229009"/>
                </a:lnTo>
                <a:lnTo>
                  <a:pt x="801566" y="226225"/>
                </a:lnTo>
                <a:lnTo>
                  <a:pt x="795704" y="220743"/>
                </a:lnTo>
                <a:lnTo>
                  <a:pt x="790840" y="217943"/>
                </a:lnTo>
                <a:lnTo>
                  <a:pt x="787394" y="215349"/>
                </a:lnTo>
                <a:lnTo>
                  <a:pt x="785465" y="213054"/>
                </a:lnTo>
                <a:lnTo>
                  <a:pt x="777561" y="207340"/>
                </a:lnTo>
                <a:lnTo>
                  <a:pt x="740372" y="172697"/>
                </a:lnTo>
                <a:lnTo>
                  <a:pt x="738770" y="170436"/>
                </a:lnTo>
                <a:lnTo>
                  <a:pt x="738772" y="167988"/>
                </a:lnTo>
                <a:lnTo>
                  <a:pt x="740850" y="166539"/>
                </a:lnTo>
                <a:lnTo>
                  <a:pt x="749328" y="164908"/>
                </a:lnTo>
                <a:lnTo>
                  <a:pt x="753778" y="163198"/>
                </a:lnTo>
                <a:lnTo>
                  <a:pt x="756160" y="161451"/>
                </a:lnTo>
                <a:lnTo>
                  <a:pt x="757962" y="159299"/>
                </a:lnTo>
                <a:lnTo>
                  <a:pt x="760514" y="153798"/>
                </a:lnTo>
                <a:lnTo>
                  <a:pt x="762438" y="152921"/>
                </a:lnTo>
                <a:lnTo>
                  <a:pt x="764667" y="152882"/>
                </a:lnTo>
                <a:lnTo>
                  <a:pt x="768169" y="154153"/>
                </a:lnTo>
                <a:lnTo>
                  <a:pt x="770561" y="156136"/>
                </a:lnTo>
                <a:lnTo>
                  <a:pt x="771670" y="163947"/>
                </a:lnTo>
                <a:lnTo>
                  <a:pt x="782991" y="172282"/>
                </a:lnTo>
                <a:lnTo>
                  <a:pt x="786576" y="173075"/>
                </a:lnTo>
                <a:lnTo>
                  <a:pt x="802334" y="173975"/>
                </a:lnTo>
                <a:lnTo>
                  <a:pt x="803870" y="172444"/>
                </a:lnTo>
                <a:lnTo>
                  <a:pt x="804148" y="171311"/>
                </a:lnTo>
                <a:lnTo>
                  <a:pt x="802065" y="166040"/>
                </a:lnTo>
                <a:lnTo>
                  <a:pt x="801984" y="163519"/>
                </a:lnTo>
                <a:lnTo>
                  <a:pt x="803492" y="162104"/>
                </a:lnTo>
                <a:lnTo>
                  <a:pt x="806984" y="162014"/>
                </a:lnTo>
                <a:lnTo>
                  <a:pt x="814619" y="166384"/>
                </a:lnTo>
                <a:lnTo>
                  <a:pt x="820794" y="170878"/>
                </a:lnTo>
                <a:lnTo>
                  <a:pt x="826670" y="174331"/>
                </a:lnTo>
                <a:lnTo>
                  <a:pt x="852261" y="191465"/>
                </a:lnTo>
                <a:lnTo>
                  <a:pt x="853906" y="192101"/>
                </a:lnTo>
                <a:lnTo>
                  <a:pt x="855421" y="191895"/>
                </a:lnTo>
                <a:lnTo>
                  <a:pt x="855962" y="191491"/>
                </a:lnTo>
                <a:lnTo>
                  <a:pt x="856124" y="190224"/>
                </a:lnTo>
                <a:lnTo>
                  <a:pt x="855175" y="188549"/>
                </a:lnTo>
                <a:lnTo>
                  <a:pt x="853254" y="186715"/>
                </a:lnTo>
                <a:lnTo>
                  <a:pt x="826435" y="168774"/>
                </a:lnTo>
                <a:lnTo>
                  <a:pt x="821312" y="164797"/>
                </a:lnTo>
                <a:lnTo>
                  <a:pt x="815173" y="160983"/>
                </a:lnTo>
                <a:lnTo>
                  <a:pt x="812000" y="157727"/>
                </a:lnTo>
                <a:lnTo>
                  <a:pt x="811394" y="156210"/>
                </a:lnTo>
                <a:lnTo>
                  <a:pt x="811678" y="155542"/>
                </a:lnTo>
                <a:lnTo>
                  <a:pt x="816563" y="153629"/>
                </a:lnTo>
                <a:lnTo>
                  <a:pt x="825911" y="144757"/>
                </a:lnTo>
                <a:lnTo>
                  <a:pt x="825658" y="140881"/>
                </a:lnTo>
                <a:lnTo>
                  <a:pt x="820944" y="134534"/>
                </a:lnTo>
                <a:lnTo>
                  <a:pt x="820596" y="133289"/>
                </a:lnTo>
                <a:lnTo>
                  <a:pt x="821062" y="131777"/>
                </a:lnTo>
                <a:lnTo>
                  <a:pt x="825835" y="128789"/>
                </a:lnTo>
                <a:lnTo>
                  <a:pt x="835070" y="125069"/>
                </a:lnTo>
                <a:lnTo>
                  <a:pt x="845183" y="126055"/>
                </a:lnTo>
                <a:lnTo>
                  <a:pt x="866170" y="122531"/>
                </a:lnTo>
                <a:lnTo>
                  <a:pt x="868213" y="121153"/>
                </a:lnTo>
                <a:lnTo>
                  <a:pt x="869774" y="119457"/>
                </a:lnTo>
                <a:lnTo>
                  <a:pt x="877829" y="107659"/>
                </a:lnTo>
                <a:lnTo>
                  <a:pt x="880442" y="105164"/>
                </a:lnTo>
                <a:lnTo>
                  <a:pt x="881725" y="104474"/>
                </a:lnTo>
                <a:lnTo>
                  <a:pt x="883015" y="104149"/>
                </a:lnTo>
                <a:lnTo>
                  <a:pt x="885685" y="104570"/>
                </a:lnTo>
                <a:lnTo>
                  <a:pt x="889705" y="107005"/>
                </a:lnTo>
                <a:lnTo>
                  <a:pt x="893262" y="107948"/>
                </a:lnTo>
                <a:lnTo>
                  <a:pt x="898907" y="108257"/>
                </a:lnTo>
                <a:lnTo>
                  <a:pt x="901549" y="107410"/>
                </a:lnTo>
                <a:lnTo>
                  <a:pt x="903627" y="105302"/>
                </a:lnTo>
                <a:lnTo>
                  <a:pt x="907161" y="98050"/>
                </a:lnTo>
                <a:lnTo>
                  <a:pt x="909248" y="94850"/>
                </a:lnTo>
                <a:lnTo>
                  <a:pt x="918343" y="84725"/>
                </a:lnTo>
                <a:lnTo>
                  <a:pt x="927375" y="78916"/>
                </a:lnTo>
                <a:lnTo>
                  <a:pt x="931627" y="74867"/>
                </a:lnTo>
                <a:lnTo>
                  <a:pt x="931982" y="73449"/>
                </a:lnTo>
                <a:lnTo>
                  <a:pt x="931494" y="71467"/>
                </a:lnTo>
                <a:lnTo>
                  <a:pt x="927337" y="63639"/>
                </a:lnTo>
                <a:lnTo>
                  <a:pt x="926932" y="61961"/>
                </a:lnTo>
                <a:lnTo>
                  <a:pt x="927731" y="59277"/>
                </a:lnTo>
                <a:lnTo>
                  <a:pt x="931084" y="53724"/>
                </a:lnTo>
                <a:lnTo>
                  <a:pt x="934696" y="49748"/>
                </a:lnTo>
                <a:lnTo>
                  <a:pt x="941721" y="44424"/>
                </a:lnTo>
                <a:lnTo>
                  <a:pt x="952852" y="37291"/>
                </a:lnTo>
                <a:lnTo>
                  <a:pt x="955328" y="36098"/>
                </a:lnTo>
                <a:lnTo>
                  <a:pt x="957475" y="35835"/>
                </a:lnTo>
                <a:lnTo>
                  <a:pt x="959754" y="37122"/>
                </a:lnTo>
                <a:lnTo>
                  <a:pt x="976557" y="51548"/>
                </a:lnTo>
                <a:lnTo>
                  <a:pt x="983320" y="55808"/>
                </a:lnTo>
                <a:lnTo>
                  <a:pt x="984492" y="57662"/>
                </a:lnTo>
                <a:lnTo>
                  <a:pt x="986444" y="63697"/>
                </a:lnTo>
                <a:lnTo>
                  <a:pt x="988321" y="66656"/>
                </a:lnTo>
                <a:lnTo>
                  <a:pt x="991290" y="68432"/>
                </a:lnTo>
                <a:lnTo>
                  <a:pt x="1000573" y="71187"/>
                </a:lnTo>
                <a:lnTo>
                  <a:pt x="1002247" y="72330"/>
                </a:lnTo>
                <a:lnTo>
                  <a:pt x="1003966" y="74316"/>
                </a:lnTo>
                <a:lnTo>
                  <a:pt x="1003816" y="87126"/>
                </a:lnTo>
                <a:lnTo>
                  <a:pt x="1007202" y="108097"/>
                </a:lnTo>
                <a:lnTo>
                  <a:pt x="1009164" y="115745"/>
                </a:lnTo>
                <a:lnTo>
                  <a:pt x="1009300" y="118643"/>
                </a:lnTo>
                <a:lnTo>
                  <a:pt x="1008251" y="120852"/>
                </a:lnTo>
                <a:lnTo>
                  <a:pt x="1004645" y="124036"/>
                </a:lnTo>
                <a:lnTo>
                  <a:pt x="1002363" y="127226"/>
                </a:lnTo>
                <a:lnTo>
                  <a:pt x="1000732" y="132069"/>
                </a:lnTo>
                <a:lnTo>
                  <a:pt x="998428" y="142271"/>
                </a:lnTo>
                <a:lnTo>
                  <a:pt x="997339" y="144283"/>
                </a:lnTo>
                <a:lnTo>
                  <a:pt x="996142" y="144253"/>
                </a:lnTo>
                <a:lnTo>
                  <a:pt x="991792" y="140334"/>
                </a:lnTo>
                <a:lnTo>
                  <a:pt x="988222" y="136254"/>
                </a:lnTo>
                <a:lnTo>
                  <a:pt x="984548" y="130673"/>
                </a:lnTo>
                <a:lnTo>
                  <a:pt x="981872" y="128487"/>
                </a:lnTo>
                <a:lnTo>
                  <a:pt x="980299" y="128780"/>
                </a:lnTo>
                <a:lnTo>
                  <a:pt x="978573" y="129872"/>
                </a:lnTo>
                <a:lnTo>
                  <a:pt x="965721" y="140529"/>
                </a:lnTo>
                <a:lnTo>
                  <a:pt x="965257" y="141779"/>
                </a:lnTo>
                <a:lnTo>
                  <a:pt x="965642" y="143263"/>
                </a:lnTo>
                <a:lnTo>
                  <a:pt x="971040" y="150062"/>
                </a:lnTo>
                <a:lnTo>
                  <a:pt x="971885" y="151887"/>
                </a:lnTo>
                <a:lnTo>
                  <a:pt x="971683" y="153263"/>
                </a:lnTo>
                <a:lnTo>
                  <a:pt x="970422" y="154231"/>
                </a:lnTo>
                <a:lnTo>
                  <a:pt x="965637" y="155621"/>
                </a:lnTo>
                <a:lnTo>
                  <a:pt x="961646" y="158342"/>
                </a:lnTo>
                <a:lnTo>
                  <a:pt x="957525" y="162703"/>
                </a:lnTo>
                <a:lnTo>
                  <a:pt x="952955" y="169299"/>
                </a:lnTo>
                <a:lnTo>
                  <a:pt x="953289" y="180202"/>
                </a:lnTo>
                <a:lnTo>
                  <a:pt x="956837" y="196757"/>
                </a:lnTo>
                <a:lnTo>
                  <a:pt x="959834" y="203914"/>
                </a:lnTo>
                <a:lnTo>
                  <a:pt x="960172" y="206501"/>
                </a:lnTo>
                <a:lnTo>
                  <a:pt x="959922" y="207520"/>
                </a:lnTo>
                <a:lnTo>
                  <a:pt x="959389" y="208369"/>
                </a:lnTo>
                <a:lnTo>
                  <a:pt x="957459" y="209590"/>
                </a:lnTo>
                <a:lnTo>
                  <a:pt x="949273" y="211141"/>
                </a:lnTo>
                <a:lnTo>
                  <a:pt x="945163" y="212781"/>
                </a:lnTo>
                <a:lnTo>
                  <a:pt x="943427" y="213909"/>
                </a:lnTo>
                <a:lnTo>
                  <a:pt x="941881" y="215259"/>
                </a:lnTo>
                <a:lnTo>
                  <a:pt x="939286" y="218681"/>
                </a:lnTo>
                <a:lnTo>
                  <a:pt x="936171" y="225402"/>
                </a:lnTo>
                <a:lnTo>
                  <a:pt x="934175" y="228000"/>
                </a:lnTo>
                <a:lnTo>
                  <a:pt x="933977" y="229446"/>
                </a:lnTo>
                <a:lnTo>
                  <a:pt x="935224" y="230996"/>
                </a:lnTo>
                <a:lnTo>
                  <a:pt x="938038" y="232933"/>
                </a:lnTo>
                <a:lnTo>
                  <a:pt x="940742" y="234095"/>
                </a:lnTo>
                <a:lnTo>
                  <a:pt x="942211" y="234044"/>
                </a:lnTo>
                <a:lnTo>
                  <a:pt x="944437" y="232712"/>
                </a:lnTo>
                <a:lnTo>
                  <a:pt x="947038" y="229991"/>
                </a:lnTo>
                <a:lnTo>
                  <a:pt x="948827" y="223253"/>
                </a:lnTo>
                <a:lnTo>
                  <a:pt x="950779" y="220930"/>
                </a:lnTo>
                <a:lnTo>
                  <a:pt x="953438" y="220309"/>
                </a:lnTo>
                <a:lnTo>
                  <a:pt x="957707" y="223501"/>
                </a:lnTo>
                <a:lnTo>
                  <a:pt x="960380" y="224022"/>
                </a:lnTo>
                <a:lnTo>
                  <a:pt x="962372" y="223783"/>
                </a:lnTo>
                <a:lnTo>
                  <a:pt x="964003" y="223011"/>
                </a:lnTo>
                <a:lnTo>
                  <a:pt x="965944" y="220679"/>
                </a:lnTo>
                <a:lnTo>
                  <a:pt x="968669" y="213961"/>
                </a:lnTo>
                <a:lnTo>
                  <a:pt x="971355" y="209616"/>
                </a:lnTo>
                <a:lnTo>
                  <a:pt x="974525" y="205565"/>
                </a:lnTo>
                <a:lnTo>
                  <a:pt x="975429" y="202803"/>
                </a:lnTo>
                <a:lnTo>
                  <a:pt x="974428" y="200490"/>
                </a:lnTo>
                <a:lnTo>
                  <a:pt x="969425" y="197987"/>
                </a:lnTo>
                <a:lnTo>
                  <a:pt x="967451" y="194844"/>
                </a:lnTo>
                <a:lnTo>
                  <a:pt x="965420" y="187781"/>
                </a:lnTo>
                <a:lnTo>
                  <a:pt x="964068" y="181121"/>
                </a:lnTo>
                <a:lnTo>
                  <a:pt x="963466" y="175631"/>
                </a:lnTo>
                <a:lnTo>
                  <a:pt x="963707" y="172095"/>
                </a:lnTo>
                <a:lnTo>
                  <a:pt x="966359" y="168190"/>
                </a:lnTo>
                <a:lnTo>
                  <a:pt x="968542" y="166430"/>
                </a:lnTo>
                <a:lnTo>
                  <a:pt x="969734" y="166020"/>
                </a:lnTo>
                <a:lnTo>
                  <a:pt x="976397" y="169345"/>
                </a:lnTo>
                <a:lnTo>
                  <a:pt x="980401" y="169485"/>
                </a:lnTo>
                <a:lnTo>
                  <a:pt x="981566" y="168963"/>
                </a:lnTo>
                <a:lnTo>
                  <a:pt x="982340" y="166128"/>
                </a:lnTo>
                <a:lnTo>
                  <a:pt x="983052" y="150993"/>
                </a:lnTo>
                <a:lnTo>
                  <a:pt x="983489" y="149158"/>
                </a:lnTo>
                <a:lnTo>
                  <a:pt x="984594" y="148422"/>
                </a:lnTo>
                <a:lnTo>
                  <a:pt x="986003" y="149217"/>
                </a:lnTo>
                <a:lnTo>
                  <a:pt x="986904" y="151242"/>
                </a:lnTo>
                <a:lnTo>
                  <a:pt x="988168" y="167857"/>
                </a:lnTo>
                <a:lnTo>
                  <a:pt x="991521" y="182744"/>
                </a:lnTo>
                <a:lnTo>
                  <a:pt x="994245" y="192555"/>
                </a:lnTo>
                <a:lnTo>
                  <a:pt x="994503" y="195416"/>
                </a:lnTo>
                <a:lnTo>
                  <a:pt x="993523" y="202005"/>
                </a:lnTo>
                <a:lnTo>
                  <a:pt x="993648" y="204812"/>
                </a:lnTo>
                <a:lnTo>
                  <a:pt x="996505" y="211233"/>
                </a:lnTo>
                <a:lnTo>
                  <a:pt x="999675" y="221274"/>
                </a:lnTo>
                <a:lnTo>
                  <a:pt x="1002880" y="225871"/>
                </a:lnTo>
                <a:lnTo>
                  <a:pt x="1007287" y="230736"/>
                </a:lnTo>
                <a:lnTo>
                  <a:pt x="1010799" y="233904"/>
                </a:lnTo>
                <a:lnTo>
                  <a:pt x="1016344" y="237934"/>
                </a:lnTo>
                <a:lnTo>
                  <a:pt x="1035697" y="249973"/>
                </a:lnTo>
                <a:lnTo>
                  <a:pt x="1048805" y="257434"/>
                </a:lnTo>
                <a:lnTo>
                  <a:pt x="1052359" y="258550"/>
                </a:lnTo>
                <a:lnTo>
                  <a:pt x="1055011" y="258396"/>
                </a:lnTo>
                <a:lnTo>
                  <a:pt x="1055863" y="257476"/>
                </a:lnTo>
                <a:lnTo>
                  <a:pt x="1056269" y="255718"/>
                </a:lnTo>
                <a:lnTo>
                  <a:pt x="1055893" y="245959"/>
                </a:lnTo>
                <a:lnTo>
                  <a:pt x="1049328" y="233369"/>
                </a:lnTo>
                <a:lnTo>
                  <a:pt x="1048700" y="221961"/>
                </a:lnTo>
                <a:lnTo>
                  <a:pt x="1046877" y="219298"/>
                </a:lnTo>
                <a:lnTo>
                  <a:pt x="1041911" y="213704"/>
                </a:lnTo>
                <a:lnTo>
                  <a:pt x="1044916" y="206545"/>
                </a:lnTo>
                <a:lnTo>
                  <a:pt x="1045093" y="202349"/>
                </a:lnTo>
                <a:lnTo>
                  <a:pt x="1043083" y="199144"/>
                </a:lnTo>
                <a:lnTo>
                  <a:pt x="1037812" y="195905"/>
                </a:lnTo>
                <a:lnTo>
                  <a:pt x="1036890" y="194792"/>
                </a:lnTo>
                <a:lnTo>
                  <a:pt x="1036299" y="191974"/>
                </a:lnTo>
                <a:lnTo>
                  <a:pt x="1035884" y="182895"/>
                </a:lnTo>
                <a:lnTo>
                  <a:pt x="1032949" y="181207"/>
                </a:lnTo>
                <a:lnTo>
                  <a:pt x="1027591" y="180050"/>
                </a:lnTo>
                <a:lnTo>
                  <a:pt x="1022239" y="174828"/>
                </a:lnTo>
                <a:lnTo>
                  <a:pt x="1020003" y="173361"/>
                </a:lnTo>
                <a:lnTo>
                  <a:pt x="1018587" y="173199"/>
                </a:lnTo>
                <a:lnTo>
                  <a:pt x="1013665" y="174523"/>
                </a:lnTo>
                <a:lnTo>
                  <a:pt x="1011825" y="174457"/>
                </a:lnTo>
                <a:lnTo>
                  <a:pt x="1008947" y="170186"/>
                </a:lnTo>
                <a:lnTo>
                  <a:pt x="1003146" y="158981"/>
                </a:lnTo>
                <a:lnTo>
                  <a:pt x="1006813" y="152123"/>
                </a:lnTo>
                <a:lnTo>
                  <a:pt x="1009832" y="148630"/>
                </a:lnTo>
                <a:lnTo>
                  <a:pt x="1010740" y="146843"/>
                </a:lnTo>
                <a:lnTo>
                  <a:pt x="1010203" y="136623"/>
                </a:lnTo>
                <a:lnTo>
                  <a:pt x="1011091" y="132293"/>
                </a:lnTo>
                <a:lnTo>
                  <a:pt x="1013223" y="130805"/>
                </a:lnTo>
                <a:lnTo>
                  <a:pt x="1020745" y="127643"/>
                </a:lnTo>
                <a:lnTo>
                  <a:pt x="1022052" y="126303"/>
                </a:lnTo>
                <a:lnTo>
                  <a:pt x="1022273" y="125478"/>
                </a:lnTo>
                <a:lnTo>
                  <a:pt x="1021950" y="123296"/>
                </a:lnTo>
                <a:lnTo>
                  <a:pt x="1019576" y="117126"/>
                </a:lnTo>
                <a:lnTo>
                  <a:pt x="1018282" y="111977"/>
                </a:lnTo>
                <a:lnTo>
                  <a:pt x="1014686" y="90747"/>
                </a:lnTo>
                <a:lnTo>
                  <a:pt x="1013946" y="81597"/>
                </a:lnTo>
                <a:lnTo>
                  <a:pt x="1013946" y="78366"/>
                </a:lnTo>
                <a:lnTo>
                  <a:pt x="1021661" y="70266"/>
                </a:lnTo>
                <a:lnTo>
                  <a:pt x="1021661" y="65975"/>
                </a:lnTo>
                <a:lnTo>
                  <a:pt x="1017652" y="62612"/>
                </a:lnTo>
                <a:lnTo>
                  <a:pt x="1015061" y="61431"/>
                </a:lnTo>
                <a:lnTo>
                  <a:pt x="1011911" y="61161"/>
                </a:lnTo>
                <a:lnTo>
                  <a:pt x="1006376" y="61624"/>
                </a:lnTo>
                <a:lnTo>
                  <a:pt x="1000814" y="61437"/>
                </a:lnTo>
                <a:lnTo>
                  <a:pt x="996975" y="60527"/>
                </a:lnTo>
                <a:lnTo>
                  <a:pt x="995681" y="59156"/>
                </a:lnTo>
                <a:lnTo>
                  <a:pt x="994100" y="50288"/>
                </a:lnTo>
                <a:lnTo>
                  <a:pt x="991424" y="45169"/>
                </a:lnTo>
                <a:lnTo>
                  <a:pt x="992021" y="42520"/>
                </a:lnTo>
                <a:lnTo>
                  <a:pt x="994387" y="38534"/>
                </a:lnTo>
                <a:lnTo>
                  <a:pt x="996361" y="36126"/>
                </a:lnTo>
                <a:lnTo>
                  <a:pt x="1001781" y="34400"/>
                </a:lnTo>
                <a:lnTo>
                  <a:pt x="1007184" y="30062"/>
                </a:lnTo>
                <a:lnTo>
                  <a:pt x="1012292" y="26825"/>
                </a:lnTo>
                <a:lnTo>
                  <a:pt x="1014356" y="24047"/>
                </a:lnTo>
                <a:lnTo>
                  <a:pt x="1014702" y="20788"/>
                </a:lnTo>
                <a:lnTo>
                  <a:pt x="1013946" y="18436"/>
                </a:lnTo>
                <a:lnTo>
                  <a:pt x="1012627" y="16447"/>
                </a:lnTo>
                <a:lnTo>
                  <a:pt x="1004671" y="13209"/>
                </a:lnTo>
                <a:lnTo>
                  <a:pt x="1002453" y="11523"/>
                </a:lnTo>
                <a:lnTo>
                  <a:pt x="1001484" y="9680"/>
                </a:lnTo>
                <a:lnTo>
                  <a:pt x="1000291" y="5309"/>
                </a:lnTo>
                <a:lnTo>
                  <a:pt x="997517" y="1320"/>
                </a:lnTo>
                <a:lnTo>
                  <a:pt x="994565" y="0"/>
                </a:lnTo>
                <a:lnTo>
                  <a:pt x="990129" y="307"/>
                </a:lnTo>
                <a:close/>
                <a:moveTo>
                  <a:pt x="990514" y="16266"/>
                </a:moveTo>
                <a:lnTo>
                  <a:pt x="995471" y="21221"/>
                </a:lnTo>
                <a:lnTo>
                  <a:pt x="996402" y="23975"/>
                </a:lnTo>
                <a:lnTo>
                  <a:pt x="994956" y="25096"/>
                </a:lnTo>
                <a:lnTo>
                  <a:pt x="990189" y="26114"/>
                </a:lnTo>
                <a:lnTo>
                  <a:pt x="988248" y="26934"/>
                </a:lnTo>
                <a:lnTo>
                  <a:pt x="984242" y="33525"/>
                </a:lnTo>
                <a:lnTo>
                  <a:pt x="981860" y="34507"/>
                </a:lnTo>
                <a:lnTo>
                  <a:pt x="975221" y="34579"/>
                </a:lnTo>
                <a:lnTo>
                  <a:pt x="969234" y="33900"/>
                </a:lnTo>
                <a:lnTo>
                  <a:pt x="966459" y="32746"/>
                </a:lnTo>
                <a:lnTo>
                  <a:pt x="966533" y="31760"/>
                </a:lnTo>
                <a:lnTo>
                  <a:pt x="972675" y="26681"/>
                </a:lnTo>
                <a:lnTo>
                  <a:pt x="979603" y="27125"/>
                </a:lnTo>
                <a:lnTo>
                  <a:pt x="982264" y="26566"/>
                </a:lnTo>
                <a:lnTo>
                  <a:pt x="983401" y="24875"/>
                </a:lnTo>
                <a:lnTo>
                  <a:pt x="983999" y="20588"/>
                </a:lnTo>
                <a:lnTo>
                  <a:pt x="987171" y="15733"/>
                </a:lnTo>
                <a:lnTo>
                  <a:pt x="989000" y="14528"/>
                </a:lnTo>
                <a:lnTo>
                  <a:pt x="990514" y="16266"/>
                </a:lnTo>
                <a:close/>
                <a:moveTo>
                  <a:pt x="702771" y="130486"/>
                </a:moveTo>
                <a:lnTo>
                  <a:pt x="704846" y="132106"/>
                </a:lnTo>
                <a:lnTo>
                  <a:pt x="705874" y="134420"/>
                </a:lnTo>
                <a:lnTo>
                  <a:pt x="705702" y="137368"/>
                </a:lnTo>
                <a:lnTo>
                  <a:pt x="704417" y="138586"/>
                </a:lnTo>
                <a:lnTo>
                  <a:pt x="703268" y="138600"/>
                </a:lnTo>
                <a:lnTo>
                  <a:pt x="702100" y="137910"/>
                </a:lnTo>
                <a:lnTo>
                  <a:pt x="697689" y="133916"/>
                </a:lnTo>
                <a:lnTo>
                  <a:pt x="697224" y="132895"/>
                </a:lnTo>
                <a:lnTo>
                  <a:pt x="697413" y="130782"/>
                </a:lnTo>
                <a:lnTo>
                  <a:pt x="698619" y="129636"/>
                </a:lnTo>
                <a:lnTo>
                  <a:pt x="700801" y="129727"/>
                </a:lnTo>
                <a:lnTo>
                  <a:pt x="702771" y="130486"/>
                </a:lnTo>
                <a:close/>
                <a:moveTo>
                  <a:pt x="1007486" y="185450"/>
                </a:moveTo>
                <a:lnTo>
                  <a:pt x="1010097" y="187206"/>
                </a:lnTo>
                <a:lnTo>
                  <a:pt x="1011919" y="187776"/>
                </a:lnTo>
                <a:lnTo>
                  <a:pt x="1015723" y="186116"/>
                </a:lnTo>
                <a:lnTo>
                  <a:pt x="1017256" y="186168"/>
                </a:lnTo>
                <a:lnTo>
                  <a:pt x="1022883" y="188928"/>
                </a:lnTo>
                <a:lnTo>
                  <a:pt x="1025131" y="190865"/>
                </a:lnTo>
                <a:lnTo>
                  <a:pt x="1025757" y="196886"/>
                </a:lnTo>
                <a:lnTo>
                  <a:pt x="1026289" y="198589"/>
                </a:lnTo>
                <a:lnTo>
                  <a:pt x="1027900" y="201000"/>
                </a:lnTo>
                <a:lnTo>
                  <a:pt x="1032798" y="205941"/>
                </a:lnTo>
                <a:lnTo>
                  <a:pt x="1032050" y="212405"/>
                </a:lnTo>
                <a:lnTo>
                  <a:pt x="1032274" y="217001"/>
                </a:lnTo>
                <a:lnTo>
                  <a:pt x="1033865" y="220542"/>
                </a:lnTo>
                <a:lnTo>
                  <a:pt x="1038246" y="225565"/>
                </a:lnTo>
                <a:lnTo>
                  <a:pt x="1038765" y="232156"/>
                </a:lnTo>
                <a:lnTo>
                  <a:pt x="1039792" y="236539"/>
                </a:lnTo>
                <a:lnTo>
                  <a:pt x="1039819" y="237234"/>
                </a:lnTo>
                <a:lnTo>
                  <a:pt x="1039179" y="238140"/>
                </a:lnTo>
                <a:lnTo>
                  <a:pt x="1036884" y="238220"/>
                </a:lnTo>
                <a:lnTo>
                  <a:pt x="1034771" y="237366"/>
                </a:lnTo>
                <a:lnTo>
                  <a:pt x="1019043" y="227401"/>
                </a:lnTo>
                <a:lnTo>
                  <a:pt x="1014466" y="223396"/>
                </a:lnTo>
                <a:lnTo>
                  <a:pt x="1009297" y="216686"/>
                </a:lnTo>
                <a:lnTo>
                  <a:pt x="1007250" y="212068"/>
                </a:lnTo>
                <a:lnTo>
                  <a:pt x="1004559" y="202285"/>
                </a:lnTo>
                <a:lnTo>
                  <a:pt x="1004623" y="194533"/>
                </a:lnTo>
                <a:lnTo>
                  <a:pt x="1002899" y="186981"/>
                </a:lnTo>
                <a:lnTo>
                  <a:pt x="1002992" y="184969"/>
                </a:lnTo>
                <a:lnTo>
                  <a:pt x="1003831" y="183218"/>
                </a:lnTo>
                <a:lnTo>
                  <a:pt x="1004617" y="183369"/>
                </a:lnTo>
                <a:lnTo>
                  <a:pt x="1007486" y="185450"/>
                </a:lnTo>
                <a:close/>
                <a:moveTo>
                  <a:pt x="654316" y="8938"/>
                </a:moveTo>
                <a:lnTo>
                  <a:pt x="653078" y="11174"/>
                </a:lnTo>
                <a:lnTo>
                  <a:pt x="652316" y="14321"/>
                </a:lnTo>
                <a:lnTo>
                  <a:pt x="650451" y="26202"/>
                </a:lnTo>
                <a:lnTo>
                  <a:pt x="648285" y="35328"/>
                </a:lnTo>
                <a:lnTo>
                  <a:pt x="647598" y="44380"/>
                </a:lnTo>
                <a:lnTo>
                  <a:pt x="646633" y="47384"/>
                </a:lnTo>
                <a:lnTo>
                  <a:pt x="644929" y="49680"/>
                </a:lnTo>
                <a:lnTo>
                  <a:pt x="641361" y="52837"/>
                </a:lnTo>
                <a:lnTo>
                  <a:pt x="627014" y="58415"/>
                </a:lnTo>
                <a:lnTo>
                  <a:pt x="625366" y="59589"/>
                </a:lnTo>
                <a:lnTo>
                  <a:pt x="624382" y="61507"/>
                </a:lnTo>
                <a:lnTo>
                  <a:pt x="624864" y="62679"/>
                </a:lnTo>
                <a:lnTo>
                  <a:pt x="626097" y="63427"/>
                </a:lnTo>
                <a:lnTo>
                  <a:pt x="641893" y="65070"/>
                </a:lnTo>
                <a:lnTo>
                  <a:pt x="645011" y="66024"/>
                </a:lnTo>
                <a:lnTo>
                  <a:pt x="646134" y="66807"/>
                </a:lnTo>
                <a:lnTo>
                  <a:pt x="646210" y="67289"/>
                </a:lnTo>
                <a:lnTo>
                  <a:pt x="639562" y="71579"/>
                </a:lnTo>
                <a:lnTo>
                  <a:pt x="631179" y="74136"/>
                </a:lnTo>
                <a:lnTo>
                  <a:pt x="616835" y="79662"/>
                </a:lnTo>
                <a:lnTo>
                  <a:pt x="612988" y="81510"/>
                </a:lnTo>
                <a:lnTo>
                  <a:pt x="611598" y="82802"/>
                </a:lnTo>
                <a:lnTo>
                  <a:pt x="613816" y="84634"/>
                </a:lnTo>
                <a:lnTo>
                  <a:pt x="638801" y="84798"/>
                </a:lnTo>
                <a:lnTo>
                  <a:pt x="641607" y="85082"/>
                </a:lnTo>
                <a:lnTo>
                  <a:pt x="643700" y="85911"/>
                </a:lnTo>
                <a:lnTo>
                  <a:pt x="644317" y="87085"/>
                </a:lnTo>
                <a:lnTo>
                  <a:pt x="644699" y="93646"/>
                </a:lnTo>
                <a:lnTo>
                  <a:pt x="644507" y="106525"/>
                </a:lnTo>
                <a:lnTo>
                  <a:pt x="643508" y="117950"/>
                </a:lnTo>
                <a:lnTo>
                  <a:pt x="644052" y="122228"/>
                </a:lnTo>
                <a:lnTo>
                  <a:pt x="645335" y="122337"/>
                </a:lnTo>
                <a:lnTo>
                  <a:pt x="650508" y="119316"/>
                </a:lnTo>
                <a:lnTo>
                  <a:pt x="652498" y="114781"/>
                </a:lnTo>
                <a:lnTo>
                  <a:pt x="654485" y="113521"/>
                </a:lnTo>
                <a:lnTo>
                  <a:pt x="658173" y="112984"/>
                </a:lnTo>
                <a:lnTo>
                  <a:pt x="660745" y="115621"/>
                </a:lnTo>
                <a:lnTo>
                  <a:pt x="661512" y="117406"/>
                </a:lnTo>
                <a:lnTo>
                  <a:pt x="661012" y="118836"/>
                </a:lnTo>
                <a:lnTo>
                  <a:pt x="659326" y="119821"/>
                </a:lnTo>
                <a:lnTo>
                  <a:pt x="656535" y="120269"/>
                </a:lnTo>
                <a:lnTo>
                  <a:pt x="651616" y="120120"/>
                </a:lnTo>
                <a:lnTo>
                  <a:pt x="650906" y="124905"/>
                </a:lnTo>
                <a:lnTo>
                  <a:pt x="650459" y="125857"/>
                </a:lnTo>
                <a:lnTo>
                  <a:pt x="649616" y="126432"/>
                </a:lnTo>
                <a:lnTo>
                  <a:pt x="646471" y="126376"/>
                </a:lnTo>
                <a:lnTo>
                  <a:pt x="643094" y="124400"/>
                </a:lnTo>
                <a:lnTo>
                  <a:pt x="642455" y="124749"/>
                </a:lnTo>
                <a:lnTo>
                  <a:pt x="641717" y="126175"/>
                </a:lnTo>
                <a:lnTo>
                  <a:pt x="640494" y="133710"/>
                </a:lnTo>
                <a:lnTo>
                  <a:pt x="640623" y="144950"/>
                </a:lnTo>
                <a:lnTo>
                  <a:pt x="638432" y="150216"/>
                </a:lnTo>
                <a:lnTo>
                  <a:pt x="636983" y="156003"/>
                </a:lnTo>
                <a:lnTo>
                  <a:pt x="634722" y="171964"/>
                </a:lnTo>
                <a:lnTo>
                  <a:pt x="632819" y="179677"/>
                </a:lnTo>
                <a:lnTo>
                  <a:pt x="631275" y="193823"/>
                </a:lnTo>
                <a:lnTo>
                  <a:pt x="629920" y="198565"/>
                </a:lnTo>
                <a:lnTo>
                  <a:pt x="632438" y="200226"/>
                </a:lnTo>
                <a:lnTo>
                  <a:pt x="634806" y="199942"/>
                </a:lnTo>
                <a:lnTo>
                  <a:pt x="653255" y="186656"/>
                </a:lnTo>
                <a:lnTo>
                  <a:pt x="655283" y="185639"/>
                </a:lnTo>
                <a:lnTo>
                  <a:pt x="656624" y="185474"/>
                </a:lnTo>
                <a:lnTo>
                  <a:pt x="659292" y="186401"/>
                </a:lnTo>
                <a:lnTo>
                  <a:pt x="664990" y="190778"/>
                </a:lnTo>
                <a:lnTo>
                  <a:pt x="669998" y="193906"/>
                </a:lnTo>
                <a:lnTo>
                  <a:pt x="671358" y="195351"/>
                </a:lnTo>
                <a:lnTo>
                  <a:pt x="676762" y="199323"/>
                </a:lnTo>
                <a:lnTo>
                  <a:pt x="678214" y="200112"/>
                </a:lnTo>
                <a:lnTo>
                  <a:pt x="680140" y="200427"/>
                </a:lnTo>
                <a:lnTo>
                  <a:pt x="681540" y="199680"/>
                </a:lnTo>
                <a:lnTo>
                  <a:pt x="682004" y="198556"/>
                </a:lnTo>
                <a:lnTo>
                  <a:pt x="681840" y="193279"/>
                </a:lnTo>
                <a:lnTo>
                  <a:pt x="679074" y="178875"/>
                </a:lnTo>
                <a:lnTo>
                  <a:pt x="677092" y="163052"/>
                </a:lnTo>
                <a:lnTo>
                  <a:pt x="676268" y="160252"/>
                </a:lnTo>
                <a:lnTo>
                  <a:pt x="675254" y="159026"/>
                </a:lnTo>
                <a:lnTo>
                  <a:pt x="674355" y="158764"/>
                </a:lnTo>
                <a:lnTo>
                  <a:pt x="673782" y="159855"/>
                </a:lnTo>
                <a:lnTo>
                  <a:pt x="673312" y="163995"/>
                </a:lnTo>
                <a:lnTo>
                  <a:pt x="669660" y="164543"/>
                </a:lnTo>
                <a:lnTo>
                  <a:pt x="664152" y="161536"/>
                </a:lnTo>
                <a:lnTo>
                  <a:pt x="663137" y="160498"/>
                </a:lnTo>
                <a:lnTo>
                  <a:pt x="663323" y="158696"/>
                </a:lnTo>
                <a:lnTo>
                  <a:pt x="666129" y="155739"/>
                </a:lnTo>
                <a:lnTo>
                  <a:pt x="666321" y="155268"/>
                </a:lnTo>
                <a:lnTo>
                  <a:pt x="665920" y="154798"/>
                </a:lnTo>
                <a:lnTo>
                  <a:pt x="662572" y="154793"/>
                </a:lnTo>
                <a:lnTo>
                  <a:pt x="657988" y="156335"/>
                </a:lnTo>
                <a:lnTo>
                  <a:pt x="656398" y="156441"/>
                </a:lnTo>
                <a:lnTo>
                  <a:pt x="648859" y="153603"/>
                </a:lnTo>
                <a:lnTo>
                  <a:pt x="647855" y="152954"/>
                </a:lnTo>
                <a:lnTo>
                  <a:pt x="647576" y="151731"/>
                </a:lnTo>
                <a:lnTo>
                  <a:pt x="648536" y="149470"/>
                </a:lnTo>
                <a:lnTo>
                  <a:pt x="650811" y="147184"/>
                </a:lnTo>
                <a:lnTo>
                  <a:pt x="654683" y="145058"/>
                </a:lnTo>
                <a:lnTo>
                  <a:pt x="657393" y="144630"/>
                </a:lnTo>
                <a:lnTo>
                  <a:pt x="660825" y="145915"/>
                </a:lnTo>
                <a:lnTo>
                  <a:pt x="664160" y="148069"/>
                </a:lnTo>
                <a:lnTo>
                  <a:pt x="665777" y="149986"/>
                </a:lnTo>
                <a:lnTo>
                  <a:pt x="667588" y="153903"/>
                </a:lnTo>
                <a:lnTo>
                  <a:pt x="673405" y="156125"/>
                </a:lnTo>
                <a:lnTo>
                  <a:pt x="674169" y="155834"/>
                </a:lnTo>
                <a:lnTo>
                  <a:pt x="674567" y="154944"/>
                </a:lnTo>
                <a:lnTo>
                  <a:pt x="674725" y="151759"/>
                </a:lnTo>
                <a:lnTo>
                  <a:pt x="673837" y="144715"/>
                </a:lnTo>
                <a:lnTo>
                  <a:pt x="673767" y="140236"/>
                </a:lnTo>
                <a:lnTo>
                  <a:pt x="672117" y="132209"/>
                </a:lnTo>
                <a:lnTo>
                  <a:pt x="670724" y="127874"/>
                </a:lnTo>
                <a:lnTo>
                  <a:pt x="669377" y="113026"/>
                </a:lnTo>
                <a:lnTo>
                  <a:pt x="667538" y="105256"/>
                </a:lnTo>
                <a:lnTo>
                  <a:pt x="667241" y="99212"/>
                </a:lnTo>
                <a:lnTo>
                  <a:pt x="667533" y="94542"/>
                </a:lnTo>
                <a:lnTo>
                  <a:pt x="667049" y="90351"/>
                </a:lnTo>
                <a:lnTo>
                  <a:pt x="667706" y="87831"/>
                </a:lnTo>
                <a:lnTo>
                  <a:pt x="669341" y="86454"/>
                </a:lnTo>
                <a:lnTo>
                  <a:pt x="672348" y="84924"/>
                </a:lnTo>
                <a:lnTo>
                  <a:pt x="698468" y="84715"/>
                </a:lnTo>
                <a:lnTo>
                  <a:pt x="700698" y="84249"/>
                </a:lnTo>
                <a:lnTo>
                  <a:pt x="701538" y="82945"/>
                </a:lnTo>
                <a:lnTo>
                  <a:pt x="701090" y="82109"/>
                </a:lnTo>
                <a:lnTo>
                  <a:pt x="698762" y="80762"/>
                </a:lnTo>
                <a:lnTo>
                  <a:pt x="691613" y="78278"/>
                </a:lnTo>
                <a:lnTo>
                  <a:pt x="685955" y="76950"/>
                </a:lnTo>
                <a:lnTo>
                  <a:pt x="682112" y="74491"/>
                </a:lnTo>
                <a:lnTo>
                  <a:pt x="674754" y="71760"/>
                </a:lnTo>
                <a:lnTo>
                  <a:pt x="671076" y="69652"/>
                </a:lnTo>
                <a:lnTo>
                  <a:pt x="668902" y="67767"/>
                </a:lnTo>
                <a:lnTo>
                  <a:pt x="668753" y="67243"/>
                </a:lnTo>
                <a:lnTo>
                  <a:pt x="669196" y="66771"/>
                </a:lnTo>
                <a:lnTo>
                  <a:pt x="671610" y="65593"/>
                </a:lnTo>
                <a:lnTo>
                  <a:pt x="687240" y="65511"/>
                </a:lnTo>
                <a:lnTo>
                  <a:pt x="689131" y="64876"/>
                </a:lnTo>
                <a:lnTo>
                  <a:pt x="689711" y="63789"/>
                </a:lnTo>
                <a:lnTo>
                  <a:pt x="687710" y="61408"/>
                </a:lnTo>
                <a:lnTo>
                  <a:pt x="677212" y="55134"/>
                </a:lnTo>
                <a:lnTo>
                  <a:pt x="673234" y="53186"/>
                </a:lnTo>
                <a:lnTo>
                  <a:pt x="670661" y="51270"/>
                </a:lnTo>
                <a:lnTo>
                  <a:pt x="668235" y="48730"/>
                </a:lnTo>
                <a:lnTo>
                  <a:pt x="666621" y="44871"/>
                </a:lnTo>
                <a:lnTo>
                  <a:pt x="666008" y="37758"/>
                </a:lnTo>
                <a:lnTo>
                  <a:pt x="663967" y="29913"/>
                </a:lnTo>
                <a:lnTo>
                  <a:pt x="662253" y="18776"/>
                </a:lnTo>
                <a:lnTo>
                  <a:pt x="660579" y="11580"/>
                </a:lnTo>
                <a:lnTo>
                  <a:pt x="659716" y="9551"/>
                </a:lnTo>
                <a:lnTo>
                  <a:pt x="658456" y="8359"/>
                </a:lnTo>
                <a:lnTo>
                  <a:pt x="656265" y="8070"/>
                </a:lnTo>
                <a:lnTo>
                  <a:pt x="654316" y="8938"/>
                </a:lnTo>
                <a:close/>
                <a:moveTo>
                  <a:pt x="658366" y="37674"/>
                </a:moveTo>
                <a:lnTo>
                  <a:pt x="657983" y="39530"/>
                </a:lnTo>
                <a:lnTo>
                  <a:pt x="657130" y="39782"/>
                </a:lnTo>
                <a:lnTo>
                  <a:pt x="656159" y="39481"/>
                </a:lnTo>
                <a:lnTo>
                  <a:pt x="655262" y="37879"/>
                </a:lnTo>
                <a:lnTo>
                  <a:pt x="655467" y="36024"/>
                </a:lnTo>
                <a:lnTo>
                  <a:pt x="656368" y="35559"/>
                </a:lnTo>
                <a:lnTo>
                  <a:pt x="657889" y="35793"/>
                </a:lnTo>
                <a:lnTo>
                  <a:pt x="658366" y="37674"/>
                </a:lnTo>
                <a:close/>
                <a:moveTo>
                  <a:pt x="650121" y="54597"/>
                </a:moveTo>
                <a:lnTo>
                  <a:pt x="650881" y="55556"/>
                </a:lnTo>
                <a:lnTo>
                  <a:pt x="650095" y="56871"/>
                </a:lnTo>
                <a:lnTo>
                  <a:pt x="647474" y="57116"/>
                </a:lnTo>
                <a:lnTo>
                  <a:pt x="646375" y="56414"/>
                </a:lnTo>
                <a:lnTo>
                  <a:pt x="646517" y="55701"/>
                </a:lnTo>
                <a:lnTo>
                  <a:pt x="647903" y="54739"/>
                </a:lnTo>
                <a:lnTo>
                  <a:pt x="648964" y="54350"/>
                </a:lnTo>
                <a:lnTo>
                  <a:pt x="650121" y="54597"/>
                </a:lnTo>
                <a:close/>
                <a:moveTo>
                  <a:pt x="673505" y="57441"/>
                </a:moveTo>
                <a:lnTo>
                  <a:pt x="674766" y="58513"/>
                </a:lnTo>
                <a:lnTo>
                  <a:pt x="674711" y="60196"/>
                </a:lnTo>
                <a:lnTo>
                  <a:pt x="672833" y="61266"/>
                </a:lnTo>
                <a:lnTo>
                  <a:pt x="670854" y="61250"/>
                </a:lnTo>
                <a:lnTo>
                  <a:pt x="669232" y="60585"/>
                </a:lnTo>
                <a:lnTo>
                  <a:pt x="667986" y="59362"/>
                </a:lnTo>
                <a:lnTo>
                  <a:pt x="667334" y="57832"/>
                </a:lnTo>
                <a:lnTo>
                  <a:pt x="667286" y="56091"/>
                </a:lnTo>
                <a:lnTo>
                  <a:pt x="670931" y="56592"/>
                </a:lnTo>
                <a:lnTo>
                  <a:pt x="673505" y="57441"/>
                </a:lnTo>
                <a:close/>
                <a:moveTo>
                  <a:pt x="644143" y="57200"/>
                </a:moveTo>
                <a:lnTo>
                  <a:pt x="644551" y="57819"/>
                </a:lnTo>
                <a:lnTo>
                  <a:pt x="644411" y="58632"/>
                </a:lnTo>
                <a:lnTo>
                  <a:pt x="642975" y="60138"/>
                </a:lnTo>
                <a:lnTo>
                  <a:pt x="641259" y="60509"/>
                </a:lnTo>
                <a:lnTo>
                  <a:pt x="639773" y="59894"/>
                </a:lnTo>
                <a:lnTo>
                  <a:pt x="640302" y="58423"/>
                </a:lnTo>
                <a:lnTo>
                  <a:pt x="642010" y="57073"/>
                </a:lnTo>
                <a:lnTo>
                  <a:pt x="642948" y="56771"/>
                </a:lnTo>
                <a:lnTo>
                  <a:pt x="644143" y="57200"/>
                </a:lnTo>
                <a:close/>
                <a:moveTo>
                  <a:pt x="644046" y="74365"/>
                </a:moveTo>
                <a:lnTo>
                  <a:pt x="645087" y="75861"/>
                </a:lnTo>
                <a:lnTo>
                  <a:pt x="644295" y="77080"/>
                </a:lnTo>
                <a:lnTo>
                  <a:pt x="641736" y="77266"/>
                </a:lnTo>
                <a:lnTo>
                  <a:pt x="640549" y="76325"/>
                </a:lnTo>
                <a:lnTo>
                  <a:pt x="640292" y="74659"/>
                </a:lnTo>
                <a:lnTo>
                  <a:pt x="640661" y="73738"/>
                </a:lnTo>
                <a:lnTo>
                  <a:pt x="642366" y="73678"/>
                </a:lnTo>
                <a:lnTo>
                  <a:pt x="644046" y="74365"/>
                </a:lnTo>
                <a:close/>
                <a:moveTo>
                  <a:pt x="671480" y="75329"/>
                </a:moveTo>
                <a:lnTo>
                  <a:pt x="671531" y="76349"/>
                </a:lnTo>
                <a:lnTo>
                  <a:pt x="670721" y="77400"/>
                </a:lnTo>
                <a:lnTo>
                  <a:pt x="669283" y="77653"/>
                </a:lnTo>
                <a:lnTo>
                  <a:pt x="668513" y="77148"/>
                </a:lnTo>
                <a:lnTo>
                  <a:pt x="668369" y="75939"/>
                </a:lnTo>
                <a:lnTo>
                  <a:pt x="669296" y="74823"/>
                </a:lnTo>
                <a:lnTo>
                  <a:pt x="670582" y="74618"/>
                </a:lnTo>
                <a:lnTo>
                  <a:pt x="671480" y="75329"/>
                </a:lnTo>
                <a:close/>
                <a:moveTo>
                  <a:pt x="649929" y="88540"/>
                </a:moveTo>
                <a:lnTo>
                  <a:pt x="649495" y="89504"/>
                </a:lnTo>
                <a:lnTo>
                  <a:pt x="648834" y="89161"/>
                </a:lnTo>
                <a:lnTo>
                  <a:pt x="648609" y="88430"/>
                </a:lnTo>
                <a:lnTo>
                  <a:pt x="649356" y="87581"/>
                </a:lnTo>
                <a:lnTo>
                  <a:pt x="649929" y="88540"/>
                </a:lnTo>
                <a:close/>
                <a:moveTo>
                  <a:pt x="659957" y="92204"/>
                </a:moveTo>
                <a:lnTo>
                  <a:pt x="660839" y="93363"/>
                </a:lnTo>
                <a:lnTo>
                  <a:pt x="660974" y="94866"/>
                </a:lnTo>
                <a:lnTo>
                  <a:pt x="660370" y="96354"/>
                </a:lnTo>
                <a:lnTo>
                  <a:pt x="659254" y="97293"/>
                </a:lnTo>
                <a:lnTo>
                  <a:pt x="657086" y="97538"/>
                </a:lnTo>
                <a:lnTo>
                  <a:pt x="654904" y="97035"/>
                </a:lnTo>
                <a:lnTo>
                  <a:pt x="653319" y="96270"/>
                </a:lnTo>
                <a:lnTo>
                  <a:pt x="652562" y="95103"/>
                </a:lnTo>
                <a:lnTo>
                  <a:pt x="652677" y="92927"/>
                </a:lnTo>
                <a:lnTo>
                  <a:pt x="654337" y="91875"/>
                </a:lnTo>
                <a:lnTo>
                  <a:pt x="657780" y="91525"/>
                </a:lnTo>
                <a:lnTo>
                  <a:pt x="659957" y="92204"/>
                </a:lnTo>
                <a:close/>
                <a:moveTo>
                  <a:pt x="650411" y="109561"/>
                </a:moveTo>
                <a:lnTo>
                  <a:pt x="650772" y="110415"/>
                </a:lnTo>
                <a:lnTo>
                  <a:pt x="650039" y="111228"/>
                </a:lnTo>
                <a:lnTo>
                  <a:pt x="649125" y="111447"/>
                </a:lnTo>
                <a:lnTo>
                  <a:pt x="648157" y="110869"/>
                </a:lnTo>
                <a:lnTo>
                  <a:pt x="648039" y="109842"/>
                </a:lnTo>
                <a:lnTo>
                  <a:pt x="648543" y="108967"/>
                </a:lnTo>
                <a:lnTo>
                  <a:pt x="649422" y="108842"/>
                </a:lnTo>
                <a:lnTo>
                  <a:pt x="650411" y="109561"/>
                </a:lnTo>
                <a:close/>
                <a:moveTo>
                  <a:pt x="666707" y="109609"/>
                </a:moveTo>
                <a:lnTo>
                  <a:pt x="665237" y="110628"/>
                </a:lnTo>
                <a:lnTo>
                  <a:pt x="664183" y="110532"/>
                </a:lnTo>
                <a:lnTo>
                  <a:pt x="663911" y="110091"/>
                </a:lnTo>
                <a:lnTo>
                  <a:pt x="664164" y="109217"/>
                </a:lnTo>
                <a:lnTo>
                  <a:pt x="665009" y="108832"/>
                </a:lnTo>
                <a:lnTo>
                  <a:pt x="666468" y="108911"/>
                </a:lnTo>
                <a:lnTo>
                  <a:pt x="666707" y="109609"/>
                </a:lnTo>
                <a:close/>
                <a:moveTo>
                  <a:pt x="666466" y="121229"/>
                </a:moveTo>
                <a:lnTo>
                  <a:pt x="667446" y="123145"/>
                </a:lnTo>
                <a:lnTo>
                  <a:pt x="667595" y="124776"/>
                </a:lnTo>
                <a:lnTo>
                  <a:pt x="666530" y="126694"/>
                </a:lnTo>
                <a:lnTo>
                  <a:pt x="663037" y="128588"/>
                </a:lnTo>
                <a:lnTo>
                  <a:pt x="664379" y="132535"/>
                </a:lnTo>
                <a:lnTo>
                  <a:pt x="663560" y="134554"/>
                </a:lnTo>
                <a:lnTo>
                  <a:pt x="660445" y="136446"/>
                </a:lnTo>
                <a:lnTo>
                  <a:pt x="657565" y="137453"/>
                </a:lnTo>
                <a:lnTo>
                  <a:pt x="655124" y="136516"/>
                </a:lnTo>
                <a:lnTo>
                  <a:pt x="651570" y="133917"/>
                </a:lnTo>
                <a:lnTo>
                  <a:pt x="651178" y="131999"/>
                </a:lnTo>
                <a:lnTo>
                  <a:pt x="653289" y="128873"/>
                </a:lnTo>
                <a:lnTo>
                  <a:pt x="656105" y="127421"/>
                </a:lnTo>
                <a:lnTo>
                  <a:pt x="661941" y="126947"/>
                </a:lnTo>
                <a:lnTo>
                  <a:pt x="663477" y="120988"/>
                </a:lnTo>
                <a:lnTo>
                  <a:pt x="664917" y="120403"/>
                </a:lnTo>
                <a:lnTo>
                  <a:pt x="666466" y="121229"/>
                </a:lnTo>
                <a:close/>
                <a:moveTo>
                  <a:pt x="648964" y="137911"/>
                </a:moveTo>
                <a:lnTo>
                  <a:pt x="651113" y="140123"/>
                </a:lnTo>
                <a:lnTo>
                  <a:pt x="651106" y="141171"/>
                </a:lnTo>
                <a:lnTo>
                  <a:pt x="650374" y="142390"/>
                </a:lnTo>
                <a:lnTo>
                  <a:pt x="646096" y="146204"/>
                </a:lnTo>
                <a:lnTo>
                  <a:pt x="644903" y="146249"/>
                </a:lnTo>
                <a:lnTo>
                  <a:pt x="643181" y="145362"/>
                </a:lnTo>
                <a:lnTo>
                  <a:pt x="642510" y="144492"/>
                </a:lnTo>
                <a:lnTo>
                  <a:pt x="642419" y="142539"/>
                </a:lnTo>
                <a:lnTo>
                  <a:pt x="643064" y="138888"/>
                </a:lnTo>
                <a:lnTo>
                  <a:pt x="643924" y="137074"/>
                </a:lnTo>
                <a:lnTo>
                  <a:pt x="644486" y="136573"/>
                </a:lnTo>
                <a:lnTo>
                  <a:pt x="645919" y="136355"/>
                </a:lnTo>
                <a:lnTo>
                  <a:pt x="648964" y="137911"/>
                </a:lnTo>
                <a:close/>
                <a:moveTo>
                  <a:pt x="670564" y="137332"/>
                </a:moveTo>
                <a:lnTo>
                  <a:pt x="671149" y="140193"/>
                </a:lnTo>
                <a:lnTo>
                  <a:pt x="670845" y="144062"/>
                </a:lnTo>
                <a:lnTo>
                  <a:pt x="670057" y="145415"/>
                </a:lnTo>
                <a:lnTo>
                  <a:pt x="668278" y="145820"/>
                </a:lnTo>
                <a:lnTo>
                  <a:pt x="663706" y="142454"/>
                </a:lnTo>
                <a:lnTo>
                  <a:pt x="662874" y="141141"/>
                </a:lnTo>
                <a:lnTo>
                  <a:pt x="662772" y="139777"/>
                </a:lnTo>
                <a:lnTo>
                  <a:pt x="663595" y="138423"/>
                </a:lnTo>
                <a:lnTo>
                  <a:pt x="665892" y="137253"/>
                </a:lnTo>
                <a:lnTo>
                  <a:pt x="668626" y="136795"/>
                </a:lnTo>
                <a:lnTo>
                  <a:pt x="670564" y="137332"/>
                </a:lnTo>
                <a:close/>
                <a:moveTo>
                  <a:pt x="645589" y="156136"/>
                </a:moveTo>
                <a:lnTo>
                  <a:pt x="649157" y="159897"/>
                </a:lnTo>
                <a:lnTo>
                  <a:pt x="646873" y="161675"/>
                </a:lnTo>
                <a:lnTo>
                  <a:pt x="641588" y="163465"/>
                </a:lnTo>
                <a:lnTo>
                  <a:pt x="640428" y="161876"/>
                </a:lnTo>
                <a:lnTo>
                  <a:pt x="640006" y="160507"/>
                </a:lnTo>
                <a:lnTo>
                  <a:pt x="639800" y="158034"/>
                </a:lnTo>
                <a:lnTo>
                  <a:pt x="640140" y="156029"/>
                </a:lnTo>
                <a:lnTo>
                  <a:pt x="640704" y="155414"/>
                </a:lnTo>
                <a:lnTo>
                  <a:pt x="642111" y="155095"/>
                </a:lnTo>
                <a:lnTo>
                  <a:pt x="645589" y="156136"/>
                </a:lnTo>
                <a:close/>
                <a:moveTo>
                  <a:pt x="660005" y="163995"/>
                </a:moveTo>
                <a:lnTo>
                  <a:pt x="665581" y="166732"/>
                </a:lnTo>
                <a:lnTo>
                  <a:pt x="666568" y="168098"/>
                </a:lnTo>
                <a:lnTo>
                  <a:pt x="666668" y="170566"/>
                </a:lnTo>
                <a:lnTo>
                  <a:pt x="664971" y="172674"/>
                </a:lnTo>
                <a:lnTo>
                  <a:pt x="660151" y="176232"/>
                </a:lnTo>
                <a:lnTo>
                  <a:pt x="657122" y="177614"/>
                </a:lnTo>
                <a:lnTo>
                  <a:pt x="654380" y="177414"/>
                </a:lnTo>
                <a:lnTo>
                  <a:pt x="652749" y="176393"/>
                </a:lnTo>
                <a:lnTo>
                  <a:pt x="647458" y="171916"/>
                </a:lnTo>
                <a:lnTo>
                  <a:pt x="645171" y="168294"/>
                </a:lnTo>
                <a:lnTo>
                  <a:pt x="645175" y="167372"/>
                </a:lnTo>
                <a:lnTo>
                  <a:pt x="645784" y="166634"/>
                </a:lnTo>
                <a:lnTo>
                  <a:pt x="653891" y="162486"/>
                </a:lnTo>
                <a:lnTo>
                  <a:pt x="656374" y="162387"/>
                </a:lnTo>
                <a:lnTo>
                  <a:pt x="660005" y="163995"/>
                </a:lnTo>
                <a:close/>
                <a:moveTo>
                  <a:pt x="644288" y="175036"/>
                </a:moveTo>
                <a:lnTo>
                  <a:pt x="649309" y="179122"/>
                </a:lnTo>
                <a:lnTo>
                  <a:pt x="650603" y="181441"/>
                </a:lnTo>
                <a:lnTo>
                  <a:pt x="650652" y="183040"/>
                </a:lnTo>
                <a:lnTo>
                  <a:pt x="649798" y="184001"/>
                </a:lnTo>
                <a:lnTo>
                  <a:pt x="646886" y="185662"/>
                </a:lnTo>
                <a:lnTo>
                  <a:pt x="640552" y="190384"/>
                </a:lnTo>
                <a:lnTo>
                  <a:pt x="638502" y="191618"/>
                </a:lnTo>
                <a:lnTo>
                  <a:pt x="637679" y="191566"/>
                </a:lnTo>
                <a:lnTo>
                  <a:pt x="636892" y="190450"/>
                </a:lnTo>
                <a:lnTo>
                  <a:pt x="636449" y="187250"/>
                </a:lnTo>
                <a:lnTo>
                  <a:pt x="637935" y="179032"/>
                </a:lnTo>
                <a:lnTo>
                  <a:pt x="638086" y="175892"/>
                </a:lnTo>
                <a:lnTo>
                  <a:pt x="639503" y="174186"/>
                </a:lnTo>
                <a:lnTo>
                  <a:pt x="641059" y="173467"/>
                </a:lnTo>
                <a:lnTo>
                  <a:pt x="642641" y="173753"/>
                </a:lnTo>
                <a:lnTo>
                  <a:pt x="644288" y="175036"/>
                </a:lnTo>
                <a:close/>
                <a:moveTo>
                  <a:pt x="673698" y="174554"/>
                </a:moveTo>
                <a:lnTo>
                  <a:pt x="674484" y="178158"/>
                </a:lnTo>
                <a:lnTo>
                  <a:pt x="675172" y="189141"/>
                </a:lnTo>
                <a:lnTo>
                  <a:pt x="674894" y="190935"/>
                </a:lnTo>
                <a:lnTo>
                  <a:pt x="673215" y="191608"/>
                </a:lnTo>
                <a:lnTo>
                  <a:pt x="671332" y="190683"/>
                </a:lnTo>
                <a:lnTo>
                  <a:pt x="666150" y="186140"/>
                </a:lnTo>
                <a:lnTo>
                  <a:pt x="663285" y="184336"/>
                </a:lnTo>
                <a:lnTo>
                  <a:pt x="662633" y="182370"/>
                </a:lnTo>
                <a:lnTo>
                  <a:pt x="663454" y="180346"/>
                </a:lnTo>
                <a:lnTo>
                  <a:pt x="668680" y="175912"/>
                </a:lnTo>
                <a:lnTo>
                  <a:pt x="672204" y="173879"/>
                </a:lnTo>
                <a:lnTo>
                  <a:pt x="673698" y="174554"/>
                </a:lnTo>
                <a:close/>
                <a:moveTo>
                  <a:pt x="322120" y="11300"/>
                </a:moveTo>
                <a:lnTo>
                  <a:pt x="320780" y="12225"/>
                </a:lnTo>
                <a:lnTo>
                  <a:pt x="319992" y="13963"/>
                </a:lnTo>
                <a:lnTo>
                  <a:pt x="318620" y="23022"/>
                </a:lnTo>
                <a:lnTo>
                  <a:pt x="316436" y="32985"/>
                </a:lnTo>
                <a:lnTo>
                  <a:pt x="315068" y="43607"/>
                </a:lnTo>
                <a:lnTo>
                  <a:pt x="313347" y="50860"/>
                </a:lnTo>
                <a:lnTo>
                  <a:pt x="311483" y="62283"/>
                </a:lnTo>
                <a:lnTo>
                  <a:pt x="310598" y="64264"/>
                </a:lnTo>
                <a:lnTo>
                  <a:pt x="308317" y="66874"/>
                </a:lnTo>
                <a:lnTo>
                  <a:pt x="306271" y="68255"/>
                </a:lnTo>
                <a:lnTo>
                  <a:pt x="301261" y="70284"/>
                </a:lnTo>
                <a:lnTo>
                  <a:pt x="296974" y="72754"/>
                </a:lnTo>
                <a:lnTo>
                  <a:pt x="284517" y="77829"/>
                </a:lnTo>
                <a:lnTo>
                  <a:pt x="282525" y="79286"/>
                </a:lnTo>
                <a:lnTo>
                  <a:pt x="281113" y="81568"/>
                </a:lnTo>
                <a:lnTo>
                  <a:pt x="281517" y="82775"/>
                </a:lnTo>
                <a:lnTo>
                  <a:pt x="284348" y="83547"/>
                </a:lnTo>
                <a:lnTo>
                  <a:pt x="308021" y="84971"/>
                </a:lnTo>
                <a:lnTo>
                  <a:pt x="310546" y="85972"/>
                </a:lnTo>
                <a:lnTo>
                  <a:pt x="311416" y="86804"/>
                </a:lnTo>
                <a:lnTo>
                  <a:pt x="311408" y="87737"/>
                </a:lnTo>
                <a:lnTo>
                  <a:pt x="308941" y="90414"/>
                </a:lnTo>
                <a:lnTo>
                  <a:pt x="306122" y="92083"/>
                </a:lnTo>
                <a:lnTo>
                  <a:pt x="297940" y="95488"/>
                </a:lnTo>
                <a:lnTo>
                  <a:pt x="291956" y="97345"/>
                </a:lnTo>
                <a:lnTo>
                  <a:pt x="286921" y="99549"/>
                </a:lnTo>
                <a:lnTo>
                  <a:pt x="270719" y="105274"/>
                </a:lnTo>
                <a:lnTo>
                  <a:pt x="267086" y="107243"/>
                </a:lnTo>
                <a:lnTo>
                  <a:pt x="266058" y="108122"/>
                </a:lnTo>
                <a:lnTo>
                  <a:pt x="265544" y="109687"/>
                </a:lnTo>
                <a:lnTo>
                  <a:pt x="266835" y="110697"/>
                </a:lnTo>
                <a:lnTo>
                  <a:pt x="270235" y="110983"/>
                </a:lnTo>
                <a:lnTo>
                  <a:pt x="304576" y="111441"/>
                </a:lnTo>
                <a:lnTo>
                  <a:pt x="307975" y="112157"/>
                </a:lnTo>
                <a:lnTo>
                  <a:pt x="309198" y="113032"/>
                </a:lnTo>
                <a:lnTo>
                  <a:pt x="309700" y="114260"/>
                </a:lnTo>
                <a:lnTo>
                  <a:pt x="309983" y="121248"/>
                </a:lnTo>
                <a:lnTo>
                  <a:pt x="309108" y="128918"/>
                </a:lnTo>
                <a:lnTo>
                  <a:pt x="307525" y="155496"/>
                </a:lnTo>
                <a:lnTo>
                  <a:pt x="305583" y="160665"/>
                </a:lnTo>
                <a:lnTo>
                  <a:pt x="303681" y="178137"/>
                </a:lnTo>
                <a:lnTo>
                  <a:pt x="301282" y="187090"/>
                </a:lnTo>
                <a:lnTo>
                  <a:pt x="299766" y="201512"/>
                </a:lnTo>
                <a:lnTo>
                  <a:pt x="297548" y="210642"/>
                </a:lnTo>
                <a:lnTo>
                  <a:pt x="295855" y="224986"/>
                </a:lnTo>
                <a:lnTo>
                  <a:pt x="293643" y="235146"/>
                </a:lnTo>
                <a:lnTo>
                  <a:pt x="291240" y="254038"/>
                </a:lnTo>
                <a:lnTo>
                  <a:pt x="289911" y="259107"/>
                </a:lnTo>
                <a:lnTo>
                  <a:pt x="289881" y="261497"/>
                </a:lnTo>
                <a:lnTo>
                  <a:pt x="290395" y="262834"/>
                </a:lnTo>
                <a:lnTo>
                  <a:pt x="292120" y="263446"/>
                </a:lnTo>
                <a:lnTo>
                  <a:pt x="295397" y="262325"/>
                </a:lnTo>
                <a:lnTo>
                  <a:pt x="314938" y="248753"/>
                </a:lnTo>
                <a:lnTo>
                  <a:pt x="321329" y="243812"/>
                </a:lnTo>
                <a:lnTo>
                  <a:pt x="323144" y="243042"/>
                </a:lnTo>
                <a:lnTo>
                  <a:pt x="324901" y="242883"/>
                </a:lnTo>
                <a:lnTo>
                  <a:pt x="327402" y="243800"/>
                </a:lnTo>
                <a:lnTo>
                  <a:pt x="341652" y="254710"/>
                </a:lnTo>
                <a:lnTo>
                  <a:pt x="351859" y="261941"/>
                </a:lnTo>
                <a:lnTo>
                  <a:pt x="354393" y="263244"/>
                </a:lnTo>
                <a:lnTo>
                  <a:pt x="356289" y="263454"/>
                </a:lnTo>
                <a:lnTo>
                  <a:pt x="357171" y="262979"/>
                </a:lnTo>
                <a:lnTo>
                  <a:pt x="357583" y="261991"/>
                </a:lnTo>
                <a:lnTo>
                  <a:pt x="357591" y="257737"/>
                </a:lnTo>
                <a:lnTo>
                  <a:pt x="355267" y="243564"/>
                </a:lnTo>
                <a:lnTo>
                  <a:pt x="353733" y="230515"/>
                </a:lnTo>
                <a:lnTo>
                  <a:pt x="351641" y="220470"/>
                </a:lnTo>
                <a:lnTo>
                  <a:pt x="349730" y="204646"/>
                </a:lnTo>
                <a:lnTo>
                  <a:pt x="347255" y="193136"/>
                </a:lnTo>
                <a:lnTo>
                  <a:pt x="345853" y="181117"/>
                </a:lnTo>
                <a:lnTo>
                  <a:pt x="343316" y="166576"/>
                </a:lnTo>
                <a:lnTo>
                  <a:pt x="341755" y="152785"/>
                </a:lnTo>
                <a:lnTo>
                  <a:pt x="341049" y="149933"/>
                </a:lnTo>
                <a:lnTo>
                  <a:pt x="339452" y="146836"/>
                </a:lnTo>
                <a:lnTo>
                  <a:pt x="339079" y="144534"/>
                </a:lnTo>
                <a:lnTo>
                  <a:pt x="338609" y="113900"/>
                </a:lnTo>
                <a:lnTo>
                  <a:pt x="340872" y="112088"/>
                </a:lnTo>
                <a:lnTo>
                  <a:pt x="344672" y="111459"/>
                </a:lnTo>
                <a:lnTo>
                  <a:pt x="381147" y="111733"/>
                </a:lnTo>
                <a:lnTo>
                  <a:pt x="382550" y="111210"/>
                </a:lnTo>
                <a:lnTo>
                  <a:pt x="383575" y="109350"/>
                </a:lnTo>
                <a:lnTo>
                  <a:pt x="381646" y="107861"/>
                </a:lnTo>
                <a:lnTo>
                  <a:pt x="376374" y="105301"/>
                </a:lnTo>
                <a:lnTo>
                  <a:pt x="365203" y="100693"/>
                </a:lnTo>
                <a:lnTo>
                  <a:pt x="350012" y="95259"/>
                </a:lnTo>
                <a:lnTo>
                  <a:pt x="341612" y="91704"/>
                </a:lnTo>
                <a:lnTo>
                  <a:pt x="339809" y="90147"/>
                </a:lnTo>
                <a:lnTo>
                  <a:pt x="339563" y="87207"/>
                </a:lnTo>
                <a:lnTo>
                  <a:pt x="340109" y="86261"/>
                </a:lnTo>
                <a:lnTo>
                  <a:pt x="341282" y="85692"/>
                </a:lnTo>
                <a:lnTo>
                  <a:pt x="350276" y="85272"/>
                </a:lnTo>
                <a:lnTo>
                  <a:pt x="365415" y="86542"/>
                </a:lnTo>
                <a:lnTo>
                  <a:pt x="367345" y="85695"/>
                </a:lnTo>
                <a:lnTo>
                  <a:pt x="368195" y="84573"/>
                </a:lnTo>
                <a:lnTo>
                  <a:pt x="368348" y="83534"/>
                </a:lnTo>
                <a:lnTo>
                  <a:pt x="366417" y="81438"/>
                </a:lnTo>
                <a:lnTo>
                  <a:pt x="358329" y="77083"/>
                </a:lnTo>
                <a:lnTo>
                  <a:pt x="346833" y="69830"/>
                </a:lnTo>
                <a:lnTo>
                  <a:pt x="342749" y="67801"/>
                </a:lnTo>
                <a:lnTo>
                  <a:pt x="339047" y="64456"/>
                </a:lnTo>
                <a:lnTo>
                  <a:pt x="338570" y="63384"/>
                </a:lnTo>
                <a:lnTo>
                  <a:pt x="338187" y="58978"/>
                </a:lnTo>
                <a:lnTo>
                  <a:pt x="336380" y="51508"/>
                </a:lnTo>
                <a:lnTo>
                  <a:pt x="334256" y="38217"/>
                </a:lnTo>
                <a:lnTo>
                  <a:pt x="331973" y="28236"/>
                </a:lnTo>
                <a:lnTo>
                  <a:pt x="329750" y="15314"/>
                </a:lnTo>
                <a:lnTo>
                  <a:pt x="328482" y="12571"/>
                </a:lnTo>
                <a:lnTo>
                  <a:pt x="326321" y="10887"/>
                </a:lnTo>
                <a:lnTo>
                  <a:pt x="324354" y="10496"/>
                </a:lnTo>
                <a:lnTo>
                  <a:pt x="322120" y="11300"/>
                </a:lnTo>
                <a:close/>
                <a:moveTo>
                  <a:pt x="326363" y="34250"/>
                </a:moveTo>
                <a:lnTo>
                  <a:pt x="326809" y="35608"/>
                </a:lnTo>
                <a:lnTo>
                  <a:pt x="326519" y="37319"/>
                </a:lnTo>
                <a:lnTo>
                  <a:pt x="324964" y="37674"/>
                </a:lnTo>
                <a:lnTo>
                  <a:pt x="323423" y="37340"/>
                </a:lnTo>
                <a:lnTo>
                  <a:pt x="323131" y="35792"/>
                </a:lnTo>
                <a:lnTo>
                  <a:pt x="323818" y="34289"/>
                </a:lnTo>
                <a:lnTo>
                  <a:pt x="325088" y="33650"/>
                </a:lnTo>
                <a:lnTo>
                  <a:pt x="326363" y="34250"/>
                </a:lnTo>
                <a:close/>
                <a:moveTo>
                  <a:pt x="326989" y="46931"/>
                </a:moveTo>
                <a:lnTo>
                  <a:pt x="327839" y="49203"/>
                </a:lnTo>
                <a:lnTo>
                  <a:pt x="327568" y="52090"/>
                </a:lnTo>
                <a:lnTo>
                  <a:pt x="325416" y="52861"/>
                </a:lnTo>
                <a:lnTo>
                  <a:pt x="322650" y="52475"/>
                </a:lnTo>
                <a:lnTo>
                  <a:pt x="321577" y="50232"/>
                </a:lnTo>
                <a:lnTo>
                  <a:pt x="321725" y="48031"/>
                </a:lnTo>
                <a:lnTo>
                  <a:pt x="322282" y="46872"/>
                </a:lnTo>
                <a:lnTo>
                  <a:pt x="324382" y="46129"/>
                </a:lnTo>
                <a:lnTo>
                  <a:pt x="326989" y="46931"/>
                </a:lnTo>
                <a:close/>
                <a:moveTo>
                  <a:pt x="319179" y="55031"/>
                </a:moveTo>
                <a:lnTo>
                  <a:pt x="319534" y="56234"/>
                </a:lnTo>
                <a:lnTo>
                  <a:pt x="319050" y="57416"/>
                </a:lnTo>
                <a:lnTo>
                  <a:pt x="318010" y="58061"/>
                </a:lnTo>
                <a:lnTo>
                  <a:pt x="316858" y="57775"/>
                </a:lnTo>
                <a:lnTo>
                  <a:pt x="316369" y="55951"/>
                </a:lnTo>
                <a:lnTo>
                  <a:pt x="316915" y="54694"/>
                </a:lnTo>
                <a:lnTo>
                  <a:pt x="317997" y="54312"/>
                </a:lnTo>
                <a:lnTo>
                  <a:pt x="319179" y="55031"/>
                </a:lnTo>
                <a:close/>
                <a:moveTo>
                  <a:pt x="332871" y="55899"/>
                </a:moveTo>
                <a:lnTo>
                  <a:pt x="333788" y="56574"/>
                </a:lnTo>
                <a:lnTo>
                  <a:pt x="332335" y="56965"/>
                </a:lnTo>
                <a:lnTo>
                  <a:pt x="330954" y="56568"/>
                </a:lnTo>
                <a:lnTo>
                  <a:pt x="330268" y="55754"/>
                </a:lnTo>
                <a:lnTo>
                  <a:pt x="331190" y="55302"/>
                </a:lnTo>
                <a:lnTo>
                  <a:pt x="332871" y="55899"/>
                </a:lnTo>
                <a:close/>
                <a:moveTo>
                  <a:pt x="327375" y="61781"/>
                </a:moveTo>
                <a:lnTo>
                  <a:pt x="328116" y="63685"/>
                </a:lnTo>
                <a:lnTo>
                  <a:pt x="327301" y="64666"/>
                </a:lnTo>
                <a:lnTo>
                  <a:pt x="325674" y="65483"/>
                </a:lnTo>
                <a:lnTo>
                  <a:pt x="324436" y="65503"/>
                </a:lnTo>
                <a:lnTo>
                  <a:pt x="322587" y="64839"/>
                </a:lnTo>
                <a:lnTo>
                  <a:pt x="321204" y="63131"/>
                </a:lnTo>
                <a:lnTo>
                  <a:pt x="321535" y="61893"/>
                </a:lnTo>
                <a:lnTo>
                  <a:pt x="323458" y="60828"/>
                </a:lnTo>
                <a:lnTo>
                  <a:pt x="325979" y="60935"/>
                </a:lnTo>
                <a:lnTo>
                  <a:pt x="327375" y="61781"/>
                </a:lnTo>
                <a:close/>
                <a:moveTo>
                  <a:pt x="334029" y="71279"/>
                </a:moveTo>
                <a:lnTo>
                  <a:pt x="334614" y="73168"/>
                </a:lnTo>
                <a:lnTo>
                  <a:pt x="334246" y="75354"/>
                </a:lnTo>
                <a:lnTo>
                  <a:pt x="333363" y="76090"/>
                </a:lnTo>
                <a:lnTo>
                  <a:pt x="332166" y="75930"/>
                </a:lnTo>
                <a:lnTo>
                  <a:pt x="330945" y="74757"/>
                </a:lnTo>
                <a:lnTo>
                  <a:pt x="330971" y="72646"/>
                </a:lnTo>
                <a:lnTo>
                  <a:pt x="332333" y="71004"/>
                </a:lnTo>
                <a:lnTo>
                  <a:pt x="333206" y="70851"/>
                </a:lnTo>
                <a:lnTo>
                  <a:pt x="334029" y="71279"/>
                </a:lnTo>
                <a:close/>
                <a:moveTo>
                  <a:pt x="318407" y="72774"/>
                </a:moveTo>
                <a:lnTo>
                  <a:pt x="318565" y="74355"/>
                </a:lnTo>
                <a:lnTo>
                  <a:pt x="317277" y="75329"/>
                </a:lnTo>
                <a:lnTo>
                  <a:pt x="314708" y="74877"/>
                </a:lnTo>
                <a:lnTo>
                  <a:pt x="313113" y="73765"/>
                </a:lnTo>
                <a:lnTo>
                  <a:pt x="314031" y="71866"/>
                </a:lnTo>
                <a:lnTo>
                  <a:pt x="315620" y="71166"/>
                </a:lnTo>
                <a:lnTo>
                  <a:pt x="317297" y="71492"/>
                </a:lnTo>
                <a:lnTo>
                  <a:pt x="318407" y="72774"/>
                </a:lnTo>
                <a:close/>
                <a:moveTo>
                  <a:pt x="343864" y="73738"/>
                </a:moveTo>
                <a:lnTo>
                  <a:pt x="350210" y="77862"/>
                </a:lnTo>
                <a:lnTo>
                  <a:pt x="350962" y="78791"/>
                </a:lnTo>
                <a:lnTo>
                  <a:pt x="350736" y="79735"/>
                </a:lnTo>
                <a:lnTo>
                  <a:pt x="349367" y="80446"/>
                </a:lnTo>
                <a:lnTo>
                  <a:pt x="345786" y="80764"/>
                </a:lnTo>
                <a:lnTo>
                  <a:pt x="342279" y="80518"/>
                </a:lnTo>
                <a:lnTo>
                  <a:pt x="340085" y="79716"/>
                </a:lnTo>
                <a:lnTo>
                  <a:pt x="339317" y="78736"/>
                </a:lnTo>
                <a:lnTo>
                  <a:pt x="338983" y="77303"/>
                </a:lnTo>
                <a:lnTo>
                  <a:pt x="339380" y="73754"/>
                </a:lnTo>
                <a:lnTo>
                  <a:pt x="340696" y="72699"/>
                </a:lnTo>
                <a:lnTo>
                  <a:pt x="343864" y="73738"/>
                </a:lnTo>
                <a:close/>
                <a:moveTo>
                  <a:pt x="309584" y="73690"/>
                </a:moveTo>
                <a:lnTo>
                  <a:pt x="311072" y="74353"/>
                </a:lnTo>
                <a:lnTo>
                  <a:pt x="311285" y="75196"/>
                </a:lnTo>
                <a:lnTo>
                  <a:pt x="309584" y="76775"/>
                </a:lnTo>
                <a:lnTo>
                  <a:pt x="307370" y="77889"/>
                </a:lnTo>
                <a:lnTo>
                  <a:pt x="305269" y="78351"/>
                </a:lnTo>
                <a:lnTo>
                  <a:pt x="303499" y="78178"/>
                </a:lnTo>
                <a:lnTo>
                  <a:pt x="301940" y="76770"/>
                </a:lnTo>
                <a:lnTo>
                  <a:pt x="301927" y="75296"/>
                </a:lnTo>
                <a:lnTo>
                  <a:pt x="303360" y="73745"/>
                </a:lnTo>
                <a:lnTo>
                  <a:pt x="306079" y="73163"/>
                </a:lnTo>
                <a:lnTo>
                  <a:pt x="309584" y="73690"/>
                </a:lnTo>
                <a:close/>
                <a:moveTo>
                  <a:pt x="334029" y="88395"/>
                </a:moveTo>
                <a:lnTo>
                  <a:pt x="333212" y="90233"/>
                </a:lnTo>
                <a:lnTo>
                  <a:pt x="332244" y="90490"/>
                </a:lnTo>
                <a:lnTo>
                  <a:pt x="331680" y="90010"/>
                </a:lnTo>
                <a:lnTo>
                  <a:pt x="331450" y="88343"/>
                </a:lnTo>
                <a:lnTo>
                  <a:pt x="332529" y="86792"/>
                </a:lnTo>
                <a:lnTo>
                  <a:pt x="333893" y="86795"/>
                </a:lnTo>
                <a:lnTo>
                  <a:pt x="334029" y="88395"/>
                </a:lnTo>
                <a:close/>
                <a:moveTo>
                  <a:pt x="317636" y="88732"/>
                </a:moveTo>
                <a:lnTo>
                  <a:pt x="317577" y="89780"/>
                </a:lnTo>
                <a:lnTo>
                  <a:pt x="317011" y="90243"/>
                </a:lnTo>
                <a:lnTo>
                  <a:pt x="315804" y="89745"/>
                </a:lnTo>
                <a:lnTo>
                  <a:pt x="315158" y="88780"/>
                </a:lnTo>
                <a:lnTo>
                  <a:pt x="315650" y="87976"/>
                </a:lnTo>
                <a:lnTo>
                  <a:pt x="316455" y="87695"/>
                </a:lnTo>
                <a:lnTo>
                  <a:pt x="317208" y="87965"/>
                </a:lnTo>
                <a:lnTo>
                  <a:pt x="317636" y="88732"/>
                </a:lnTo>
                <a:close/>
                <a:moveTo>
                  <a:pt x="326411" y="96977"/>
                </a:moveTo>
                <a:lnTo>
                  <a:pt x="326773" y="98220"/>
                </a:lnTo>
                <a:lnTo>
                  <a:pt x="325857" y="99028"/>
                </a:lnTo>
                <a:lnTo>
                  <a:pt x="323165" y="98942"/>
                </a:lnTo>
                <a:lnTo>
                  <a:pt x="322103" y="98127"/>
                </a:lnTo>
                <a:lnTo>
                  <a:pt x="322421" y="97104"/>
                </a:lnTo>
                <a:lnTo>
                  <a:pt x="323843" y="96405"/>
                </a:lnTo>
                <a:lnTo>
                  <a:pt x="325552" y="96448"/>
                </a:lnTo>
                <a:lnTo>
                  <a:pt x="326411" y="96977"/>
                </a:lnTo>
                <a:close/>
                <a:moveTo>
                  <a:pt x="310066" y="98182"/>
                </a:moveTo>
                <a:lnTo>
                  <a:pt x="310973" y="99816"/>
                </a:lnTo>
                <a:lnTo>
                  <a:pt x="311145" y="101137"/>
                </a:lnTo>
                <a:lnTo>
                  <a:pt x="310006" y="102558"/>
                </a:lnTo>
                <a:lnTo>
                  <a:pt x="305625" y="103394"/>
                </a:lnTo>
                <a:lnTo>
                  <a:pt x="303913" y="102811"/>
                </a:lnTo>
                <a:lnTo>
                  <a:pt x="303196" y="101987"/>
                </a:lnTo>
                <a:lnTo>
                  <a:pt x="302910" y="98733"/>
                </a:lnTo>
                <a:lnTo>
                  <a:pt x="304067" y="97139"/>
                </a:lnTo>
                <a:lnTo>
                  <a:pt x="308209" y="96984"/>
                </a:lnTo>
                <a:lnTo>
                  <a:pt x="310066" y="98182"/>
                </a:lnTo>
                <a:close/>
                <a:moveTo>
                  <a:pt x="345262" y="98616"/>
                </a:moveTo>
                <a:lnTo>
                  <a:pt x="346666" y="100980"/>
                </a:lnTo>
                <a:lnTo>
                  <a:pt x="346143" y="102853"/>
                </a:lnTo>
                <a:lnTo>
                  <a:pt x="344536" y="103632"/>
                </a:lnTo>
                <a:lnTo>
                  <a:pt x="342514" y="103942"/>
                </a:lnTo>
                <a:lnTo>
                  <a:pt x="339525" y="103390"/>
                </a:lnTo>
                <a:lnTo>
                  <a:pt x="338952" y="100690"/>
                </a:lnTo>
                <a:lnTo>
                  <a:pt x="339718" y="97990"/>
                </a:lnTo>
                <a:lnTo>
                  <a:pt x="340619" y="97402"/>
                </a:lnTo>
                <a:lnTo>
                  <a:pt x="342346" y="97218"/>
                </a:lnTo>
                <a:lnTo>
                  <a:pt x="345262" y="98616"/>
                </a:lnTo>
                <a:close/>
                <a:moveTo>
                  <a:pt x="334559" y="100786"/>
                </a:moveTo>
                <a:lnTo>
                  <a:pt x="335017" y="102384"/>
                </a:lnTo>
                <a:lnTo>
                  <a:pt x="334597" y="103839"/>
                </a:lnTo>
                <a:lnTo>
                  <a:pt x="333311" y="104499"/>
                </a:lnTo>
                <a:lnTo>
                  <a:pt x="331882" y="104117"/>
                </a:lnTo>
                <a:lnTo>
                  <a:pt x="331060" y="102538"/>
                </a:lnTo>
                <a:lnTo>
                  <a:pt x="331549" y="100783"/>
                </a:lnTo>
                <a:lnTo>
                  <a:pt x="332966" y="100011"/>
                </a:lnTo>
                <a:lnTo>
                  <a:pt x="334559" y="100786"/>
                </a:lnTo>
                <a:close/>
                <a:moveTo>
                  <a:pt x="317250" y="102281"/>
                </a:moveTo>
                <a:lnTo>
                  <a:pt x="316641" y="102994"/>
                </a:lnTo>
                <a:lnTo>
                  <a:pt x="315828" y="102648"/>
                </a:lnTo>
                <a:lnTo>
                  <a:pt x="316614" y="101577"/>
                </a:lnTo>
                <a:lnTo>
                  <a:pt x="317250" y="102281"/>
                </a:lnTo>
                <a:close/>
                <a:moveTo>
                  <a:pt x="361993" y="104499"/>
                </a:moveTo>
                <a:lnTo>
                  <a:pt x="363517" y="105392"/>
                </a:lnTo>
                <a:lnTo>
                  <a:pt x="363771" y="106053"/>
                </a:lnTo>
                <a:lnTo>
                  <a:pt x="363417" y="106704"/>
                </a:lnTo>
                <a:lnTo>
                  <a:pt x="361074" y="107658"/>
                </a:lnTo>
                <a:lnTo>
                  <a:pt x="359880" y="107418"/>
                </a:lnTo>
                <a:lnTo>
                  <a:pt x="359040" y="106722"/>
                </a:lnTo>
                <a:lnTo>
                  <a:pt x="358808" y="105328"/>
                </a:lnTo>
                <a:lnTo>
                  <a:pt x="359582" y="104499"/>
                </a:lnTo>
                <a:lnTo>
                  <a:pt x="360450" y="103968"/>
                </a:lnTo>
                <a:lnTo>
                  <a:pt x="361993" y="104499"/>
                </a:lnTo>
                <a:close/>
                <a:moveTo>
                  <a:pt x="334704" y="113949"/>
                </a:moveTo>
                <a:lnTo>
                  <a:pt x="335519" y="115800"/>
                </a:lnTo>
                <a:lnTo>
                  <a:pt x="335050" y="118602"/>
                </a:lnTo>
                <a:lnTo>
                  <a:pt x="333252" y="119779"/>
                </a:lnTo>
                <a:lnTo>
                  <a:pt x="331143" y="119529"/>
                </a:lnTo>
                <a:lnTo>
                  <a:pt x="330284" y="117576"/>
                </a:lnTo>
                <a:lnTo>
                  <a:pt x="330974" y="114835"/>
                </a:lnTo>
                <a:lnTo>
                  <a:pt x="332956" y="113189"/>
                </a:lnTo>
                <a:lnTo>
                  <a:pt x="334704" y="113949"/>
                </a:lnTo>
                <a:close/>
                <a:moveTo>
                  <a:pt x="318696" y="115588"/>
                </a:moveTo>
                <a:lnTo>
                  <a:pt x="319110" y="117536"/>
                </a:lnTo>
                <a:lnTo>
                  <a:pt x="318148" y="118674"/>
                </a:lnTo>
                <a:lnTo>
                  <a:pt x="316913" y="118840"/>
                </a:lnTo>
                <a:lnTo>
                  <a:pt x="315321" y="118432"/>
                </a:lnTo>
                <a:lnTo>
                  <a:pt x="313664" y="117028"/>
                </a:lnTo>
                <a:lnTo>
                  <a:pt x="314029" y="115752"/>
                </a:lnTo>
                <a:lnTo>
                  <a:pt x="315826" y="114706"/>
                </a:lnTo>
                <a:lnTo>
                  <a:pt x="317744" y="114776"/>
                </a:lnTo>
                <a:lnTo>
                  <a:pt x="318696" y="115588"/>
                </a:lnTo>
                <a:close/>
                <a:moveTo>
                  <a:pt x="328773" y="121566"/>
                </a:moveTo>
                <a:lnTo>
                  <a:pt x="330545" y="124147"/>
                </a:lnTo>
                <a:lnTo>
                  <a:pt x="330750" y="125460"/>
                </a:lnTo>
                <a:lnTo>
                  <a:pt x="330168" y="126507"/>
                </a:lnTo>
                <a:lnTo>
                  <a:pt x="328794" y="127339"/>
                </a:lnTo>
                <a:lnTo>
                  <a:pt x="326088" y="128130"/>
                </a:lnTo>
                <a:lnTo>
                  <a:pt x="323995" y="128219"/>
                </a:lnTo>
                <a:lnTo>
                  <a:pt x="319752" y="127463"/>
                </a:lnTo>
                <a:lnTo>
                  <a:pt x="318100" y="126532"/>
                </a:lnTo>
                <a:lnTo>
                  <a:pt x="317892" y="125564"/>
                </a:lnTo>
                <a:lnTo>
                  <a:pt x="318696" y="123254"/>
                </a:lnTo>
                <a:lnTo>
                  <a:pt x="319850" y="121194"/>
                </a:lnTo>
                <a:lnTo>
                  <a:pt x="321154" y="120213"/>
                </a:lnTo>
                <a:lnTo>
                  <a:pt x="327279" y="119879"/>
                </a:lnTo>
                <a:lnTo>
                  <a:pt x="328773" y="121566"/>
                </a:lnTo>
                <a:close/>
                <a:moveTo>
                  <a:pt x="334655" y="128943"/>
                </a:moveTo>
                <a:lnTo>
                  <a:pt x="335704" y="131185"/>
                </a:lnTo>
                <a:lnTo>
                  <a:pt x="335089" y="133572"/>
                </a:lnTo>
                <a:lnTo>
                  <a:pt x="333135" y="134333"/>
                </a:lnTo>
                <a:lnTo>
                  <a:pt x="331189" y="133927"/>
                </a:lnTo>
                <a:lnTo>
                  <a:pt x="330497" y="132170"/>
                </a:lnTo>
                <a:lnTo>
                  <a:pt x="331832" y="128979"/>
                </a:lnTo>
                <a:lnTo>
                  <a:pt x="333058" y="128146"/>
                </a:lnTo>
                <a:lnTo>
                  <a:pt x="334655" y="128943"/>
                </a:lnTo>
                <a:close/>
                <a:moveTo>
                  <a:pt x="316527" y="129522"/>
                </a:moveTo>
                <a:lnTo>
                  <a:pt x="318256" y="131251"/>
                </a:lnTo>
                <a:lnTo>
                  <a:pt x="318432" y="132552"/>
                </a:lnTo>
                <a:lnTo>
                  <a:pt x="318070" y="133234"/>
                </a:lnTo>
                <a:lnTo>
                  <a:pt x="315231" y="133939"/>
                </a:lnTo>
                <a:lnTo>
                  <a:pt x="312573" y="133090"/>
                </a:lnTo>
                <a:lnTo>
                  <a:pt x="312001" y="131511"/>
                </a:lnTo>
                <a:lnTo>
                  <a:pt x="313220" y="129714"/>
                </a:lnTo>
                <a:lnTo>
                  <a:pt x="314429" y="129112"/>
                </a:lnTo>
                <a:lnTo>
                  <a:pt x="316527" y="129522"/>
                </a:lnTo>
                <a:close/>
                <a:moveTo>
                  <a:pt x="316768" y="142781"/>
                </a:moveTo>
                <a:lnTo>
                  <a:pt x="318136" y="144144"/>
                </a:lnTo>
                <a:lnTo>
                  <a:pt x="317626" y="145655"/>
                </a:lnTo>
                <a:lnTo>
                  <a:pt x="315160" y="147094"/>
                </a:lnTo>
                <a:lnTo>
                  <a:pt x="313940" y="147228"/>
                </a:lnTo>
                <a:lnTo>
                  <a:pt x="313037" y="146817"/>
                </a:lnTo>
                <a:lnTo>
                  <a:pt x="312333" y="145211"/>
                </a:lnTo>
                <a:lnTo>
                  <a:pt x="312751" y="142769"/>
                </a:lnTo>
                <a:lnTo>
                  <a:pt x="314630" y="142093"/>
                </a:lnTo>
                <a:lnTo>
                  <a:pt x="316768" y="142781"/>
                </a:lnTo>
                <a:close/>
                <a:moveTo>
                  <a:pt x="335475" y="142829"/>
                </a:moveTo>
                <a:lnTo>
                  <a:pt x="336142" y="143496"/>
                </a:lnTo>
                <a:lnTo>
                  <a:pt x="336409" y="144631"/>
                </a:lnTo>
                <a:lnTo>
                  <a:pt x="334993" y="146397"/>
                </a:lnTo>
                <a:lnTo>
                  <a:pt x="333196" y="146792"/>
                </a:lnTo>
                <a:lnTo>
                  <a:pt x="331923" y="146125"/>
                </a:lnTo>
                <a:lnTo>
                  <a:pt x="331055" y="145072"/>
                </a:lnTo>
                <a:lnTo>
                  <a:pt x="330871" y="143461"/>
                </a:lnTo>
                <a:lnTo>
                  <a:pt x="331840" y="142298"/>
                </a:lnTo>
                <a:lnTo>
                  <a:pt x="333620" y="142115"/>
                </a:lnTo>
                <a:lnTo>
                  <a:pt x="335475" y="142829"/>
                </a:lnTo>
                <a:close/>
                <a:moveTo>
                  <a:pt x="328966" y="149579"/>
                </a:moveTo>
                <a:lnTo>
                  <a:pt x="331651" y="151573"/>
                </a:lnTo>
                <a:lnTo>
                  <a:pt x="331962" y="153658"/>
                </a:lnTo>
                <a:lnTo>
                  <a:pt x="330834" y="155233"/>
                </a:lnTo>
                <a:lnTo>
                  <a:pt x="328629" y="157052"/>
                </a:lnTo>
                <a:lnTo>
                  <a:pt x="325414" y="158447"/>
                </a:lnTo>
                <a:lnTo>
                  <a:pt x="322123" y="158159"/>
                </a:lnTo>
                <a:lnTo>
                  <a:pt x="320030" y="157064"/>
                </a:lnTo>
                <a:lnTo>
                  <a:pt x="317420" y="154412"/>
                </a:lnTo>
                <a:lnTo>
                  <a:pt x="316378" y="152502"/>
                </a:lnTo>
                <a:lnTo>
                  <a:pt x="316618" y="151547"/>
                </a:lnTo>
                <a:lnTo>
                  <a:pt x="317664" y="150633"/>
                </a:lnTo>
                <a:lnTo>
                  <a:pt x="322646" y="148242"/>
                </a:lnTo>
                <a:lnTo>
                  <a:pt x="325108" y="148051"/>
                </a:lnTo>
                <a:lnTo>
                  <a:pt x="328966" y="149579"/>
                </a:lnTo>
                <a:close/>
                <a:moveTo>
                  <a:pt x="316527" y="158257"/>
                </a:moveTo>
                <a:lnTo>
                  <a:pt x="318202" y="160837"/>
                </a:lnTo>
                <a:lnTo>
                  <a:pt x="318474" y="162713"/>
                </a:lnTo>
                <a:lnTo>
                  <a:pt x="318108" y="163879"/>
                </a:lnTo>
                <a:lnTo>
                  <a:pt x="311561" y="168093"/>
                </a:lnTo>
                <a:lnTo>
                  <a:pt x="309808" y="168428"/>
                </a:lnTo>
                <a:lnTo>
                  <a:pt x="308853" y="167072"/>
                </a:lnTo>
                <a:lnTo>
                  <a:pt x="308731" y="164646"/>
                </a:lnTo>
                <a:lnTo>
                  <a:pt x="310187" y="160364"/>
                </a:lnTo>
                <a:lnTo>
                  <a:pt x="311613" y="158587"/>
                </a:lnTo>
                <a:lnTo>
                  <a:pt x="313159" y="157657"/>
                </a:lnTo>
                <a:lnTo>
                  <a:pt x="314811" y="157545"/>
                </a:lnTo>
                <a:lnTo>
                  <a:pt x="316527" y="158257"/>
                </a:lnTo>
                <a:close/>
                <a:moveTo>
                  <a:pt x="337982" y="158209"/>
                </a:moveTo>
                <a:lnTo>
                  <a:pt x="338999" y="161910"/>
                </a:lnTo>
                <a:lnTo>
                  <a:pt x="339341" y="166034"/>
                </a:lnTo>
                <a:lnTo>
                  <a:pt x="338146" y="168055"/>
                </a:lnTo>
                <a:lnTo>
                  <a:pt x="336729" y="168523"/>
                </a:lnTo>
                <a:lnTo>
                  <a:pt x="331632" y="164646"/>
                </a:lnTo>
                <a:lnTo>
                  <a:pt x="331106" y="163874"/>
                </a:lnTo>
                <a:lnTo>
                  <a:pt x="330991" y="162387"/>
                </a:lnTo>
                <a:lnTo>
                  <a:pt x="331697" y="160235"/>
                </a:lnTo>
                <a:lnTo>
                  <a:pt x="333636" y="158310"/>
                </a:lnTo>
                <a:lnTo>
                  <a:pt x="336059" y="157499"/>
                </a:lnTo>
                <a:lnTo>
                  <a:pt x="337982" y="158209"/>
                </a:lnTo>
                <a:close/>
                <a:moveTo>
                  <a:pt x="328773" y="167322"/>
                </a:moveTo>
                <a:lnTo>
                  <a:pt x="333355" y="170124"/>
                </a:lnTo>
                <a:lnTo>
                  <a:pt x="334935" y="171591"/>
                </a:lnTo>
                <a:lnTo>
                  <a:pt x="335650" y="174132"/>
                </a:lnTo>
                <a:lnTo>
                  <a:pt x="334287" y="176429"/>
                </a:lnTo>
                <a:lnTo>
                  <a:pt x="328139" y="180373"/>
                </a:lnTo>
                <a:lnTo>
                  <a:pt x="325477" y="180918"/>
                </a:lnTo>
                <a:lnTo>
                  <a:pt x="322984" y="180161"/>
                </a:lnTo>
                <a:lnTo>
                  <a:pt x="316732" y="175627"/>
                </a:lnTo>
                <a:lnTo>
                  <a:pt x="316296" y="173926"/>
                </a:lnTo>
                <a:lnTo>
                  <a:pt x="316650" y="171519"/>
                </a:lnTo>
                <a:lnTo>
                  <a:pt x="321059" y="168045"/>
                </a:lnTo>
                <a:lnTo>
                  <a:pt x="322917" y="166901"/>
                </a:lnTo>
                <a:lnTo>
                  <a:pt x="325458" y="166110"/>
                </a:lnTo>
                <a:lnTo>
                  <a:pt x="327610" y="166453"/>
                </a:lnTo>
                <a:lnTo>
                  <a:pt x="328773" y="167322"/>
                </a:lnTo>
                <a:close/>
                <a:moveTo>
                  <a:pt x="312043" y="179134"/>
                </a:moveTo>
                <a:lnTo>
                  <a:pt x="316199" y="181919"/>
                </a:lnTo>
                <a:lnTo>
                  <a:pt x="317607" y="183319"/>
                </a:lnTo>
                <a:lnTo>
                  <a:pt x="318160" y="184842"/>
                </a:lnTo>
                <a:lnTo>
                  <a:pt x="317851" y="186358"/>
                </a:lnTo>
                <a:lnTo>
                  <a:pt x="316673" y="187741"/>
                </a:lnTo>
                <a:lnTo>
                  <a:pt x="310668" y="191802"/>
                </a:lnTo>
                <a:lnTo>
                  <a:pt x="307544" y="193159"/>
                </a:lnTo>
                <a:lnTo>
                  <a:pt x="305777" y="193322"/>
                </a:lnTo>
                <a:lnTo>
                  <a:pt x="305025" y="192456"/>
                </a:lnTo>
                <a:lnTo>
                  <a:pt x="304787" y="189738"/>
                </a:lnTo>
                <a:lnTo>
                  <a:pt x="305594" y="184135"/>
                </a:lnTo>
                <a:lnTo>
                  <a:pt x="306672" y="180726"/>
                </a:lnTo>
                <a:lnTo>
                  <a:pt x="307993" y="178652"/>
                </a:lnTo>
                <a:lnTo>
                  <a:pt x="309214" y="177894"/>
                </a:lnTo>
                <a:lnTo>
                  <a:pt x="310263" y="177895"/>
                </a:lnTo>
                <a:lnTo>
                  <a:pt x="312043" y="179134"/>
                </a:lnTo>
                <a:close/>
                <a:moveTo>
                  <a:pt x="342177" y="178797"/>
                </a:moveTo>
                <a:lnTo>
                  <a:pt x="342789" y="182664"/>
                </a:lnTo>
                <a:lnTo>
                  <a:pt x="343286" y="191670"/>
                </a:lnTo>
                <a:lnTo>
                  <a:pt x="340831" y="192620"/>
                </a:lnTo>
                <a:lnTo>
                  <a:pt x="332992" y="187303"/>
                </a:lnTo>
                <a:lnTo>
                  <a:pt x="332102" y="186136"/>
                </a:lnTo>
                <a:lnTo>
                  <a:pt x="331714" y="184052"/>
                </a:lnTo>
                <a:lnTo>
                  <a:pt x="332640" y="182154"/>
                </a:lnTo>
                <a:lnTo>
                  <a:pt x="336313" y="179508"/>
                </a:lnTo>
                <a:lnTo>
                  <a:pt x="340441" y="178242"/>
                </a:lnTo>
                <a:lnTo>
                  <a:pt x="342177" y="178797"/>
                </a:lnTo>
                <a:close/>
                <a:moveTo>
                  <a:pt x="328870" y="190609"/>
                </a:moveTo>
                <a:lnTo>
                  <a:pt x="337164" y="196565"/>
                </a:lnTo>
                <a:lnTo>
                  <a:pt x="338814" y="198462"/>
                </a:lnTo>
                <a:lnTo>
                  <a:pt x="338199" y="199877"/>
                </a:lnTo>
                <a:lnTo>
                  <a:pt x="331097" y="203707"/>
                </a:lnTo>
                <a:lnTo>
                  <a:pt x="325616" y="205897"/>
                </a:lnTo>
                <a:lnTo>
                  <a:pt x="323803" y="206108"/>
                </a:lnTo>
                <a:lnTo>
                  <a:pt x="316289" y="202887"/>
                </a:lnTo>
                <a:lnTo>
                  <a:pt x="312856" y="200612"/>
                </a:lnTo>
                <a:lnTo>
                  <a:pt x="311292" y="199022"/>
                </a:lnTo>
                <a:lnTo>
                  <a:pt x="311320" y="197793"/>
                </a:lnTo>
                <a:lnTo>
                  <a:pt x="312483" y="196617"/>
                </a:lnTo>
                <a:lnTo>
                  <a:pt x="322955" y="189054"/>
                </a:lnTo>
                <a:lnTo>
                  <a:pt x="325382" y="188789"/>
                </a:lnTo>
                <a:lnTo>
                  <a:pt x="328870" y="190609"/>
                </a:lnTo>
                <a:close/>
                <a:moveTo>
                  <a:pt x="309439" y="204206"/>
                </a:moveTo>
                <a:lnTo>
                  <a:pt x="314299" y="207872"/>
                </a:lnTo>
                <a:lnTo>
                  <a:pt x="315694" y="209607"/>
                </a:lnTo>
                <a:lnTo>
                  <a:pt x="315660" y="210430"/>
                </a:lnTo>
                <a:lnTo>
                  <a:pt x="314543" y="211304"/>
                </a:lnTo>
                <a:lnTo>
                  <a:pt x="310325" y="212969"/>
                </a:lnTo>
                <a:lnTo>
                  <a:pt x="306296" y="215171"/>
                </a:lnTo>
                <a:lnTo>
                  <a:pt x="304977" y="215264"/>
                </a:lnTo>
                <a:lnTo>
                  <a:pt x="303034" y="214510"/>
                </a:lnTo>
                <a:lnTo>
                  <a:pt x="302157" y="213378"/>
                </a:lnTo>
                <a:lnTo>
                  <a:pt x="302082" y="211470"/>
                </a:lnTo>
                <a:lnTo>
                  <a:pt x="303312" y="206805"/>
                </a:lnTo>
                <a:lnTo>
                  <a:pt x="304690" y="203661"/>
                </a:lnTo>
                <a:lnTo>
                  <a:pt x="306444" y="202979"/>
                </a:lnTo>
                <a:lnTo>
                  <a:pt x="309439" y="204206"/>
                </a:lnTo>
                <a:close/>
                <a:moveTo>
                  <a:pt x="344443" y="204399"/>
                </a:moveTo>
                <a:lnTo>
                  <a:pt x="345583" y="206447"/>
                </a:lnTo>
                <a:lnTo>
                  <a:pt x="346414" y="211028"/>
                </a:lnTo>
                <a:lnTo>
                  <a:pt x="346086" y="215348"/>
                </a:lnTo>
                <a:lnTo>
                  <a:pt x="345166" y="216934"/>
                </a:lnTo>
                <a:lnTo>
                  <a:pt x="343637" y="216938"/>
                </a:lnTo>
                <a:lnTo>
                  <a:pt x="340127" y="215553"/>
                </a:lnTo>
                <a:lnTo>
                  <a:pt x="331995" y="210406"/>
                </a:lnTo>
                <a:lnTo>
                  <a:pt x="331823" y="209696"/>
                </a:lnTo>
                <a:lnTo>
                  <a:pt x="332544" y="208383"/>
                </a:lnTo>
                <a:lnTo>
                  <a:pt x="337496" y="204518"/>
                </a:lnTo>
                <a:lnTo>
                  <a:pt x="339863" y="203561"/>
                </a:lnTo>
                <a:lnTo>
                  <a:pt x="341975" y="203327"/>
                </a:lnTo>
                <a:lnTo>
                  <a:pt x="344443" y="204399"/>
                </a:lnTo>
                <a:close/>
                <a:moveTo>
                  <a:pt x="329786" y="215584"/>
                </a:moveTo>
                <a:lnTo>
                  <a:pt x="338097" y="220321"/>
                </a:lnTo>
                <a:lnTo>
                  <a:pt x="339210" y="221322"/>
                </a:lnTo>
                <a:lnTo>
                  <a:pt x="339328" y="222461"/>
                </a:lnTo>
                <a:lnTo>
                  <a:pt x="338350" y="224317"/>
                </a:lnTo>
                <a:lnTo>
                  <a:pt x="336291" y="226394"/>
                </a:lnTo>
                <a:lnTo>
                  <a:pt x="325491" y="234133"/>
                </a:lnTo>
                <a:lnTo>
                  <a:pt x="323011" y="233790"/>
                </a:lnTo>
                <a:lnTo>
                  <a:pt x="320396" y="232373"/>
                </a:lnTo>
                <a:lnTo>
                  <a:pt x="310761" y="225058"/>
                </a:lnTo>
                <a:lnTo>
                  <a:pt x="307685" y="221775"/>
                </a:lnTo>
                <a:lnTo>
                  <a:pt x="308055" y="220529"/>
                </a:lnTo>
                <a:lnTo>
                  <a:pt x="310311" y="218823"/>
                </a:lnTo>
                <a:lnTo>
                  <a:pt x="320849" y="213208"/>
                </a:lnTo>
                <a:lnTo>
                  <a:pt x="322544" y="212894"/>
                </a:lnTo>
                <a:lnTo>
                  <a:pt x="324503" y="213170"/>
                </a:lnTo>
                <a:lnTo>
                  <a:pt x="329786" y="215584"/>
                </a:lnTo>
                <a:close/>
                <a:moveTo>
                  <a:pt x="304666" y="227011"/>
                </a:moveTo>
                <a:lnTo>
                  <a:pt x="315811" y="235386"/>
                </a:lnTo>
                <a:lnTo>
                  <a:pt x="317448" y="236972"/>
                </a:lnTo>
                <a:lnTo>
                  <a:pt x="317554" y="238028"/>
                </a:lnTo>
                <a:lnTo>
                  <a:pt x="316453" y="240187"/>
                </a:lnTo>
                <a:lnTo>
                  <a:pt x="314855" y="241752"/>
                </a:lnTo>
                <a:lnTo>
                  <a:pt x="303478" y="250271"/>
                </a:lnTo>
                <a:lnTo>
                  <a:pt x="300004" y="252304"/>
                </a:lnTo>
                <a:lnTo>
                  <a:pt x="298617" y="252623"/>
                </a:lnTo>
                <a:lnTo>
                  <a:pt x="297436" y="251276"/>
                </a:lnTo>
                <a:lnTo>
                  <a:pt x="297247" y="248782"/>
                </a:lnTo>
                <a:lnTo>
                  <a:pt x="298965" y="240728"/>
                </a:lnTo>
                <a:lnTo>
                  <a:pt x="300512" y="228188"/>
                </a:lnTo>
                <a:lnTo>
                  <a:pt x="301698" y="226229"/>
                </a:lnTo>
                <a:lnTo>
                  <a:pt x="302943" y="226187"/>
                </a:lnTo>
                <a:lnTo>
                  <a:pt x="304666" y="227011"/>
                </a:lnTo>
                <a:close/>
                <a:moveTo>
                  <a:pt x="347288" y="228940"/>
                </a:moveTo>
                <a:lnTo>
                  <a:pt x="348214" y="231686"/>
                </a:lnTo>
                <a:lnTo>
                  <a:pt x="349933" y="245905"/>
                </a:lnTo>
                <a:lnTo>
                  <a:pt x="349631" y="251026"/>
                </a:lnTo>
                <a:lnTo>
                  <a:pt x="349216" y="252034"/>
                </a:lnTo>
                <a:lnTo>
                  <a:pt x="348367" y="252399"/>
                </a:lnTo>
                <a:lnTo>
                  <a:pt x="346203" y="251709"/>
                </a:lnTo>
                <a:lnTo>
                  <a:pt x="343977" y="250323"/>
                </a:lnTo>
                <a:lnTo>
                  <a:pt x="331473" y="241090"/>
                </a:lnTo>
                <a:lnTo>
                  <a:pt x="331473" y="236895"/>
                </a:lnTo>
                <a:lnTo>
                  <a:pt x="343834" y="227741"/>
                </a:lnTo>
                <a:lnTo>
                  <a:pt x="345435" y="227554"/>
                </a:lnTo>
                <a:lnTo>
                  <a:pt x="347288" y="228940"/>
                </a:lnTo>
                <a:close/>
                <a:moveTo>
                  <a:pt x="464545" y="82368"/>
                </a:moveTo>
                <a:lnTo>
                  <a:pt x="449711" y="83090"/>
                </a:lnTo>
                <a:lnTo>
                  <a:pt x="406409" y="83600"/>
                </a:lnTo>
                <a:lnTo>
                  <a:pt x="393182" y="85158"/>
                </a:lnTo>
                <a:lnTo>
                  <a:pt x="388982" y="86094"/>
                </a:lnTo>
                <a:lnTo>
                  <a:pt x="388986" y="86537"/>
                </a:lnTo>
                <a:lnTo>
                  <a:pt x="395405" y="88523"/>
                </a:lnTo>
                <a:lnTo>
                  <a:pt x="396484" y="89480"/>
                </a:lnTo>
                <a:lnTo>
                  <a:pt x="396678" y="90691"/>
                </a:lnTo>
                <a:lnTo>
                  <a:pt x="392057" y="99990"/>
                </a:lnTo>
                <a:lnTo>
                  <a:pt x="390840" y="101078"/>
                </a:lnTo>
                <a:lnTo>
                  <a:pt x="387593" y="102546"/>
                </a:lnTo>
                <a:lnTo>
                  <a:pt x="386317" y="104306"/>
                </a:lnTo>
                <a:lnTo>
                  <a:pt x="386343" y="106430"/>
                </a:lnTo>
                <a:lnTo>
                  <a:pt x="388102" y="109262"/>
                </a:lnTo>
                <a:lnTo>
                  <a:pt x="388497" y="110783"/>
                </a:lnTo>
                <a:lnTo>
                  <a:pt x="388345" y="112496"/>
                </a:lnTo>
                <a:lnTo>
                  <a:pt x="387398" y="115048"/>
                </a:lnTo>
                <a:lnTo>
                  <a:pt x="386763" y="115835"/>
                </a:lnTo>
                <a:lnTo>
                  <a:pt x="385563" y="116340"/>
                </a:lnTo>
                <a:lnTo>
                  <a:pt x="371352" y="115612"/>
                </a:lnTo>
                <a:lnTo>
                  <a:pt x="367200" y="116016"/>
                </a:lnTo>
                <a:lnTo>
                  <a:pt x="365684" y="116752"/>
                </a:lnTo>
                <a:lnTo>
                  <a:pt x="364802" y="117961"/>
                </a:lnTo>
                <a:lnTo>
                  <a:pt x="362786" y="122786"/>
                </a:lnTo>
                <a:lnTo>
                  <a:pt x="361378" y="124724"/>
                </a:lnTo>
                <a:lnTo>
                  <a:pt x="359704" y="126130"/>
                </a:lnTo>
                <a:lnTo>
                  <a:pt x="355449" y="127810"/>
                </a:lnTo>
                <a:lnTo>
                  <a:pt x="353802" y="129196"/>
                </a:lnTo>
                <a:lnTo>
                  <a:pt x="352160" y="131838"/>
                </a:lnTo>
                <a:lnTo>
                  <a:pt x="350108" y="137983"/>
                </a:lnTo>
                <a:lnTo>
                  <a:pt x="343105" y="144360"/>
                </a:lnTo>
                <a:lnTo>
                  <a:pt x="342696" y="145359"/>
                </a:lnTo>
                <a:lnTo>
                  <a:pt x="342900" y="146975"/>
                </a:lnTo>
                <a:lnTo>
                  <a:pt x="345791" y="149422"/>
                </a:lnTo>
                <a:lnTo>
                  <a:pt x="349982" y="151691"/>
                </a:lnTo>
                <a:lnTo>
                  <a:pt x="356574" y="154467"/>
                </a:lnTo>
                <a:lnTo>
                  <a:pt x="360751" y="157136"/>
                </a:lnTo>
                <a:lnTo>
                  <a:pt x="364844" y="158348"/>
                </a:lnTo>
                <a:lnTo>
                  <a:pt x="367803" y="160584"/>
                </a:lnTo>
                <a:lnTo>
                  <a:pt x="372754" y="162491"/>
                </a:lnTo>
                <a:lnTo>
                  <a:pt x="387478" y="170879"/>
                </a:lnTo>
                <a:lnTo>
                  <a:pt x="394447" y="174078"/>
                </a:lnTo>
                <a:lnTo>
                  <a:pt x="398606" y="176797"/>
                </a:lnTo>
                <a:lnTo>
                  <a:pt x="429555" y="192392"/>
                </a:lnTo>
                <a:lnTo>
                  <a:pt x="453321" y="203246"/>
                </a:lnTo>
                <a:lnTo>
                  <a:pt x="463669" y="207318"/>
                </a:lnTo>
                <a:lnTo>
                  <a:pt x="504247" y="220590"/>
                </a:lnTo>
                <a:lnTo>
                  <a:pt x="518816" y="226698"/>
                </a:lnTo>
                <a:lnTo>
                  <a:pt x="541163" y="234195"/>
                </a:lnTo>
                <a:lnTo>
                  <a:pt x="548359" y="236190"/>
                </a:lnTo>
                <a:lnTo>
                  <a:pt x="564800" y="241777"/>
                </a:lnTo>
                <a:lnTo>
                  <a:pt x="572273" y="243850"/>
                </a:lnTo>
                <a:lnTo>
                  <a:pt x="589348" y="249620"/>
                </a:lnTo>
                <a:lnTo>
                  <a:pt x="596523" y="251574"/>
                </a:lnTo>
                <a:lnTo>
                  <a:pt x="624917" y="260982"/>
                </a:lnTo>
                <a:lnTo>
                  <a:pt x="657866" y="270995"/>
                </a:lnTo>
                <a:lnTo>
                  <a:pt x="687033" y="280523"/>
                </a:lnTo>
                <a:lnTo>
                  <a:pt x="694726" y="282463"/>
                </a:lnTo>
                <a:lnTo>
                  <a:pt x="700674" y="284720"/>
                </a:lnTo>
                <a:lnTo>
                  <a:pt x="706383" y="285994"/>
                </a:lnTo>
                <a:lnTo>
                  <a:pt x="708259" y="285837"/>
                </a:lnTo>
                <a:lnTo>
                  <a:pt x="709036" y="284737"/>
                </a:lnTo>
                <a:lnTo>
                  <a:pt x="709060" y="283288"/>
                </a:lnTo>
                <a:lnTo>
                  <a:pt x="707185" y="281722"/>
                </a:lnTo>
                <a:lnTo>
                  <a:pt x="702440" y="280505"/>
                </a:lnTo>
                <a:lnTo>
                  <a:pt x="673649" y="270502"/>
                </a:lnTo>
                <a:lnTo>
                  <a:pt x="534835" y="224674"/>
                </a:lnTo>
                <a:lnTo>
                  <a:pt x="459182" y="199120"/>
                </a:lnTo>
                <a:lnTo>
                  <a:pt x="425405" y="184186"/>
                </a:lnTo>
                <a:lnTo>
                  <a:pt x="400076" y="172072"/>
                </a:lnTo>
                <a:lnTo>
                  <a:pt x="399334" y="171146"/>
                </a:lnTo>
                <a:lnTo>
                  <a:pt x="399737" y="170290"/>
                </a:lnTo>
                <a:lnTo>
                  <a:pt x="402388" y="169363"/>
                </a:lnTo>
                <a:lnTo>
                  <a:pt x="407025" y="168913"/>
                </a:lnTo>
                <a:lnTo>
                  <a:pt x="408958" y="166094"/>
                </a:lnTo>
                <a:lnTo>
                  <a:pt x="410822" y="165140"/>
                </a:lnTo>
                <a:lnTo>
                  <a:pt x="413082" y="165538"/>
                </a:lnTo>
                <a:lnTo>
                  <a:pt x="415718" y="167278"/>
                </a:lnTo>
                <a:lnTo>
                  <a:pt x="421489" y="173879"/>
                </a:lnTo>
                <a:lnTo>
                  <a:pt x="428191" y="173252"/>
                </a:lnTo>
                <a:lnTo>
                  <a:pt x="451287" y="184420"/>
                </a:lnTo>
                <a:lnTo>
                  <a:pt x="468775" y="191521"/>
                </a:lnTo>
                <a:lnTo>
                  <a:pt x="495528" y="199290"/>
                </a:lnTo>
                <a:lnTo>
                  <a:pt x="504719" y="201319"/>
                </a:lnTo>
                <a:lnTo>
                  <a:pt x="510481" y="203229"/>
                </a:lnTo>
                <a:lnTo>
                  <a:pt x="519191" y="205054"/>
                </a:lnTo>
                <a:lnTo>
                  <a:pt x="523113" y="206821"/>
                </a:lnTo>
                <a:lnTo>
                  <a:pt x="530609" y="209244"/>
                </a:lnTo>
                <a:lnTo>
                  <a:pt x="534571" y="211255"/>
                </a:lnTo>
                <a:lnTo>
                  <a:pt x="545484" y="215418"/>
                </a:lnTo>
                <a:lnTo>
                  <a:pt x="575960" y="226289"/>
                </a:lnTo>
                <a:lnTo>
                  <a:pt x="604070" y="235655"/>
                </a:lnTo>
                <a:lnTo>
                  <a:pt x="618330" y="239848"/>
                </a:lnTo>
                <a:lnTo>
                  <a:pt x="623585" y="241861"/>
                </a:lnTo>
                <a:lnTo>
                  <a:pt x="650268" y="249916"/>
                </a:lnTo>
                <a:lnTo>
                  <a:pt x="677736" y="257627"/>
                </a:lnTo>
                <a:lnTo>
                  <a:pt x="738371" y="272788"/>
                </a:lnTo>
                <a:lnTo>
                  <a:pt x="776484" y="280930"/>
                </a:lnTo>
                <a:lnTo>
                  <a:pt x="780878" y="280930"/>
                </a:lnTo>
                <a:lnTo>
                  <a:pt x="782286" y="280287"/>
                </a:lnTo>
                <a:lnTo>
                  <a:pt x="783153" y="279349"/>
                </a:lnTo>
                <a:lnTo>
                  <a:pt x="783902" y="276650"/>
                </a:lnTo>
                <a:lnTo>
                  <a:pt x="783386" y="275707"/>
                </a:lnTo>
                <a:lnTo>
                  <a:pt x="782402" y="275296"/>
                </a:lnTo>
                <a:lnTo>
                  <a:pt x="750988" y="268942"/>
                </a:lnTo>
                <a:lnTo>
                  <a:pt x="726339" y="262594"/>
                </a:lnTo>
                <a:lnTo>
                  <a:pt x="686387" y="253427"/>
                </a:lnTo>
                <a:lnTo>
                  <a:pt x="670275" y="249224"/>
                </a:lnTo>
                <a:lnTo>
                  <a:pt x="637509" y="239393"/>
                </a:lnTo>
                <a:lnTo>
                  <a:pt x="579283" y="220273"/>
                </a:lnTo>
                <a:lnTo>
                  <a:pt x="560101" y="214483"/>
                </a:lnTo>
                <a:lnTo>
                  <a:pt x="544063" y="209017"/>
                </a:lnTo>
                <a:lnTo>
                  <a:pt x="537399" y="207470"/>
                </a:lnTo>
                <a:lnTo>
                  <a:pt x="535866" y="206659"/>
                </a:lnTo>
                <a:lnTo>
                  <a:pt x="535588" y="206170"/>
                </a:lnTo>
                <a:lnTo>
                  <a:pt x="536003" y="204985"/>
                </a:lnTo>
                <a:lnTo>
                  <a:pt x="542055" y="200393"/>
                </a:lnTo>
                <a:lnTo>
                  <a:pt x="543128" y="199143"/>
                </a:lnTo>
                <a:lnTo>
                  <a:pt x="543786" y="196779"/>
                </a:lnTo>
                <a:lnTo>
                  <a:pt x="543857" y="190609"/>
                </a:lnTo>
                <a:lnTo>
                  <a:pt x="547996" y="185495"/>
                </a:lnTo>
                <a:lnTo>
                  <a:pt x="548623" y="183361"/>
                </a:lnTo>
                <a:lnTo>
                  <a:pt x="548598" y="179351"/>
                </a:lnTo>
                <a:lnTo>
                  <a:pt x="549616" y="178215"/>
                </a:lnTo>
                <a:lnTo>
                  <a:pt x="551523" y="177768"/>
                </a:lnTo>
                <a:lnTo>
                  <a:pt x="554253" y="178021"/>
                </a:lnTo>
                <a:lnTo>
                  <a:pt x="561950" y="180147"/>
                </a:lnTo>
                <a:lnTo>
                  <a:pt x="571520" y="182124"/>
                </a:lnTo>
                <a:lnTo>
                  <a:pt x="592927" y="188030"/>
                </a:lnTo>
                <a:lnTo>
                  <a:pt x="621604" y="195132"/>
                </a:lnTo>
                <a:lnTo>
                  <a:pt x="623917" y="195430"/>
                </a:lnTo>
                <a:lnTo>
                  <a:pt x="625641" y="195063"/>
                </a:lnTo>
                <a:lnTo>
                  <a:pt x="626612" y="194112"/>
                </a:lnTo>
                <a:lnTo>
                  <a:pt x="626669" y="192657"/>
                </a:lnTo>
                <a:lnTo>
                  <a:pt x="625697" y="190959"/>
                </a:lnTo>
                <a:lnTo>
                  <a:pt x="624098" y="189940"/>
                </a:lnTo>
                <a:lnTo>
                  <a:pt x="610298" y="186336"/>
                </a:lnTo>
                <a:lnTo>
                  <a:pt x="597231" y="183667"/>
                </a:lnTo>
                <a:lnTo>
                  <a:pt x="595421" y="182706"/>
                </a:lnTo>
                <a:lnTo>
                  <a:pt x="594945" y="181567"/>
                </a:lnTo>
                <a:lnTo>
                  <a:pt x="595513" y="180382"/>
                </a:lnTo>
                <a:lnTo>
                  <a:pt x="597046" y="179237"/>
                </a:lnTo>
                <a:lnTo>
                  <a:pt x="605276" y="176133"/>
                </a:lnTo>
                <a:lnTo>
                  <a:pt x="606101" y="174464"/>
                </a:lnTo>
                <a:lnTo>
                  <a:pt x="607221" y="168815"/>
                </a:lnTo>
                <a:lnTo>
                  <a:pt x="609203" y="166803"/>
                </a:lnTo>
                <a:lnTo>
                  <a:pt x="611362" y="166306"/>
                </a:lnTo>
                <a:lnTo>
                  <a:pt x="626277" y="166127"/>
                </a:lnTo>
                <a:lnTo>
                  <a:pt x="630217" y="165588"/>
                </a:lnTo>
                <a:lnTo>
                  <a:pt x="631513" y="164990"/>
                </a:lnTo>
                <a:lnTo>
                  <a:pt x="631987" y="164090"/>
                </a:lnTo>
                <a:lnTo>
                  <a:pt x="631269" y="157448"/>
                </a:lnTo>
                <a:lnTo>
                  <a:pt x="631603" y="154496"/>
                </a:lnTo>
                <a:lnTo>
                  <a:pt x="632718" y="151450"/>
                </a:lnTo>
                <a:lnTo>
                  <a:pt x="635478" y="146474"/>
                </a:lnTo>
                <a:lnTo>
                  <a:pt x="636007" y="143636"/>
                </a:lnTo>
                <a:lnTo>
                  <a:pt x="635450" y="140453"/>
                </a:lnTo>
                <a:lnTo>
                  <a:pt x="633823" y="139236"/>
                </a:lnTo>
                <a:lnTo>
                  <a:pt x="631619" y="139677"/>
                </a:lnTo>
                <a:lnTo>
                  <a:pt x="627161" y="143659"/>
                </a:lnTo>
                <a:lnTo>
                  <a:pt x="621096" y="150760"/>
                </a:lnTo>
                <a:lnTo>
                  <a:pt x="620187" y="152487"/>
                </a:lnTo>
                <a:lnTo>
                  <a:pt x="619602" y="154906"/>
                </a:lnTo>
                <a:lnTo>
                  <a:pt x="617524" y="156890"/>
                </a:lnTo>
                <a:lnTo>
                  <a:pt x="615014" y="157297"/>
                </a:lnTo>
                <a:lnTo>
                  <a:pt x="609788" y="156270"/>
                </a:lnTo>
                <a:lnTo>
                  <a:pt x="606307" y="156166"/>
                </a:lnTo>
                <a:lnTo>
                  <a:pt x="602956" y="156804"/>
                </a:lnTo>
                <a:lnTo>
                  <a:pt x="599120" y="158658"/>
                </a:lnTo>
                <a:lnTo>
                  <a:pt x="597996" y="160541"/>
                </a:lnTo>
                <a:lnTo>
                  <a:pt x="596725" y="166199"/>
                </a:lnTo>
                <a:lnTo>
                  <a:pt x="596164" y="167093"/>
                </a:lnTo>
                <a:lnTo>
                  <a:pt x="595412" y="167350"/>
                </a:lnTo>
                <a:lnTo>
                  <a:pt x="591915" y="165954"/>
                </a:lnTo>
                <a:lnTo>
                  <a:pt x="585754" y="164849"/>
                </a:lnTo>
                <a:lnTo>
                  <a:pt x="581332" y="161777"/>
                </a:lnTo>
                <a:lnTo>
                  <a:pt x="576788" y="160222"/>
                </a:lnTo>
                <a:lnTo>
                  <a:pt x="569799" y="155448"/>
                </a:lnTo>
                <a:lnTo>
                  <a:pt x="563484" y="153224"/>
                </a:lnTo>
                <a:lnTo>
                  <a:pt x="561043" y="153274"/>
                </a:lnTo>
                <a:lnTo>
                  <a:pt x="559021" y="154111"/>
                </a:lnTo>
                <a:lnTo>
                  <a:pt x="549202" y="163204"/>
                </a:lnTo>
                <a:lnTo>
                  <a:pt x="542288" y="167866"/>
                </a:lnTo>
                <a:lnTo>
                  <a:pt x="540420" y="168744"/>
                </a:lnTo>
                <a:lnTo>
                  <a:pt x="538439" y="169088"/>
                </a:lnTo>
                <a:lnTo>
                  <a:pt x="534908" y="168619"/>
                </a:lnTo>
                <a:lnTo>
                  <a:pt x="528755" y="166687"/>
                </a:lnTo>
                <a:lnTo>
                  <a:pt x="518846" y="164598"/>
                </a:lnTo>
                <a:lnTo>
                  <a:pt x="511493" y="162356"/>
                </a:lnTo>
                <a:lnTo>
                  <a:pt x="502843" y="160886"/>
                </a:lnTo>
                <a:lnTo>
                  <a:pt x="496437" y="158843"/>
                </a:lnTo>
                <a:lnTo>
                  <a:pt x="486458" y="157239"/>
                </a:lnTo>
                <a:lnTo>
                  <a:pt x="479681" y="155014"/>
                </a:lnTo>
                <a:lnTo>
                  <a:pt x="470007" y="153745"/>
                </a:lnTo>
                <a:lnTo>
                  <a:pt x="469612" y="154281"/>
                </a:lnTo>
                <a:lnTo>
                  <a:pt x="469843" y="155419"/>
                </a:lnTo>
                <a:lnTo>
                  <a:pt x="471919" y="156721"/>
                </a:lnTo>
                <a:lnTo>
                  <a:pt x="480715" y="158565"/>
                </a:lnTo>
                <a:lnTo>
                  <a:pt x="486653" y="161237"/>
                </a:lnTo>
                <a:lnTo>
                  <a:pt x="494468" y="162609"/>
                </a:lnTo>
                <a:lnTo>
                  <a:pt x="502666" y="165007"/>
                </a:lnTo>
                <a:lnTo>
                  <a:pt x="511554" y="166207"/>
                </a:lnTo>
                <a:lnTo>
                  <a:pt x="516366" y="168866"/>
                </a:lnTo>
                <a:lnTo>
                  <a:pt x="521950" y="169684"/>
                </a:lnTo>
                <a:lnTo>
                  <a:pt x="535021" y="173935"/>
                </a:lnTo>
                <a:lnTo>
                  <a:pt x="535918" y="174513"/>
                </a:lnTo>
                <a:lnTo>
                  <a:pt x="536950" y="176061"/>
                </a:lnTo>
                <a:lnTo>
                  <a:pt x="536563" y="179253"/>
                </a:lnTo>
                <a:lnTo>
                  <a:pt x="532650" y="184928"/>
                </a:lnTo>
                <a:lnTo>
                  <a:pt x="530387" y="186951"/>
                </a:lnTo>
                <a:lnTo>
                  <a:pt x="529831" y="186989"/>
                </a:lnTo>
                <a:lnTo>
                  <a:pt x="528814" y="186175"/>
                </a:lnTo>
                <a:lnTo>
                  <a:pt x="526332" y="182051"/>
                </a:lnTo>
                <a:lnTo>
                  <a:pt x="522186" y="177417"/>
                </a:lnTo>
                <a:lnTo>
                  <a:pt x="518625" y="174510"/>
                </a:lnTo>
                <a:lnTo>
                  <a:pt x="512921" y="170975"/>
                </a:lnTo>
                <a:lnTo>
                  <a:pt x="510774" y="171085"/>
                </a:lnTo>
                <a:lnTo>
                  <a:pt x="504545" y="175102"/>
                </a:lnTo>
                <a:lnTo>
                  <a:pt x="502126" y="175705"/>
                </a:lnTo>
                <a:lnTo>
                  <a:pt x="498909" y="174578"/>
                </a:lnTo>
                <a:lnTo>
                  <a:pt x="491613" y="173649"/>
                </a:lnTo>
                <a:lnTo>
                  <a:pt x="486964" y="171854"/>
                </a:lnTo>
                <a:lnTo>
                  <a:pt x="486877" y="168214"/>
                </a:lnTo>
                <a:lnTo>
                  <a:pt x="486139" y="166671"/>
                </a:lnTo>
                <a:lnTo>
                  <a:pt x="479491" y="162066"/>
                </a:lnTo>
                <a:lnTo>
                  <a:pt x="464020" y="161337"/>
                </a:lnTo>
                <a:lnTo>
                  <a:pt x="458301" y="160739"/>
                </a:lnTo>
                <a:lnTo>
                  <a:pt x="455672" y="160042"/>
                </a:lnTo>
                <a:lnTo>
                  <a:pt x="454202" y="158543"/>
                </a:lnTo>
                <a:lnTo>
                  <a:pt x="453842" y="156523"/>
                </a:lnTo>
                <a:lnTo>
                  <a:pt x="454661" y="154256"/>
                </a:lnTo>
                <a:lnTo>
                  <a:pt x="456227" y="152403"/>
                </a:lnTo>
                <a:lnTo>
                  <a:pt x="457915" y="152005"/>
                </a:lnTo>
                <a:lnTo>
                  <a:pt x="461067" y="152989"/>
                </a:lnTo>
                <a:lnTo>
                  <a:pt x="465735" y="153480"/>
                </a:lnTo>
                <a:lnTo>
                  <a:pt x="467347" y="153101"/>
                </a:lnTo>
                <a:lnTo>
                  <a:pt x="467402" y="152314"/>
                </a:lnTo>
                <a:lnTo>
                  <a:pt x="457762" y="149397"/>
                </a:lnTo>
                <a:lnTo>
                  <a:pt x="447520" y="141101"/>
                </a:lnTo>
                <a:lnTo>
                  <a:pt x="445675" y="140081"/>
                </a:lnTo>
                <a:lnTo>
                  <a:pt x="443974" y="139894"/>
                </a:lnTo>
                <a:lnTo>
                  <a:pt x="439352" y="141284"/>
                </a:lnTo>
                <a:lnTo>
                  <a:pt x="437967" y="141262"/>
                </a:lnTo>
                <a:lnTo>
                  <a:pt x="434808" y="136730"/>
                </a:lnTo>
                <a:lnTo>
                  <a:pt x="431711" y="133473"/>
                </a:lnTo>
                <a:lnTo>
                  <a:pt x="431701" y="131825"/>
                </a:lnTo>
                <a:lnTo>
                  <a:pt x="432709" y="131137"/>
                </a:lnTo>
                <a:lnTo>
                  <a:pt x="437263" y="130578"/>
                </a:lnTo>
                <a:lnTo>
                  <a:pt x="460880" y="129731"/>
                </a:lnTo>
                <a:lnTo>
                  <a:pt x="489982" y="127378"/>
                </a:lnTo>
                <a:lnTo>
                  <a:pt x="503546" y="126022"/>
                </a:lnTo>
                <a:lnTo>
                  <a:pt x="509336" y="123640"/>
                </a:lnTo>
                <a:lnTo>
                  <a:pt x="521998" y="124598"/>
                </a:lnTo>
                <a:lnTo>
                  <a:pt x="530624" y="123459"/>
                </a:lnTo>
                <a:lnTo>
                  <a:pt x="547521" y="122680"/>
                </a:lnTo>
                <a:lnTo>
                  <a:pt x="560065" y="121179"/>
                </a:lnTo>
                <a:lnTo>
                  <a:pt x="568628" y="119539"/>
                </a:lnTo>
                <a:lnTo>
                  <a:pt x="588313" y="118692"/>
                </a:lnTo>
                <a:lnTo>
                  <a:pt x="591855" y="118016"/>
                </a:lnTo>
                <a:lnTo>
                  <a:pt x="593085" y="117136"/>
                </a:lnTo>
                <a:lnTo>
                  <a:pt x="591751" y="116618"/>
                </a:lnTo>
                <a:lnTo>
                  <a:pt x="586757" y="116379"/>
                </a:lnTo>
                <a:lnTo>
                  <a:pt x="568945" y="116795"/>
                </a:lnTo>
                <a:lnTo>
                  <a:pt x="552388" y="118699"/>
                </a:lnTo>
                <a:lnTo>
                  <a:pt x="521120" y="120058"/>
                </a:lnTo>
                <a:lnTo>
                  <a:pt x="512483" y="121546"/>
                </a:lnTo>
                <a:lnTo>
                  <a:pt x="505177" y="121452"/>
                </a:lnTo>
                <a:lnTo>
                  <a:pt x="497819" y="122663"/>
                </a:lnTo>
                <a:lnTo>
                  <a:pt x="454481" y="124577"/>
                </a:lnTo>
                <a:lnTo>
                  <a:pt x="444913" y="126071"/>
                </a:lnTo>
                <a:lnTo>
                  <a:pt x="441498" y="125857"/>
                </a:lnTo>
                <a:lnTo>
                  <a:pt x="438735" y="122704"/>
                </a:lnTo>
                <a:lnTo>
                  <a:pt x="437490" y="121934"/>
                </a:lnTo>
                <a:lnTo>
                  <a:pt x="432397" y="123579"/>
                </a:lnTo>
                <a:lnTo>
                  <a:pt x="431204" y="123634"/>
                </a:lnTo>
                <a:lnTo>
                  <a:pt x="429901" y="123056"/>
                </a:lnTo>
                <a:lnTo>
                  <a:pt x="429154" y="121213"/>
                </a:lnTo>
                <a:lnTo>
                  <a:pt x="429806" y="118335"/>
                </a:lnTo>
                <a:lnTo>
                  <a:pt x="432401" y="115915"/>
                </a:lnTo>
                <a:lnTo>
                  <a:pt x="435128" y="114649"/>
                </a:lnTo>
                <a:lnTo>
                  <a:pt x="442000" y="113155"/>
                </a:lnTo>
                <a:lnTo>
                  <a:pt x="452456" y="111895"/>
                </a:lnTo>
                <a:lnTo>
                  <a:pt x="467438" y="112924"/>
                </a:lnTo>
                <a:lnTo>
                  <a:pt x="478121" y="111760"/>
                </a:lnTo>
                <a:lnTo>
                  <a:pt x="512787" y="111106"/>
                </a:lnTo>
                <a:lnTo>
                  <a:pt x="530387" y="109947"/>
                </a:lnTo>
                <a:lnTo>
                  <a:pt x="546479" y="109579"/>
                </a:lnTo>
                <a:lnTo>
                  <a:pt x="556018" y="108198"/>
                </a:lnTo>
                <a:lnTo>
                  <a:pt x="582847" y="107677"/>
                </a:lnTo>
                <a:lnTo>
                  <a:pt x="607385" y="106595"/>
                </a:lnTo>
                <a:lnTo>
                  <a:pt x="613075" y="106156"/>
                </a:lnTo>
                <a:lnTo>
                  <a:pt x="615938" y="105316"/>
                </a:lnTo>
                <a:lnTo>
                  <a:pt x="615572" y="104291"/>
                </a:lnTo>
                <a:lnTo>
                  <a:pt x="614431" y="103902"/>
                </a:lnTo>
                <a:lnTo>
                  <a:pt x="599762" y="103221"/>
                </a:lnTo>
                <a:lnTo>
                  <a:pt x="586412" y="104119"/>
                </a:lnTo>
                <a:lnTo>
                  <a:pt x="539784" y="104771"/>
                </a:lnTo>
                <a:lnTo>
                  <a:pt x="536112" y="105067"/>
                </a:lnTo>
                <a:lnTo>
                  <a:pt x="530014" y="106288"/>
                </a:lnTo>
                <a:lnTo>
                  <a:pt x="511023" y="106548"/>
                </a:lnTo>
                <a:lnTo>
                  <a:pt x="498504" y="107748"/>
                </a:lnTo>
                <a:lnTo>
                  <a:pt x="470728" y="108211"/>
                </a:lnTo>
                <a:lnTo>
                  <a:pt x="449717" y="109935"/>
                </a:lnTo>
                <a:lnTo>
                  <a:pt x="430302" y="109569"/>
                </a:lnTo>
                <a:lnTo>
                  <a:pt x="429204" y="109320"/>
                </a:lnTo>
                <a:lnTo>
                  <a:pt x="427796" y="108117"/>
                </a:lnTo>
                <a:lnTo>
                  <a:pt x="426799" y="106352"/>
                </a:lnTo>
                <a:lnTo>
                  <a:pt x="426274" y="104273"/>
                </a:lnTo>
                <a:lnTo>
                  <a:pt x="426283" y="102126"/>
                </a:lnTo>
                <a:lnTo>
                  <a:pt x="427594" y="98108"/>
                </a:lnTo>
                <a:lnTo>
                  <a:pt x="428031" y="94926"/>
                </a:lnTo>
                <a:lnTo>
                  <a:pt x="427689" y="93451"/>
                </a:lnTo>
                <a:lnTo>
                  <a:pt x="425684" y="90324"/>
                </a:lnTo>
                <a:lnTo>
                  <a:pt x="427564" y="88395"/>
                </a:lnTo>
                <a:lnTo>
                  <a:pt x="479704" y="88054"/>
                </a:lnTo>
                <a:lnTo>
                  <a:pt x="539499" y="86545"/>
                </a:lnTo>
                <a:lnTo>
                  <a:pt x="558575" y="85110"/>
                </a:lnTo>
                <a:lnTo>
                  <a:pt x="591086" y="84205"/>
                </a:lnTo>
                <a:lnTo>
                  <a:pt x="597313" y="83385"/>
                </a:lnTo>
                <a:lnTo>
                  <a:pt x="597616" y="82754"/>
                </a:lnTo>
                <a:lnTo>
                  <a:pt x="596063" y="82268"/>
                </a:lnTo>
                <a:lnTo>
                  <a:pt x="579745" y="81747"/>
                </a:lnTo>
                <a:lnTo>
                  <a:pt x="487803" y="81639"/>
                </a:lnTo>
                <a:lnTo>
                  <a:pt x="464545" y="82368"/>
                </a:lnTo>
                <a:close/>
                <a:moveTo>
                  <a:pt x="410111" y="101413"/>
                </a:moveTo>
                <a:lnTo>
                  <a:pt x="411579" y="103683"/>
                </a:lnTo>
                <a:lnTo>
                  <a:pt x="415031" y="107549"/>
                </a:lnTo>
                <a:lnTo>
                  <a:pt x="415352" y="108946"/>
                </a:lnTo>
                <a:lnTo>
                  <a:pt x="414691" y="110284"/>
                </a:lnTo>
                <a:lnTo>
                  <a:pt x="413775" y="111441"/>
                </a:lnTo>
                <a:lnTo>
                  <a:pt x="405621" y="111782"/>
                </a:lnTo>
                <a:lnTo>
                  <a:pt x="402701" y="111141"/>
                </a:lnTo>
                <a:lnTo>
                  <a:pt x="401818" y="108500"/>
                </a:lnTo>
                <a:lnTo>
                  <a:pt x="401789" y="105763"/>
                </a:lnTo>
                <a:lnTo>
                  <a:pt x="402440" y="103336"/>
                </a:lnTo>
                <a:lnTo>
                  <a:pt x="403665" y="101391"/>
                </a:lnTo>
                <a:lnTo>
                  <a:pt x="406345" y="99750"/>
                </a:lnTo>
                <a:lnTo>
                  <a:pt x="409387" y="99629"/>
                </a:lnTo>
                <a:lnTo>
                  <a:pt x="410111" y="101413"/>
                </a:lnTo>
                <a:close/>
                <a:moveTo>
                  <a:pt x="412473" y="114865"/>
                </a:moveTo>
                <a:lnTo>
                  <a:pt x="415876" y="115952"/>
                </a:lnTo>
                <a:lnTo>
                  <a:pt x="417578" y="117336"/>
                </a:lnTo>
                <a:lnTo>
                  <a:pt x="418765" y="119170"/>
                </a:lnTo>
                <a:lnTo>
                  <a:pt x="419384" y="121392"/>
                </a:lnTo>
                <a:lnTo>
                  <a:pt x="419395" y="124175"/>
                </a:lnTo>
                <a:lnTo>
                  <a:pt x="418966" y="125348"/>
                </a:lnTo>
                <a:lnTo>
                  <a:pt x="417774" y="126224"/>
                </a:lnTo>
                <a:lnTo>
                  <a:pt x="416335" y="126420"/>
                </a:lnTo>
                <a:lnTo>
                  <a:pt x="415298" y="125999"/>
                </a:lnTo>
                <a:lnTo>
                  <a:pt x="410490" y="121639"/>
                </a:lnTo>
                <a:lnTo>
                  <a:pt x="404701" y="119809"/>
                </a:lnTo>
                <a:lnTo>
                  <a:pt x="403077" y="118661"/>
                </a:lnTo>
                <a:lnTo>
                  <a:pt x="402131" y="117340"/>
                </a:lnTo>
                <a:lnTo>
                  <a:pt x="402008" y="115989"/>
                </a:lnTo>
                <a:lnTo>
                  <a:pt x="403023" y="114238"/>
                </a:lnTo>
                <a:lnTo>
                  <a:pt x="412473" y="114865"/>
                </a:lnTo>
                <a:close/>
                <a:moveTo>
                  <a:pt x="383545" y="124218"/>
                </a:moveTo>
                <a:lnTo>
                  <a:pt x="383993" y="124871"/>
                </a:lnTo>
                <a:lnTo>
                  <a:pt x="384090" y="126976"/>
                </a:lnTo>
                <a:lnTo>
                  <a:pt x="382593" y="131283"/>
                </a:lnTo>
                <a:lnTo>
                  <a:pt x="379697" y="135615"/>
                </a:lnTo>
                <a:lnTo>
                  <a:pt x="377049" y="138113"/>
                </a:lnTo>
                <a:lnTo>
                  <a:pt x="373692" y="140692"/>
                </a:lnTo>
                <a:lnTo>
                  <a:pt x="372077" y="141405"/>
                </a:lnTo>
                <a:lnTo>
                  <a:pt x="370696" y="141426"/>
                </a:lnTo>
                <a:lnTo>
                  <a:pt x="367230" y="140226"/>
                </a:lnTo>
                <a:lnTo>
                  <a:pt x="364741" y="140611"/>
                </a:lnTo>
                <a:lnTo>
                  <a:pt x="364908" y="141997"/>
                </a:lnTo>
                <a:lnTo>
                  <a:pt x="366126" y="143940"/>
                </a:lnTo>
                <a:lnTo>
                  <a:pt x="371043" y="148472"/>
                </a:lnTo>
                <a:lnTo>
                  <a:pt x="372899" y="154700"/>
                </a:lnTo>
                <a:lnTo>
                  <a:pt x="373007" y="156491"/>
                </a:lnTo>
                <a:lnTo>
                  <a:pt x="372616" y="157624"/>
                </a:lnTo>
                <a:lnTo>
                  <a:pt x="371269" y="158298"/>
                </a:lnTo>
                <a:lnTo>
                  <a:pt x="368857" y="157932"/>
                </a:lnTo>
                <a:lnTo>
                  <a:pt x="364265" y="155208"/>
                </a:lnTo>
                <a:lnTo>
                  <a:pt x="358991" y="152994"/>
                </a:lnTo>
                <a:lnTo>
                  <a:pt x="357926" y="150556"/>
                </a:lnTo>
                <a:lnTo>
                  <a:pt x="358166" y="146403"/>
                </a:lnTo>
                <a:lnTo>
                  <a:pt x="360033" y="142679"/>
                </a:lnTo>
                <a:lnTo>
                  <a:pt x="363162" y="140352"/>
                </a:lnTo>
                <a:lnTo>
                  <a:pt x="363137" y="137722"/>
                </a:lnTo>
                <a:lnTo>
                  <a:pt x="364084" y="135916"/>
                </a:lnTo>
                <a:lnTo>
                  <a:pt x="367851" y="132891"/>
                </a:lnTo>
                <a:lnTo>
                  <a:pt x="371815" y="128364"/>
                </a:lnTo>
                <a:lnTo>
                  <a:pt x="377420" y="123916"/>
                </a:lnTo>
                <a:lnTo>
                  <a:pt x="380531" y="123465"/>
                </a:lnTo>
                <a:lnTo>
                  <a:pt x="383545" y="124218"/>
                </a:lnTo>
                <a:close/>
                <a:moveTo>
                  <a:pt x="397864" y="139888"/>
                </a:moveTo>
                <a:lnTo>
                  <a:pt x="400486" y="144256"/>
                </a:lnTo>
                <a:lnTo>
                  <a:pt x="402517" y="149123"/>
                </a:lnTo>
                <a:lnTo>
                  <a:pt x="402046" y="151730"/>
                </a:lnTo>
                <a:lnTo>
                  <a:pt x="400211" y="153102"/>
                </a:lnTo>
                <a:lnTo>
                  <a:pt x="398805" y="153038"/>
                </a:lnTo>
                <a:lnTo>
                  <a:pt x="397810" y="152369"/>
                </a:lnTo>
                <a:lnTo>
                  <a:pt x="396214" y="146848"/>
                </a:lnTo>
                <a:lnTo>
                  <a:pt x="395085" y="145172"/>
                </a:lnTo>
                <a:lnTo>
                  <a:pt x="393205" y="144021"/>
                </a:lnTo>
                <a:lnTo>
                  <a:pt x="389812" y="142781"/>
                </a:lnTo>
                <a:lnTo>
                  <a:pt x="390103" y="140228"/>
                </a:lnTo>
                <a:lnTo>
                  <a:pt x="390883" y="139227"/>
                </a:lnTo>
                <a:lnTo>
                  <a:pt x="392681" y="138134"/>
                </a:lnTo>
                <a:lnTo>
                  <a:pt x="395878" y="138013"/>
                </a:lnTo>
                <a:lnTo>
                  <a:pt x="397864" y="139888"/>
                </a:lnTo>
                <a:close/>
                <a:moveTo>
                  <a:pt x="436532" y="143793"/>
                </a:moveTo>
                <a:lnTo>
                  <a:pt x="436796" y="146937"/>
                </a:lnTo>
                <a:lnTo>
                  <a:pt x="436068" y="148741"/>
                </a:lnTo>
                <a:lnTo>
                  <a:pt x="431025" y="151663"/>
                </a:lnTo>
                <a:lnTo>
                  <a:pt x="426581" y="157265"/>
                </a:lnTo>
                <a:lnTo>
                  <a:pt x="425687" y="157341"/>
                </a:lnTo>
                <a:lnTo>
                  <a:pt x="424940" y="156887"/>
                </a:lnTo>
                <a:lnTo>
                  <a:pt x="423823" y="155026"/>
                </a:lnTo>
                <a:lnTo>
                  <a:pt x="423562" y="151990"/>
                </a:lnTo>
                <a:lnTo>
                  <a:pt x="427167" y="149718"/>
                </a:lnTo>
                <a:lnTo>
                  <a:pt x="429460" y="145462"/>
                </a:lnTo>
                <a:lnTo>
                  <a:pt x="431208" y="143844"/>
                </a:lnTo>
                <a:lnTo>
                  <a:pt x="434121" y="143022"/>
                </a:lnTo>
                <a:lnTo>
                  <a:pt x="435815" y="143209"/>
                </a:lnTo>
                <a:lnTo>
                  <a:pt x="436532" y="143793"/>
                </a:lnTo>
                <a:close/>
                <a:moveTo>
                  <a:pt x="562179" y="169588"/>
                </a:moveTo>
                <a:lnTo>
                  <a:pt x="562649" y="172113"/>
                </a:lnTo>
                <a:lnTo>
                  <a:pt x="561304" y="173649"/>
                </a:lnTo>
                <a:lnTo>
                  <a:pt x="558699" y="173727"/>
                </a:lnTo>
                <a:lnTo>
                  <a:pt x="556231" y="172242"/>
                </a:lnTo>
                <a:lnTo>
                  <a:pt x="556122" y="171402"/>
                </a:lnTo>
                <a:lnTo>
                  <a:pt x="556678" y="170498"/>
                </a:lnTo>
                <a:lnTo>
                  <a:pt x="559290" y="168813"/>
                </a:lnTo>
                <a:lnTo>
                  <a:pt x="561224" y="168554"/>
                </a:lnTo>
                <a:lnTo>
                  <a:pt x="562179" y="169588"/>
                </a:lnTo>
                <a:close/>
                <a:moveTo>
                  <a:pt x="463339" y="170938"/>
                </a:moveTo>
                <a:lnTo>
                  <a:pt x="466320" y="171431"/>
                </a:lnTo>
                <a:lnTo>
                  <a:pt x="467974" y="172278"/>
                </a:lnTo>
                <a:lnTo>
                  <a:pt x="471453" y="178246"/>
                </a:lnTo>
                <a:lnTo>
                  <a:pt x="473911" y="180228"/>
                </a:lnTo>
                <a:lnTo>
                  <a:pt x="477604" y="181677"/>
                </a:lnTo>
                <a:lnTo>
                  <a:pt x="485108" y="182768"/>
                </a:lnTo>
                <a:lnTo>
                  <a:pt x="493966" y="184837"/>
                </a:lnTo>
                <a:lnTo>
                  <a:pt x="495448" y="185669"/>
                </a:lnTo>
                <a:lnTo>
                  <a:pt x="499201" y="189024"/>
                </a:lnTo>
                <a:lnTo>
                  <a:pt x="502055" y="190368"/>
                </a:lnTo>
                <a:lnTo>
                  <a:pt x="508462" y="188371"/>
                </a:lnTo>
                <a:lnTo>
                  <a:pt x="513422" y="185312"/>
                </a:lnTo>
                <a:lnTo>
                  <a:pt x="514871" y="185071"/>
                </a:lnTo>
                <a:lnTo>
                  <a:pt x="517859" y="187947"/>
                </a:lnTo>
                <a:lnTo>
                  <a:pt x="523662" y="197292"/>
                </a:lnTo>
                <a:lnTo>
                  <a:pt x="524080" y="199192"/>
                </a:lnTo>
                <a:lnTo>
                  <a:pt x="523770" y="201662"/>
                </a:lnTo>
                <a:lnTo>
                  <a:pt x="522788" y="202513"/>
                </a:lnTo>
                <a:lnTo>
                  <a:pt x="521744" y="202452"/>
                </a:lnTo>
                <a:lnTo>
                  <a:pt x="507126" y="197577"/>
                </a:lnTo>
                <a:lnTo>
                  <a:pt x="500079" y="195822"/>
                </a:lnTo>
                <a:lnTo>
                  <a:pt x="493934" y="193478"/>
                </a:lnTo>
                <a:lnTo>
                  <a:pt x="474423" y="187789"/>
                </a:lnTo>
                <a:lnTo>
                  <a:pt x="463586" y="183871"/>
                </a:lnTo>
                <a:lnTo>
                  <a:pt x="451334" y="178411"/>
                </a:lnTo>
                <a:lnTo>
                  <a:pt x="447985" y="176511"/>
                </a:lnTo>
                <a:lnTo>
                  <a:pt x="446988" y="175082"/>
                </a:lnTo>
                <a:lnTo>
                  <a:pt x="448115" y="173632"/>
                </a:lnTo>
                <a:lnTo>
                  <a:pt x="452202" y="170841"/>
                </a:lnTo>
                <a:lnTo>
                  <a:pt x="455131" y="170166"/>
                </a:lnTo>
                <a:lnTo>
                  <a:pt x="463339" y="170938"/>
                </a:lnTo>
                <a:close/>
                <a:moveTo>
                  <a:pt x="588889" y="177881"/>
                </a:moveTo>
                <a:lnTo>
                  <a:pt x="589613" y="179472"/>
                </a:lnTo>
                <a:lnTo>
                  <a:pt x="588120" y="180461"/>
                </a:lnTo>
                <a:lnTo>
                  <a:pt x="584673" y="180187"/>
                </a:lnTo>
                <a:lnTo>
                  <a:pt x="583393" y="178990"/>
                </a:lnTo>
                <a:lnTo>
                  <a:pt x="583802" y="178143"/>
                </a:lnTo>
                <a:lnTo>
                  <a:pt x="585508" y="177368"/>
                </a:lnTo>
                <a:lnTo>
                  <a:pt x="587670" y="177362"/>
                </a:lnTo>
                <a:lnTo>
                  <a:pt x="588889" y="177881"/>
                </a:lnTo>
                <a:close/>
                <a:moveTo>
                  <a:pt x="432338" y="100931"/>
                </a:moveTo>
                <a:lnTo>
                  <a:pt x="432042" y="102431"/>
                </a:lnTo>
                <a:lnTo>
                  <a:pt x="432723" y="103968"/>
                </a:lnTo>
                <a:lnTo>
                  <a:pt x="433716" y="104340"/>
                </a:lnTo>
                <a:lnTo>
                  <a:pt x="435116" y="103709"/>
                </a:lnTo>
                <a:lnTo>
                  <a:pt x="435747" y="102310"/>
                </a:lnTo>
                <a:lnTo>
                  <a:pt x="435375" y="101316"/>
                </a:lnTo>
                <a:lnTo>
                  <a:pt x="433838" y="100635"/>
                </a:lnTo>
                <a:lnTo>
                  <a:pt x="432338" y="100931"/>
                </a:lnTo>
                <a:close/>
                <a:moveTo>
                  <a:pt x="634259" y="111441"/>
                </a:moveTo>
                <a:lnTo>
                  <a:pt x="625104" y="112473"/>
                </a:lnTo>
                <a:lnTo>
                  <a:pt x="622861" y="113248"/>
                </a:lnTo>
                <a:lnTo>
                  <a:pt x="622624" y="113909"/>
                </a:lnTo>
                <a:lnTo>
                  <a:pt x="623555" y="114624"/>
                </a:lnTo>
                <a:lnTo>
                  <a:pt x="625772" y="114938"/>
                </a:lnTo>
                <a:lnTo>
                  <a:pt x="631505" y="114768"/>
                </a:lnTo>
                <a:lnTo>
                  <a:pt x="636912" y="114077"/>
                </a:lnTo>
                <a:lnTo>
                  <a:pt x="638654" y="113295"/>
                </a:lnTo>
                <a:lnTo>
                  <a:pt x="638828" y="112477"/>
                </a:lnTo>
                <a:lnTo>
                  <a:pt x="638331" y="111490"/>
                </a:lnTo>
                <a:lnTo>
                  <a:pt x="637055" y="110905"/>
                </a:lnTo>
                <a:lnTo>
                  <a:pt x="634259" y="111441"/>
                </a:lnTo>
                <a:close/>
                <a:moveTo>
                  <a:pt x="611357" y="113852"/>
                </a:moveTo>
                <a:lnTo>
                  <a:pt x="611213" y="115076"/>
                </a:lnTo>
                <a:lnTo>
                  <a:pt x="613238" y="115540"/>
                </a:lnTo>
                <a:lnTo>
                  <a:pt x="615381" y="115131"/>
                </a:lnTo>
                <a:lnTo>
                  <a:pt x="616560" y="113958"/>
                </a:lnTo>
                <a:lnTo>
                  <a:pt x="616227" y="113489"/>
                </a:lnTo>
                <a:lnTo>
                  <a:pt x="614669" y="113154"/>
                </a:lnTo>
                <a:lnTo>
                  <a:pt x="612689" y="113283"/>
                </a:lnTo>
                <a:lnTo>
                  <a:pt x="611357" y="113852"/>
                </a:lnTo>
                <a:close/>
                <a:moveTo>
                  <a:pt x="597279" y="116118"/>
                </a:moveTo>
                <a:lnTo>
                  <a:pt x="595978" y="117138"/>
                </a:lnTo>
                <a:lnTo>
                  <a:pt x="597566" y="117843"/>
                </a:lnTo>
                <a:lnTo>
                  <a:pt x="601471" y="117762"/>
                </a:lnTo>
                <a:lnTo>
                  <a:pt x="602378" y="117367"/>
                </a:lnTo>
                <a:lnTo>
                  <a:pt x="602679" y="116745"/>
                </a:lnTo>
                <a:lnTo>
                  <a:pt x="602358" y="116129"/>
                </a:lnTo>
                <a:lnTo>
                  <a:pt x="600919" y="115636"/>
                </a:lnTo>
                <a:lnTo>
                  <a:pt x="597279" y="116118"/>
                </a:lnTo>
                <a:close/>
                <a:moveTo>
                  <a:pt x="276027" y="116986"/>
                </a:moveTo>
                <a:lnTo>
                  <a:pt x="275915" y="117692"/>
                </a:lnTo>
                <a:lnTo>
                  <a:pt x="276593" y="118309"/>
                </a:lnTo>
                <a:lnTo>
                  <a:pt x="280602" y="119845"/>
                </a:lnTo>
                <a:lnTo>
                  <a:pt x="284079" y="122169"/>
                </a:lnTo>
                <a:lnTo>
                  <a:pt x="288406" y="123917"/>
                </a:lnTo>
                <a:lnTo>
                  <a:pt x="292245" y="126068"/>
                </a:lnTo>
                <a:lnTo>
                  <a:pt x="296807" y="127810"/>
                </a:lnTo>
                <a:lnTo>
                  <a:pt x="300429" y="130181"/>
                </a:lnTo>
                <a:lnTo>
                  <a:pt x="302755" y="130551"/>
                </a:lnTo>
                <a:lnTo>
                  <a:pt x="304079" y="129687"/>
                </a:lnTo>
                <a:lnTo>
                  <a:pt x="304133" y="128647"/>
                </a:lnTo>
                <a:lnTo>
                  <a:pt x="303364" y="127575"/>
                </a:lnTo>
                <a:lnTo>
                  <a:pt x="297879" y="124238"/>
                </a:lnTo>
                <a:lnTo>
                  <a:pt x="293452" y="122864"/>
                </a:lnTo>
                <a:lnTo>
                  <a:pt x="289788" y="120603"/>
                </a:lnTo>
                <a:lnTo>
                  <a:pt x="284689" y="118935"/>
                </a:lnTo>
                <a:lnTo>
                  <a:pt x="280773" y="117035"/>
                </a:lnTo>
                <a:lnTo>
                  <a:pt x="277881" y="116460"/>
                </a:lnTo>
                <a:lnTo>
                  <a:pt x="276027" y="116986"/>
                </a:lnTo>
                <a:close/>
                <a:moveTo>
                  <a:pt x="875668" y="132945"/>
                </a:moveTo>
                <a:lnTo>
                  <a:pt x="872953" y="134908"/>
                </a:lnTo>
                <a:lnTo>
                  <a:pt x="871929" y="137160"/>
                </a:lnTo>
                <a:lnTo>
                  <a:pt x="866567" y="167063"/>
                </a:lnTo>
                <a:lnTo>
                  <a:pt x="864155" y="178223"/>
                </a:lnTo>
                <a:lnTo>
                  <a:pt x="862680" y="189850"/>
                </a:lnTo>
                <a:lnTo>
                  <a:pt x="860336" y="199306"/>
                </a:lnTo>
                <a:lnTo>
                  <a:pt x="858275" y="212816"/>
                </a:lnTo>
                <a:lnTo>
                  <a:pt x="857232" y="215837"/>
                </a:lnTo>
                <a:lnTo>
                  <a:pt x="855616" y="217898"/>
                </a:lnTo>
                <a:lnTo>
                  <a:pt x="853128" y="219577"/>
                </a:lnTo>
                <a:lnTo>
                  <a:pt x="815399" y="236724"/>
                </a:lnTo>
                <a:lnTo>
                  <a:pt x="811606" y="239150"/>
                </a:lnTo>
                <a:lnTo>
                  <a:pt x="810482" y="240656"/>
                </a:lnTo>
                <a:lnTo>
                  <a:pt x="811805" y="242280"/>
                </a:lnTo>
                <a:lnTo>
                  <a:pt x="814094" y="243127"/>
                </a:lnTo>
                <a:lnTo>
                  <a:pt x="851223" y="244079"/>
                </a:lnTo>
                <a:lnTo>
                  <a:pt x="854449" y="245810"/>
                </a:lnTo>
                <a:lnTo>
                  <a:pt x="855915" y="247869"/>
                </a:lnTo>
                <a:lnTo>
                  <a:pt x="856032" y="252247"/>
                </a:lnTo>
                <a:lnTo>
                  <a:pt x="855125" y="254674"/>
                </a:lnTo>
                <a:lnTo>
                  <a:pt x="853853" y="255894"/>
                </a:lnTo>
                <a:lnTo>
                  <a:pt x="851878" y="256948"/>
                </a:lnTo>
                <a:lnTo>
                  <a:pt x="841320" y="261164"/>
                </a:lnTo>
                <a:lnTo>
                  <a:pt x="815860" y="270012"/>
                </a:lnTo>
                <a:lnTo>
                  <a:pt x="810193" y="272604"/>
                </a:lnTo>
                <a:lnTo>
                  <a:pt x="791910" y="279165"/>
                </a:lnTo>
                <a:lnTo>
                  <a:pt x="788100" y="281027"/>
                </a:lnTo>
                <a:lnTo>
                  <a:pt x="786409" y="282838"/>
                </a:lnTo>
                <a:lnTo>
                  <a:pt x="786843" y="284219"/>
                </a:lnTo>
                <a:lnTo>
                  <a:pt x="788304" y="285736"/>
                </a:lnTo>
                <a:lnTo>
                  <a:pt x="854213" y="285929"/>
                </a:lnTo>
                <a:lnTo>
                  <a:pt x="855539" y="286942"/>
                </a:lnTo>
                <a:lnTo>
                  <a:pt x="855914" y="289090"/>
                </a:lnTo>
                <a:lnTo>
                  <a:pt x="856181" y="298934"/>
                </a:lnTo>
                <a:lnTo>
                  <a:pt x="855600" y="303148"/>
                </a:lnTo>
                <a:lnTo>
                  <a:pt x="853451" y="304940"/>
                </a:lnTo>
                <a:lnTo>
                  <a:pt x="848902" y="307370"/>
                </a:lnTo>
                <a:lnTo>
                  <a:pt x="821041" y="318184"/>
                </a:lnTo>
                <a:lnTo>
                  <a:pt x="810506" y="315671"/>
                </a:lnTo>
                <a:lnTo>
                  <a:pt x="803977" y="312745"/>
                </a:lnTo>
                <a:lnTo>
                  <a:pt x="774615" y="303649"/>
                </a:lnTo>
                <a:lnTo>
                  <a:pt x="754602" y="296944"/>
                </a:lnTo>
                <a:lnTo>
                  <a:pt x="747692" y="295924"/>
                </a:lnTo>
                <a:lnTo>
                  <a:pt x="746598" y="296391"/>
                </a:lnTo>
                <a:lnTo>
                  <a:pt x="746424" y="297323"/>
                </a:lnTo>
                <a:lnTo>
                  <a:pt x="746975" y="298781"/>
                </a:lnTo>
                <a:lnTo>
                  <a:pt x="748288" y="299850"/>
                </a:lnTo>
                <a:lnTo>
                  <a:pt x="755289" y="301797"/>
                </a:lnTo>
                <a:lnTo>
                  <a:pt x="769813" y="307680"/>
                </a:lnTo>
                <a:lnTo>
                  <a:pt x="779989" y="311210"/>
                </a:lnTo>
                <a:lnTo>
                  <a:pt x="794951" y="315351"/>
                </a:lnTo>
                <a:lnTo>
                  <a:pt x="808274" y="318458"/>
                </a:lnTo>
                <a:lnTo>
                  <a:pt x="810300" y="319609"/>
                </a:lnTo>
                <a:lnTo>
                  <a:pt x="811801" y="321316"/>
                </a:lnTo>
                <a:lnTo>
                  <a:pt x="811720" y="322192"/>
                </a:lnTo>
                <a:lnTo>
                  <a:pt x="810060" y="325290"/>
                </a:lnTo>
                <a:lnTo>
                  <a:pt x="810316" y="326221"/>
                </a:lnTo>
                <a:lnTo>
                  <a:pt x="811387" y="327041"/>
                </a:lnTo>
                <a:lnTo>
                  <a:pt x="847052" y="328277"/>
                </a:lnTo>
                <a:lnTo>
                  <a:pt x="853806" y="328842"/>
                </a:lnTo>
                <a:lnTo>
                  <a:pt x="854669" y="329358"/>
                </a:lnTo>
                <a:lnTo>
                  <a:pt x="854954" y="331198"/>
                </a:lnTo>
                <a:lnTo>
                  <a:pt x="854703" y="334111"/>
                </a:lnTo>
                <a:lnTo>
                  <a:pt x="852948" y="342605"/>
                </a:lnTo>
                <a:lnTo>
                  <a:pt x="850412" y="360789"/>
                </a:lnTo>
                <a:lnTo>
                  <a:pt x="848728" y="369177"/>
                </a:lnTo>
                <a:lnTo>
                  <a:pt x="847341" y="381259"/>
                </a:lnTo>
                <a:lnTo>
                  <a:pt x="844901" y="392416"/>
                </a:lnTo>
                <a:lnTo>
                  <a:pt x="839228" y="431063"/>
                </a:lnTo>
                <a:lnTo>
                  <a:pt x="833139" y="467029"/>
                </a:lnTo>
                <a:lnTo>
                  <a:pt x="828244" y="500323"/>
                </a:lnTo>
                <a:lnTo>
                  <a:pt x="825675" y="513904"/>
                </a:lnTo>
                <a:lnTo>
                  <a:pt x="825648" y="516110"/>
                </a:lnTo>
                <a:lnTo>
                  <a:pt x="826425" y="518263"/>
                </a:lnTo>
                <a:lnTo>
                  <a:pt x="828023" y="518902"/>
                </a:lnTo>
                <a:lnTo>
                  <a:pt x="831225" y="517655"/>
                </a:lnTo>
                <a:lnTo>
                  <a:pt x="873940" y="486961"/>
                </a:lnTo>
                <a:lnTo>
                  <a:pt x="875983" y="485744"/>
                </a:lnTo>
                <a:lnTo>
                  <a:pt x="877886" y="485343"/>
                </a:lnTo>
                <a:lnTo>
                  <a:pt x="879935" y="485676"/>
                </a:lnTo>
                <a:lnTo>
                  <a:pt x="881471" y="486491"/>
                </a:lnTo>
                <a:lnTo>
                  <a:pt x="915396" y="512048"/>
                </a:lnTo>
                <a:lnTo>
                  <a:pt x="922326" y="516807"/>
                </a:lnTo>
                <a:lnTo>
                  <a:pt x="926871" y="519190"/>
                </a:lnTo>
                <a:lnTo>
                  <a:pt x="928040" y="517641"/>
                </a:lnTo>
                <a:lnTo>
                  <a:pt x="928451" y="516215"/>
                </a:lnTo>
                <a:lnTo>
                  <a:pt x="928364" y="510736"/>
                </a:lnTo>
                <a:lnTo>
                  <a:pt x="925919" y="498679"/>
                </a:lnTo>
                <a:lnTo>
                  <a:pt x="924509" y="486169"/>
                </a:lnTo>
                <a:lnTo>
                  <a:pt x="922466" y="475092"/>
                </a:lnTo>
                <a:lnTo>
                  <a:pt x="920597" y="460041"/>
                </a:lnTo>
                <a:lnTo>
                  <a:pt x="918838" y="451286"/>
                </a:lnTo>
                <a:lnTo>
                  <a:pt x="916583" y="432517"/>
                </a:lnTo>
                <a:lnTo>
                  <a:pt x="914715" y="424340"/>
                </a:lnTo>
                <a:lnTo>
                  <a:pt x="912582" y="407700"/>
                </a:lnTo>
                <a:lnTo>
                  <a:pt x="910708" y="399575"/>
                </a:lnTo>
                <a:lnTo>
                  <a:pt x="908894" y="384190"/>
                </a:lnTo>
                <a:lnTo>
                  <a:pt x="906913" y="373296"/>
                </a:lnTo>
                <a:lnTo>
                  <a:pt x="905374" y="359546"/>
                </a:lnTo>
                <a:lnTo>
                  <a:pt x="902814" y="345320"/>
                </a:lnTo>
                <a:lnTo>
                  <a:pt x="901463" y="332986"/>
                </a:lnTo>
                <a:lnTo>
                  <a:pt x="903198" y="331057"/>
                </a:lnTo>
                <a:lnTo>
                  <a:pt x="925479" y="331164"/>
                </a:lnTo>
                <a:lnTo>
                  <a:pt x="941952" y="331887"/>
                </a:lnTo>
                <a:lnTo>
                  <a:pt x="945407" y="331073"/>
                </a:lnTo>
                <a:lnTo>
                  <a:pt x="947025" y="329177"/>
                </a:lnTo>
                <a:lnTo>
                  <a:pt x="942254" y="325754"/>
                </a:lnTo>
                <a:lnTo>
                  <a:pt x="904745" y="307098"/>
                </a:lnTo>
                <a:lnTo>
                  <a:pt x="899196" y="302949"/>
                </a:lnTo>
                <a:lnTo>
                  <a:pt x="899542" y="288269"/>
                </a:lnTo>
                <a:lnTo>
                  <a:pt x="900068" y="287079"/>
                </a:lnTo>
                <a:lnTo>
                  <a:pt x="901472" y="286310"/>
                </a:lnTo>
                <a:lnTo>
                  <a:pt x="908322" y="285756"/>
                </a:lnTo>
                <a:lnTo>
                  <a:pt x="966262" y="285832"/>
                </a:lnTo>
                <a:lnTo>
                  <a:pt x="967753" y="284353"/>
                </a:lnTo>
                <a:lnTo>
                  <a:pt x="968126" y="283062"/>
                </a:lnTo>
                <a:lnTo>
                  <a:pt x="967564" y="281975"/>
                </a:lnTo>
                <a:lnTo>
                  <a:pt x="963587" y="280137"/>
                </a:lnTo>
                <a:lnTo>
                  <a:pt x="954878" y="276959"/>
                </a:lnTo>
                <a:lnTo>
                  <a:pt x="940091" y="270574"/>
                </a:lnTo>
                <a:lnTo>
                  <a:pt x="933718" y="268602"/>
                </a:lnTo>
                <a:lnTo>
                  <a:pt x="904680" y="257135"/>
                </a:lnTo>
                <a:lnTo>
                  <a:pt x="901494" y="255201"/>
                </a:lnTo>
                <a:lnTo>
                  <a:pt x="899504" y="252890"/>
                </a:lnTo>
                <a:lnTo>
                  <a:pt x="898873" y="250498"/>
                </a:lnTo>
                <a:lnTo>
                  <a:pt x="899119" y="249364"/>
                </a:lnTo>
                <a:lnTo>
                  <a:pt x="900836" y="247406"/>
                </a:lnTo>
                <a:lnTo>
                  <a:pt x="902644" y="246776"/>
                </a:lnTo>
                <a:lnTo>
                  <a:pt x="910873" y="246612"/>
                </a:lnTo>
                <a:lnTo>
                  <a:pt x="943795" y="247309"/>
                </a:lnTo>
                <a:lnTo>
                  <a:pt x="945516" y="245785"/>
                </a:lnTo>
                <a:lnTo>
                  <a:pt x="945863" y="244758"/>
                </a:lnTo>
                <a:lnTo>
                  <a:pt x="941348" y="241173"/>
                </a:lnTo>
                <a:lnTo>
                  <a:pt x="902426" y="218674"/>
                </a:lnTo>
                <a:lnTo>
                  <a:pt x="900013" y="216404"/>
                </a:lnTo>
                <a:lnTo>
                  <a:pt x="898657" y="213114"/>
                </a:lnTo>
                <a:lnTo>
                  <a:pt x="897545" y="201661"/>
                </a:lnTo>
                <a:lnTo>
                  <a:pt x="895605" y="193523"/>
                </a:lnTo>
                <a:lnTo>
                  <a:pt x="893658" y="181418"/>
                </a:lnTo>
                <a:lnTo>
                  <a:pt x="889333" y="158584"/>
                </a:lnTo>
                <a:lnTo>
                  <a:pt x="887517" y="151037"/>
                </a:lnTo>
                <a:lnTo>
                  <a:pt x="885296" y="137924"/>
                </a:lnTo>
                <a:lnTo>
                  <a:pt x="883886" y="135049"/>
                </a:lnTo>
                <a:lnTo>
                  <a:pt x="881044" y="132313"/>
                </a:lnTo>
                <a:lnTo>
                  <a:pt x="879034" y="131918"/>
                </a:lnTo>
                <a:lnTo>
                  <a:pt x="875668" y="132945"/>
                </a:lnTo>
                <a:close/>
                <a:moveTo>
                  <a:pt x="878705" y="152182"/>
                </a:moveTo>
                <a:lnTo>
                  <a:pt x="877880" y="153545"/>
                </a:lnTo>
                <a:lnTo>
                  <a:pt x="877101" y="153471"/>
                </a:lnTo>
                <a:lnTo>
                  <a:pt x="876729" y="152954"/>
                </a:lnTo>
                <a:lnTo>
                  <a:pt x="876668" y="151652"/>
                </a:lnTo>
                <a:lnTo>
                  <a:pt x="877329" y="150868"/>
                </a:lnTo>
                <a:lnTo>
                  <a:pt x="878393" y="151127"/>
                </a:lnTo>
                <a:lnTo>
                  <a:pt x="878705" y="152182"/>
                </a:lnTo>
                <a:close/>
                <a:moveTo>
                  <a:pt x="880779" y="167370"/>
                </a:moveTo>
                <a:lnTo>
                  <a:pt x="882833" y="169918"/>
                </a:lnTo>
                <a:lnTo>
                  <a:pt x="882948" y="172341"/>
                </a:lnTo>
                <a:lnTo>
                  <a:pt x="881967" y="173748"/>
                </a:lnTo>
                <a:lnTo>
                  <a:pt x="880152" y="174891"/>
                </a:lnTo>
                <a:lnTo>
                  <a:pt x="878181" y="175540"/>
                </a:lnTo>
                <a:lnTo>
                  <a:pt x="876673" y="175339"/>
                </a:lnTo>
                <a:lnTo>
                  <a:pt x="873500" y="172108"/>
                </a:lnTo>
                <a:lnTo>
                  <a:pt x="873275" y="171318"/>
                </a:lnTo>
                <a:lnTo>
                  <a:pt x="873751" y="169879"/>
                </a:lnTo>
                <a:lnTo>
                  <a:pt x="875137" y="167678"/>
                </a:lnTo>
                <a:lnTo>
                  <a:pt x="876835" y="166287"/>
                </a:lnTo>
                <a:lnTo>
                  <a:pt x="878710" y="166187"/>
                </a:lnTo>
                <a:lnTo>
                  <a:pt x="880779" y="167370"/>
                </a:lnTo>
                <a:close/>
                <a:moveTo>
                  <a:pt x="872582" y="178797"/>
                </a:moveTo>
                <a:lnTo>
                  <a:pt x="873076" y="179912"/>
                </a:lnTo>
                <a:lnTo>
                  <a:pt x="872184" y="181206"/>
                </a:lnTo>
                <a:lnTo>
                  <a:pt x="870350" y="182745"/>
                </a:lnTo>
                <a:lnTo>
                  <a:pt x="869046" y="182773"/>
                </a:lnTo>
                <a:lnTo>
                  <a:pt x="868317" y="180769"/>
                </a:lnTo>
                <a:lnTo>
                  <a:pt x="868802" y="178693"/>
                </a:lnTo>
                <a:lnTo>
                  <a:pt x="870385" y="177918"/>
                </a:lnTo>
                <a:lnTo>
                  <a:pt x="872582" y="178797"/>
                </a:lnTo>
                <a:close/>
                <a:moveTo>
                  <a:pt x="886082" y="178797"/>
                </a:moveTo>
                <a:lnTo>
                  <a:pt x="886599" y="180824"/>
                </a:lnTo>
                <a:lnTo>
                  <a:pt x="886175" y="181642"/>
                </a:lnTo>
                <a:lnTo>
                  <a:pt x="885379" y="181793"/>
                </a:lnTo>
                <a:lnTo>
                  <a:pt x="884072" y="180726"/>
                </a:lnTo>
                <a:lnTo>
                  <a:pt x="883803" y="179294"/>
                </a:lnTo>
                <a:lnTo>
                  <a:pt x="884788" y="178210"/>
                </a:lnTo>
                <a:lnTo>
                  <a:pt x="886082" y="178797"/>
                </a:lnTo>
                <a:close/>
                <a:moveTo>
                  <a:pt x="882659" y="188488"/>
                </a:moveTo>
                <a:lnTo>
                  <a:pt x="884732" y="190980"/>
                </a:lnTo>
                <a:lnTo>
                  <a:pt x="885183" y="192910"/>
                </a:lnTo>
                <a:lnTo>
                  <a:pt x="883382" y="195527"/>
                </a:lnTo>
                <a:lnTo>
                  <a:pt x="880672" y="197451"/>
                </a:lnTo>
                <a:lnTo>
                  <a:pt x="877596" y="198613"/>
                </a:lnTo>
                <a:lnTo>
                  <a:pt x="873421" y="196029"/>
                </a:lnTo>
                <a:lnTo>
                  <a:pt x="871795" y="194458"/>
                </a:lnTo>
                <a:lnTo>
                  <a:pt x="871299" y="192205"/>
                </a:lnTo>
                <a:lnTo>
                  <a:pt x="871710" y="190354"/>
                </a:lnTo>
                <a:lnTo>
                  <a:pt x="876747" y="186215"/>
                </a:lnTo>
                <a:lnTo>
                  <a:pt x="878021" y="185853"/>
                </a:lnTo>
                <a:lnTo>
                  <a:pt x="879397" y="186106"/>
                </a:lnTo>
                <a:lnTo>
                  <a:pt x="882659" y="188488"/>
                </a:lnTo>
                <a:close/>
                <a:moveTo>
                  <a:pt x="890229" y="199047"/>
                </a:moveTo>
                <a:lnTo>
                  <a:pt x="891461" y="202042"/>
                </a:lnTo>
                <a:lnTo>
                  <a:pt x="892375" y="206049"/>
                </a:lnTo>
                <a:lnTo>
                  <a:pt x="891805" y="207369"/>
                </a:lnTo>
                <a:lnTo>
                  <a:pt x="890744" y="207655"/>
                </a:lnTo>
                <a:lnTo>
                  <a:pt x="888549" y="207020"/>
                </a:lnTo>
                <a:lnTo>
                  <a:pt x="886927" y="205941"/>
                </a:lnTo>
                <a:lnTo>
                  <a:pt x="885014" y="203972"/>
                </a:lnTo>
                <a:lnTo>
                  <a:pt x="884365" y="202500"/>
                </a:lnTo>
                <a:lnTo>
                  <a:pt x="884952" y="201042"/>
                </a:lnTo>
                <a:lnTo>
                  <a:pt x="887642" y="198446"/>
                </a:lnTo>
                <a:lnTo>
                  <a:pt x="888898" y="198055"/>
                </a:lnTo>
                <a:lnTo>
                  <a:pt x="890229" y="199047"/>
                </a:lnTo>
                <a:close/>
                <a:moveTo>
                  <a:pt x="870895" y="200300"/>
                </a:moveTo>
                <a:lnTo>
                  <a:pt x="872097" y="202120"/>
                </a:lnTo>
                <a:lnTo>
                  <a:pt x="871374" y="204097"/>
                </a:lnTo>
                <a:lnTo>
                  <a:pt x="868124" y="207362"/>
                </a:lnTo>
                <a:lnTo>
                  <a:pt x="866320" y="208298"/>
                </a:lnTo>
                <a:lnTo>
                  <a:pt x="864943" y="208226"/>
                </a:lnTo>
                <a:lnTo>
                  <a:pt x="864076" y="207150"/>
                </a:lnTo>
                <a:lnTo>
                  <a:pt x="863807" y="205074"/>
                </a:lnTo>
                <a:lnTo>
                  <a:pt x="864243" y="201906"/>
                </a:lnTo>
                <a:lnTo>
                  <a:pt x="865295" y="199755"/>
                </a:lnTo>
                <a:lnTo>
                  <a:pt x="866838" y="198710"/>
                </a:lnTo>
                <a:lnTo>
                  <a:pt x="867754" y="198631"/>
                </a:lnTo>
                <a:lnTo>
                  <a:pt x="870895" y="200300"/>
                </a:lnTo>
                <a:close/>
                <a:moveTo>
                  <a:pt x="881261" y="208256"/>
                </a:moveTo>
                <a:lnTo>
                  <a:pt x="885774" y="213111"/>
                </a:lnTo>
                <a:lnTo>
                  <a:pt x="886179" y="213897"/>
                </a:lnTo>
                <a:lnTo>
                  <a:pt x="885647" y="214738"/>
                </a:lnTo>
                <a:lnTo>
                  <a:pt x="883700" y="215160"/>
                </a:lnTo>
                <a:lnTo>
                  <a:pt x="877982" y="215247"/>
                </a:lnTo>
                <a:lnTo>
                  <a:pt x="872156" y="214934"/>
                </a:lnTo>
                <a:lnTo>
                  <a:pt x="870527" y="214385"/>
                </a:lnTo>
                <a:lnTo>
                  <a:pt x="870321" y="213941"/>
                </a:lnTo>
                <a:lnTo>
                  <a:pt x="871010" y="212605"/>
                </a:lnTo>
                <a:lnTo>
                  <a:pt x="875957" y="207629"/>
                </a:lnTo>
                <a:lnTo>
                  <a:pt x="879136" y="207722"/>
                </a:lnTo>
                <a:lnTo>
                  <a:pt x="881261" y="208256"/>
                </a:lnTo>
                <a:close/>
                <a:moveTo>
                  <a:pt x="880875" y="221418"/>
                </a:moveTo>
                <a:lnTo>
                  <a:pt x="881153" y="221973"/>
                </a:lnTo>
                <a:lnTo>
                  <a:pt x="880708" y="222967"/>
                </a:lnTo>
                <a:lnTo>
                  <a:pt x="878501" y="223866"/>
                </a:lnTo>
                <a:lnTo>
                  <a:pt x="875985" y="223566"/>
                </a:lnTo>
                <a:lnTo>
                  <a:pt x="874782" y="222165"/>
                </a:lnTo>
                <a:lnTo>
                  <a:pt x="875089" y="221370"/>
                </a:lnTo>
                <a:lnTo>
                  <a:pt x="876546" y="220743"/>
                </a:lnTo>
                <a:lnTo>
                  <a:pt x="879419" y="220770"/>
                </a:lnTo>
                <a:lnTo>
                  <a:pt x="880875" y="221418"/>
                </a:lnTo>
                <a:close/>
                <a:moveTo>
                  <a:pt x="893893" y="222865"/>
                </a:moveTo>
                <a:lnTo>
                  <a:pt x="894652" y="226123"/>
                </a:lnTo>
                <a:lnTo>
                  <a:pt x="894741" y="231117"/>
                </a:lnTo>
                <a:lnTo>
                  <a:pt x="893634" y="234219"/>
                </a:lnTo>
                <a:lnTo>
                  <a:pt x="892154" y="234606"/>
                </a:lnTo>
                <a:lnTo>
                  <a:pt x="890063" y="233665"/>
                </a:lnTo>
                <a:lnTo>
                  <a:pt x="885864" y="230662"/>
                </a:lnTo>
                <a:lnTo>
                  <a:pt x="885039" y="228822"/>
                </a:lnTo>
                <a:lnTo>
                  <a:pt x="886273" y="226402"/>
                </a:lnTo>
                <a:lnTo>
                  <a:pt x="889312" y="223732"/>
                </a:lnTo>
                <a:lnTo>
                  <a:pt x="892254" y="222178"/>
                </a:lnTo>
                <a:lnTo>
                  <a:pt x="893001" y="222195"/>
                </a:lnTo>
                <a:lnTo>
                  <a:pt x="893893" y="222865"/>
                </a:lnTo>
                <a:close/>
                <a:moveTo>
                  <a:pt x="867713" y="224022"/>
                </a:moveTo>
                <a:lnTo>
                  <a:pt x="870479" y="227104"/>
                </a:lnTo>
                <a:lnTo>
                  <a:pt x="871179" y="228509"/>
                </a:lnTo>
                <a:lnTo>
                  <a:pt x="871101" y="229442"/>
                </a:lnTo>
                <a:lnTo>
                  <a:pt x="869347" y="231121"/>
                </a:lnTo>
                <a:lnTo>
                  <a:pt x="865509" y="233287"/>
                </a:lnTo>
                <a:lnTo>
                  <a:pt x="864132" y="233598"/>
                </a:lnTo>
                <a:lnTo>
                  <a:pt x="862751" y="233194"/>
                </a:lnTo>
                <a:lnTo>
                  <a:pt x="861829" y="232258"/>
                </a:lnTo>
                <a:lnTo>
                  <a:pt x="861344" y="230426"/>
                </a:lnTo>
                <a:lnTo>
                  <a:pt x="861454" y="224565"/>
                </a:lnTo>
                <a:lnTo>
                  <a:pt x="862880" y="223219"/>
                </a:lnTo>
                <a:lnTo>
                  <a:pt x="864387" y="222744"/>
                </a:lnTo>
                <a:lnTo>
                  <a:pt x="866008" y="223009"/>
                </a:lnTo>
                <a:lnTo>
                  <a:pt x="867713" y="224022"/>
                </a:lnTo>
                <a:close/>
                <a:moveTo>
                  <a:pt x="906091" y="227059"/>
                </a:moveTo>
                <a:lnTo>
                  <a:pt x="921000" y="236271"/>
                </a:lnTo>
                <a:lnTo>
                  <a:pt x="922444" y="238189"/>
                </a:lnTo>
                <a:lnTo>
                  <a:pt x="922291" y="239547"/>
                </a:lnTo>
                <a:lnTo>
                  <a:pt x="919342" y="240356"/>
                </a:lnTo>
                <a:lnTo>
                  <a:pt x="913347" y="240304"/>
                </a:lnTo>
                <a:lnTo>
                  <a:pt x="902970" y="239036"/>
                </a:lnTo>
                <a:lnTo>
                  <a:pt x="900113" y="238052"/>
                </a:lnTo>
                <a:lnTo>
                  <a:pt x="899052" y="237184"/>
                </a:lnTo>
                <a:lnTo>
                  <a:pt x="899677" y="225741"/>
                </a:lnTo>
                <a:lnTo>
                  <a:pt x="900437" y="225165"/>
                </a:lnTo>
                <a:lnTo>
                  <a:pt x="902029" y="225227"/>
                </a:lnTo>
                <a:lnTo>
                  <a:pt x="906091" y="227059"/>
                </a:lnTo>
                <a:close/>
                <a:moveTo>
                  <a:pt x="855032" y="226722"/>
                </a:moveTo>
                <a:lnTo>
                  <a:pt x="856099" y="228849"/>
                </a:lnTo>
                <a:lnTo>
                  <a:pt x="856244" y="231589"/>
                </a:lnTo>
                <a:lnTo>
                  <a:pt x="855643" y="235330"/>
                </a:lnTo>
                <a:lnTo>
                  <a:pt x="854544" y="236322"/>
                </a:lnTo>
                <a:lnTo>
                  <a:pt x="850561" y="236980"/>
                </a:lnTo>
                <a:lnTo>
                  <a:pt x="842619" y="237270"/>
                </a:lnTo>
                <a:lnTo>
                  <a:pt x="837000" y="237199"/>
                </a:lnTo>
                <a:lnTo>
                  <a:pt x="835647" y="236709"/>
                </a:lnTo>
                <a:lnTo>
                  <a:pt x="836298" y="234967"/>
                </a:lnTo>
                <a:lnTo>
                  <a:pt x="839315" y="232169"/>
                </a:lnTo>
                <a:lnTo>
                  <a:pt x="844780" y="230129"/>
                </a:lnTo>
                <a:lnTo>
                  <a:pt x="853629" y="226041"/>
                </a:lnTo>
                <a:lnTo>
                  <a:pt x="855032" y="226722"/>
                </a:lnTo>
                <a:close/>
                <a:moveTo>
                  <a:pt x="880393" y="234243"/>
                </a:moveTo>
                <a:lnTo>
                  <a:pt x="882425" y="236201"/>
                </a:lnTo>
                <a:lnTo>
                  <a:pt x="882593" y="237251"/>
                </a:lnTo>
                <a:lnTo>
                  <a:pt x="881840" y="238016"/>
                </a:lnTo>
                <a:lnTo>
                  <a:pt x="878002" y="238436"/>
                </a:lnTo>
                <a:lnTo>
                  <a:pt x="876372" y="238053"/>
                </a:lnTo>
                <a:lnTo>
                  <a:pt x="875373" y="237323"/>
                </a:lnTo>
                <a:lnTo>
                  <a:pt x="875132" y="235666"/>
                </a:lnTo>
                <a:lnTo>
                  <a:pt x="876489" y="233595"/>
                </a:lnTo>
                <a:lnTo>
                  <a:pt x="878187" y="233271"/>
                </a:lnTo>
                <a:lnTo>
                  <a:pt x="880393" y="234243"/>
                </a:lnTo>
                <a:close/>
                <a:moveTo>
                  <a:pt x="878946" y="247116"/>
                </a:moveTo>
                <a:lnTo>
                  <a:pt x="877831" y="247916"/>
                </a:lnTo>
                <a:lnTo>
                  <a:pt x="877025" y="247297"/>
                </a:lnTo>
                <a:lnTo>
                  <a:pt x="877725" y="246698"/>
                </a:lnTo>
                <a:lnTo>
                  <a:pt x="878946" y="247116"/>
                </a:lnTo>
                <a:close/>
                <a:moveTo>
                  <a:pt x="893893" y="247647"/>
                </a:moveTo>
                <a:lnTo>
                  <a:pt x="894740" y="249288"/>
                </a:lnTo>
                <a:lnTo>
                  <a:pt x="894795" y="250947"/>
                </a:lnTo>
                <a:lnTo>
                  <a:pt x="894005" y="253634"/>
                </a:lnTo>
                <a:lnTo>
                  <a:pt x="893086" y="254713"/>
                </a:lnTo>
                <a:lnTo>
                  <a:pt x="891064" y="255363"/>
                </a:lnTo>
                <a:lnTo>
                  <a:pt x="889320" y="255144"/>
                </a:lnTo>
                <a:lnTo>
                  <a:pt x="886462" y="253979"/>
                </a:lnTo>
                <a:lnTo>
                  <a:pt x="885414" y="253121"/>
                </a:lnTo>
                <a:lnTo>
                  <a:pt x="885178" y="252173"/>
                </a:lnTo>
                <a:lnTo>
                  <a:pt x="885764" y="251057"/>
                </a:lnTo>
                <a:lnTo>
                  <a:pt x="889939" y="247691"/>
                </a:lnTo>
                <a:lnTo>
                  <a:pt x="892244" y="246776"/>
                </a:lnTo>
                <a:lnTo>
                  <a:pt x="893893" y="247647"/>
                </a:lnTo>
                <a:close/>
                <a:moveTo>
                  <a:pt x="868484" y="249141"/>
                </a:moveTo>
                <a:lnTo>
                  <a:pt x="870244" y="250655"/>
                </a:lnTo>
                <a:lnTo>
                  <a:pt x="871013" y="252001"/>
                </a:lnTo>
                <a:lnTo>
                  <a:pt x="870796" y="253165"/>
                </a:lnTo>
                <a:lnTo>
                  <a:pt x="869598" y="254129"/>
                </a:lnTo>
                <a:lnTo>
                  <a:pt x="867423" y="254879"/>
                </a:lnTo>
                <a:lnTo>
                  <a:pt x="864644" y="255065"/>
                </a:lnTo>
                <a:lnTo>
                  <a:pt x="862532" y="254178"/>
                </a:lnTo>
                <a:lnTo>
                  <a:pt x="861540" y="253014"/>
                </a:lnTo>
                <a:lnTo>
                  <a:pt x="860759" y="250227"/>
                </a:lnTo>
                <a:lnTo>
                  <a:pt x="860882" y="249237"/>
                </a:lnTo>
                <a:lnTo>
                  <a:pt x="861850" y="247860"/>
                </a:lnTo>
                <a:lnTo>
                  <a:pt x="864680" y="247426"/>
                </a:lnTo>
                <a:lnTo>
                  <a:pt x="868484" y="249141"/>
                </a:lnTo>
                <a:close/>
                <a:moveTo>
                  <a:pt x="885021" y="261870"/>
                </a:moveTo>
                <a:lnTo>
                  <a:pt x="886001" y="262311"/>
                </a:lnTo>
                <a:lnTo>
                  <a:pt x="886460" y="263028"/>
                </a:lnTo>
                <a:lnTo>
                  <a:pt x="885862" y="264769"/>
                </a:lnTo>
                <a:lnTo>
                  <a:pt x="880651" y="267948"/>
                </a:lnTo>
                <a:lnTo>
                  <a:pt x="878174" y="268844"/>
                </a:lnTo>
                <a:lnTo>
                  <a:pt x="872998" y="266896"/>
                </a:lnTo>
                <a:lnTo>
                  <a:pt x="869894" y="265035"/>
                </a:lnTo>
                <a:lnTo>
                  <a:pt x="868886" y="263829"/>
                </a:lnTo>
                <a:lnTo>
                  <a:pt x="869438" y="262366"/>
                </a:lnTo>
                <a:lnTo>
                  <a:pt x="871443" y="261545"/>
                </a:lnTo>
                <a:lnTo>
                  <a:pt x="885021" y="261870"/>
                </a:lnTo>
                <a:close/>
                <a:moveTo>
                  <a:pt x="855080" y="262882"/>
                </a:moveTo>
                <a:lnTo>
                  <a:pt x="855989" y="263718"/>
                </a:lnTo>
                <a:lnTo>
                  <a:pt x="856322" y="264781"/>
                </a:lnTo>
                <a:lnTo>
                  <a:pt x="856416" y="268591"/>
                </a:lnTo>
                <a:lnTo>
                  <a:pt x="855616" y="274344"/>
                </a:lnTo>
                <a:lnTo>
                  <a:pt x="854289" y="276323"/>
                </a:lnTo>
                <a:lnTo>
                  <a:pt x="853035" y="276350"/>
                </a:lnTo>
                <a:lnTo>
                  <a:pt x="844866" y="272168"/>
                </a:lnTo>
                <a:lnTo>
                  <a:pt x="842037" y="270244"/>
                </a:lnTo>
                <a:lnTo>
                  <a:pt x="840695" y="268484"/>
                </a:lnTo>
                <a:lnTo>
                  <a:pt x="840901" y="267490"/>
                </a:lnTo>
                <a:lnTo>
                  <a:pt x="842258" y="266621"/>
                </a:lnTo>
                <a:lnTo>
                  <a:pt x="847788" y="264877"/>
                </a:lnTo>
                <a:lnTo>
                  <a:pt x="852584" y="262782"/>
                </a:lnTo>
                <a:lnTo>
                  <a:pt x="855080" y="262882"/>
                </a:lnTo>
                <a:close/>
                <a:moveTo>
                  <a:pt x="906670" y="264907"/>
                </a:moveTo>
                <a:lnTo>
                  <a:pt x="914478" y="267876"/>
                </a:lnTo>
                <a:lnTo>
                  <a:pt x="914962" y="269123"/>
                </a:lnTo>
                <a:lnTo>
                  <a:pt x="914288" y="270886"/>
                </a:lnTo>
                <a:lnTo>
                  <a:pt x="912607" y="272559"/>
                </a:lnTo>
                <a:lnTo>
                  <a:pt x="904802" y="276494"/>
                </a:lnTo>
                <a:lnTo>
                  <a:pt x="901890" y="277088"/>
                </a:lnTo>
                <a:lnTo>
                  <a:pt x="900156" y="276754"/>
                </a:lnTo>
                <a:lnTo>
                  <a:pt x="899520" y="275930"/>
                </a:lnTo>
                <a:lnTo>
                  <a:pt x="899152" y="272060"/>
                </a:lnTo>
                <a:lnTo>
                  <a:pt x="899335" y="267180"/>
                </a:lnTo>
                <a:lnTo>
                  <a:pt x="900016" y="264281"/>
                </a:lnTo>
                <a:lnTo>
                  <a:pt x="902439" y="263690"/>
                </a:lnTo>
                <a:lnTo>
                  <a:pt x="906670" y="264907"/>
                </a:lnTo>
                <a:close/>
                <a:moveTo>
                  <a:pt x="893555" y="268765"/>
                </a:moveTo>
                <a:lnTo>
                  <a:pt x="894574" y="271582"/>
                </a:lnTo>
                <a:lnTo>
                  <a:pt x="894431" y="275796"/>
                </a:lnTo>
                <a:lnTo>
                  <a:pt x="893693" y="276888"/>
                </a:lnTo>
                <a:lnTo>
                  <a:pt x="892369" y="277432"/>
                </a:lnTo>
                <a:lnTo>
                  <a:pt x="889885" y="276938"/>
                </a:lnTo>
                <a:lnTo>
                  <a:pt x="888179" y="275814"/>
                </a:lnTo>
                <a:lnTo>
                  <a:pt x="886661" y="274116"/>
                </a:lnTo>
                <a:lnTo>
                  <a:pt x="885921" y="272534"/>
                </a:lnTo>
                <a:lnTo>
                  <a:pt x="886082" y="271627"/>
                </a:lnTo>
                <a:lnTo>
                  <a:pt x="887374" y="270323"/>
                </a:lnTo>
                <a:lnTo>
                  <a:pt x="891240" y="268302"/>
                </a:lnTo>
                <a:lnTo>
                  <a:pt x="892464" y="268020"/>
                </a:lnTo>
                <a:lnTo>
                  <a:pt x="893555" y="268765"/>
                </a:lnTo>
                <a:close/>
                <a:moveTo>
                  <a:pt x="867857" y="270741"/>
                </a:moveTo>
                <a:lnTo>
                  <a:pt x="868897" y="271826"/>
                </a:lnTo>
                <a:lnTo>
                  <a:pt x="869149" y="273064"/>
                </a:lnTo>
                <a:lnTo>
                  <a:pt x="868603" y="274557"/>
                </a:lnTo>
                <a:lnTo>
                  <a:pt x="867287" y="276223"/>
                </a:lnTo>
                <a:lnTo>
                  <a:pt x="866223" y="276948"/>
                </a:lnTo>
                <a:lnTo>
                  <a:pt x="864013" y="277384"/>
                </a:lnTo>
                <a:lnTo>
                  <a:pt x="862095" y="276625"/>
                </a:lnTo>
                <a:lnTo>
                  <a:pt x="861396" y="275857"/>
                </a:lnTo>
                <a:lnTo>
                  <a:pt x="860817" y="273663"/>
                </a:lnTo>
                <a:lnTo>
                  <a:pt x="861381" y="271483"/>
                </a:lnTo>
                <a:lnTo>
                  <a:pt x="862354" y="270293"/>
                </a:lnTo>
                <a:lnTo>
                  <a:pt x="863681" y="269669"/>
                </a:lnTo>
                <a:lnTo>
                  <a:pt x="865256" y="269635"/>
                </a:lnTo>
                <a:lnTo>
                  <a:pt x="867857" y="270741"/>
                </a:lnTo>
                <a:close/>
                <a:moveTo>
                  <a:pt x="828032" y="273490"/>
                </a:moveTo>
                <a:lnTo>
                  <a:pt x="828640" y="274505"/>
                </a:lnTo>
                <a:lnTo>
                  <a:pt x="828726" y="275725"/>
                </a:lnTo>
                <a:lnTo>
                  <a:pt x="828032" y="277443"/>
                </a:lnTo>
                <a:lnTo>
                  <a:pt x="827153" y="278212"/>
                </a:lnTo>
                <a:lnTo>
                  <a:pt x="820589" y="278344"/>
                </a:lnTo>
                <a:lnTo>
                  <a:pt x="818628" y="277848"/>
                </a:lnTo>
                <a:lnTo>
                  <a:pt x="817770" y="276993"/>
                </a:lnTo>
                <a:lnTo>
                  <a:pt x="818307" y="275287"/>
                </a:lnTo>
                <a:lnTo>
                  <a:pt x="820417" y="274190"/>
                </a:lnTo>
                <a:lnTo>
                  <a:pt x="825613" y="272847"/>
                </a:lnTo>
                <a:lnTo>
                  <a:pt x="827079" y="272895"/>
                </a:lnTo>
                <a:lnTo>
                  <a:pt x="828032" y="273490"/>
                </a:lnTo>
                <a:close/>
                <a:moveTo>
                  <a:pt x="937768" y="275707"/>
                </a:moveTo>
                <a:lnTo>
                  <a:pt x="944450" y="278475"/>
                </a:lnTo>
                <a:lnTo>
                  <a:pt x="945640" y="279754"/>
                </a:lnTo>
                <a:lnTo>
                  <a:pt x="944904" y="280481"/>
                </a:lnTo>
                <a:lnTo>
                  <a:pt x="942956" y="280933"/>
                </a:lnTo>
                <a:lnTo>
                  <a:pt x="935784" y="281345"/>
                </a:lnTo>
                <a:lnTo>
                  <a:pt x="930584" y="280915"/>
                </a:lnTo>
                <a:lnTo>
                  <a:pt x="928752" y="278624"/>
                </a:lnTo>
                <a:lnTo>
                  <a:pt x="927643" y="275756"/>
                </a:lnTo>
                <a:lnTo>
                  <a:pt x="928145" y="274501"/>
                </a:lnTo>
                <a:lnTo>
                  <a:pt x="930608" y="273779"/>
                </a:lnTo>
                <a:lnTo>
                  <a:pt x="934581" y="274463"/>
                </a:lnTo>
                <a:lnTo>
                  <a:pt x="937768" y="275707"/>
                </a:lnTo>
                <a:close/>
                <a:moveTo>
                  <a:pt x="839314" y="274743"/>
                </a:moveTo>
                <a:lnTo>
                  <a:pt x="839855" y="276750"/>
                </a:lnTo>
                <a:lnTo>
                  <a:pt x="838665" y="278228"/>
                </a:lnTo>
                <a:lnTo>
                  <a:pt x="836978" y="277892"/>
                </a:lnTo>
                <a:lnTo>
                  <a:pt x="835114" y="276224"/>
                </a:lnTo>
                <a:lnTo>
                  <a:pt x="835402" y="275225"/>
                </a:lnTo>
                <a:lnTo>
                  <a:pt x="836759" y="274400"/>
                </a:lnTo>
                <a:lnTo>
                  <a:pt x="838429" y="274291"/>
                </a:lnTo>
                <a:lnTo>
                  <a:pt x="839314" y="274743"/>
                </a:lnTo>
                <a:close/>
                <a:moveTo>
                  <a:pt x="920411" y="275129"/>
                </a:moveTo>
                <a:lnTo>
                  <a:pt x="921364" y="276134"/>
                </a:lnTo>
                <a:lnTo>
                  <a:pt x="922028" y="278177"/>
                </a:lnTo>
                <a:lnTo>
                  <a:pt x="921857" y="279516"/>
                </a:lnTo>
                <a:lnTo>
                  <a:pt x="920998" y="280471"/>
                </a:lnTo>
                <a:lnTo>
                  <a:pt x="919741" y="281110"/>
                </a:lnTo>
                <a:lnTo>
                  <a:pt x="917453" y="281398"/>
                </a:lnTo>
                <a:lnTo>
                  <a:pt x="915890" y="281089"/>
                </a:lnTo>
                <a:lnTo>
                  <a:pt x="914040" y="279978"/>
                </a:lnTo>
                <a:lnTo>
                  <a:pt x="914469" y="278598"/>
                </a:lnTo>
                <a:lnTo>
                  <a:pt x="918347" y="275278"/>
                </a:lnTo>
                <a:lnTo>
                  <a:pt x="919339" y="274740"/>
                </a:lnTo>
                <a:lnTo>
                  <a:pt x="920411" y="275129"/>
                </a:lnTo>
                <a:close/>
                <a:moveTo>
                  <a:pt x="879188" y="278166"/>
                </a:moveTo>
                <a:lnTo>
                  <a:pt x="879760" y="279211"/>
                </a:lnTo>
                <a:lnTo>
                  <a:pt x="878629" y="279857"/>
                </a:lnTo>
                <a:lnTo>
                  <a:pt x="876005" y="279786"/>
                </a:lnTo>
                <a:lnTo>
                  <a:pt x="875213" y="279095"/>
                </a:lnTo>
                <a:lnTo>
                  <a:pt x="875828" y="278015"/>
                </a:lnTo>
                <a:lnTo>
                  <a:pt x="876830" y="277597"/>
                </a:lnTo>
                <a:lnTo>
                  <a:pt x="879188" y="278166"/>
                </a:lnTo>
                <a:close/>
                <a:moveTo>
                  <a:pt x="882514" y="286797"/>
                </a:moveTo>
                <a:lnTo>
                  <a:pt x="882702" y="287372"/>
                </a:lnTo>
                <a:lnTo>
                  <a:pt x="882175" y="288448"/>
                </a:lnTo>
                <a:lnTo>
                  <a:pt x="878861" y="289772"/>
                </a:lnTo>
                <a:lnTo>
                  <a:pt x="875909" y="289449"/>
                </a:lnTo>
                <a:lnTo>
                  <a:pt x="873922" y="288254"/>
                </a:lnTo>
                <a:lnTo>
                  <a:pt x="873475" y="287377"/>
                </a:lnTo>
                <a:lnTo>
                  <a:pt x="874421" y="286202"/>
                </a:lnTo>
                <a:lnTo>
                  <a:pt x="877210" y="285762"/>
                </a:lnTo>
                <a:lnTo>
                  <a:pt x="880530" y="285984"/>
                </a:lnTo>
                <a:lnTo>
                  <a:pt x="882514" y="286797"/>
                </a:lnTo>
                <a:close/>
                <a:moveTo>
                  <a:pt x="893700" y="288677"/>
                </a:moveTo>
                <a:lnTo>
                  <a:pt x="894572" y="291614"/>
                </a:lnTo>
                <a:lnTo>
                  <a:pt x="894560" y="297405"/>
                </a:lnTo>
                <a:lnTo>
                  <a:pt x="893700" y="300007"/>
                </a:lnTo>
                <a:lnTo>
                  <a:pt x="892266" y="300621"/>
                </a:lnTo>
                <a:lnTo>
                  <a:pt x="885052" y="295962"/>
                </a:lnTo>
                <a:lnTo>
                  <a:pt x="884586" y="295412"/>
                </a:lnTo>
                <a:lnTo>
                  <a:pt x="884437" y="294030"/>
                </a:lnTo>
                <a:lnTo>
                  <a:pt x="886005" y="291561"/>
                </a:lnTo>
                <a:lnTo>
                  <a:pt x="889457" y="289111"/>
                </a:lnTo>
                <a:lnTo>
                  <a:pt x="892410" y="287791"/>
                </a:lnTo>
                <a:lnTo>
                  <a:pt x="893700" y="288677"/>
                </a:lnTo>
                <a:close/>
                <a:moveTo>
                  <a:pt x="867713" y="289641"/>
                </a:moveTo>
                <a:lnTo>
                  <a:pt x="870535" y="292589"/>
                </a:lnTo>
                <a:lnTo>
                  <a:pt x="871184" y="294218"/>
                </a:lnTo>
                <a:lnTo>
                  <a:pt x="870947" y="295433"/>
                </a:lnTo>
                <a:lnTo>
                  <a:pt x="868912" y="297068"/>
                </a:lnTo>
                <a:lnTo>
                  <a:pt x="864496" y="299536"/>
                </a:lnTo>
                <a:lnTo>
                  <a:pt x="862442" y="300156"/>
                </a:lnTo>
                <a:lnTo>
                  <a:pt x="861064" y="299895"/>
                </a:lnTo>
                <a:lnTo>
                  <a:pt x="860351" y="298414"/>
                </a:lnTo>
                <a:lnTo>
                  <a:pt x="860166" y="293443"/>
                </a:lnTo>
                <a:lnTo>
                  <a:pt x="860513" y="289982"/>
                </a:lnTo>
                <a:lnTo>
                  <a:pt x="861300" y="288050"/>
                </a:lnTo>
                <a:lnTo>
                  <a:pt x="864929" y="288559"/>
                </a:lnTo>
                <a:lnTo>
                  <a:pt x="867713" y="289641"/>
                </a:lnTo>
                <a:close/>
                <a:moveTo>
                  <a:pt x="882755" y="299815"/>
                </a:moveTo>
                <a:lnTo>
                  <a:pt x="885516" y="302718"/>
                </a:lnTo>
                <a:lnTo>
                  <a:pt x="885504" y="303117"/>
                </a:lnTo>
                <a:lnTo>
                  <a:pt x="884586" y="303636"/>
                </a:lnTo>
                <a:lnTo>
                  <a:pt x="876556" y="303948"/>
                </a:lnTo>
                <a:lnTo>
                  <a:pt x="873818" y="303570"/>
                </a:lnTo>
                <a:lnTo>
                  <a:pt x="872540" y="302750"/>
                </a:lnTo>
                <a:lnTo>
                  <a:pt x="872411" y="302150"/>
                </a:lnTo>
                <a:lnTo>
                  <a:pt x="873098" y="300523"/>
                </a:lnTo>
                <a:lnTo>
                  <a:pt x="875620" y="297307"/>
                </a:lnTo>
                <a:lnTo>
                  <a:pt x="879541" y="297565"/>
                </a:lnTo>
                <a:lnTo>
                  <a:pt x="882755" y="299815"/>
                </a:lnTo>
                <a:close/>
                <a:moveTo>
                  <a:pt x="882225" y="309457"/>
                </a:moveTo>
                <a:lnTo>
                  <a:pt x="882878" y="310545"/>
                </a:lnTo>
                <a:lnTo>
                  <a:pt x="882187" y="311596"/>
                </a:lnTo>
                <a:lnTo>
                  <a:pt x="877018" y="313411"/>
                </a:lnTo>
                <a:lnTo>
                  <a:pt x="873757" y="311735"/>
                </a:lnTo>
                <a:lnTo>
                  <a:pt x="872706" y="310538"/>
                </a:lnTo>
                <a:lnTo>
                  <a:pt x="873257" y="309554"/>
                </a:lnTo>
                <a:lnTo>
                  <a:pt x="875717" y="308844"/>
                </a:lnTo>
                <a:lnTo>
                  <a:pt x="880008" y="308801"/>
                </a:lnTo>
                <a:lnTo>
                  <a:pt x="882225" y="309457"/>
                </a:lnTo>
                <a:close/>
                <a:moveTo>
                  <a:pt x="866604" y="312640"/>
                </a:moveTo>
                <a:lnTo>
                  <a:pt x="868169" y="313584"/>
                </a:lnTo>
                <a:lnTo>
                  <a:pt x="870021" y="315466"/>
                </a:lnTo>
                <a:lnTo>
                  <a:pt x="870922" y="317413"/>
                </a:lnTo>
                <a:lnTo>
                  <a:pt x="870798" y="318474"/>
                </a:lnTo>
                <a:lnTo>
                  <a:pt x="869569" y="319554"/>
                </a:lnTo>
                <a:lnTo>
                  <a:pt x="866405" y="320384"/>
                </a:lnTo>
                <a:lnTo>
                  <a:pt x="862967" y="320134"/>
                </a:lnTo>
                <a:lnTo>
                  <a:pt x="861252" y="319293"/>
                </a:lnTo>
                <a:lnTo>
                  <a:pt x="860294" y="318192"/>
                </a:lnTo>
                <a:lnTo>
                  <a:pt x="859974" y="316666"/>
                </a:lnTo>
                <a:lnTo>
                  <a:pt x="860188" y="313229"/>
                </a:lnTo>
                <a:lnTo>
                  <a:pt x="860862" y="311897"/>
                </a:lnTo>
                <a:lnTo>
                  <a:pt x="862931" y="311427"/>
                </a:lnTo>
                <a:lnTo>
                  <a:pt x="866604" y="312640"/>
                </a:lnTo>
                <a:close/>
                <a:moveTo>
                  <a:pt x="894375" y="313507"/>
                </a:moveTo>
                <a:lnTo>
                  <a:pt x="894824" y="316454"/>
                </a:lnTo>
                <a:lnTo>
                  <a:pt x="894588" y="319771"/>
                </a:lnTo>
                <a:lnTo>
                  <a:pt x="893983" y="321334"/>
                </a:lnTo>
                <a:lnTo>
                  <a:pt x="892964" y="322137"/>
                </a:lnTo>
                <a:lnTo>
                  <a:pt x="890965" y="322014"/>
                </a:lnTo>
                <a:lnTo>
                  <a:pt x="886254" y="319492"/>
                </a:lnTo>
                <a:lnTo>
                  <a:pt x="885130" y="318335"/>
                </a:lnTo>
                <a:lnTo>
                  <a:pt x="885065" y="317411"/>
                </a:lnTo>
                <a:lnTo>
                  <a:pt x="885938" y="315629"/>
                </a:lnTo>
                <a:lnTo>
                  <a:pt x="889572" y="312567"/>
                </a:lnTo>
                <a:lnTo>
                  <a:pt x="892531" y="311687"/>
                </a:lnTo>
                <a:lnTo>
                  <a:pt x="893484" y="312184"/>
                </a:lnTo>
                <a:lnTo>
                  <a:pt x="894375" y="313507"/>
                </a:lnTo>
                <a:close/>
                <a:moveTo>
                  <a:pt x="854839" y="313218"/>
                </a:moveTo>
                <a:lnTo>
                  <a:pt x="855698" y="314853"/>
                </a:lnTo>
                <a:lnTo>
                  <a:pt x="855773" y="316870"/>
                </a:lnTo>
                <a:lnTo>
                  <a:pt x="855088" y="318716"/>
                </a:lnTo>
                <a:lnTo>
                  <a:pt x="853586" y="320306"/>
                </a:lnTo>
                <a:lnTo>
                  <a:pt x="839133" y="320842"/>
                </a:lnTo>
                <a:lnTo>
                  <a:pt x="837605" y="320614"/>
                </a:lnTo>
                <a:lnTo>
                  <a:pt x="836373" y="319534"/>
                </a:lnTo>
                <a:lnTo>
                  <a:pt x="837334" y="318126"/>
                </a:lnTo>
                <a:lnTo>
                  <a:pt x="838513" y="317274"/>
                </a:lnTo>
                <a:lnTo>
                  <a:pt x="845272" y="315161"/>
                </a:lnTo>
                <a:lnTo>
                  <a:pt x="850672" y="312807"/>
                </a:lnTo>
                <a:lnTo>
                  <a:pt x="852882" y="312349"/>
                </a:lnTo>
                <a:lnTo>
                  <a:pt x="854839" y="313218"/>
                </a:lnTo>
                <a:close/>
                <a:moveTo>
                  <a:pt x="906911" y="313749"/>
                </a:moveTo>
                <a:lnTo>
                  <a:pt x="920859" y="321034"/>
                </a:lnTo>
                <a:lnTo>
                  <a:pt x="921990" y="321975"/>
                </a:lnTo>
                <a:lnTo>
                  <a:pt x="922083" y="323254"/>
                </a:lnTo>
                <a:lnTo>
                  <a:pt x="920481" y="324056"/>
                </a:lnTo>
                <a:lnTo>
                  <a:pt x="912504" y="324018"/>
                </a:lnTo>
                <a:lnTo>
                  <a:pt x="904047" y="323420"/>
                </a:lnTo>
                <a:lnTo>
                  <a:pt x="901210" y="322481"/>
                </a:lnTo>
                <a:lnTo>
                  <a:pt x="900259" y="321430"/>
                </a:lnTo>
                <a:lnTo>
                  <a:pt x="899457" y="319141"/>
                </a:lnTo>
                <a:lnTo>
                  <a:pt x="899236" y="315491"/>
                </a:lnTo>
                <a:lnTo>
                  <a:pt x="899694" y="313413"/>
                </a:lnTo>
                <a:lnTo>
                  <a:pt x="900415" y="312672"/>
                </a:lnTo>
                <a:lnTo>
                  <a:pt x="902294" y="312211"/>
                </a:lnTo>
                <a:lnTo>
                  <a:pt x="904615" y="312593"/>
                </a:lnTo>
                <a:lnTo>
                  <a:pt x="906911" y="313749"/>
                </a:lnTo>
                <a:close/>
                <a:moveTo>
                  <a:pt x="880441" y="329611"/>
                </a:moveTo>
                <a:lnTo>
                  <a:pt x="881303" y="330871"/>
                </a:lnTo>
                <a:lnTo>
                  <a:pt x="880104" y="332456"/>
                </a:lnTo>
                <a:lnTo>
                  <a:pt x="878104" y="333387"/>
                </a:lnTo>
                <a:lnTo>
                  <a:pt x="876970" y="333257"/>
                </a:lnTo>
                <a:lnTo>
                  <a:pt x="876113" y="332578"/>
                </a:lnTo>
                <a:lnTo>
                  <a:pt x="875571" y="330624"/>
                </a:lnTo>
                <a:lnTo>
                  <a:pt x="876268" y="329627"/>
                </a:lnTo>
                <a:lnTo>
                  <a:pt x="878560" y="329149"/>
                </a:lnTo>
                <a:lnTo>
                  <a:pt x="880441" y="329611"/>
                </a:lnTo>
                <a:close/>
                <a:moveTo>
                  <a:pt x="864482" y="332022"/>
                </a:moveTo>
                <a:lnTo>
                  <a:pt x="869839" y="335534"/>
                </a:lnTo>
                <a:lnTo>
                  <a:pt x="870638" y="337659"/>
                </a:lnTo>
                <a:lnTo>
                  <a:pt x="869685" y="338907"/>
                </a:lnTo>
                <a:lnTo>
                  <a:pt x="863624" y="342465"/>
                </a:lnTo>
                <a:lnTo>
                  <a:pt x="860947" y="342906"/>
                </a:lnTo>
                <a:lnTo>
                  <a:pt x="859890" y="341893"/>
                </a:lnTo>
                <a:lnTo>
                  <a:pt x="859389" y="339800"/>
                </a:lnTo>
                <a:lnTo>
                  <a:pt x="860000" y="332843"/>
                </a:lnTo>
                <a:lnTo>
                  <a:pt x="861249" y="331260"/>
                </a:lnTo>
                <a:lnTo>
                  <a:pt x="862604" y="331267"/>
                </a:lnTo>
                <a:lnTo>
                  <a:pt x="864482" y="332022"/>
                </a:lnTo>
                <a:close/>
                <a:moveTo>
                  <a:pt x="895580" y="332697"/>
                </a:moveTo>
                <a:lnTo>
                  <a:pt x="896963" y="334809"/>
                </a:lnTo>
                <a:lnTo>
                  <a:pt x="897640" y="337294"/>
                </a:lnTo>
                <a:lnTo>
                  <a:pt x="897332" y="340661"/>
                </a:lnTo>
                <a:lnTo>
                  <a:pt x="896244" y="341962"/>
                </a:lnTo>
                <a:lnTo>
                  <a:pt x="894900" y="342066"/>
                </a:lnTo>
                <a:lnTo>
                  <a:pt x="892169" y="341065"/>
                </a:lnTo>
                <a:lnTo>
                  <a:pt x="888005" y="338956"/>
                </a:lnTo>
                <a:lnTo>
                  <a:pt x="886436" y="337707"/>
                </a:lnTo>
                <a:lnTo>
                  <a:pt x="886316" y="336435"/>
                </a:lnTo>
                <a:lnTo>
                  <a:pt x="887175" y="334897"/>
                </a:lnTo>
                <a:lnTo>
                  <a:pt x="890489" y="332209"/>
                </a:lnTo>
                <a:lnTo>
                  <a:pt x="893266" y="331537"/>
                </a:lnTo>
                <a:lnTo>
                  <a:pt x="895580" y="332697"/>
                </a:lnTo>
                <a:close/>
                <a:moveTo>
                  <a:pt x="882032" y="342436"/>
                </a:moveTo>
                <a:lnTo>
                  <a:pt x="889737" y="347159"/>
                </a:lnTo>
                <a:lnTo>
                  <a:pt x="891193" y="348511"/>
                </a:lnTo>
                <a:lnTo>
                  <a:pt x="891420" y="349365"/>
                </a:lnTo>
                <a:lnTo>
                  <a:pt x="890777" y="350904"/>
                </a:lnTo>
                <a:lnTo>
                  <a:pt x="888976" y="352715"/>
                </a:lnTo>
                <a:lnTo>
                  <a:pt x="882645" y="357411"/>
                </a:lnTo>
                <a:lnTo>
                  <a:pt x="880148" y="358689"/>
                </a:lnTo>
                <a:lnTo>
                  <a:pt x="877476" y="359285"/>
                </a:lnTo>
                <a:lnTo>
                  <a:pt x="874598" y="358463"/>
                </a:lnTo>
                <a:lnTo>
                  <a:pt x="867339" y="353383"/>
                </a:lnTo>
                <a:lnTo>
                  <a:pt x="863825" y="349475"/>
                </a:lnTo>
                <a:lnTo>
                  <a:pt x="863819" y="348513"/>
                </a:lnTo>
                <a:lnTo>
                  <a:pt x="865019" y="347245"/>
                </a:lnTo>
                <a:lnTo>
                  <a:pt x="876373" y="341042"/>
                </a:lnTo>
                <a:lnTo>
                  <a:pt x="878007" y="340813"/>
                </a:lnTo>
                <a:lnTo>
                  <a:pt x="882032" y="342436"/>
                </a:lnTo>
                <a:close/>
                <a:moveTo>
                  <a:pt x="861734" y="355213"/>
                </a:moveTo>
                <a:lnTo>
                  <a:pt x="869326" y="360640"/>
                </a:lnTo>
                <a:lnTo>
                  <a:pt x="870946" y="362996"/>
                </a:lnTo>
                <a:lnTo>
                  <a:pt x="871088" y="364470"/>
                </a:lnTo>
                <a:lnTo>
                  <a:pt x="859299" y="373100"/>
                </a:lnTo>
                <a:lnTo>
                  <a:pt x="854598" y="374932"/>
                </a:lnTo>
                <a:lnTo>
                  <a:pt x="853230" y="373150"/>
                </a:lnTo>
                <a:lnTo>
                  <a:pt x="852971" y="371877"/>
                </a:lnTo>
                <a:lnTo>
                  <a:pt x="855098" y="364548"/>
                </a:lnTo>
                <a:lnTo>
                  <a:pt x="856538" y="356338"/>
                </a:lnTo>
                <a:lnTo>
                  <a:pt x="857877" y="354809"/>
                </a:lnTo>
                <a:lnTo>
                  <a:pt x="859568" y="354710"/>
                </a:lnTo>
                <a:lnTo>
                  <a:pt x="861734" y="355213"/>
                </a:lnTo>
                <a:close/>
                <a:moveTo>
                  <a:pt x="897895" y="355550"/>
                </a:moveTo>
                <a:lnTo>
                  <a:pt x="899894" y="359983"/>
                </a:lnTo>
                <a:lnTo>
                  <a:pt x="901647" y="368084"/>
                </a:lnTo>
                <a:lnTo>
                  <a:pt x="901958" y="373519"/>
                </a:lnTo>
                <a:lnTo>
                  <a:pt x="901679" y="374517"/>
                </a:lnTo>
                <a:lnTo>
                  <a:pt x="900529" y="375335"/>
                </a:lnTo>
                <a:lnTo>
                  <a:pt x="898564" y="374631"/>
                </a:lnTo>
                <a:lnTo>
                  <a:pt x="887474" y="366915"/>
                </a:lnTo>
                <a:lnTo>
                  <a:pt x="884732" y="364325"/>
                </a:lnTo>
                <a:lnTo>
                  <a:pt x="887502" y="360968"/>
                </a:lnTo>
                <a:lnTo>
                  <a:pt x="894806" y="355087"/>
                </a:lnTo>
                <a:lnTo>
                  <a:pt x="896415" y="354740"/>
                </a:lnTo>
                <a:lnTo>
                  <a:pt x="897895" y="355550"/>
                </a:lnTo>
                <a:close/>
                <a:moveTo>
                  <a:pt x="882707" y="369581"/>
                </a:moveTo>
                <a:lnTo>
                  <a:pt x="892949" y="376659"/>
                </a:lnTo>
                <a:lnTo>
                  <a:pt x="896977" y="378623"/>
                </a:lnTo>
                <a:lnTo>
                  <a:pt x="897540" y="379488"/>
                </a:lnTo>
                <a:lnTo>
                  <a:pt x="897663" y="381330"/>
                </a:lnTo>
                <a:lnTo>
                  <a:pt x="897099" y="382791"/>
                </a:lnTo>
                <a:lnTo>
                  <a:pt x="895702" y="384045"/>
                </a:lnTo>
                <a:lnTo>
                  <a:pt x="891228" y="386653"/>
                </a:lnTo>
                <a:lnTo>
                  <a:pt x="882617" y="392755"/>
                </a:lnTo>
                <a:lnTo>
                  <a:pt x="879634" y="393371"/>
                </a:lnTo>
                <a:lnTo>
                  <a:pt x="876955" y="392281"/>
                </a:lnTo>
                <a:lnTo>
                  <a:pt x="865763" y="384521"/>
                </a:lnTo>
                <a:lnTo>
                  <a:pt x="863209" y="381827"/>
                </a:lnTo>
                <a:lnTo>
                  <a:pt x="862912" y="380225"/>
                </a:lnTo>
                <a:lnTo>
                  <a:pt x="864546" y="377899"/>
                </a:lnTo>
                <a:lnTo>
                  <a:pt x="876668" y="369014"/>
                </a:lnTo>
                <a:lnTo>
                  <a:pt x="879091" y="368182"/>
                </a:lnTo>
                <a:lnTo>
                  <a:pt x="882707" y="369581"/>
                </a:lnTo>
                <a:close/>
                <a:moveTo>
                  <a:pt x="856382" y="386890"/>
                </a:moveTo>
                <a:lnTo>
                  <a:pt x="868399" y="395429"/>
                </a:lnTo>
                <a:lnTo>
                  <a:pt x="870750" y="397617"/>
                </a:lnTo>
                <a:lnTo>
                  <a:pt x="871272" y="399204"/>
                </a:lnTo>
                <a:lnTo>
                  <a:pt x="869255" y="401306"/>
                </a:lnTo>
                <a:lnTo>
                  <a:pt x="852610" y="412349"/>
                </a:lnTo>
                <a:lnTo>
                  <a:pt x="849395" y="413473"/>
                </a:lnTo>
                <a:lnTo>
                  <a:pt x="848249" y="412414"/>
                </a:lnTo>
                <a:lnTo>
                  <a:pt x="847854" y="407940"/>
                </a:lnTo>
                <a:lnTo>
                  <a:pt x="849189" y="396461"/>
                </a:lnTo>
                <a:lnTo>
                  <a:pt x="850454" y="390392"/>
                </a:lnTo>
                <a:lnTo>
                  <a:pt x="851953" y="386983"/>
                </a:lnTo>
                <a:lnTo>
                  <a:pt x="853269" y="385817"/>
                </a:lnTo>
                <a:lnTo>
                  <a:pt x="854622" y="385682"/>
                </a:lnTo>
                <a:lnTo>
                  <a:pt x="856382" y="386890"/>
                </a:lnTo>
                <a:close/>
                <a:moveTo>
                  <a:pt x="904404" y="387179"/>
                </a:moveTo>
                <a:lnTo>
                  <a:pt x="905138" y="389069"/>
                </a:lnTo>
                <a:lnTo>
                  <a:pt x="906493" y="401775"/>
                </a:lnTo>
                <a:lnTo>
                  <a:pt x="908116" y="409599"/>
                </a:lnTo>
                <a:lnTo>
                  <a:pt x="907590" y="411456"/>
                </a:lnTo>
                <a:lnTo>
                  <a:pt x="906210" y="412076"/>
                </a:lnTo>
                <a:lnTo>
                  <a:pt x="903086" y="411133"/>
                </a:lnTo>
                <a:lnTo>
                  <a:pt x="888724" y="400864"/>
                </a:lnTo>
                <a:lnTo>
                  <a:pt x="887103" y="399344"/>
                </a:lnTo>
                <a:lnTo>
                  <a:pt x="886796" y="398456"/>
                </a:lnTo>
                <a:lnTo>
                  <a:pt x="887252" y="396706"/>
                </a:lnTo>
                <a:lnTo>
                  <a:pt x="888786" y="394848"/>
                </a:lnTo>
                <a:lnTo>
                  <a:pt x="896587" y="389686"/>
                </a:lnTo>
                <a:lnTo>
                  <a:pt x="900398" y="386406"/>
                </a:lnTo>
                <a:lnTo>
                  <a:pt x="902234" y="386215"/>
                </a:lnTo>
                <a:lnTo>
                  <a:pt x="904404" y="387179"/>
                </a:lnTo>
                <a:close/>
                <a:moveTo>
                  <a:pt x="881598" y="404247"/>
                </a:moveTo>
                <a:lnTo>
                  <a:pt x="901597" y="417831"/>
                </a:lnTo>
                <a:lnTo>
                  <a:pt x="901818" y="418582"/>
                </a:lnTo>
                <a:lnTo>
                  <a:pt x="901190" y="419754"/>
                </a:lnTo>
                <a:lnTo>
                  <a:pt x="897199" y="423009"/>
                </a:lnTo>
                <a:lnTo>
                  <a:pt x="880529" y="430849"/>
                </a:lnTo>
                <a:lnTo>
                  <a:pt x="876666" y="431393"/>
                </a:lnTo>
                <a:lnTo>
                  <a:pt x="873736" y="430525"/>
                </a:lnTo>
                <a:lnTo>
                  <a:pt x="860594" y="423560"/>
                </a:lnTo>
                <a:lnTo>
                  <a:pt x="857977" y="421862"/>
                </a:lnTo>
                <a:lnTo>
                  <a:pt x="855663" y="419670"/>
                </a:lnTo>
                <a:lnTo>
                  <a:pt x="855368" y="418597"/>
                </a:lnTo>
                <a:lnTo>
                  <a:pt x="856659" y="417144"/>
                </a:lnTo>
                <a:lnTo>
                  <a:pt x="874486" y="404597"/>
                </a:lnTo>
                <a:lnTo>
                  <a:pt x="878042" y="403269"/>
                </a:lnTo>
                <a:lnTo>
                  <a:pt x="881598" y="404247"/>
                </a:lnTo>
                <a:close/>
                <a:moveTo>
                  <a:pt x="908887" y="424400"/>
                </a:moveTo>
                <a:lnTo>
                  <a:pt x="909660" y="426833"/>
                </a:lnTo>
                <a:lnTo>
                  <a:pt x="911093" y="437617"/>
                </a:lnTo>
                <a:lnTo>
                  <a:pt x="912644" y="444604"/>
                </a:lnTo>
                <a:lnTo>
                  <a:pt x="912369" y="447465"/>
                </a:lnTo>
                <a:lnTo>
                  <a:pt x="911225" y="449061"/>
                </a:lnTo>
                <a:lnTo>
                  <a:pt x="909573" y="448929"/>
                </a:lnTo>
                <a:lnTo>
                  <a:pt x="906525" y="447609"/>
                </a:lnTo>
                <a:lnTo>
                  <a:pt x="889092" y="438726"/>
                </a:lnTo>
                <a:lnTo>
                  <a:pt x="887173" y="437291"/>
                </a:lnTo>
                <a:lnTo>
                  <a:pt x="886692" y="434872"/>
                </a:lnTo>
                <a:lnTo>
                  <a:pt x="887218" y="433599"/>
                </a:lnTo>
                <a:lnTo>
                  <a:pt x="887994" y="432939"/>
                </a:lnTo>
                <a:lnTo>
                  <a:pt x="892939" y="431040"/>
                </a:lnTo>
                <a:lnTo>
                  <a:pt x="901179" y="426797"/>
                </a:lnTo>
                <a:lnTo>
                  <a:pt x="905423" y="424095"/>
                </a:lnTo>
                <a:lnTo>
                  <a:pt x="907465" y="423731"/>
                </a:lnTo>
                <a:lnTo>
                  <a:pt x="908887" y="424400"/>
                </a:lnTo>
                <a:close/>
                <a:moveTo>
                  <a:pt x="852429" y="425847"/>
                </a:moveTo>
                <a:lnTo>
                  <a:pt x="865477" y="433105"/>
                </a:lnTo>
                <a:lnTo>
                  <a:pt x="866693" y="434388"/>
                </a:lnTo>
                <a:lnTo>
                  <a:pt x="866708" y="435895"/>
                </a:lnTo>
                <a:lnTo>
                  <a:pt x="865748" y="437430"/>
                </a:lnTo>
                <a:lnTo>
                  <a:pt x="863876" y="438679"/>
                </a:lnTo>
                <a:lnTo>
                  <a:pt x="858081" y="440828"/>
                </a:lnTo>
                <a:lnTo>
                  <a:pt x="847223" y="446347"/>
                </a:lnTo>
                <a:lnTo>
                  <a:pt x="844762" y="446609"/>
                </a:lnTo>
                <a:lnTo>
                  <a:pt x="843745" y="445477"/>
                </a:lnTo>
                <a:lnTo>
                  <a:pt x="843557" y="444120"/>
                </a:lnTo>
                <a:lnTo>
                  <a:pt x="844473" y="432669"/>
                </a:lnTo>
                <a:lnTo>
                  <a:pt x="845679" y="424834"/>
                </a:lnTo>
                <a:lnTo>
                  <a:pt x="846543" y="424259"/>
                </a:lnTo>
                <a:lnTo>
                  <a:pt x="848439" y="424147"/>
                </a:lnTo>
                <a:lnTo>
                  <a:pt x="852429" y="425847"/>
                </a:lnTo>
                <a:close/>
                <a:moveTo>
                  <a:pt x="880634" y="441420"/>
                </a:moveTo>
                <a:lnTo>
                  <a:pt x="900753" y="452479"/>
                </a:lnTo>
                <a:lnTo>
                  <a:pt x="902095" y="453666"/>
                </a:lnTo>
                <a:lnTo>
                  <a:pt x="902556" y="455779"/>
                </a:lnTo>
                <a:lnTo>
                  <a:pt x="902274" y="457103"/>
                </a:lnTo>
                <a:lnTo>
                  <a:pt x="901185" y="458277"/>
                </a:lnTo>
                <a:lnTo>
                  <a:pt x="880850" y="473370"/>
                </a:lnTo>
                <a:lnTo>
                  <a:pt x="878969" y="474428"/>
                </a:lnTo>
                <a:lnTo>
                  <a:pt x="877163" y="474561"/>
                </a:lnTo>
                <a:lnTo>
                  <a:pt x="873771" y="472861"/>
                </a:lnTo>
                <a:lnTo>
                  <a:pt x="857048" y="459942"/>
                </a:lnTo>
                <a:lnTo>
                  <a:pt x="852091" y="455709"/>
                </a:lnTo>
                <a:lnTo>
                  <a:pt x="850571" y="453391"/>
                </a:lnTo>
                <a:lnTo>
                  <a:pt x="850934" y="452365"/>
                </a:lnTo>
                <a:lnTo>
                  <a:pt x="852297" y="451432"/>
                </a:lnTo>
                <a:lnTo>
                  <a:pt x="869595" y="442738"/>
                </a:lnTo>
                <a:lnTo>
                  <a:pt x="873668" y="440241"/>
                </a:lnTo>
                <a:lnTo>
                  <a:pt x="877035" y="439849"/>
                </a:lnTo>
                <a:lnTo>
                  <a:pt x="880634" y="441420"/>
                </a:lnTo>
                <a:close/>
                <a:moveTo>
                  <a:pt x="848571" y="462297"/>
                </a:moveTo>
                <a:lnTo>
                  <a:pt x="867306" y="476144"/>
                </a:lnTo>
                <a:lnTo>
                  <a:pt x="869527" y="478216"/>
                </a:lnTo>
                <a:lnTo>
                  <a:pt x="870268" y="479799"/>
                </a:lnTo>
                <a:lnTo>
                  <a:pt x="869329" y="481295"/>
                </a:lnTo>
                <a:lnTo>
                  <a:pt x="866188" y="484086"/>
                </a:lnTo>
                <a:lnTo>
                  <a:pt x="860824" y="487604"/>
                </a:lnTo>
                <a:lnTo>
                  <a:pt x="839208" y="503677"/>
                </a:lnTo>
                <a:lnTo>
                  <a:pt x="837698" y="503954"/>
                </a:lnTo>
                <a:lnTo>
                  <a:pt x="836376" y="503082"/>
                </a:lnTo>
                <a:lnTo>
                  <a:pt x="836211" y="500021"/>
                </a:lnTo>
                <a:lnTo>
                  <a:pt x="840846" y="462286"/>
                </a:lnTo>
                <a:lnTo>
                  <a:pt x="841695" y="459915"/>
                </a:lnTo>
                <a:lnTo>
                  <a:pt x="843107" y="459209"/>
                </a:lnTo>
                <a:lnTo>
                  <a:pt x="845321" y="460043"/>
                </a:lnTo>
                <a:lnTo>
                  <a:pt x="848571" y="462297"/>
                </a:lnTo>
                <a:close/>
                <a:moveTo>
                  <a:pt x="913516" y="462827"/>
                </a:moveTo>
                <a:lnTo>
                  <a:pt x="914399" y="466918"/>
                </a:lnTo>
                <a:lnTo>
                  <a:pt x="916715" y="487166"/>
                </a:lnTo>
                <a:lnTo>
                  <a:pt x="917734" y="501086"/>
                </a:lnTo>
                <a:lnTo>
                  <a:pt x="917610" y="503344"/>
                </a:lnTo>
                <a:lnTo>
                  <a:pt x="916885" y="504545"/>
                </a:lnTo>
                <a:lnTo>
                  <a:pt x="916302" y="504742"/>
                </a:lnTo>
                <a:lnTo>
                  <a:pt x="913698" y="503698"/>
                </a:lnTo>
                <a:lnTo>
                  <a:pt x="890312" y="485390"/>
                </a:lnTo>
                <a:lnTo>
                  <a:pt x="886569" y="482029"/>
                </a:lnTo>
                <a:lnTo>
                  <a:pt x="885214" y="479991"/>
                </a:lnTo>
                <a:lnTo>
                  <a:pt x="886944" y="478026"/>
                </a:lnTo>
                <a:lnTo>
                  <a:pt x="892405" y="473840"/>
                </a:lnTo>
                <a:lnTo>
                  <a:pt x="908758" y="462383"/>
                </a:lnTo>
                <a:lnTo>
                  <a:pt x="912070" y="461091"/>
                </a:lnTo>
                <a:lnTo>
                  <a:pt x="913516" y="462827"/>
                </a:lnTo>
                <a:close/>
                <a:moveTo>
                  <a:pt x="297482" y="149097"/>
                </a:moveTo>
                <a:lnTo>
                  <a:pt x="294233" y="150770"/>
                </a:lnTo>
                <a:lnTo>
                  <a:pt x="290859" y="153798"/>
                </a:lnTo>
                <a:lnTo>
                  <a:pt x="286218" y="155319"/>
                </a:lnTo>
                <a:lnTo>
                  <a:pt x="283246" y="157133"/>
                </a:lnTo>
                <a:lnTo>
                  <a:pt x="274091" y="169045"/>
                </a:lnTo>
                <a:lnTo>
                  <a:pt x="273075" y="170919"/>
                </a:lnTo>
                <a:lnTo>
                  <a:pt x="272918" y="172740"/>
                </a:lnTo>
                <a:lnTo>
                  <a:pt x="276534" y="185216"/>
                </a:lnTo>
                <a:lnTo>
                  <a:pt x="276474" y="187264"/>
                </a:lnTo>
                <a:lnTo>
                  <a:pt x="268837" y="196509"/>
                </a:lnTo>
                <a:lnTo>
                  <a:pt x="264537" y="204918"/>
                </a:lnTo>
                <a:lnTo>
                  <a:pt x="263194" y="205862"/>
                </a:lnTo>
                <a:lnTo>
                  <a:pt x="259503" y="206072"/>
                </a:lnTo>
                <a:lnTo>
                  <a:pt x="256288" y="207945"/>
                </a:lnTo>
                <a:lnTo>
                  <a:pt x="251058" y="213830"/>
                </a:lnTo>
                <a:lnTo>
                  <a:pt x="249426" y="217722"/>
                </a:lnTo>
                <a:lnTo>
                  <a:pt x="249362" y="219620"/>
                </a:lnTo>
                <a:lnTo>
                  <a:pt x="250601" y="222949"/>
                </a:lnTo>
                <a:lnTo>
                  <a:pt x="256396" y="232885"/>
                </a:lnTo>
                <a:lnTo>
                  <a:pt x="255955" y="233928"/>
                </a:lnTo>
                <a:lnTo>
                  <a:pt x="252871" y="236449"/>
                </a:lnTo>
                <a:lnTo>
                  <a:pt x="251600" y="238444"/>
                </a:lnTo>
                <a:lnTo>
                  <a:pt x="251410" y="240660"/>
                </a:lnTo>
                <a:lnTo>
                  <a:pt x="252552" y="245435"/>
                </a:lnTo>
                <a:lnTo>
                  <a:pt x="250699" y="251181"/>
                </a:lnTo>
                <a:lnTo>
                  <a:pt x="250626" y="254532"/>
                </a:lnTo>
                <a:lnTo>
                  <a:pt x="254330" y="261399"/>
                </a:lnTo>
                <a:lnTo>
                  <a:pt x="258424" y="267281"/>
                </a:lnTo>
                <a:lnTo>
                  <a:pt x="259181" y="269741"/>
                </a:lnTo>
                <a:lnTo>
                  <a:pt x="259712" y="275635"/>
                </a:lnTo>
                <a:lnTo>
                  <a:pt x="262111" y="281505"/>
                </a:lnTo>
                <a:lnTo>
                  <a:pt x="262940" y="285845"/>
                </a:lnTo>
                <a:lnTo>
                  <a:pt x="263883" y="287381"/>
                </a:lnTo>
                <a:lnTo>
                  <a:pt x="265044" y="287903"/>
                </a:lnTo>
                <a:lnTo>
                  <a:pt x="268951" y="288115"/>
                </a:lnTo>
                <a:lnTo>
                  <a:pt x="272001" y="287237"/>
                </a:lnTo>
                <a:lnTo>
                  <a:pt x="273280" y="285586"/>
                </a:lnTo>
                <a:lnTo>
                  <a:pt x="274027" y="282072"/>
                </a:lnTo>
                <a:lnTo>
                  <a:pt x="273145" y="277542"/>
                </a:lnTo>
                <a:lnTo>
                  <a:pt x="270115" y="272007"/>
                </a:lnTo>
                <a:lnTo>
                  <a:pt x="268892" y="265547"/>
                </a:lnTo>
                <a:lnTo>
                  <a:pt x="267119" y="260586"/>
                </a:lnTo>
                <a:lnTo>
                  <a:pt x="264799" y="256185"/>
                </a:lnTo>
                <a:lnTo>
                  <a:pt x="261804" y="252324"/>
                </a:lnTo>
                <a:lnTo>
                  <a:pt x="262720" y="243163"/>
                </a:lnTo>
                <a:lnTo>
                  <a:pt x="268010" y="234745"/>
                </a:lnTo>
                <a:lnTo>
                  <a:pt x="269934" y="229657"/>
                </a:lnTo>
                <a:lnTo>
                  <a:pt x="269944" y="225597"/>
                </a:lnTo>
                <a:lnTo>
                  <a:pt x="267541" y="221659"/>
                </a:lnTo>
                <a:lnTo>
                  <a:pt x="273730" y="218575"/>
                </a:lnTo>
                <a:lnTo>
                  <a:pt x="276796" y="215728"/>
                </a:lnTo>
                <a:lnTo>
                  <a:pt x="277122" y="213075"/>
                </a:lnTo>
                <a:lnTo>
                  <a:pt x="275159" y="207677"/>
                </a:lnTo>
                <a:lnTo>
                  <a:pt x="277550" y="202122"/>
                </a:lnTo>
                <a:lnTo>
                  <a:pt x="284202" y="194493"/>
                </a:lnTo>
                <a:lnTo>
                  <a:pt x="286574" y="190038"/>
                </a:lnTo>
                <a:lnTo>
                  <a:pt x="287015" y="187809"/>
                </a:lnTo>
                <a:lnTo>
                  <a:pt x="286932" y="184604"/>
                </a:lnTo>
                <a:lnTo>
                  <a:pt x="285377" y="179810"/>
                </a:lnTo>
                <a:lnTo>
                  <a:pt x="284851" y="175831"/>
                </a:lnTo>
                <a:lnTo>
                  <a:pt x="285043" y="173252"/>
                </a:lnTo>
                <a:lnTo>
                  <a:pt x="285682" y="171535"/>
                </a:lnTo>
                <a:lnTo>
                  <a:pt x="287435" y="168762"/>
                </a:lnTo>
                <a:lnTo>
                  <a:pt x="289567" y="166497"/>
                </a:lnTo>
                <a:lnTo>
                  <a:pt x="295150" y="163730"/>
                </a:lnTo>
                <a:lnTo>
                  <a:pt x="298302" y="161343"/>
                </a:lnTo>
                <a:lnTo>
                  <a:pt x="302008" y="157351"/>
                </a:lnTo>
                <a:lnTo>
                  <a:pt x="303839" y="154352"/>
                </a:lnTo>
                <a:lnTo>
                  <a:pt x="304211" y="152544"/>
                </a:lnTo>
                <a:lnTo>
                  <a:pt x="304039" y="150640"/>
                </a:lnTo>
                <a:lnTo>
                  <a:pt x="302863" y="148215"/>
                </a:lnTo>
                <a:lnTo>
                  <a:pt x="300928" y="148030"/>
                </a:lnTo>
                <a:lnTo>
                  <a:pt x="297482" y="149097"/>
                </a:lnTo>
                <a:close/>
                <a:moveTo>
                  <a:pt x="717525" y="285254"/>
                </a:moveTo>
                <a:lnTo>
                  <a:pt x="716127" y="286507"/>
                </a:lnTo>
                <a:lnTo>
                  <a:pt x="716741" y="289170"/>
                </a:lnTo>
                <a:lnTo>
                  <a:pt x="719183" y="292692"/>
                </a:lnTo>
                <a:lnTo>
                  <a:pt x="721172" y="293269"/>
                </a:lnTo>
                <a:lnTo>
                  <a:pt x="727424" y="293363"/>
                </a:lnTo>
                <a:lnTo>
                  <a:pt x="730969" y="292722"/>
                </a:lnTo>
                <a:lnTo>
                  <a:pt x="734384" y="289806"/>
                </a:lnTo>
                <a:lnTo>
                  <a:pt x="735750" y="287327"/>
                </a:lnTo>
                <a:lnTo>
                  <a:pt x="735293" y="286011"/>
                </a:lnTo>
                <a:lnTo>
                  <a:pt x="733225" y="284934"/>
                </a:lnTo>
                <a:lnTo>
                  <a:pt x="730336" y="285095"/>
                </a:lnTo>
                <a:lnTo>
                  <a:pt x="725908" y="287098"/>
                </a:lnTo>
                <a:lnTo>
                  <a:pt x="720136" y="284966"/>
                </a:lnTo>
                <a:lnTo>
                  <a:pt x="717525" y="285254"/>
                </a:lnTo>
                <a:close/>
                <a:moveTo>
                  <a:pt x="10221" y="295331"/>
                </a:moveTo>
                <a:lnTo>
                  <a:pt x="6935" y="295755"/>
                </a:lnTo>
                <a:lnTo>
                  <a:pt x="4968" y="297012"/>
                </a:lnTo>
                <a:lnTo>
                  <a:pt x="4381" y="298272"/>
                </a:lnTo>
                <a:lnTo>
                  <a:pt x="3807" y="302688"/>
                </a:lnTo>
                <a:lnTo>
                  <a:pt x="4098" y="329563"/>
                </a:lnTo>
                <a:lnTo>
                  <a:pt x="6279" y="331292"/>
                </a:lnTo>
                <a:lnTo>
                  <a:pt x="8721" y="331745"/>
                </a:lnTo>
                <a:lnTo>
                  <a:pt x="11306" y="331494"/>
                </a:lnTo>
                <a:lnTo>
                  <a:pt x="13982" y="330093"/>
                </a:lnTo>
                <a:lnTo>
                  <a:pt x="13982" y="306082"/>
                </a:lnTo>
                <a:lnTo>
                  <a:pt x="15814" y="303816"/>
                </a:lnTo>
                <a:lnTo>
                  <a:pt x="24407" y="303360"/>
                </a:lnTo>
                <a:lnTo>
                  <a:pt x="26646" y="302897"/>
                </a:lnTo>
                <a:lnTo>
                  <a:pt x="28268" y="301541"/>
                </a:lnTo>
                <a:lnTo>
                  <a:pt x="29216" y="299488"/>
                </a:lnTo>
                <a:lnTo>
                  <a:pt x="28732" y="297580"/>
                </a:lnTo>
                <a:lnTo>
                  <a:pt x="26153" y="295749"/>
                </a:lnTo>
                <a:lnTo>
                  <a:pt x="18534" y="295055"/>
                </a:lnTo>
                <a:lnTo>
                  <a:pt x="10221" y="295331"/>
                </a:lnTo>
                <a:close/>
                <a:moveTo>
                  <a:pt x="51734" y="295427"/>
                </a:moveTo>
                <a:lnTo>
                  <a:pt x="50342" y="296468"/>
                </a:lnTo>
                <a:lnTo>
                  <a:pt x="48986" y="298416"/>
                </a:lnTo>
                <a:lnTo>
                  <a:pt x="49179" y="329852"/>
                </a:lnTo>
                <a:lnTo>
                  <a:pt x="51427" y="331572"/>
                </a:lnTo>
                <a:lnTo>
                  <a:pt x="54025" y="331979"/>
                </a:lnTo>
                <a:lnTo>
                  <a:pt x="58580" y="330334"/>
                </a:lnTo>
                <a:lnTo>
                  <a:pt x="59062" y="321270"/>
                </a:lnTo>
                <a:lnTo>
                  <a:pt x="61666" y="319784"/>
                </a:lnTo>
                <a:lnTo>
                  <a:pt x="67462" y="318640"/>
                </a:lnTo>
                <a:lnTo>
                  <a:pt x="71032" y="317443"/>
                </a:lnTo>
                <a:lnTo>
                  <a:pt x="75311" y="314809"/>
                </a:lnTo>
                <a:lnTo>
                  <a:pt x="77053" y="311626"/>
                </a:lnTo>
                <a:lnTo>
                  <a:pt x="77489" y="309715"/>
                </a:lnTo>
                <a:lnTo>
                  <a:pt x="77535" y="305643"/>
                </a:lnTo>
                <a:lnTo>
                  <a:pt x="76545" y="301749"/>
                </a:lnTo>
                <a:lnTo>
                  <a:pt x="75686" y="300063"/>
                </a:lnTo>
                <a:lnTo>
                  <a:pt x="74596" y="298653"/>
                </a:lnTo>
                <a:lnTo>
                  <a:pt x="71956" y="297020"/>
                </a:lnTo>
                <a:lnTo>
                  <a:pt x="67798" y="296010"/>
                </a:lnTo>
                <a:lnTo>
                  <a:pt x="59848" y="295059"/>
                </a:lnTo>
                <a:lnTo>
                  <a:pt x="54984" y="294963"/>
                </a:lnTo>
                <a:lnTo>
                  <a:pt x="51734" y="295427"/>
                </a:lnTo>
                <a:close/>
                <a:moveTo>
                  <a:pt x="66054" y="304057"/>
                </a:moveTo>
                <a:lnTo>
                  <a:pt x="67889" y="305448"/>
                </a:lnTo>
                <a:lnTo>
                  <a:pt x="68299" y="306656"/>
                </a:lnTo>
                <a:lnTo>
                  <a:pt x="67934" y="308107"/>
                </a:lnTo>
                <a:lnTo>
                  <a:pt x="66209" y="310185"/>
                </a:lnTo>
                <a:lnTo>
                  <a:pt x="65073" y="310794"/>
                </a:lnTo>
                <a:lnTo>
                  <a:pt x="62618" y="311175"/>
                </a:lnTo>
                <a:lnTo>
                  <a:pt x="60407" y="310474"/>
                </a:lnTo>
                <a:lnTo>
                  <a:pt x="59575" y="309731"/>
                </a:lnTo>
                <a:lnTo>
                  <a:pt x="59022" y="308731"/>
                </a:lnTo>
                <a:lnTo>
                  <a:pt x="58918" y="306394"/>
                </a:lnTo>
                <a:lnTo>
                  <a:pt x="60242" y="304040"/>
                </a:lnTo>
                <a:lnTo>
                  <a:pt x="62769" y="303196"/>
                </a:lnTo>
                <a:lnTo>
                  <a:pt x="66054" y="304057"/>
                </a:lnTo>
                <a:close/>
                <a:moveTo>
                  <a:pt x="98357" y="295186"/>
                </a:moveTo>
                <a:lnTo>
                  <a:pt x="96841" y="296529"/>
                </a:lnTo>
                <a:lnTo>
                  <a:pt x="96471" y="297874"/>
                </a:lnTo>
                <a:lnTo>
                  <a:pt x="96627" y="299439"/>
                </a:lnTo>
                <a:lnTo>
                  <a:pt x="104394" y="314969"/>
                </a:lnTo>
                <a:lnTo>
                  <a:pt x="107036" y="321463"/>
                </a:lnTo>
                <a:lnTo>
                  <a:pt x="106644" y="322800"/>
                </a:lnTo>
                <a:lnTo>
                  <a:pt x="105567" y="323778"/>
                </a:lnTo>
                <a:lnTo>
                  <a:pt x="102068" y="324479"/>
                </a:lnTo>
                <a:lnTo>
                  <a:pt x="100696" y="325362"/>
                </a:lnTo>
                <a:lnTo>
                  <a:pt x="99947" y="326961"/>
                </a:lnTo>
                <a:lnTo>
                  <a:pt x="99894" y="329539"/>
                </a:lnTo>
                <a:lnTo>
                  <a:pt x="100603" y="331311"/>
                </a:lnTo>
                <a:lnTo>
                  <a:pt x="101985" y="332407"/>
                </a:lnTo>
                <a:lnTo>
                  <a:pt x="104004" y="332809"/>
                </a:lnTo>
                <a:lnTo>
                  <a:pt x="106622" y="332498"/>
                </a:lnTo>
                <a:lnTo>
                  <a:pt x="111120" y="330662"/>
                </a:lnTo>
                <a:lnTo>
                  <a:pt x="113459" y="328668"/>
                </a:lnTo>
                <a:lnTo>
                  <a:pt x="114674" y="326994"/>
                </a:lnTo>
                <a:lnTo>
                  <a:pt x="125972" y="301716"/>
                </a:lnTo>
                <a:lnTo>
                  <a:pt x="126691" y="299286"/>
                </a:lnTo>
                <a:lnTo>
                  <a:pt x="126629" y="297271"/>
                </a:lnTo>
                <a:lnTo>
                  <a:pt x="125820" y="295800"/>
                </a:lnTo>
                <a:lnTo>
                  <a:pt x="124300" y="295003"/>
                </a:lnTo>
                <a:lnTo>
                  <a:pt x="122420" y="294979"/>
                </a:lnTo>
                <a:lnTo>
                  <a:pt x="120791" y="295647"/>
                </a:lnTo>
                <a:lnTo>
                  <a:pt x="119270" y="297018"/>
                </a:lnTo>
                <a:lnTo>
                  <a:pt x="117831" y="299130"/>
                </a:lnTo>
                <a:lnTo>
                  <a:pt x="114558" y="306519"/>
                </a:lnTo>
                <a:lnTo>
                  <a:pt x="113424" y="307736"/>
                </a:lnTo>
                <a:lnTo>
                  <a:pt x="112827" y="307752"/>
                </a:lnTo>
                <a:lnTo>
                  <a:pt x="110642" y="305353"/>
                </a:lnTo>
                <a:lnTo>
                  <a:pt x="105751" y="297009"/>
                </a:lnTo>
                <a:lnTo>
                  <a:pt x="102651" y="295541"/>
                </a:lnTo>
                <a:lnTo>
                  <a:pt x="98357" y="295186"/>
                </a:lnTo>
                <a:close/>
                <a:moveTo>
                  <a:pt x="153466" y="295379"/>
                </a:moveTo>
                <a:lnTo>
                  <a:pt x="149606" y="295969"/>
                </a:lnTo>
                <a:lnTo>
                  <a:pt x="147054" y="297934"/>
                </a:lnTo>
                <a:lnTo>
                  <a:pt x="147103" y="321280"/>
                </a:lnTo>
                <a:lnTo>
                  <a:pt x="147536" y="330093"/>
                </a:lnTo>
                <a:lnTo>
                  <a:pt x="149604" y="331520"/>
                </a:lnTo>
                <a:lnTo>
                  <a:pt x="152833" y="331982"/>
                </a:lnTo>
                <a:lnTo>
                  <a:pt x="155755" y="331344"/>
                </a:lnTo>
                <a:lnTo>
                  <a:pt x="157564" y="329756"/>
                </a:lnTo>
                <a:lnTo>
                  <a:pt x="157468" y="305407"/>
                </a:lnTo>
                <a:lnTo>
                  <a:pt x="159281" y="304061"/>
                </a:lnTo>
                <a:lnTo>
                  <a:pt x="162037" y="303613"/>
                </a:lnTo>
                <a:lnTo>
                  <a:pt x="164844" y="304274"/>
                </a:lnTo>
                <a:lnTo>
                  <a:pt x="166166" y="305231"/>
                </a:lnTo>
                <a:lnTo>
                  <a:pt x="166587" y="306134"/>
                </a:lnTo>
                <a:lnTo>
                  <a:pt x="166629" y="329756"/>
                </a:lnTo>
                <a:lnTo>
                  <a:pt x="168483" y="331104"/>
                </a:lnTo>
                <a:lnTo>
                  <a:pt x="171469" y="331891"/>
                </a:lnTo>
                <a:lnTo>
                  <a:pt x="174564" y="331710"/>
                </a:lnTo>
                <a:lnTo>
                  <a:pt x="176044" y="331058"/>
                </a:lnTo>
                <a:lnTo>
                  <a:pt x="176548" y="330233"/>
                </a:lnTo>
                <a:lnTo>
                  <a:pt x="176814" y="325519"/>
                </a:lnTo>
                <a:lnTo>
                  <a:pt x="176946" y="297452"/>
                </a:lnTo>
                <a:lnTo>
                  <a:pt x="174777" y="295475"/>
                </a:lnTo>
                <a:lnTo>
                  <a:pt x="153466" y="295379"/>
                </a:lnTo>
                <a:close/>
                <a:moveTo>
                  <a:pt x="204284" y="295331"/>
                </a:moveTo>
                <a:lnTo>
                  <a:pt x="202096" y="296239"/>
                </a:lnTo>
                <a:lnTo>
                  <a:pt x="200427" y="297741"/>
                </a:lnTo>
                <a:lnTo>
                  <a:pt x="200475" y="329659"/>
                </a:lnTo>
                <a:lnTo>
                  <a:pt x="201978" y="331110"/>
                </a:lnTo>
                <a:lnTo>
                  <a:pt x="205119" y="331868"/>
                </a:lnTo>
                <a:lnTo>
                  <a:pt x="208542" y="331445"/>
                </a:lnTo>
                <a:lnTo>
                  <a:pt x="210504" y="329949"/>
                </a:lnTo>
                <a:lnTo>
                  <a:pt x="210938" y="305407"/>
                </a:lnTo>
                <a:lnTo>
                  <a:pt x="212968" y="303935"/>
                </a:lnTo>
                <a:lnTo>
                  <a:pt x="215993" y="303473"/>
                </a:lnTo>
                <a:lnTo>
                  <a:pt x="218691" y="304547"/>
                </a:lnTo>
                <a:lnTo>
                  <a:pt x="219857" y="306806"/>
                </a:lnTo>
                <a:lnTo>
                  <a:pt x="219809" y="329563"/>
                </a:lnTo>
                <a:lnTo>
                  <a:pt x="221344" y="330952"/>
                </a:lnTo>
                <a:lnTo>
                  <a:pt x="224059" y="331783"/>
                </a:lnTo>
                <a:lnTo>
                  <a:pt x="227196" y="331702"/>
                </a:lnTo>
                <a:lnTo>
                  <a:pt x="229645" y="330672"/>
                </a:lnTo>
                <a:lnTo>
                  <a:pt x="230464" y="329949"/>
                </a:lnTo>
                <a:lnTo>
                  <a:pt x="230435" y="305331"/>
                </a:lnTo>
                <a:lnTo>
                  <a:pt x="230067" y="298356"/>
                </a:lnTo>
                <a:lnTo>
                  <a:pt x="229401" y="296473"/>
                </a:lnTo>
                <a:lnTo>
                  <a:pt x="228238" y="295809"/>
                </a:lnTo>
                <a:lnTo>
                  <a:pt x="224103" y="295429"/>
                </a:lnTo>
                <a:lnTo>
                  <a:pt x="204284" y="295331"/>
                </a:lnTo>
                <a:close/>
                <a:moveTo>
                  <a:pt x="263154" y="295668"/>
                </a:moveTo>
                <a:lnTo>
                  <a:pt x="261013" y="297898"/>
                </a:lnTo>
                <a:lnTo>
                  <a:pt x="259104" y="302147"/>
                </a:lnTo>
                <a:lnTo>
                  <a:pt x="253339" y="321166"/>
                </a:lnTo>
                <a:lnTo>
                  <a:pt x="250961" y="327372"/>
                </a:lnTo>
                <a:lnTo>
                  <a:pt x="251040" y="330316"/>
                </a:lnTo>
                <a:lnTo>
                  <a:pt x="252915" y="331815"/>
                </a:lnTo>
                <a:lnTo>
                  <a:pt x="256870" y="331454"/>
                </a:lnTo>
                <a:lnTo>
                  <a:pt x="258473" y="330119"/>
                </a:lnTo>
                <a:lnTo>
                  <a:pt x="260602" y="326485"/>
                </a:lnTo>
                <a:lnTo>
                  <a:pt x="262171" y="324814"/>
                </a:lnTo>
                <a:lnTo>
                  <a:pt x="264014" y="323975"/>
                </a:lnTo>
                <a:lnTo>
                  <a:pt x="266328" y="323850"/>
                </a:lnTo>
                <a:lnTo>
                  <a:pt x="268386" y="324276"/>
                </a:lnTo>
                <a:lnTo>
                  <a:pt x="269446" y="324929"/>
                </a:lnTo>
                <a:lnTo>
                  <a:pt x="273857" y="331174"/>
                </a:lnTo>
                <a:lnTo>
                  <a:pt x="276442" y="331952"/>
                </a:lnTo>
                <a:lnTo>
                  <a:pt x="280189" y="331352"/>
                </a:lnTo>
                <a:lnTo>
                  <a:pt x="282102" y="329225"/>
                </a:lnTo>
                <a:lnTo>
                  <a:pt x="281330" y="325947"/>
                </a:lnTo>
                <a:lnTo>
                  <a:pt x="272369" y="298444"/>
                </a:lnTo>
                <a:lnTo>
                  <a:pt x="270643" y="296506"/>
                </a:lnTo>
                <a:lnTo>
                  <a:pt x="267972" y="295298"/>
                </a:lnTo>
                <a:lnTo>
                  <a:pt x="265419" y="294997"/>
                </a:lnTo>
                <a:lnTo>
                  <a:pt x="263154" y="295668"/>
                </a:lnTo>
                <a:close/>
                <a:moveTo>
                  <a:pt x="267011" y="312688"/>
                </a:moveTo>
                <a:lnTo>
                  <a:pt x="267630" y="313528"/>
                </a:lnTo>
                <a:lnTo>
                  <a:pt x="266985" y="314582"/>
                </a:lnTo>
                <a:lnTo>
                  <a:pt x="264998" y="314875"/>
                </a:lnTo>
                <a:lnTo>
                  <a:pt x="263936" y="314344"/>
                </a:lnTo>
                <a:lnTo>
                  <a:pt x="263911" y="313189"/>
                </a:lnTo>
                <a:lnTo>
                  <a:pt x="264697" y="312447"/>
                </a:lnTo>
                <a:lnTo>
                  <a:pt x="265783" y="312260"/>
                </a:lnTo>
                <a:lnTo>
                  <a:pt x="267011" y="312688"/>
                </a:lnTo>
                <a:close/>
                <a:moveTo>
                  <a:pt x="336102" y="295524"/>
                </a:moveTo>
                <a:lnTo>
                  <a:pt x="334538" y="296998"/>
                </a:lnTo>
                <a:lnTo>
                  <a:pt x="333849" y="300706"/>
                </a:lnTo>
                <a:lnTo>
                  <a:pt x="333643" y="329081"/>
                </a:lnTo>
                <a:lnTo>
                  <a:pt x="335299" y="330949"/>
                </a:lnTo>
                <a:lnTo>
                  <a:pt x="336488" y="331577"/>
                </a:lnTo>
                <a:lnTo>
                  <a:pt x="339347" y="331709"/>
                </a:lnTo>
                <a:lnTo>
                  <a:pt x="341398" y="331128"/>
                </a:lnTo>
                <a:lnTo>
                  <a:pt x="342485" y="329615"/>
                </a:lnTo>
                <a:lnTo>
                  <a:pt x="343016" y="324272"/>
                </a:lnTo>
                <a:lnTo>
                  <a:pt x="343668" y="322280"/>
                </a:lnTo>
                <a:lnTo>
                  <a:pt x="344784" y="320975"/>
                </a:lnTo>
                <a:lnTo>
                  <a:pt x="347383" y="320034"/>
                </a:lnTo>
                <a:lnTo>
                  <a:pt x="348505" y="320294"/>
                </a:lnTo>
                <a:lnTo>
                  <a:pt x="349454" y="321143"/>
                </a:lnTo>
                <a:lnTo>
                  <a:pt x="352693" y="327463"/>
                </a:lnTo>
                <a:lnTo>
                  <a:pt x="355809" y="331287"/>
                </a:lnTo>
                <a:lnTo>
                  <a:pt x="358914" y="332035"/>
                </a:lnTo>
                <a:lnTo>
                  <a:pt x="364125" y="331181"/>
                </a:lnTo>
                <a:lnTo>
                  <a:pt x="364795" y="330244"/>
                </a:lnTo>
                <a:lnTo>
                  <a:pt x="364002" y="327465"/>
                </a:lnTo>
                <a:lnTo>
                  <a:pt x="355460" y="311778"/>
                </a:lnTo>
                <a:lnTo>
                  <a:pt x="354995" y="310024"/>
                </a:lnTo>
                <a:lnTo>
                  <a:pt x="355321" y="308077"/>
                </a:lnTo>
                <a:lnTo>
                  <a:pt x="356509" y="305754"/>
                </a:lnTo>
                <a:lnTo>
                  <a:pt x="361199" y="299365"/>
                </a:lnTo>
                <a:lnTo>
                  <a:pt x="361563" y="297667"/>
                </a:lnTo>
                <a:lnTo>
                  <a:pt x="361196" y="296242"/>
                </a:lnTo>
                <a:lnTo>
                  <a:pt x="360137" y="295262"/>
                </a:lnTo>
                <a:lnTo>
                  <a:pt x="358425" y="294897"/>
                </a:lnTo>
                <a:lnTo>
                  <a:pt x="356275" y="295475"/>
                </a:lnTo>
                <a:lnTo>
                  <a:pt x="353721" y="296865"/>
                </a:lnTo>
                <a:lnTo>
                  <a:pt x="351662" y="298552"/>
                </a:lnTo>
                <a:lnTo>
                  <a:pt x="347233" y="304600"/>
                </a:lnTo>
                <a:lnTo>
                  <a:pt x="344491" y="307432"/>
                </a:lnTo>
                <a:lnTo>
                  <a:pt x="343616" y="306949"/>
                </a:lnTo>
                <a:lnTo>
                  <a:pt x="343064" y="305443"/>
                </a:lnTo>
                <a:lnTo>
                  <a:pt x="342694" y="298764"/>
                </a:lnTo>
                <a:lnTo>
                  <a:pt x="341995" y="296895"/>
                </a:lnTo>
                <a:lnTo>
                  <a:pt x="340795" y="295812"/>
                </a:lnTo>
                <a:lnTo>
                  <a:pt x="339031" y="295150"/>
                </a:lnTo>
                <a:lnTo>
                  <a:pt x="336102" y="295524"/>
                </a:lnTo>
                <a:close/>
                <a:moveTo>
                  <a:pt x="395936" y="295620"/>
                </a:moveTo>
                <a:lnTo>
                  <a:pt x="392641" y="296850"/>
                </a:lnTo>
                <a:lnTo>
                  <a:pt x="389900" y="298549"/>
                </a:lnTo>
                <a:lnTo>
                  <a:pt x="386719" y="302096"/>
                </a:lnTo>
                <a:lnTo>
                  <a:pt x="385148" y="305202"/>
                </a:lnTo>
                <a:lnTo>
                  <a:pt x="383808" y="309510"/>
                </a:lnTo>
                <a:lnTo>
                  <a:pt x="383494" y="314876"/>
                </a:lnTo>
                <a:lnTo>
                  <a:pt x="385685" y="323768"/>
                </a:lnTo>
                <a:lnTo>
                  <a:pt x="386969" y="326140"/>
                </a:lnTo>
                <a:lnTo>
                  <a:pt x="388945" y="328406"/>
                </a:lnTo>
                <a:lnTo>
                  <a:pt x="391084" y="330286"/>
                </a:lnTo>
                <a:lnTo>
                  <a:pt x="393538" y="331417"/>
                </a:lnTo>
                <a:lnTo>
                  <a:pt x="398518" y="332741"/>
                </a:lnTo>
                <a:lnTo>
                  <a:pt x="401276" y="332751"/>
                </a:lnTo>
                <a:lnTo>
                  <a:pt x="406688" y="331491"/>
                </a:lnTo>
                <a:lnTo>
                  <a:pt x="408327" y="330720"/>
                </a:lnTo>
                <a:lnTo>
                  <a:pt x="411940" y="327475"/>
                </a:lnTo>
                <a:lnTo>
                  <a:pt x="414312" y="324197"/>
                </a:lnTo>
                <a:lnTo>
                  <a:pt x="416330" y="320209"/>
                </a:lnTo>
                <a:lnTo>
                  <a:pt x="416134" y="308371"/>
                </a:lnTo>
                <a:lnTo>
                  <a:pt x="414684" y="303750"/>
                </a:lnTo>
                <a:lnTo>
                  <a:pt x="411554" y="299508"/>
                </a:lnTo>
                <a:lnTo>
                  <a:pt x="409265" y="297424"/>
                </a:lnTo>
                <a:lnTo>
                  <a:pt x="405628" y="296007"/>
                </a:lnTo>
                <a:lnTo>
                  <a:pt x="402150" y="295266"/>
                </a:lnTo>
                <a:lnTo>
                  <a:pt x="398906" y="295140"/>
                </a:lnTo>
                <a:lnTo>
                  <a:pt x="395936" y="295620"/>
                </a:lnTo>
                <a:close/>
                <a:moveTo>
                  <a:pt x="403216" y="304540"/>
                </a:moveTo>
                <a:lnTo>
                  <a:pt x="404771" y="306473"/>
                </a:lnTo>
                <a:lnTo>
                  <a:pt x="405816" y="309232"/>
                </a:lnTo>
                <a:lnTo>
                  <a:pt x="406328" y="314247"/>
                </a:lnTo>
                <a:lnTo>
                  <a:pt x="405898" y="317725"/>
                </a:lnTo>
                <a:lnTo>
                  <a:pt x="404670" y="321253"/>
                </a:lnTo>
                <a:lnTo>
                  <a:pt x="403312" y="323168"/>
                </a:lnTo>
                <a:lnTo>
                  <a:pt x="401591" y="324134"/>
                </a:lnTo>
                <a:lnTo>
                  <a:pt x="398815" y="324144"/>
                </a:lnTo>
                <a:lnTo>
                  <a:pt x="397099" y="323211"/>
                </a:lnTo>
                <a:lnTo>
                  <a:pt x="396090" y="322063"/>
                </a:lnTo>
                <a:lnTo>
                  <a:pt x="394056" y="318079"/>
                </a:lnTo>
                <a:lnTo>
                  <a:pt x="393461" y="315328"/>
                </a:lnTo>
                <a:lnTo>
                  <a:pt x="393861" y="311108"/>
                </a:lnTo>
                <a:lnTo>
                  <a:pt x="395316" y="307014"/>
                </a:lnTo>
                <a:lnTo>
                  <a:pt x="397382" y="304347"/>
                </a:lnTo>
                <a:lnTo>
                  <a:pt x="400299" y="303611"/>
                </a:lnTo>
                <a:lnTo>
                  <a:pt x="403216" y="304540"/>
                </a:lnTo>
                <a:close/>
                <a:moveTo>
                  <a:pt x="441257" y="295379"/>
                </a:moveTo>
                <a:lnTo>
                  <a:pt x="439822" y="296784"/>
                </a:lnTo>
                <a:lnTo>
                  <a:pt x="439147" y="300892"/>
                </a:lnTo>
                <a:lnTo>
                  <a:pt x="438991" y="330190"/>
                </a:lnTo>
                <a:lnTo>
                  <a:pt x="441126" y="331661"/>
                </a:lnTo>
                <a:lnTo>
                  <a:pt x="442848" y="331974"/>
                </a:lnTo>
                <a:lnTo>
                  <a:pt x="444570" y="331661"/>
                </a:lnTo>
                <a:lnTo>
                  <a:pt x="446705" y="330190"/>
                </a:lnTo>
                <a:lnTo>
                  <a:pt x="447428" y="318483"/>
                </a:lnTo>
                <a:lnTo>
                  <a:pt x="447621" y="317413"/>
                </a:lnTo>
                <a:lnTo>
                  <a:pt x="448495" y="316576"/>
                </a:lnTo>
                <a:lnTo>
                  <a:pt x="449796" y="318336"/>
                </a:lnTo>
                <a:lnTo>
                  <a:pt x="452802" y="327701"/>
                </a:lnTo>
                <a:lnTo>
                  <a:pt x="454281" y="330129"/>
                </a:lnTo>
                <a:lnTo>
                  <a:pt x="455997" y="331435"/>
                </a:lnTo>
                <a:lnTo>
                  <a:pt x="459193" y="331491"/>
                </a:lnTo>
                <a:lnTo>
                  <a:pt x="461127" y="330283"/>
                </a:lnTo>
                <a:lnTo>
                  <a:pt x="462013" y="328427"/>
                </a:lnTo>
                <a:lnTo>
                  <a:pt x="463610" y="322065"/>
                </a:lnTo>
                <a:lnTo>
                  <a:pt x="464843" y="320335"/>
                </a:lnTo>
                <a:lnTo>
                  <a:pt x="466329" y="319582"/>
                </a:lnTo>
                <a:lnTo>
                  <a:pt x="467435" y="319837"/>
                </a:lnTo>
                <a:lnTo>
                  <a:pt x="467835" y="320601"/>
                </a:lnTo>
                <a:lnTo>
                  <a:pt x="467534" y="329177"/>
                </a:lnTo>
                <a:lnTo>
                  <a:pt x="468643" y="330334"/>
                </a:lnTo>
                <a:lnTo>
                  <a:pt x="470337" y="331462"/>
                </a:lnTo>
                <a:lnTo>
                  <a:pt x="472403" y="331913"/>
                </a:lnTo>
                <a:lnTo>
                  <a:pt x="475421" y="331390"/>
                </a:lnTo>
                <a:lnTo>
                  <a:pt x="476860" y="330283"/>
                </a:lnTo>
                <a:lnTo>
                  <a:pt x="477370" y="329078"/>
                </a:lnTo>
                <a:lnTo>
                  <a:pt x="477606" y="326079"/>
                </a:lnTo>
                <a:lnTo>
                  <a:pt x="477803" y="308452"/>
                </a:lnTo>
                <a:lnTo>
                  <a:pt x="477492" y="299273"/>
                </a:lnTo>
                <a:lnTo>
                  <a:pt x="476648" y="296578"/>
                </a:lnTo>
                <a:lnTo>
                  <a:pt x="474940" y="295504"/>
                </a:lnTo>
                <a:lnTo>
                  <a:pt x="469767" y="294993"/>
                </a:lnTo>
                <a:lnTo>
                  <a:pt x="467490" y="295610"/>
                </a:lnTo>
                <a:lnTo>
                  <a:pt x="464932" y="297118"/>
                </a:lnTo>
                <a:lnTo>
                  <a:pt x="463354" y="299726"/>
                </a:lnTo>
                <a:lnTo>
                  <a:pt x="460856" y="308963"/>
                </a:lnTo>
                <a:lnTo>
                  <a:pt x="459782" y="310509"/>
                </a:lnTo>
                <a:lnTo>
                  <a:pt x="457409" y="311868"/>
                </a:lnTo>
                <a:lnTo>
                  <a:pt x="455814" y="309583"/>
                </a:lnTo>
                <a:lnTo>
                  <a:pt x="452829" y="299718"/>
                </a:lnTo>
                <a:lnTo>
                  <a:pt x="450884" y="296662"/>
                </a:lnTo>
                <a:lnTo>
                  <a:pt x="449828" y="295802"/>
                </a:lnTo>
                <a:lnTo>
                  <a:pt x="447179" y="295153"/>
                </a:lnTo>
                <a:lnTo>
                  <a:pt x="443859" y="294973"/>
                </a:lnTo>
                <a:lnTo>
                  <a:pt x="441257" y="295379"/>
                </a:lnTo>
                <a:close/>
                <a:moveTo>
                  <a:pt x="505045" y="295282"/>
                </a:moveTo>
                <a:lnTo>
                  <a:pt x="503188" y="295991"/>
                </a:lnTo>
                <a:lnTo>
                  <a:pt x="501429" y="297452"/>
                </a:lnTo>
                <a:lnTo>
                  <a:pt x="501429" y="329949"/>
                </a:lnTo>
                <a:lnTo>
                  <a:pt x="503615" y="331458"/>
                </a:lnTo>
                <a:lnTo>
                  <a:pt x="505831" y="331817"/>
                </a:lnTo>
                <a:lnTo>
                  <a:pt x="509306" y="330978"/>
                </a:lnTo>
                <a:lnTo>
                  <a:pt x="510301" y="329920"/>
                </a:lnTo>
                <a:lnTo>
                  <a:pt x="511035" y="323810"/>
                </a:lnTo>
                <a:lnTo>
                  <a:pt x="511071" y="306082"/>
                </a:lnTo>
                <a:lnTo>
                  <a:pt x="514187" y="303859"/>
                </a:lnTo>
                <a:lnTo>
                  <a:pt x="517472" y="303604"/>
                </a:lnTo>
                <a:lnTo>
                  <a:pt x="519403" y="304071"/>
                </a:lnTo>
                <a:lnTo>
                  <a:pt x="520048" y="304666"/>
                </a:lnTo>
                <a:lnTo>
                  <a:pt x="520831" y="306970"/>
                </a:lnTo>
                <a:lnTo>
                  <a:pt x="520955" y="329515"/>
                </a:lnTo>
                <a:lnTo>
                  <a:pt x="522496" y="331037"/>
                </a:lnTo>
                <a:lnTo>
                  <a:pt x="524270" y="331694"/>
                </a:lnTo>
                <a:lnTo>
                  <a:pt x="527336" y="331611"/>
                </a:lnTo>
                <a:lnTo>
                  <a:pt x="529130" y="330899"/>
                </a:lnTo>
                <a:lnTo>
                  <a:pt x="530309" y="329707"/>
                </a:lnTo>
                <a:lnTo>
                  <a:pt x="530641" y="326571"/>
                </a:lnTo>
                <a:lnTo>
                  <a:pt x="530839" y="298175"/>
                </a:lnTo>
                <a:lnTo>
                  <a:pt x="528667" y="296134"/>
                </a:lnTo>
                <a:lnTo>
                  <a:pt x="526886" y="295331"/>
                </a:lnTo>
                <a:lnTo>
                  <a:pt x="505045" y="295282"/>
                </a:lnTo>
                <a:close/>
                <a:moveTo>
                  <a:pt x="563625" y="295957"/>
                </a:moveTo>
                <a:lnTo>
                  <a:pt x="561185" y="298346"/>
                </a:lnTo>
                <a:lnTo>
                  <a:pt x="559915" y="301027"/>
                </a:lnTo>
                <a:lnTo>
                  <a:pt x="557564" y="309850"/>
                </a:lnTo>
                <a:lnTo>
                  <a:pt x="551710" y="326686"/>
                </a:lnTo>
                <a:lnTo>
                  <a:pt x="551501" y="329805"/>
                </a:lnTo>
                <a:lnTo>
                  <a:pt x="553319" y="331769"/>
                </a:lnTo>
                <a:lnTo>
                  <a:pt x="557118" y="331760"/>
                </a:lnTo>
                <a:lnTo>
                  <a:pt x="558939" y="330304"/>
                </a:lnTo>
                <a:lnTo>
                  <a:pt x="560962" y="326512"/>
                </a:lnTo>
                <a:lnTo>
                  <a:pt x="562323" y="324964"/>
                </a:lnTo>
                <a:lnTo>
                  <a:pt x="564153" y="324159"/>
                </a:lnTo>
                <a:lnTo>
                  <a:pt x="567560" y="323894"/>
                </a:lnTo>
                <a:lnTo>
                  <a:pt x="569561" y="324458"/>
                </a:lnTo>
                <a:lnTo>
                  <a:pt x="570570" y="325296"/>
                </a:lnTo>
                <a:lnTo>
                  <a:pt x="573057" y="329597"/>
                </a:lnTo>
                <a:lnTo>
                  <a:pt x="574648" y="331039"/>
                </a:lnTo>
                <a:lnTo>
                  <a:pt x="577463" y="331877"/>
                </a:lnTo>
                <a:lnTo>
                  <a:pt x="580964" y="331407"/>
                </a:lnTo>
                <a:lnTo>
                  <a:pt x="582043" y="330327"/>
                </a:lnTo>
                <a:lnTo>
                  <a:pt x="582332" y="329274"/>
                </a:lnTo>
                <a:lnTo>
                  <a:pt x="581699" y="324856"/>
                </a:lnTo>
                <a:lnTo>
                  <a:pt x="575411" y="306229"/>
                </a:lnTo>
                <a:lnTo>
                  <a:pt x="573271" y="298604"/>
                </a:lnTo>
                <a:lnTo>
                  <a:pt x="572207" y="296952"/>
                </a:lnTo>
                <a:lnTo>
                  <a:pt x="569881" y="295528"/>
                </a:lnTo>
                <a:lnTo>
                  <a:pt x="565798" y="295013"/>
                </a:lnTo>
                <a:lnTo>
                  <a:pt x="563625" y="295957"/>
                </a:lnTo>
                <a:close/>
                <a:moveTo>
                  <a:pt x="567675" y="312688"/>
                </a:moveTo>
                <a:lnTo>
                  <a:pt x="568200" y="313989"/>
                </a:lnTo>
                <a:lnTo>
                  <a:pt x="567521" y="315022"/>
                </a:lnTo>
                <a:lnTo>
                  <a:pt x="565421" y="315459"/>
                </a:lnTo>
                <a:lnTo>
                  <a:pt x="564352" y="314796"/>
                </a:lnTo>
                <a:lnTo>
                  <a:pt x="564168" y="313137"/>
                </a:lnTo>
                <a:lnTo>
                  <a:pt x="564946" y="312011"/>
                </a:lnTo>
                <a:lnTo>
                  <a:pt x="566266" y="311822"/>
                </a:lnTo>
                <a:lnTo>
                  <a:pt x="567675" y="312688"/>
                </a:lnTo>
                <a:close/>
                <a:moveTo>
                  <a:pt x="606632" y="295379"/>
                </a:moveTo>
                <a:lnTo>
                  <a:pt x="605091" y="296781"/>
                </a:lnTo>
                <a:lnTo>
                  <a:pt x="604355" y="300767"/>
                </a:lnTo>
                <a:lnTo>
                  <a:pt x="604185" y="322627"/>
                </a:lnTo>
                <a:lnTo>
                  <a:pt x="604371" y="329140"/>
                </a:lnTo>
                <a:lnTo>
                  <a:pt x="604729" y="330180"/>
                </a:lnTo>
                <a:lnTo>
                  <a:pt x="606718" y="331592"/>
                </a:lnTo>
                <a:lnTo>
                  <a:pt x="609477" y="331957"/>
                </a:lnTo>
                <a:lnTo>
                  <a:pt x="611240" y="331512"/>
                </a:lnTo>
                <a:lnTo>
                  <a:pt x="613189" y="330093"/>
                </a:lnTo>
                <a:lnTo>
                  <a:pt x="613507" y="321391"/>
                </a:lnTo>
                <a:lnTo>
                  <a:pt x="614021" y="318678"/>
                </a:lnTo>
                <a:lnTo>
                  <a:pt x="615892" y="317237"/>
                </a:lnTo>
                <a:lnTo>
                  <a:pt x="619138" y="316828"/>
                </a:lnTo>
                <a:lnTo>
                  <a:pt x="622214" y="317500"/>
                </a:lnTo>
                <a:lnTo>
                  <a:pt x="623411" y="318522"/>
                </a:lnTo>
                <a:lnTo>
                  <a:pt x="623893" y="329659"/>
                </a:lnTo>
                <a:lnTo>
                  <a:pt x="625691" y="331338"/>
                </a:lnTo>
                <a:lnTo>
                  <a:pt x="627095" y="331879"/>
                </a:lnTo>
                <a:lnTo>
                  <a:pt x="629541" y="331923"/>
                </a:lnTo>
                <a:lnTo>
                  <a:pt x="631680" y="331061"/>
                </a:lnTo>
                <a:lnTo>
                  <a:pt x="633054" y="329515"/>
                </a:lnTo>
                <a:lnTo>
                  <a:pt x="633054" y="298513"/>
                </a:lnTo>
                <a:lnTo>
                  <a:pt x="631897" y="296666"/>
                </a:lnTo>
                <a:lnTo>
                  <a:pt x="630763" y="295561"/>
                </a:lnTo>
                <a:lnTo>
                  <a:pt x="629582" y="295138"/>
                </a:lnTo>
                <a:lnTo>
                  <a:pt x="627460" y="295112"/>
                </a:lnTo>
                <a:lnTo>
                  <a:pt x="625804" y="295871"/>
                </a:lnTo>
                <a:lnTo>
                  <a:pt x="624284" y="298375"/>
                </a:lnTo>
                <a:lnTo>
                  <a:pt x="624053" y="305166"/>
                </a:lnTo>
                <a:lnTo>
                  <a:pt x="623470" y="307124"/>
                </a:lnTo>
                <a:lnTo>
                  <a:pt x="622208" y="308320"/>
                </a:lnTo>
                <a:lnTo>
                  <a:pt x="618872" y="308854"/>
                </a:lnTo>
                <a:lnTo>
                  <a:pt x="615544" y="308423"/>
                </a:lnTo>
                <a:lnTo>
                  <a:pt x="613973" y="307348"/>
                </a:lnTo>
                <a:lnTo>
                  <a:pt x="613364" y="304945"/>
                </a:lnTo>
                <a:lnTo>
                  <a:pt x="613286" y="297693"/>
                </a:lnTo>
                <a:lnTo>
                  <a:pt x="610003" y="295112"/>
                </a:lnTo>
                <a:lnTo>
                  <a:pt x="608420" y="294942"/>
                </a:lnTo>
                <a:lnTo>
                  <a:pt x="606632" y="295379"/>
                </a:lnTo>
                <a:close/>
                <a:moveTo>
                  <a:pt x="659716" y="295861"/>
                </a:moveTo>
                <a:lnTo>
                  <a:pt x="657959" y="297321"/>
                </a:lnTo>
                <a:lnTo>
                  <a:pt x="657578" y="298673"/>
                </a:lnTo>
                <a:lnTo>
                  <a:pt x="657257" y="329177"/>
                </a:lnTo>
                <a:lnTo>
                  <a:pt x="658755" y="330837"/>
                </a:lnTo>
                <a:lnTo>
                  <a:pt x="660623" y="331690"/>
                </a:lnTo>
                <a:lnTo>
                  <a:pt x="662850" y="331923"/>
                </a:lnTo>
                <a:lnTo>
                  <a:pt x="664827" y="331443"/>
                </a:lnTo>
                <a:lnTo>
                  <a:pt x="667430" y="328400"/>
                </a:lnTo>
                <a:lnTo>
                  <a:pt x="671528" y="321632"/>
                </a:lnTo>
                <a:lnTo>
                  <a:pt x="676157" y="316449"/>
                </a:lnTo>
                <a:lnTo>
                  <a:pt x="677500" y="318224"/>
                </a:lnTo>
                <a:lnTo>
                  <a:pt x="677827" y="319402"/>
                </a:lnTo>
                <a:lnTo>
                  <a:pt x="677653" y="327030"/>
                </a:lnTo>
                <a:lnTo>
                  <a:pt x="677989" y="329852"/>
                </a:lnTo>
                <a:lnTo>
                  <a:pt x="679051" y="331056"/>
                </a:lnTo>
                <a:lnTo>
                  <a:pt x="680687" y="331756"/>
                </a:lnTo>
                <a:lnTo>
                  <a:pt x="683498" y="331794"/>
                </a:lnTo>
                <a:lnTo>
                  <a:pt x="685131" y="331101"/>
                </a:lnTo>
                <a:lnTo>
                  <a:pt x="686571" y="329515"/>
                </a:lnTo>
                <a:lnTo>
                  <a:pt x="686571" y="297693"/>
                </a:lnTo>
                <a:lnTo>
                  <a:pt x="683298" y="295048"/>
                </a:lnTo>
                <a:lnTo>
                  <a:pt x="681337" y="294940"/>
                </a:lnTo>
                <a:lnTo>
                  <a:pt x="679320" y="295951"/>
                </a:lnTo>
                <a:lnTo>
                  <a:pt x="676257" y="299529"/>
                </a:lnTo>
                <a:lnTo>
                  <a:pt x="670295" y="308915"/>
                </a:lnTo>
                <a:lnTo>
                  <a:pt x="668510" y="310614"/>
                </a:lnTo>
                <a:lnTo>
                  <a:pt x="667800" y="310304"/>
                </a:lnTo>
                <a:lnTo>
                  <a:pt x="667061" y="308415"/>
                </a:lnTo>
                <a:lnTo>
                  <a:pt x="666636" y="299454"/>
                </a:lnTo>
                <a:lnTo>
                  <a:pt x="665829" y="296488"/>
                </a:lnTo>
                <a:lnTo>
                  <a:pt x="664586" y="295427"/>
                </a:lnTo>
                <a:lnTo>
                  <a:pt x="663096" y="294971"/>
                </a:lnTo>
                <a:lnTo>
                  <a:pt x="661680" y="295007"/>
                </a:lnTo>
                <a:lnTo>
                  <a:pt x="659716" y="295861"/>
                </a:lnTo>
                <a:close/>
                <a:moveTo>
                  <a:pt x="712077" y="296777"/>
                </a:moveTo>
                <a:lnTo>
                  <a:pt x="710679" y="298224"/>
                </a:lnTo>
                <a:lnTo>
                  <a:pt x="710920" y="324693"/>
                </a:lnTo>
                <a:lnTo>
                  <a:pt x="711185" y="329417"/>
                </a:lnTo>
                <a:lnTo>
                  <a:pt x="711743" y="330406"/>
                </a:lnTo>
                <a:lnTo>
                  <a:pt x="713309" y="331344"/>
                </a:lnTo>
                <a:lnTo>
                  <a:pt x="715325" y="331775"/>
                </a:lnTo>
                <a:lnTo>
                  <a:pt x="717382" y="331667"/>
                </a:lnTo>
                <a:lnTo>
                  <a:pt x="719069" y="330991"/>
                </a:lnTo>
                <a:lnTo>
                  <a:pt x="725565" y="320121"/>
                </a:lnTo>
                <a:lnTo>
                  <a:pt x="727391" y="318600"/>
                </a:lnTo>
                <a:lnTo>
                  <a:pt x="729517" y="317658"/>
                </a:lnTo>
                <a:lnTo>
                  <a:pt x="730237" y="317861"/>
                </a:lnTo>
                <a:lnTo>
                  <a:pt x="730597" y="318877"/>
                </a:lnTo>
                <a:lnTo>
                  <a:pt x="731555" y="330431"/>
                </a:lnTo>
                <a:lnTo>
                  <a:pt x="733363" y="331543"/>
                </a:lnTo>
                <a:lnTo>
                  <a:pt x="736120" y="331882"/>
                </a:lnTo>
                <a:lnTo>
                  <a:pt x="738696" y="331377"/>
                </a:lnTo>
                <a:lnTo>
                  <a:pt x="740571" y="330045"/>
                </a:lnTo>
                <a:lnTo>
                  <a:pt x="740432" y="301937"/>
                </a:lnTo>
                <a:lnTo>
                  <a:pt x="739509" y="296622"/>
                </a:lnTo>
                <a:lnTo>
                  <a:pt x="738084" y="295540"/>
                </a:lnTo>
                <a:lnTo>
                  <a:pt x="735750" y="295379"/>
                </a:lnTo>
                <a:lnTo>
                  <a:pt x="734304" y="295622"/>
                </a:lnTo>
                <a:lnTo>
                  <a:pt x="732194" y="296837"/>
                </a:lnTo>
                <a:lnTo>
                  <a:pt x="730267" y="298964"/>
                </a:lnTo>
                <a:lnTo>
                  <a:pt x="723938" y="309216"/>
                </a:lnTo>
                <a:lnTo>
                  <a:pt x="722262" y="310289"/>
                </a:lnTo>
                <a:lnTo>
                  <a:pt x="721296" y="310000"/>
                </a:lnTo>
                <a:lnTo>
                  <a:pt x="720661" y="308831"/>
                </a:lnTo>
                <a:lnTo>
                  <a:pt x="720321" y="297741"/>
                </a:lnTo>
                <a:lnTo>
                  <a:pt x="718538" y="296105"/>
                </a:lnTo>
                <a:lnTo>
                  <a:pt x="716423" y="295340"/>
                </a:lnTo>
                <a:lnTo>
                  <a:pt x="714111" y="295569"/>
                </a:lnTo>
                <a:lnTo>
                  <a:pt x="712077" y="296777"/>
                </a:lnTo>
                <a:close/>
                <a:moveTo>
                  <a:pt x="952039" y="298320"/>
                </a:moveTo>
                <a:lnTo>
                  <a:pt x="951702" y="300249"/>
                </a:lnTo>
                <a:lnTo>
                  <a:pt x="954512" y="306484"/>
                </a:lnTo>
                <a:lnTo>
                  <a:pt x="953908" y="307749"/>
                </a:lnTo>
                <a:lnTo>
                  <a:pt x="950526" y="308599"/>
                </a:lnTo>
                <a:lnTo>
                  <a:pt x="941771" y="307873"/>
                </a:lnTo>
                <a:lnTo>
                  <a:pt x="936673" y="308532"/>
                </a:lnTo>
                <a:lnTo>
                  <a:pt x="933621" y="310201"/>
                </a:lnTo>
                <a:lnTo>
                  <a:pt x="933176" y="312428"/>
                </a:lnTo>
                <a:lnTo>
                  <a:pt x="934217" y="314684"/>
                </a:lnTo>
                <a:lnTo>
                  <a:pt x="936527" y="316120"/>
                </a:lnTo>
                <a:lnTo>
                  <a:pt x="941879" y="317702"/>
                </a:lnTo>
                <a:lnTo>
                  <a:pt x="948194" y="318410"/>
                </a:lnTo>
                <a:lnTo>
                  <a:pt x="949882" y="319046"/>
                </a:lnTo>
                <a:lnTo>
                  <a:pt x="951710" y="320649"/>
                </a:lnTo>
                <a:lnTo>
                  <a:pt x="955237" y="328258"/>
                </a:lnTo>
                <a:lnTo>
                  <a:pt x="960063" y="341840"/>
                </a:lnTo>
                <a:lnTo>
                  <a:pt x="966865" y="351696"/>
                </a:lnTo>
                <a:lnTo>
                  <a:pt x="971351" y="362236"/>
                </a:lnTo>
                <a:lnTo>
                  <a:pt x="972331" y="368231"/>
                </a:lnTo>
                <a:lnTo>
                  <a:pt x="972673" y="388370"/>
                </a:lnTo>
                <a:lnTo>
                  <a:pt x="974073" y="395327"/>
                </a:lnTo>
                <a:lnTo>
                  <a:pt x="972452" y="405573"/>
                </a:lnTo>
                <a:lnTo>
                  <a:pt x="970429" y="428035"/>
                </a:lnTo>
                <a:lnTo>
                  <a:pt x="969435" y="432623"/>
                </a:lnTo>
                <a:lnTo>
                  <a:pt x="967187" y="438068"/>
                </a:lnTo>
                <a:lnTo>
                  <a:pt x="965715" y="440326"/>
                </a:lnTo>
                <a:lnTo>
                  <a:pt x="963695" y="442047"/>
                </a:lnTo>
                <a:lnTo>
                  <a:pt x="961154" y="443212"/>
                </a:lnTo>
                <a:lnTo>
                  <a:pt x="958120" y="443804"/>
                </a:lnTo>
                <a:lnTo>
                  <a:pt x="953775" y="443879"/>
                </a:lnTo>
                <a:lnTo>
                  <a:pt x="948983" y="437837"/>
                </a:lnTo>
                <a:lnTo>
                  <a:pt x="949025" y="436694"/>
                </a:lnTo>
                <a:lnTo>
                  <a:pt x="949858" y="435809"/>
                </a:lnTo>
                <a:lnTo>
                  <a:pt x="955627" y="434734"/>
                </a:lnTo>
                <a:lnTo>
                  <a:pt x="957373" y="433873"/>
                </a:lnTo>
                <a:lnTo>
                  <a:pt x="958307" y="432693"/>
                </a:lnTo>
                <a:lnTo>
                  <a:pt x="958452" y="410370"/>
                </a:lnTo>
                <a:lnTo>
                  <a:pt x="955903" y="403724"/>
                </a:lnTo>
                <a:lnTo>
                  <a:pt x="954493" y="394445"/>
                </a:lnTo>
                <a:lnTo>
                  <a:pt x="953276" y="390689"/>
                </a:lnTo>
                <a:lnTo>
                  <a:pt x="950109" y="385758"/>
                </a:lnTo>
                <a:lnTo>
                  <a:pt x="943794" y="380241"/>
                </a:lnTo>
                <a:lnTo>
                  <a:pt x="940859" y="378942"/>
                </a:lnTo>
                <a:lnTo>
                  <a:pt x="938632" y="379626"/>
                </a:lnTo>
                <a:lnTo>
                  <a:pt x="928242" y="395003"/>
                </a:lnTo>
                <a:lnTo>
                  <a:pt x="925921" y="397095"/>
                </a:lnTo>
                <a:lnTo>
                  <a:pt x="923591" y="397292"/>
                </a:lnTo>
                <a:lnTo>
                  <a:pt x="919775" y="394537"/>
                </a:lnTo>
                <a:lnTo>
                  <a:pt x="917861" y="393670"/>
                </a:lnTo>
                <a:lnTo>
                  <a:pt x="916169" y="393753"/>
                </a:lnTo>
                <a:lnTo>
                  <a:pt x="914480" y="395086"/>
                </a:lnTo>
                <a:lnTo>
                  <a:pt x="918386" y="407604"/>
                </a:lnTo>
                <a:lnTo>
                  <a:pt x="919844" y="408686"/>
                </a:lnTo>
                <a:lnTo>
                  <a:pt x="923549" y="409385"/>
                </a:lnTo>
                <a:lnTo>
                  <a:pt x="926904" y="408908"/>
                </a:lnTo>
                <a:lnTo>
                  <a:pt x="929600" y="407322"/>
                </a:lnTo>
                <a:lnTo>
                  <a:pt x="934356" y="402835"/>
                </a:lnTo>
                <a:lnTo>
                  <a:pt x="941963" y="394598"/>
                </a:lnTo>
                <a:lnTo>
                  <a:pt x="943011" y="394569"/>
                </a:lnTo>
                <a:lnTo>
                  <a:pt x="943999" y="395729"/>
                </a:lnTo>
                <a:lnTo>
                  <a:pt x="944458" y="397995"/>
                </a:lnTo>
                <a:lnTo>
                  <a:pt x="944518" y="404488"/>
                </a:lnTo>
                <a:lnTo>
                  <a:pt x="948134" y="410852"/>
                </a:lnTo>
                <a:lnTo>
                  <a:pt x="948471" y="422134"/>
                </a:lnTo>
                <a:lnTo>
                  <a:pt x="946129" y="424197"/>
                </a:lnTo>
                <a:lnTo>
                  <a:pt x="941421" y="425018"/>
                </a:lnTo>
                <a:lnTo>
                  <a:pt x="939388" y="426478"/>
                </a:lnTo>
                <a:lnTo>
                  <a:pt x="936056" y="432313"/>
                </a:lnTo>
                <a:lnTo>
                  <a:pt x="934967" y="435013"/>
                </a:lnTo>
                <a:lnTo>
                  <a:pt x="934718" y="436954"/>
                </a:lnTo>
                <a:lnTo>
                  <a:pt x="936031" y="439534"/>
                </a:lnTo>
                <a:lnTo>
                  <a:pt x="942905" y="447489"/>
                </a:lnTo>
                <a:lnTo>
                  <a:pt x="944845" y="452017"/>
                </a:lnTo>
                <a:lnTo>
                  <a:pt x="944393" y="454696"/>
                </a:lnTo>
                <a:lnTo>
                  <a:pt x="939622" y="460715"/>
                </a:lnTo>
                <a:lnTo>
                  <a:pt x="939576" y="462815"/>
                </a:lnTo>
                <a:lnTo>
                  <a:pt x="942042" y="465387"/>
                </a:lnTo>
                <a:lnTo>
                  <a:pt x="944263" y="466301"/>
                </a:lnTo>
                <a:lnTo>
                  <a:pt x="948117" y="466942"/>
                </a:lnTo>
                <a:lnTo>
                  <a:pt x="951345" y="466547"/>
                </a:lnTo>
                <a:lnTo>
                  <a:pt x="952596" y="465652"/>
                </a:lnTo>
                <a:lnTo>
                  <a:pt x="955254" y="462037"/>
                </a:lnTo>
                <a:lnTo>
                  <a:pt x="957376" y="456899"/>
                </a:lnTo>
                <a:lnTo>
                  <a:pt x="959766" y="454595"/>
                </a:lnTo>
                <a:lnTo>
                  <a:pt x="963587" y="452993"/>
                </a:lnTo>
                <a:lnTo>
                  <a:pt x="970373" y="451344"/>
                </a:lnTo>
                <a:lnTo>
                  <a:pt x="974342" y="445898"/>
                </a:lnTo>
                <a:lnTo>
                  <a:pt x="978798" y="438624"/>
                </a:lnTo>
                <a:lnTo>
                  <a:pt x="981818" y="417633"/>
                </a:lnTo>
                <a:lnTo>
                  <a:pt x="983030" y="402124"/>
                </a:lnTo>
                <a:lnTo>
                  <a:pt x="982848" y="361674"/>
                </a:lnTo>
                <a:lnTo>
                  <a:pt x="977767" y="350301"/>
                </a:lnTo>
                <a:lnTo>
                  <a:pt x="974933" y="345720"/>
                </a:lnTo>
                <a:lnTo>
                  <a:pt x="972127" y="342237"/>
                </a:lnTo>
                <a:lnTo>
                  <a:pt x="968186" y="335286"/>
                </a:lnTo>
                <a:lnTo>
                  <a:pt x="967720" y="333377"/>
                </a:lnTo>
                <a:lnTo>
                  <a:pt x="968195" y="330669"/>
                </a:lnTo>
                <a:lnTo>
                  <a:pt x="969177" y="330235"/>
                </a:lnTo>
                <a:lnTo>
                  <a:pt x="971719" y="332137"/>
                </a:lnTo>
                <a:lnTo>
                  <a:pt x="980672" y="343931"/>
                </a:lnTo>
                <a:lnTo>
                  <a:pt x="985130" y="350555"/>
                </a:lnTo>
                <a:lnTo>
                  <a:pt x="988240" y="354028"/>
                </a:lnTo>
                <a:lnTo>
                  <a:pt x="990951" y="356331"/>
                </a:lnTo>
                <a:lnTo>
                  <a:pt x="993265" y="360060"/>
                </a:lnTo>
                <a:lnTo>
                  <a:pt x="995450" y="365096"/>
                </a:lnTo>
                <a:lnTo>
                  <a:pt x="997891" y="369372"/>
                </a:lnTo>
                <a:lnTo>
                  <a:pt x="1000941" y="373245"/>
                </a:lnTo>
                <a:lnTo>
                  <a:pt x="1004257" y="376331"/>
                </a:lnTo>
                <a:lnTo>
                  <a:pt x="1007496" y="378247"/>
                </a:lnTo>
                <a:lnTo>
                  <a:pt x="1008980" y="378645"/>
                </a:lnTo>
                <a:lnTo>
                  <a:pt x="1011563" y="378289"/>
                </a:lnTo>
                <a:lnTo>
                  <a:pt x="1012979" y="376240"/>
                </a:lnTo>
                <a:lnTo>
                  <a:pt x="1013609" y="371943"/>
                </a:lnTo>
                <a:lnTo>
                  <a:pt x="1016405" y="370864"/>
                </a:lnTo>
                <a:lnTo>
                  <a:pt x="1019815" y="370272"/>
                </a:lnTo>
                <a:lnTo>
                  <a:pt x="1020751" y="368779"/>
                </a:lnTo>
                <a:lnTo>
                  <a:pt x="1019877" y="366440"/>
                </a:lnTo>
                <a:lnTo>
                  <a:pt x="1016771" y="363313"/>
                </a:lnTo>
                <a:lnTo>
                  <a:pt x="1004080" y="357046"/>
                </a:lnTo>
                <a:lnTo>
                  <a:pt x="1001547" y="355065"/>
                </a:lnTo>
                <a:lnTo>
                  <a:pt x="999645" y="352447"/>
                </a:lnTo>
                <a:lnTo>
                  <a:pt x="998036" y="347016"/>
                </a:lnTo>
                <a:lnTo>
                  <a:pt x="997420" y="342500"/>
                </a:lnTo>
                <a:lnTo>
                  <a:pt x="998207" y="340682"/>
                </a:lnTo>
                <a:lnTo>
                  <a:pt x="1002592" y="337428"/>
                </a:lnTo>
                <a:lnTo>
                  <a:pt x="1002664" y="334625"/>
                </a:lnTo>
                <a:lnTo>
                  <a:pt x="1001705" y="332775"/>
                </a:lnTo>
                <a:lnTo>
                  <a:pt x="975254" y="314213"/>
                </a:lnTo>
                <a:lnTo>
                  <a:pt x="972896" y="311775"/>
                </a:lnTo>
                <a:lnTo>
                  <a:pt x="968273" y="305690"/>
                </a:lnTo>
                <a:lnTo>
                  <a:pt x="960959" y="298706"/>
                </a:lnTo>
                <a:lnTo>
                  <a:pt x="959050" y="297805"/>
                </a:lnTo>
                <a:lnTo>
                  <a:pt x="955866" y="297211"/>
                </a:lnTo>
                <a:lnTo>
                  <a:pt x="953138" y="297555"/>
                </a:lnTo>
                <a:lnTo>
                  <a:pt x="952039" y="298320"/>
                </a:lnTo>
                <a:close/>
                <a:moveTo>
                  <a:pt x="648241" y="347932"/>
                </a:moveTo>
                <a:lnTo>
                  <a:pt x="642794" y="348762"/>
                </a:lnTo>
                <a:lnTo>
                  <a:pt x="637670" y="350133"/>
                </a:lnTo>
                <a:lnTo>
                  <a:pt x="632905" y="352017"/>
                </a:lnTo>
                <a:lnTo>
                  <a:pt x="628532" y="354385"/>
                </a:lnTo>
                <a:lnTo>
                  <a:pt x="624586" y="357208"/>
                </a:lnTo>
                <a:lnTo>
                  <a:pt x="621101" y="360457"/>
                </a:lnTo>
                <a:lnTo>
                  <a:pt x="618113" y="364105"/>
                </a:lnTo>
                <a:lnTo>
                  <a:pt x="615654" y="368122"/>
                </a:lnTo>
                <a:lnTo>
                  <a:pt x="613761" y="372480"/>
                </a:lnTo>
                <a:lnTo>
                  <a:pt x="612466" y="377150"/>
                </a:lnTo>
                <a:lnTo>
                  <a:pt x="611598" y="381441"/>
                </a:lnTo>
                <a:lnTo>
                  <a:pt x="611598" y="451352"/>
                </a:lnTo>
                <a:lnTo>
                  <a:pt x="613317" y="459657"/>
                </a:lnTo>
                <a:lnTo>
                  <a:pt x="616071" y="466314"/>
                </a:lnTo>
                <a:lnTo>
                  <a:pt x="617931" y="469386"/>
                </a:lnTo>
                <a:lnTo>
                  <a:pt x="622509" y="474888"/>
                </a:lnTo>
                <a:lnTo>
                  <a:pt x="628089" y="479361"/>
                </a:lnTo>
                <a:lnTo>
                  <a:pt x="634500" y="482595"/>
                </a:lnTo>
                <a:lnTo>
                  <a:pt x="642274" y="485017"/>
                </a:lnTo>
                <a:lnTo>
                  <a:pt x="657769" y="485634"/>
                </a:lnTo>
                <a:lnTo>
                  <a:pt x="704356" y="485548"/>
                </a:lnTo>
                <a:lnTo>
                  <a:pt x="710843" y="484724"/>
                </a:lnTo>
                <a:lnTo>
                  <a:pt x="720089" y="481248"/>
                </a:lnTo>
                <a:lnTo>
                  <a:pt x="726366" y="477026"/>
                </a:lnTo>
                <a:lnTo>
                  <a:pt x="731603" y="472064"/>
                </a:lnTo>
                <a:lnTo>
                  <a:pt x="736078" y="465049"/>
                </a:lnTo>
                <a:lnTo>
                  <a:pt x="739418" y="454961"/>
                </a:lnTo>
                <a:lnTo>
                  <a:pt x="740071" y="445910"/>
                </a:lnTo>
                <a:lnTo>
                  <a:pt x="740217" y="435217"/>
                </a:lnTo>
                <a:lnTo>
                  <a:pt x="739848" y="378066"/>
                </a:lnTo>
                <a:lnTo>
                  <a:pt x="735483" y="367532"/>
                </a:lnTo>
                <a:lnTo>
                  <a:pt x="732875" y="363548"/>
                </a:lnTo>
                <a:lnTo>
                  <a:pt x="729578" y="359551"/>
                </a:lnTo>
                <a:lnTo>
                  <a:pt x="723745" y="354700"/>
                </a:lnTo>
                <a:lnTo>
                  <a:pt x="717348" y="351338"/>
                </a:lnTo>
                <a:lnTo>
                  <a:pt x="705616" y="347740"/>
                </a:lnTo>
                <a:lnTo>
                  <a:pt x="648241" y="347932"/>
                </a:lnTo>
                <a:close/>
                <a:moveTo>
                  <a:pt x="701566" y="378066"/>
                </a:moveTo>
                <a:lnTo>
                  <a:pt x="704329" y="379657"/>
                </a:lnTo>
                <a:lnTo>
                  <a:pt x="707757" y="383127"/>
                </a:lnTo>
                <a:lnTo>
                  <a:pt x="709184" y="385781"/>
                </a:lnTo>
                <a:lnTo>
                  <a:pt x="709391" y="388140"/>
                </a:lnTo>
                <a:lnTo>
                  <a:pt x="709722" y="408119"/>
                </a:lnTo>
                <a:lnTo>
                  <a:pt x="709511" y="440696"/>
                </a:lnTo>
                <a:lnTo>
                  <a:pt x="709136" y="447881"/>
                </a:lnTo>
                <a:lnTo>
                  <a:pt x="707395" y="450942"/>
                </a:lnTo>
                <a:lnTo>
                  <a:pt x="703977" y="454775"/>
                </a:lnTo>
                <a:lnTo>
                  <a:pt x="695395" y="457427"/>
                </a:lnTo>
                <a:lnTo>
                  <a:pt x="654027" y="457138"/>
                </a:lnTo>
                <a:lnTo>
                  <a:pt x="646795" y="454155"/>
                </a:lnTo>
                <a:lnTo>
                  <a:pt x="644080" y="451198"/>
                </a:lnTo>
                <a:lnTo>
                  <a:pt x="641105" y="445566"/>
                </a:lnTo>
                <a:lnTo>
                  <a:pt x="641202" y="388529"/>
                </a:lnTo>
                <a:lnTo>
                  <a:pt x="644507" y="382038"/>
                </a:lnTo>
                <a:lnTo>
                  <a:pt x="648056" y="378824"/>
                </a:lnTo>
                <a:lnTo>
                  <a:pt x="649880" y="378018"/>
                </a:lnTo>
                <a:lnTo>
                  <a:pt x="651928" y="377747"/>
                </a:lnTo>
                <a:lnTo>
                  <a:pt x="682908" y="377341"/>
                </a:lnTo>
                <a:lnTo>
                  <a:pt x="701566" y="378066"/>
                </a:lnTo>
                <a:close/>
                <a:moveTo>
                  <a:pt x="29266" y="350825"/>
                </a:moveTo>
                <a:lnTo>
                  <a:pt x="1832" y="351066"/>
                </a:lnTo>
                <a:lnTo>
                  <a:pt x="0" y="353332"/>
                </a:lnTo>
                <a:lnTo>
                  <a:pt x="0" y="376765"/>
                </a:lnTo>
                <a:lnTo>
                  <a:pt x="1832" y="379031"/>
                </a:lnTo>
                <a:lnTo>
                  <a:pt x="69959" y="379272"/>
                </a:lnTo>
                <a:lnTo>
                  <a:pt x="74599" y="381245"/>
                </a:lnTo>
                <a:lnTo>
                  <a:pt x="76550" y="382535"/>
                </a:lnTo>
                <a:lnTo>
                  <a:pt x="80036" y="387131"/>
                </a:lnTo>
                <a:lnTo>
                  <a:pt x="79915" y="397647"/>
                </a:lnTo>
                <a:lnTo>
                  <a:pt x="79312" y="400232"/>
                </a:lnTo>
                <a:lnTo>
                  <a:pt x="76999" y="401055"/>
                </a:lnTo>
                <a:lnTo>
                  <a:pt x="73266" y="401318"/>
                </a:lnTo>
                <a:lnTo>
                  <a:pt x="35341" y="401836"/>
                </a:lnTo>
                <a:lnTo>
                  <a:pt x="34423" y="403197"/>
                </a:lnTo>
                <a:lnTo>
                  <a:pt x="33935" y="406477"/>
                </a:lnTo>
                <a:lnTo>
                  <a:pt x="33875" y="423531"/>
                </a:lnTo>
                <a:lnTo>
                  <a:pt x="34582" y="428925"/>
                </a:lnTo>
                <a:lnTo>
                  <a:pt x="35250" y="430066"/>
                </a:lnTo>
                <a:lnTo>
                  <a:pt x="36072" y="430463"/>
                </a:lnTo>
                <a:lnTo>
                  <a:pt x="78011" y="430861"/>
                </a:lnTo>
                <a:lnTo>
                  <a:pt x="80277" y="432693"/>
                </a:lnTo>
                <a:lnTo>
                  <a:pt x="79550" y="447009"/>
                </a:lnTo>
                <a:lnTo>
                  <a:pt x="78522" y="448922"/>
                </a:lnTo>
                <a:lnTo>
                  <a:pt x="76084" y="451270"/>
                </a:lnTo>
                <a:lnTo>
                  <a:pt x="70634" y="454245"/>
                </a:lnTo>
                <a:lnTo>
                  <a:pt x="2025" y="454727"/>
                </a:lnTo>
                <a:lnTo>
                  <a:pt x="0" y="456559"/>
                </a:lnTo>
                <a:lnTo>
                  <a:pt x="0" y="480907"/>
                </a:lnTo>
                <a:lnTo>
                  <a:pt x="1832" y="483174"/>
                </a:lnTo>
                <a:lnTo>
                  <a:pt x="68296" y="483210"/>
                </a:lnTo>
                <a:lnTo>
                  <a:pt x="77628" y="482610"/>
                </a:lnTo>
                <a:lnTo>
                  <a:pt x="84714" y="481646"/>
                </a:lnTo>
                <a:lnTo>
                  <a:pt x="89438" y="480275"/>
                </a:lnTo>
                <a:lnTo>
                  <a:pt x="95899" y="477539"/>
                </a:lnTo>
                <a:lnTo>
                  <a:pt x="101748" y="472575"/>
                </a:lnTo>
                <a:lnTo>
                  <a:pt x="105541" y="467039"/>
                </a:lnTo>
                <a:lnTo>
                  <a:pt x="107538" y="462347"/>
                </a:lnTo>
                <a:lnTo>
                  <a:pt x="109850" y="454768"/>
                </a:lnTo>
                <a:lnTo>
                  <a:pt x="110438" y="450441"/>
                </a:lnTo>
                <a:lnTo>
                  <a:pt x="111158" y="427596"/>
                </a:lnTo>
                <a:lnTo>
                  <a:pt x="110640" y="387299"/>
                </a:lnTo>
                <a:lnTo>
                  <a:pt x="109783" y="378229"/>
                </a:lnTo>
                <a:lnTo>
                  <a:pt x="106276" y="367275"/>
                </a:lnTo>
                <a:lnTo>
                  <a:pt x="103724" y="363007"/>
                </a:lnTo>
                <a:lnTo>
                  <a:pt x="102112" y="361107"/>
                </a:lnTo>
                <a:lnTo>
                  <a:pt x="98204" y="357766"/>
                </a:lnTo>
                <a:lnTo>
                  <a:pt x="93368" y="355019"/>
                </a:lnTo>
                <a:lnTo>
                  <a:pt x="85591" y="352246"/>
                </a:lnTo>
                <a:lnTo>
                  <a:pt x="79310" y="351252"/>
                </a:lnTo>
                <a:lnTo>
                  <a:pt x="69398" y="350763"/>
                </a:lnTo>
                <a:lnTo>
                  <a:pt x="29266" y="350825"/>
                </a:lnTo>
                <a:close/>
                <a:moveTo>
                  <a:pt x="220002" y="350729"/>
                </a:moveTo>
                <a:lnTo>
                  <a:pt x="216985" y="351231"/>
                </a:lnTo>
                <a:lnTo>
                  <a:pt x="216386" y="351645"/>
                </a:lnTo>
                <a:lnTo>
                  <a:pt x="216129" y="352606"/>
                </a:lnTo>
                <a:lnTo>
                  <a:pt x="215277" y="397979"/>
                </a:lnTo>
                <a:lnTo>
                  <a:pt x="213445" y="400004"/>
                </a:lnTo>
                <a:lnTo>
                  <a:pt x="170408" y="399954"/>
                </a:lnTo>
                <a:lnTo>
                  <a:pt x="155250" y="399522"/>
                </a:lnTo>
                <a:lnTo>
                  <a:pt x="154068" y="397769"/>
                </a:lnTo>
                <a:lnTo>
                  <a:pt x="153500" y="392218"/>
                </a:lnTo>
                <a:lnTo>
                  <a:pt x="153321" y="352320"/>
                </a:lnTo>
                <a:lnTo>
                  <a:pt x="151494" y="351257"/>
                </a:lnTo>
                <a:lnTo>
                  <a:pt x="148964" y="350958"/>
                </a:lnTo>
                <a:lnTo>
                  <a:pt x="124875" y="350825"/>
                </a:lnTo>
                <a:lnTo>
                  <a:pt x="122946" y="352754"/>
                </a:lnTo>
                <a:lnTo>
                  <a:pt x="122946" y="481004"/>
                </a:lnTo>
                <a:lnTo>
                  <a:pt x="124310" y="482292"/>
                </a:lnTo>
                <a:lnTo>
                  <a:pt x="126586" y="483051"/>
                </a:lnTo>
                <a:lnTo>
                  <a:pt x="129417" y="483298"/>
                </a:lnTo>
                <a:lnTo>
                  <a:pt x="151345" y="483174"/>
                </a:lnTo>
                <a:lnTo>
                  <a:pt x="153418" y="481100"/>
                </a:lnTo>
                <a:lnTo>
                  <a:pt x="153396" y="440774"/>
                </a:lnTo>
                <a:lnTo>
                  <a:pt x="154039" y="431263"/>
                </a:lnTo>
                <a:lnTo>
                  <a:pt x="154761" y="429772"/>
                </a:lnTo>
                <a:lnTo>
                  <a:pt x="155718" y="429331"/>
                </a:lnTo>
                <a:lnTo>
                  <a:pt x="166581" y="429019"/>
                </a:lnTo>
                <a:lnTo>
                  <a:pt x="213541" y="428932"/>
                </a:lnTo>
                <a:lnTo>
                  <a:pt x="215518" y="431488"/>
                </a:lnTo>
                <a:lnTo>
                  <a:pt x="215518" y="481052"/>
                </a:lnTo>
                <a:lnTo>
                  <a:pt x="217929" y="483463"/>
                </a:lnTo>
                <a:lnTo>
                  <a:pt x="243434" y="483174"/>
                </a:lnTo>
                <a:lnTo>
                  <a:pt x="245604" y="481004"/>
                </a:lnTo>
                <a:lnTo>
                  <a:pt x="245411" y="353236"/>
                </a:lnTo>
                <a:lnTo>
                  <a:pt x="244117" y="351601"/>
                </a:lnTo>
                <a:lnTo>
                  <a:pt x="241619" y="351170"/>
                </a:lnTo>
                <a:lnTo>
                  <a:pt x="220002" y="350729"/>
                </a:lnTo>
                <a:close/>
                <a:moveTo>
                  <a:pt x="288080" y="351356"/>
                </a:moveTo>
                <a:lnTo>
                  <a:pt x="282940" y="352596"/>
                </a:lnTo>
                <a:lnTo>
                  <a:pt x="275966" y="355208"/>
                </a:lnTo>
                <a:lnTo>
                  <a:pt x="272314" y="357238"/>
                </a:lnTo>
                <a:lnTo>
                  <a:pt x="269012" y="360147"/>
                </a:lnTo>
                <a:lnTo>
                  <a:pt x="266194" y="363561"/>
                </a:lnTo>
                <a:lnTo>
                  <a:pt x="262969" y="369466"/>
                </a:lnTo>
                <a:lnTo>
                  <a:pt x="261552" y="373817"/>
                </a:lnTo>
                <a:lnTo>
                  <a:pt x="259875" y="382116"/>
                </a:lnTo>
                <a:lnTo>
                  <a:pt x="259466" y="400248"/>
                </a:lnTo>
                <a:lnTo>
                  <a:pt x="259634" y="451352"/>
                </a:lnTo>
                <a:lnTo>
                  <a:pt x="261816" y="460716"/>
                </a:lnTo>
                <a:lnTo>
                  <a:pt x="265146" y="468552"/>
                </a:lnTo>
                <a:lnTo>
                  <a:pt x="268274" y="472693"/>
                </a:lnTo>
                <a:lnTo>
                  <a:pt x="274511" y="477535"/>
                </a:lnTo>
                <a:lnTo>
                  <a:pt x="281993" y="480878"/>
                </a:lnTo>
                <a:lnTo>
                  <a:pt x="287663" y="482153"/>
                </a:lnTo>
                <a:lnTo>
                  <a:pt x="296313" y="482840"/>
                </a:lnTo>
                <a:lnTo>
                  <a:pt x="310209" y="483120"/>
                </a:lnTo>
                <a:lnTo>
                  <a:pt x="367489" y="483174"/>
                </a:lnTo>
                <a:lnTo>
                  <a:pt x="369321" y="480907"/>
                </a:lnTo>
                <a:lnTo>
                  <a:pt x="369243" y="459994"/>
                </a:lnTo>
                <a:lnTo>
                  <a:pt x="368984" y="456999"/>
                </a:lnTo>
                <a:lnTo>
                  <a:pt x="367995" y="455140"/>
                </a:lnTo>
                <a:lnTo>
                  <a:pt x="366162" y="454684"/>
                </a:lnTo>
                <a:lnTo>
                  <a:pt x="359752" y="454560"/>
                </a:lnTo>
                <a:lnTo>
                  <a:pt x="299652" y="454245"/>
                </a:lnTo>
                <a:lnTo>
                  <a:pt x="294909" y="451901"/>
                </a:lnTo>
                <a:lnTo>
                  <a:pt x="291577" y="448897"/>
                </a:lnTo>
                <a:lnTo>
                  <a:pt x="289806" y="444491"/>
                </a:lnTo>
                <a:lnTo>
                  <a:pt x="289286" y="438045"/>
                </a:lnTo>
                <a:lnTo>
                  <a:pt x="289546" y="433175"/>
                </a:lnTo>
                <a:lnTo>
                  <a:pt x="291311" y="431102"/>
                </a:lnTo>
                <a:lnTo>
                  <a:pt x="367441" y="430234"/>
                </a:lnTo>
                <a:lnTo>
                  <a:pt x="368570" y="428989"/>
                </a:lnTo>
                <a:lnTo>
                  <a:pt x="368996" y="427136"/>
                </a:lnTo>
                <a:lnTo>
                  <a:pt x="369321" y="415722"/>
                </a:lnTo>
                <a:lnTo>
                  <a:pt x="369321" y="403957"/>
                </a:lnTo>
                <a:lnTo>
                  <a:pt x="367489" y="401691"/>
                </a:lnTo>
                <a:lnTo>
                  <a:pt x="291229" y="400849"/>
                </a:lnTo>
                <a:lnTo>
                  <a:pt x="290254" y="400571"/>
                </a:lnTo>
                <a:lnTo>
                  <a:pt x="289750" y="399928"/>
                </a:lnTo>
                <a:lnTo>
                  <a:pt x="289299" y="396122"/>
                </a:lnTo>
                <a:lnTo>
                  <a:pt x="289792" y="388945"/>
                </a:lnTo>
                <a:lnTo>
                  <a:pt x="292207" y="383837"/>
                </a:lnTo>
                <a:lnTo>
                  <a:pt x="293649" y="382159"/>
                </a:lnTo>
                <a:lnTo>
                  <a:pt x="294911" y="381390"/>
                </a:lnTo>
                <a:lnTo>
                  <a:pt x="300809" y="379272"/>
                </a:lnTo>
                <a:lnTo>
                  <a:pt x="366766" y="379272"/>
                </a:lnTo>
                <a:lnTo>
                  <a:pt x="369321" y="377295"/>
                </a:lnTo>
                <a:lnTo>
                  <a:pt x="369321" y="352320"/>
                </a:lnTo>
                <a:lnTo>
                  <a:pt x="367052" y="351258"/>
                </a:lnTo>
                <a:lnTo>
                  <a:pt x="357110" y="350913"/>
                </a:lnTo>
                <a:lnTo>
                  <a:pt x="288080" y="351356"/>
                </a:lnTo>
                <a:close/>
                <a:moveTo>
                  <a:pt x="385570" y="351693"/>
                </a:moveTo>
                <a:lnTo>
                  <a:pt x="384750" y="352609"/>
                </a:lnTo>
                <a:lnTo>
                  <a:pt x="384750" y="481052"/>
                </a:lnTo>
                <a:lnTo>
                  <a:pt x="387113" y="483415"/>
                </a:lnTo>
                <a:lnTo>
                  <a:pt x="405133" y="483375"/>
                </a:lnTo>
                <a:lnTo>
                  <a:pt x="411932" y="482863"/>
                </a:lnTo>
                <a:lnTo>
                  <a:pt x="413524" y="482261"/>
                </a:lnTo>
                <a:lnTo>
                  <a:pt x="414546" y="481341"/>
                </a:lnTo>
                <a:lnTo>
                  <a:pt x="414914" y="479524"/>
                </a:lnTo>
                <a:lnTo>
                  <a:pt x="415274" y="440977"/>
                </a:lnTo>
                <a:lnTo>
                  <a:pt x="415684" y="437163"/>
                </a:lnTo>
                <a:lnTo>
                  <a:pt x="416478" y="435448"/>
                </a:lnTo>
                <a:lnTo>
                  <a:pt x="417777" y="434718"/>
                </a:lnTo>
                <a:lnTo>
                  <a:pt x="420759" y="434518"/>
                </a:lnTo>
                <a:lnTo>
                  <a:pt x="458465" y="434238"/>
                </a:lnTo>
                <a:lnTo>
                  <a:pt x="470297" y="433622"/>
                </a:lnTo>
                <a:lnTo>
                  <a:pt x="480890" y="431101"/>
                </a:lnTo>
                <a:lnTo>
                  <a:pt x="484985" y="429315"/>
                </a:lnTo>
                <a:lnTo>
                  <a:pt x="488622" y="427110"/>
                </a:lnTo>
                <a:lnTo>
                  <a:pt x="493172" y="423052"/>
                </a:lnTo>
                <a:lnTo>
                  <a:pt x="496061" y="419100"/>
                </a:lnTo>
                <a:lnTo>
                  <a:pt x="497645" y="415473"/>
                </a:lnTo>
                <a:lnTo>
                  <a:pt x="500079" y="406995"/>
                </a:lnTo>
                <a:lnTo>
                  <a:pt x="500356" y="383525"/>
                </a:lnTo>
                <a:lnTo>
                  <a:pt x="499903" y="377809"/>
                </a:lnTo>
                <a:lnTo>
                  <a:pt x="497071" y="367867"/>
                </a:lnTo>
                <a:lnTo>
                  <a:pt x="495068" y="364149"/>
                </a:lnTo>
                <a:lnTo>
                  <a:pt x="492400" y="360727"/>
                </a:lnTo>
                <a:lnTo>
                  <a:pt x="489259" y="357809"/>
                </a:lnTo>
                <a:lnTo>
                  <a:pt x="485832" y="355601"/>
                </a:lnTo>
                <a:lnTo>
                  <a:pt x="476739" y="352010"/>
                </a:lnTo>
                <a:lnTo>
                  <a:pt x="469366" y="351115"/>
                </a:lnTo>
                <a:lnTo>
                  <a:pt x="451214" y="350844"/>
                </a:lnTo>
                <a:lnTo>
                  <a:pt x="386341" y="350825"/>
                </a:lnTo>
                <a:lnTo>
                  <a:pt x="385570" y="351693"/>
                </a:lnTo>
                <a:close/>
                <a:moveTo>
                  <a:pt x="460205" y="379802"/>
                </a:moveTo>
                <a:lnTo>
                  <a:pt x="464999" y="381664"/>
                </a:lnTo>
                <a:lnTo>
                  <a:pt x="467202" y="383280"/>
                </a:lnTo>
                <a:lnTo>
                  <a:pt x="468717" y="385294"/>
                </a:lnTo>
                <a:lnTo>
                  <a:pt x="469896" y="389252"/>
                </a:lnTo>
                <a:lnTo>
                  <a:pt x="469987" y="393604"/>
                </a:lnTo>
                <a:lnTo>
                  <a:pt x="469192" y="398375"/>
                </a:lnTo>
                <a:lnTo>
                  <a:pt x="467471" y="400921"/>
                </a:lnTo>
                <a:lnTo>
                  <a:pt x="463881" y="403716"/>
                </a:lnTo>
                <a:lnTo>
                  <a:pt x="461952" y="404392"/>
                </a:lnTo>
                <a:lnTo>
                  <a:pt x="455480" y="404687"/>
                </a:lnTo>
                <a:lnTo>
                  <a:pt x="417102" y="404825"/>
                </a:lnTo>
                <a:lnTo>
                  <a:pt x="415125" y="402270"/>
                </a:lnTo>
                <a:lnTo>
                  <a:pt x="415423" y="384060"/>
                </a:lnTo>
                <a:lnTo>
                  <a:pt x="416242" y="380953"/>
                </a:lnTo>
                <a:lnTo>
                  <a:pt x="417825" y="379513"/>
                </a:lnTo>
                <a:lnTo>
                  <a:pt x="438581" y="379133"/>
                </a:lnTo>
                <a:lnTo>
                  <a:pt x="460205" y="379802"/>
                </a:lnTo>
                <a:close/>
                <a:moveTo>
                  <a:pt x="539759" y="351549"/>
                </a:moveTo>
                <a:lnTo>
                  <a:pt x="535238" y="352710"/>
                </a:lnTo>
                <a:lnTo>
                  <a:pt x="528752" y="355089"/>
                </a:lnTo>
                <a:lnTo>
                  <a:pt x="525446" y="357075"/>
                </a:lnTo>
                <a:lnTo>
                  <a:pt x="522155" y="359847"/>
                </a:lnTo>
                <a:lnTo>
                  <a:pt x="519205" y="363088"/>
                </a:lnTo>
                <a:lnTo>
                  <a:pt x="516923" y="366480"/>
                </a:lnTo>
                <a:lnTo>
                  <a:pt x="513245" y="375866"/>
                </a:lnTo>
                <a:lnTo>
                  <a:pt x="512385" y="385775"/>
                </a:lnTo>
                <a:lnTo>
                  <a:pt x="512132" y="398793"/>
                </a:lnTo>
                <a:lnTo>
                  <a:pt x="512036" y="481052"/>
                </a:lnTo>
                <a:lnTo>
                  <a:pt x="514398" y="483415"/>
                </a:lnTo>
                <a:lnTo>
                  <a:pt x="536458" y="483183"/>
                </a:lnTo>
                <a:lnTo>
                  <a:pt x="539941" y="482493"/>
                </a:lnTo>
                <a:lnTo>
                  <a:pt x="541398" y="481100"/>
                </a:lnTo>
                <a:lnTo>
                  <a:pt x="541808" y="469758"/>
                </a:lnTo>
                <a:lnTo>
                  <a:pt x="542206" y="394254"/>
                </a:lnTo>
                <a:lnTo>
                  <a:pt x="542689" y="388623"/>
                </a:lnTo>
                <a:lnTo>
                  <a:pt x="544469" y="383984"/>
                </a:lnTo>
                <a:lnTo>
                  <a:pt x="547719" y="381549"/>
                </a:lnTo>
                <a:lnTo>
                  <a:pt x="553523" y="379583"/>
                </a:lnTo>
                <a:lnTo>
                  <a:pt x="563369" y="379151"/>
                </a:lnTo>
                <a:lnTo>
                  <a:pt x="599400" y="379031"/>
                </a:lnTo>
                <a:lnTo>
                  <a:pt x="601232" y="376765"/>
                </a:lnTo>
                <a:lnTo>
                  <a:pt x="601100" y="354972"/>
                </a:lnTo>
                <a:lnTo>
                  <a:pt x="600800" y="352629"/>
                </a:lnTo>
                <a:lnTo>
                  <a:pt x="599738" y="350825"/>
                </a:lnTo>
                <a:lnTo>
                  <a:pt x="551864" y="350993"/>
                </a:lnTo>
                <a:lnTo>
                  <a:pt x="539759" y="351549"/>
                </a:lnTo>
                <a:close/>
                <a:moveTo>
                  <a:pt x="839170" y="362927"/>
                </a:moveTo>
                <a:lnTo>
                  <a:pt x="835115" y="365348"/>
                </a:lnTo>
                <a:lnTo>
                  <a:pt x="831061" y="366908"/>
                </a:lnTo>
                <a:lnTo>
                  <a:pt x="828117" y="368773"/>
                </a:lnTo>
                <a:lnTo>
                  <a:pt x="819589" y="376421"/>
                </a:lnTo>
                <a:lnTo>
                  <a:pt x="815303" y="379343"/>
                </a:lnTo>
                <a:lnTo>
                  <a:pt x="813750" y="381414"/>
                </a:lnTo>
                <a:lnTo>
                  <a:pt x="813375" y="383129"/>
                </a:lnTo>
                <a:lnTo>
                  <a:pt x="813753" y="383978"/>
                </a:lnTo>
                <a:lnTo>
                  <a:pt x="820208" y="390960"/>
                </a:lnTo>
                <a:lnTo>
                  <a:pt x="821405" y="393464"/>
                </a:lnTo>
                <a:lnTo>
                  <a:pt x="820330" y="400956"/>
                </a:lnTo>
                <a:lnTo>
                  <a:pt x="819785" y="411825"/>
                </a:lnTo>
                <a:lnTo>
                  <a:pt x="819268" y="413748"/>
                </a:lnTo>
                <a:lnTo>
                  <a:pt x="817804" y="416027"/>
                </a:lnTo>
                <a:lnTo>
                  <a:pt x="814966" y="418904"/>
                </a:lnTo>
                <a:lnTo>
                  <a:pt x="807782" y="417313"/>
                </a:lnTo>
                <a:lnTo>
                  <a:pt x="802004" y="419345"/>
                </a:lnTo>
                <a:lnTo>
                  <a:pt x="799652" y="419633"/>
                </a:lnTo>
                <a:lnTo>
                  <a:pt x="791978" y="417535"/>
                </a:lnTo>
                <a:lnTo>
                  <a:pt x="789040" y="417361"/>
                </a:lnTo>
                <a:lnTo>
                  <a:pt x="787779" y="417699"/>
                </a:lnTo>
                <a:lnTo>
                  <a:pt x="785332" y="419354"/>
                </a:lnTo>
                <a:lnTo>
                  <a:pt x="779499" y="426316"/>
                </a:lnTo>
                <a:lnTo>
                  <a:pt x="775133" y="430466"/>
                </a:lnTo>
                <a:lnTo>
                  <a:pt x="770638" y="433231"/>
                </a:lnTo>
                <a:lnTo>
                  <a:pt x="767839" y="434120"/>
                </a:lnTo>
                <a:lnTo>
                  <a:pt x="765343" y="434382"/>
                </a:lnTo>
                <a:lnTo>
                  <a:pt x="762521" y="436268"/>
                </a:lnTo>
                <a:lnTo>
                  <a:pt x="761515" y="438360"/>
                </a:lnTo>
                <a:lnTo>
                  <a:pt x="761381" y="440772"/>
                </a:lnTo>
                <a:lnTo>
                  <a:pt x="762268" y="443204"/>
                </a:lnTo>
                <a:lnTo>
                  <a:pt x="763763" y="444852"/>
                </a:lnTo>
                <a:lnTo>
                  <a:pt x="765680" y="445983"/>
                </a:lnTo>
                <a:lnTo>
                  <a:pt x="767721" y="446523"/>
                </a:lnTo>
                <a:lnTo>
                  <a:pt x="770370" y="446053"/>
                </a:lnTo>
                <a:lnTo>
                  <a:pt x="772289" y="444498"/>
                </a:lnTo>
                <a:lnTo>
                  <a:pt x="783475" y="437792"/>
                </a:lnTo>
                <a:lnTo>
                  <a:pt x="790022" y="430165"/>
                </a:lnTo>
                <a:lnTo>
                  <a:pt x="792106" y="428559"/>
                </a:lnTo>
                <a:lnTo>
                  <a:pt x="793594" y="428507"/>
                </a:lnTo>
                <a:lnTo>
                  <a:pt x="798994" y="430561"/>
                </a:lnTo>
                <a:lnTo>
                  <a:pt x="801888" y="431048"/>
                </a:lnTo>
                <a:lnTo>
                  <a:pt x="804288" y="430585"/>
                </a:lnTo>
                <a:lnTo>
                  <a:pt x="807204" y="428450"/>
                </a:lnTo>
                <a:lnTo>
                  <a:pt x="815663" y="428866"/>
                </a:lnTo>
                <a:lnTo>
                  <a:pt x="818298" y="428629"/>
                </a:lnTo>
                <a:lnTo>
                  <a:pt x="821476" y="427279"/>
                </a:lnTo>
                <a:lnTo>
                  <a:pt x="831356" y="419073"/>
                </a:lnTo>
                <a:lnTo>
                  <a:pt x="832088" y="417543"/>
                </a:lnTo>
                <a:lnTo>
                  <a:pt x="832102" y="416340"/>
                </a:lnTo>
                <a:lnTo>
                  <a:pt x="830086" y="410888"/>
                </a:lnTo>
                <a:lnTo>
                  <a:pt x="829734" y="404914"/>
                </a:lnTo>
                <a:lnTo>
                  <a:pt x="830676" y="400422"/>
                </a:lnTo>
                <a:lnTo>
                  <a:pt x="833006" y="394452"/>
                </a:lnTo>
                <a:lnTo>
                  <a:pt x="833288" y="392043"/>
                </a:lnTo>
                <a:lnTo>
                  <a:pt x="832319" y="388865"/>
                </a:lnTo>
                <a:lnTo>
                  <a:pt x="829533" y="385128"/>
                </a:lnTo>
                <a:lnTo>
                  <a:pt x="828804" y="383225"/>
                </a:lnTo>
                <a:lnTo>
                  <a:pt x="829866" y="381039"/>
                </a:lnTo>
                <a:lnTo>
                  <a:pt x="832667" y="378386"/>
                </a:lnTo>
                <a:lnTo>
                  <a:pt x="841796" y="372915"/>
                </a:lnTo>
                <a:lnTo>
                  <a:pt x="843331" y="371310"/>
                </a:lnTo>
                <a:lnTo>
                  <a:pt x="844290" y="366830"/>
                </a:lnTo>
                <a:lnTo>
                  <a:pt x="844088" y="363843"/>
                </a:lnTo>
                <a:lnTo>
                  <a:pt x="842008" y="362535"/>
                </a:lnTo>
                <a:lnTo>
                  <a:pt x="839170" y="362927"/>
                </a:lnTo>
                <a:close/>
                <a:moveTo>
                  <a:pt x="639948" y="508438"/>
                </a:moveTo>
                <a:lnTo>
                  <a:pt x="620566" y="508727"/>
                </a:lnTo>
                <a:lnTo>
                  <a:pt x="618348" y="510945"/>
                </a:lnTo>
                <a:lnTo>
                  <a:pt x="618244" y="630942"/>
                </a:lnTo>
                <a:lnTo>
                  <a:pt x="618348" y="638520"/>
                </a:lnTo>
                <a:lnTo>
                  <a:pt x="618916" y="639726"/>
                </a:lnTo>
                <a:lnTo>
                  <a:pt x="621362" y="640762"/>
                </a:lnTo>
                <a:lnTo>
                  <a:pt x="624770" y="641059"/>
                </a:lnTo>
                <a:lnTo>
                  <a:pt x="645830" y="641027"/>
                </a:lnTo>
                <a:lnTo>
                  <a:pt x="648000" y="639002"/>
                </a:lnTo>
                <a:lnTo>
                  <a:pt x="648121" y="552433"/>
                </a:lnTo>
                <a:lnTo>
                  <a:pt x="648327" y="542340"/>
                </a:lnTo>
                <a:lnTo>
                  <a:pt x="648905" y="539545"/>
                </a:lnTo>
                <a:lnTo>
                  <a:pt x="650266" y="538427"/>
                </a:lnTo>
                <a:lnTo>
                  <a:pt x="656561" y="538124"/>
                </a:lnTo>
                <a:lnTo>
                  <a:pt x="701134" y="537933"/>
                </a:lnTo>
                <a:lnTo>
                  <a:pt x="708144" y="538447"/>
                </a:lnTo>
                <a:lnTo>
                  <a:pt x="708991" y="539960"/>
                </a:lnTo>
                <a:lnTo>
                  <a:pt x="709266" y="541867"/>
                </a:lnTo>
                <a:lnTo>
                  <a:pt x="709665" y="556123"/>
                </a:lnTo>
                <a:lnTo>
                  <a:pt x="710100" y="639436"/>
                </a:lnTo>
                <a:lnTo>
                  <a:pt x="711443" y="640428"/>
                </a:lnTo>
                <a:lnTo>
                  <a:pt x="714856" y="640915"/>
                </a:lnTo>
                <a:lnTo>
                  <a:pt x="738498" y="641075"/>
                </a:lnTo>
                <a:lnTo>
                  <a:pt x="740137" y="639243"/>
                </a:lnTo>
                <a:lnTo>
                  <a:pt x="740208" y="537616"/>
                </a:lnTo>
                <a:lnTo>
                  <a:pt x="740053" y="514161"/>
                </a:lnTo>
                <a:lnTo>
                  <a:pt x="739698" y="510089"/>
                </a:lnTo>
                <a:lnTo>
                  <a:pt x="737196" y="508854"/>
                </a:lnTo>
                <a:lnTo>
                  <a:pt x="733145" y="508503"/>
                </a:lnTo>
                <a:lnTo>
                  <a:pt x="639948" y="508438"/>
                </a:lnTo>
                <a:close/>
                <a:moveTo>
                  <a:pt x="155732" y="509691"/>
                </a:moveTo>
                <a:lnTo>
                  <a:pt x="146635" y="511681"/>
                </a:lnTo>
                <a:lnTo>
                  <a:pt x="142742" y="513060"/>
                </a:lnTo>
                <a:lnTo>
                  <a:pt x="136175" y="516646"/>
                </a:lnTo>
                <a:lnTo>
                  <a:pt x="133463" y="518880"/>
                </a:lnTo>
                <a:lnTo>
                  <a:pt x="131106" y="521425"/>
                </a:lnTo>
                <a:lnTo>
                  <a:pt x="127386" y="527497"/>
                </a:lnTo>
                <a:lnTo>
                  <a:pt x="124169" y="537449"/>
                </a:lnTo>
                <a:lnTo>
                  <a:pt x="123576" y="543611"/>
                </a:lnTo>
                <a:lnTo>
                  <a:pt x="123278" y="563284"/>
                </a:lnTo>
                <a:lnTo>
                  <a:pt x="123183" y="629608"/>
                </a:lnTo>
                <a:lnTo>
                  <a:pt x="123477" y="640207"/>
                </a:lnTo>
                <a:lnTo>
                  <a:pt x="124111" y="641162"/>
                </a:lnTo>
                <a:lnTo>
                  <a:pt x="125411" y="641755"/>
                </a:lnTo>
                <a:lnTo>
                  <a:pt x="132307" y="642127"/>
                </a:lnTo>
                <a:lnTo>
                  <a:pt x="151538" y="641799"/>
                </a:lnTo>
                <a:lnTo>
                  <a:pt x="153321" y="639388"/>
                </a:lnTo>
                <a:lnTo>
                  <a:pt x="153843" y="550730"/>
                </a:lnTo>
                <a:lnTo>
                  <a:pt x="154141" y="546238"/>
                </a:lnTo>
                <a:lnTo>
                  <a:pt x="156371" y="542652"/>
                </a:lnTo>
                <a:lnTo>
                  <a:pt x="158963" y="540115"/>
                </a:lnTo>
                <a:lnTo>
                  <a:pt x="163467" y="539187"/>
                </a:lnTo>
                <a:lnTo>
                  <a:pt x="175426" y="538517"/>
                </a:lnTo>
                <a:lnTo>
                  <a:pt x="210066" y="538133"/>
                </a:lnTo>
                <a:lnTo>
                  <a:pt x="211422" y="537434"/>
                </a:lnTo>
                <a:lnTo>
                  <a:pt x="212052" y="536087"/>
                </a:lnTo>
                <a:lnTo>
                  <a:pt x="212584" y="529474"/>
                </a:lnTo>
                <a:lnTo>
                  <a:pt x="212625" y="511475"/>
                </a:lnTo>
                <a:lnTo>
                  <a:pt x="210793" y="509209"/>
                </a:lnTo>
                <a:lnTo>
                  <a:pt x="167705" y="509202"/>
                </a:lnTo>
                <a:lnTo>
                  <a:pt x="155732" y="509691"/>
                </a:lnTo>
                <a:close/>
                <a:moveTo>
                  <a:pt x="228680" y="509547"/>
                </a:moveTo>
                <a:lnTo>
                  <a:pt x="227330" y="510849"/>
                </a:lnTo>
                <a:lnTo>
                  <a:pt x="227120" y="519604"/>
                </a:lnTo>
                <a:lnTo>
                  <a:pt x="227798" y="637460"/>
                </a:lnTo>
                <a:lnTo>
                  <a:pt x="228968" y="640558"/>
                </a:lnTo>
                <a:lnTo>
                  <a:pt x="229645" y="641268"/>
                </a:lnTo>
                <a:lnTo>
                  <a:pt x="231035" y="641681"/>
                </a:lnTo>
                <a:lnTo>
                  <a:pt x="255783" y="642059"/>
                </a:lnTo>
                <a:lnTo>
                  <a:pt x="257469" y="640450"/>
                </a:lnTo>
                <a:lnTo>
                  <a:pt x="257852" y="637922"/>
                </a:lnTo>
                <a:lnTo>
                  <a:pt x="258070" y="600426"/>
                </a:lnTo>
                <a:lnTo>
                  <a:pt x="258363" y="596539"/>
                </a:lnTo>
                <a:lnTo>
                  <a:pt x="258923" y="594721"/>
                </a:lnTo>
                <a:lnTo>
                  <a:pt x="259827" y="594018"/>
                </a:lnTo>
                <a:lnTo>
                  <a:pt x="261308" y="593903"/>
                </a:lnTo>
                <a:lnTo>
                  <a:pt x="302407" y="593305"/>
                </a:lnTo>
                <a:lnTo>
                  <a:pt x="312282" y="592731"/>
                </a:lnTo>
                <a:lnTo>
                  <a:pt x="316825" y="591987"/>
                </a:lnTo>
                <a:lnTo>
                  <a:pt x="324011" y="590005"/>
                </a:lnTo>
                <a:lnTo>
                  <a:pt x="328758" y="587937"/>
                </a:lnTo>
                <a:lnTo>
                  <a:pt x="332781" y="585291"/>
                </a:lnTo>
                <a:lnTo>
                  <a:pt x="336139" y="582021"/>
                </a:lnTo>
                <a:lnTo>
                  <a:pt x="338890" y="578079"/>
                </a:lnTo>
                <a:lnTo>
                  <a:pt x="341349" y="572744"/>
                </a:lnTo>
                <a:lnTo>
                  <a:pt x="342169" y="569511"/>
                </a:lnTo>
                <a:lnTo>
                  <a:pt x="342755" y="558710"/>
                </a:lnTo>
                <a:lnTo>
                  <a:pt x="342562" y="532352"/>
                </a:lnTo>
                <a:lnTo>
                  <a:pt x="339042" y="524680"/>
                </a:lnTo>
                <a:lnTo>
                  <a:pt x="337306" y="522060"/>
                </a:lnTo>
                <a:lnTo>
                  <a:pt x="332979" y="517523"/>
                </a:lnTo>
                <a:lnTo>
                  <a:pt x="327534" y="513937"/>
                </a:lnTo>
                <a:lnTo>
                  <a:pt x="324400" y="512506"/>
                </a:lnTo>
                <a:lnTo>
                  <a:pt x="317327" y="510381"/>
                </a:lnTo>
                <a:lnTo>
                  <a:pt x="309625" y="509466"/>
                </a:lnTo>
                <a:lnTo>
                  <a:pt x="292799" y="509144"/>
                </a:lnTo>
                <a:lnTo>
                  <a:pt x="246602" y="509062"/>
                </a:lnTo>
                <a:lnTo>
                  <a:pt x="228680" y="509547"/>
                </a:lnTo>
                <a:close/>
                <a:moveTo>
                  <a:pt x="302593" y="538620"/>
                </a:moveTo>
                <a:lnTo>
                  <a:pt x="306383" y="539715"/>
                </a:lnTo>
                <a:lnTo>
                  <a:pt x="309012" y="541026"/>
                </a:lnTo>
                <a:lnTo>
                  <a:pt x="310776" y="542717"/>
                </a:lnTo>
                <a:lnTo>
                  <a:pt x="312429" y="545466"/>
                </a:lnTo>
                <a:lnTo>
                  <a:pt x="312429" y="557038"/>
                </a:lnTo>
                <a:lnTo>
                  <a:pt x="309879" y="560238"/>
                </a:lnTo>
                <a:lnTo>
                  <a:pt x="305534" y="563209"/>
                </a:lnTo>
                <a:lnTo>
                  <a:pt x="259971" y="563499"/>
                </a:lnTo>
                <a:lnTo>
                  <a:pt x="257946" y="560895"/>
                </a:lnTo>
                <a:lnTo>
                  <a:pt x="258149" y="542498"/>
                </a:lnTo>
                <a:lnTo>
                  <a:pt x="258764" y="539671"/>
                </a:lnTo>
                <a:lnTo>
                  <a:pt x="260020" y="538524"/>
                </a:lnTo>
                <a:lnTo>
                  <a:pt x="288388" y="537918"/>
                </a:lnTo>
                <a:lnTo>
                  <a:pt x="298124" y="538084"/>
                </a:lnTo>
                <a:lnTo>
                  <a:pt x="302593" y="538620"/>
                </a:lnTo>
                <a:close/>
                <a:moveTo>
                  <a:pt x="482095" y="509884"/>
                </a:moveTo>
                <a:lnTo>
                  <a:pt x="480938" y="510800"/>
                </a:lnTo>
                <a:lnTo>
                  <a:pt x="480821" y="619139"/>
                </a:lnTo>
                <a:lnTo>
                  <a:pt x="481004" y="633572"/>
                </a:lnTo>
                <a:lnTo>
                  <a:pt x="481869" y="641074"/>
                </a:lnTo>
                <a:lnTo>
                  <a:pt x="483011" y="641750"/>
                </a:lnTo>
                <a:lnTo>
                  <a:pt x="484990" y="641892"/>
                </a:lnTo>
                <a:lnTo>
                  <a:pt x="504984" y="642104"/>
                </a:lnTo>
                <a:lnTo>
                  <a:pt x="507993" y="641560"/>
                </a:lnTo>
                <a:lnTo>
                  <a:pt x="510348" y="639725"/>
                </a:lnTo>
                <a:lnTo>
                  <a:pt x="510598" y="550531"/>
                </a:lnTo>
                <a:lnTo>
                  <a:pt x="510782" y="540404"/>
                </a:lnTo>
                <a:lnTo>
                  <a:pt x="511439" y="539180"/>
                </a:lnTo>
                <a:lnTo>
                  <a:pt x="515296" y="538210"/>
                </a:lnTo>
                <a:lnTo>
                  <a:pt x="521885" y="537964"/>
                </a:lnTo>
                <a:lnTo>
                  <a:pt x="568929" y="537897"/>
                </a:lnTo>
                <a:lnTo>
                  <a:pt x="571918" y="540597"/>
                </a:lnTo>
                <a:lnTo>
                  <a:pt x="571967" y="613497"/>
                </a:lnTo>
                <a:lnTo>
                  <a:pt x="572400" y="639291"/>
                </a:lnTo>
                <a:lnTo>
                  <a:pt x="575920" y="642040"/>
                </a:lnTo>
                <a:lnTo>
                  <a:pt x="593214" y="641993"/>
                </a:lnTo>
                <a:lnTo>
                  <a:pt x="600158" y="641582"/>
                </a:lnTo>
                <a:lnTo>
                  <a:pt x="602196" y="638954"/>
                </a:lnTo>
                <a:lnTo>
                  <a:pt x="602196" y="511331"/>
                </a:lnTo>
                <a:lnTo>
                  <a:pt x="599834" y="508968"/>
                </a:lnTo>
                <a:lnTo>
                  <a:pt x="483204" y="508968"/>
                </a:lnTo>
                <a:lnTo>
                  <a:pt x="482095" y="509884"/>
                </a:lnTo>
                <a:close/>
                <a:moveTo>
                  <a:pt x="355146" y="511041"/>
                </a:moveTo>
                <a:lnTo>
                  <a:pt x="353816" y="513279"/>
                </a:lnTo>
                <a:lnTo>
                  <a:pt x="353572" y="515731"/>
                </a:lnTo>
                <a:lnTo>
                  <a:pt x="353666" y="556733"/>
                </a:lnTo>
                <a:lnTo>
                  <a:pt x="354098" y="568663"/>
                </a:lnTo>
                <a:lnTo>
                  <a:pt x="355388" y="574098"/>
                </a:lnTo>
                <a:lnTo>
                  <a:pt x="358254" y="578951"/>
                </a:lnTo>
                <a:lnTo>
                  <a:pt x="361049" y="582386"/>
                </a:lnTo>
                <a:lnTo>
                  <a:pt x="364319" y="585340"/>
                </a:lnTo>
                <a:lnTo>
                  <a:pt x="370164" y="588908"/>
                </a:lnTo>
                <a:lnTo>
                  <a:pt x="380461" y="592435"/>
                </a:lnTo>
                <a:lnTo>
                  <a:pt x="391393" y="593346"/>
                </a:lnTo>
                <a:lnTo>
                  <a:pt x="434700" y="594066"/>
                </a:lnTo>
                <a:lnTo>
                  <a:pt x="436641" y="594776"/>
                </a:lnTo>
                <a:lnTo>
                  <a:pt x="437388" y="595778"/>
                </a:lnTo>
                <a:lnTo>
                  <a:pt x="437962" y="600008"/>
                </a:lnTo>
                <a:lnTo>
                  <a:pt x="438027" y="607084"/>
                </a:lnTo>
                <a:lnTo>
                  <a:pt x="433988" y="611699"/>
                </a:lnTo>
                <a:lnTo>
                  <a:pt x="430777" y="613086"/>
                </a:lnTo>
                <a:lnTo>
                  <a:pt x="419506" y="613958"/>
                </a:lnTo>
                <a:lnTo>
                  <a:pt x="370714" y="614208"/>
                </a:lnTo>
                <a:lnTo>
                  <a:pt x="361952" y="614474"/>
                </a:lnTo>
                <a:lnTo>
                  <a:pt x="360729" y="614857"/>
                </a:lnTo>
                <a:lnTo>
                  <a:pt x="359773" y="615848"/>
                </a:lnTo>
                <a:lnTo>
                  <a:pt x="359172" y="617709"/>
                </a:lnTo>
                <a:lnTo>
                  <a:pt x="358768" y="623052"/>
                </a:lnTo>
                <a:lnTo>
                  <a:pt x="358944" y="638745"/>
                </a:lnTo>
                <a:lnTo>
                  <a:pt x="359360" y="641086"/>
                </a:lnTo>
                <a:lnTo>
                  <a:pt x="360091" y="642334"/>
                </a:lnTo>
                <a:lnTo>
                  <a:pt x="361871" y="643064"/>
                </a:lnTo>
                <a:lnTo>
                  <a:pt x="371527" y="643365"/>
                </a:lnTo>
                <a:lnTo>
                  <a:pt x="437545" y="643486"/>
                </a:lnTo>
                <a:lnTo>
                  <a:pt x="450984" y="639346"/>
                </a:lnTo>
                <a:lnTo>
                  <a:pt x="456503" y="636181"/>
                </a:lnTo>
                <a:lnTo>
                  <a:pt x="459773" y="633307"/>
                </a:lnTo>
                <a:lnTo>
                  <a:pt x="463586" y="628534"/>
                </a:lnTo>
                <a:lnTo>
                  <a:pt x="465998" y="623344"/>
                </a:lnTo>
                <a:lnTo>
                  <a:pt x="467293" y="617740"/>
                </a:lnTo>
                <a:lnTo>
                  <a:pt x="467373" y="529513"/>
                </a:lnTo>
                <a:lnTo>
                  <a:pt x="467160" y="517677"/>
                </a:lnTo>
                <a:lnTo>
                  <a:pt x="466215" y="511313"/>
                </a:lnTo>
                <a:lnTo>
                  <a:pt x="463933" y="510268"/>
                </a:lnTo>
                <a:lnTo>
                  <a:pt x="452467" y="509920"/>
                </a:lnTo>
                <a:lnTo>
                  <a:pt x="441093" y="510268"/>
                </a:lnTo>
                <a:lnTo>
                  <a:pt x="440100" y="510463"/>
                </a:lnTo>
                <a:lnTo>
                  <a:pt x="439008" y="511355"/>
                </a:lnTo>
                <a:lnTo>
                  <a:pt x="438123" y="515182"/>
                </a:lnTo>
                <a:lnTo>
                  <a:pt x="437900" y="521123"/>
                </a:lnTo>
                <a:lnTo>
                  <a:pt x="437930" y="562004"/>
                </a:lnTo>
                <a:lnTo>
                  <a:pt x="436590" y="563417"/>
                </a:lnTo>
                <a:lnTo>
                  <a:pt x="433972" y="564310"/>
                </a:lnTo>
                <a:lnTo>
                  <a:pt x="430304" y="564617"/>
                </a:lnTo>
                <a:lnTo>
                  <a:pt x="397334" y="564945"/>
                </a:lnTo>
                <a:lnTo>
                  <a:pt x="390167" y="563186"/>
                </a:lnTo>
                <a:lnTo>
                  <a:pt x="387317" y="561986"/>
                </a:lnTo>
                <a:lnTo>
                  <a:pt x="385176" y="559408"/>
                </a:lnTo>
                <a:lnTo>
                  <a:pt x="383423" y="555038"/>
                </a:lnTo>
                <a:lnTo>
                  <a:pt x="382988" y="550994"/>
                </a:lnTo>
                <a:lnTo>
                  <a:pt x="384310" y="543164"/>
                </a:lnTo>
                <a:lnTo>
                  <a:pt x="384594" y="522332"/>
                </a:lnTo>
                <a:lnTo>
                  <a:pt x="384316" y="515357"/>
                </a:lnTo>
                <a:lnTo>
                  <a:pt x="383361" y="512338"/>
                </a:lnTo>
                <a:lnTo>
                  <a:pt x="380652" y="510174"/>
                </a:lnTo>
                <a:lnTo>
                  <a:pt x="356304" y="509884"/>
                </a:lnTo>
                <a:lnTo>
                  <a:pt x="355146" y="511041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itle: ГНБ (ГОРИЗОНТАЛЬНО-"/>
          <p:cNvSpPr txBox="1"/>
          <p:nvPr/>
        </p:nvSpPr>
        <p:spPr>
          <a:xfrm>
            <a:off x="648000" y="1668463"/>
            <a:ext cx="6019200" cy="74980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92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spc="108">
                <a:solidFill>
                  <a:srgbClr val="2A2440"/>
                </a:solidFill>
                <a:latin typeface="PT Serif"/>
                <a:ea typeface="PT Serif"/>
                <a:cs typeface="PT Serif"/>
              </a:rPr>
              <a:t>ГНБ (ГОРИЗОНТАЛЬНО-</a:t>
            </a:r>
          </a:p>
          <a:p>
            <a:pPr algn="l">
              <a:lnSpc>
                <a:spcPts val="2592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spc="108">
                <a:solidFill>
                  <a:srgbClr val="2A2440"/>
                </a:solidFill>
                <a:latin typeface="PT Serif"/>
                <a:ea typeface="PT Serif"/>
                <a:cs typeface="PT Serif"/>
              </a:rPr>
              <a:t>НАПРАВЛЕННОЕ БУРЕНИЕ)</a:t>
            </a:r>
          </a:p>
        </p:txBody>
      </p:sp>
      <p:cxnSp>
        <p:nvCxnSpPr>
          <p:cNvPr id="6" name="motif"/>
          <p:cNvCxnSpPr/>
          <p:nvPr/>
        </p:nvCxnSpPr>
        <p:spPr>
          <a:xfrm>
            <a:off x="648000" y="2785044"/>
            <a:ext cx="5195520" cy="0"/>
          </a:xfrm>
          <a:prstGeom prst="line">
            <a:avLst/>
          </a:prstGeom>
          <a:ln w="5080">
            <a:solidFill>
              <a:srgbClr val="C7C4C6"/>
            </a:solidFill>
          </a:ln>
          <a:effectLst/>
        </p:spPr>
      </p:cxnSp>
      <p:sp>
        <p:nvSpPr>
          <p:cNvPr id="7" name="marker"/>
          <p:cNvSpPr/>
          <p:nvPr/>
        </p:nvSpPr>
        <p:spPr>
          <a:xfrm>
            <a:off x="648000" y="2919284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item: Собственные установки"/>
          <p:cNvSpPr txBox="1"/>
          <p:nvPr/>
        </p:nvSpPr>
        <p:spPr>
          <a:xfrm>
            <a:off x="864000" y="2862134"/>
            <a:ext cx="4979520" cy="203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A2440"/>
                </a:solidFill>
                <a:latin typeface="Onest"/>
                <a:ea typeface="Onest"/>
                <a:cs typeface="Onest"/>
              </a:rPr>
              <a:t>Собственные установки</a:t>
            </a:r>
          </a:p>
        </p:txBody>
      </p:sp>
      <p:cxnSp>
        <p:nvCxnSpPr>
          <p:cNvPr id="9" name="motif"/>
          <p:cNvCxnSpPr/>
          <p:nvPr/>
        </p:nvCxnSpPr>
        <p:spPr>
          <a:xfrm>
            <a:off x="648000" y="3134169"/>
            <a:ext cx="5195520" cy="0"/>
          </a:xfrm>
          <a:prstGeom prst="line">
            <a:avLst/>
          </a:prstGeom>
          <a:ln w="5080">
            <a:solidFill>
              <a:srgbClr val="C7C4C6"/>
            </a:solidFill>
          </a:ln>
          <a:effectLst/>
        </p:spPr>
      </p:cxnSp>
      <p:sp>
        <p:nvSpPr>
          <p:cNvPr id="10" name="marker"/>
          <p:cNvSpPr/>
          <p:nvPr/>
        </p:nvSpPr>
        <p:spPr>
          <a:xfrm>
            <a:off x="648000" y="3268409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item: Квалифицированный инженерный с"/>
          <p:cNvSpPr txBox="1"/>
          <p:nvPr/>
        </p:nvSpPr>
        <p:spPr>
          <a:xfrm>
            <a:off x="864000" y="3211259"/>
            <a:ext cx="4979520" cy="203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A2440"/>
                </a:solidFill>
                <a:latin typeface="Onest"/>
                <a:ea typeface="Onest"/>
                <a:cs typeface="Onest"/>
              </a:rPr>
              <a:t>Квалифицированный инженерный состав</a:t>
            </a:r>
          </a:p>
        </p:txBody>
      </p:sp>
      <p:cxnSp>
        <p:nvCxnSpPr>
          <p:cNvPr id="12" name="motif"/>
          <p:cNvCxnSpPr/>
          <p:nvPr/>
        </p:nvCxnSpPr>
        <p:spPr>
          <a:xfrm>
            <a:off x="648000" y="3483294"/>
            <a:ext cx="5195520" cy="0"/>
          </a:xfrm>
          <a:prstGeom prst="line">
            <a:avLst/>
          </a:prstGeom>
          <a:ln w="5080">
            <a:solidFill>
              <a:srgbClr val="C7C4C6"/>
            </a:solidFill>
          </a:ln>
          <a:effectLst/>
        </p:spPr>
      </p:cxnSp>
      <p:sp>
        <p:nvSpPr>
          <p:cNvPr id="13" name="marker"/>
          <p:cNvSpPr/>
          <p:nvPr/>
        </p:nvSpPr>
        <p:spPr>
          <a:xfrm>
            <a:off x="648000" y="3617534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item: Оптимизация сроков"/>
          <p:cNvSpPr txBox="1"/>
          <p:nvPr/>
        </p:nvSpPr>
        <p:spPr>
          <a:xfrm>
            <a:off x="864000" y="3560384"/>
            <a:ext cx="4979520" cy="203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A2440"/>
                </a:solidFill>
                <a:latin typeface="Onest"/>
                <a:ea typeface="Onest"/>
                <a:cs typeface="Onest"/>
              </a:rPr>
              <a:t>Оптимизация сроков</a:t>
            </a:r>
          </a:p>
        </p:txBody>
      </p:sp>
      <p:cxnSp>
        <p:nvCxnSpPr>
          <p:cNvPr id="15" name="motif"/>
          <p:cNvCxnSpPr/>
          <p:nvPr/>
        </p:nvCxnSpPr>
        <p:spPr>
          <a:xfrm>
            <a:off x="648000" y="3832419"/>
            <a:ext cx="5195520" cy="0"/>
          </a:xfrm>
          <a:prstGeom prst="line">
            <a:avLst/>
          </a:prstGeom>
          <a:ln w="5080">
            <a:solidFill>
              <a:srgbClr val="C7C4C6"/>
            </a:solidFill>
          </a:ln>
          <a:effectLst/>
        </p:spPr>
      </p:cxnSp>
      <p:sp>
        <p:nvSpPr>
          <p:cNvPr id="16" name="marker"/>
          <p:cNvSpPr/>
          <p:nvPr/>
        </p:nvSpPr>
        <p:spPr>
          <a:xfrm>
            <a:off x="648000" y="3966659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item: Многолетний опыт строительства"/>
          <p:cNvSpPr txBox="1"/>
          <p:nvPr/>
        </p:nvSpPr>
        <p:spPr>
          <a:xfrm>
            <a:off x="864000" y="3909509"/>
            <a:ext cx="4979520" cy="203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A2440"/>
                </a:solidFill>
                <a:latin typeface="Onest"/>
                <a:ea typeface="Onest"/>
                <a:cs typeface="Onest"/>
              </a:rPr>
              <a:t>Многолетний опыт строительства</a:t>
            </a:r>
          </a:p>
        </p:txBody>
      </p:sp>
      <p:cxnSp>
        <p:nvCxnSpPr>
          <p:cNvPr id="18" name="motif"/>
          <p:cNvCxnSpPr/>
          <p:nvPr/>
        </p:nvCxnSpPr>
        <p:spPr>
          <a:xfrm>
            <a:off x="648000" y="4181544"/>
            <a:ext cx="5195520" cy="0"/>
          </a:xfrm>
          <a:prstGeom prst="line">
            <a:avLst/>
          </a:prstGeom>
          <a:ln w="5080">
            <a:solidFill>
              <a:srgbClr val="C7C4C6"/>
            </a:solidFill>
          </a:ln>
          <a:effectLst/>
        </p:spPr>
      </p:cxnSp>
      <p:pic>
        <p:nvPicPr>
          <p:cNvPr id="19" name="image" descr="88d61921f5647dc1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5773680"/>
            <a:ext cx="7560000" cy="4918320"/>
          </a:xfrm>
          <a:prstGeom prst="rect">
            <a:avLst/>
          </a:prstGeom>
        </p:spPr>
      </p:pic>
      <p:sp>
        <p:nvSpPr>
          <p:cNvPr id="20" name="arc"/>
          <p:cNvSpPr/>
          <p:nvPr/>
        </p:nvSpPr>
        <p:spPr>
          <a:xfrm>
            <a:off x="4746912" y="13206"/>
            <a:ext cx="2803767" cy="2878147"/>
          </a:xfrm>
          <a:custGeom>
            <a:avLst/>
            <a:gdLst/>
            <a:ahLst/>
            <a:cxnLst/>
            <a:rect l="0" t="0" r="r" b="b"/>
            <a:pathLst>
              <a:path w="2803767" h="2878147">
                <a:moveTo>
                  <a:pt x="2803767" y="2878147"/>
                </a:moveTo>
                <a:lnTo>
                  <a:pt x="2767509" y="2865839"/>
                </a:lnTo>
                <a:lnTo>
                  <a:pt x="2731359" y="2853215"/>
                </a:lnTo>
                <a:lnTo>
                  <a:pt x="2695321" y="2840276"/>
                </a:lnTo>
                <a:lnTo>
                  <a:pt x="2659398" y="2827023"/>
                </a:lnTo>
                <a:lnTo>
                  <a:pt x="2623592" y="2813458"/>
                </a:lnTo>
                <a:lnTo>
                  <a:pt x="2587905" y="2799580"/>
                </a:lnTo>
                <a:lnTo>
                  <a:pt x="2552341" y="2785391"/>
                </a:lnTo>
                <a:lnTo>
                  <a:pt x="2516902" y="2770892"/>
                </a:lnTo>
                <a:lnTo>
                  <a:pt x="2481590" y="2756085"/>
                </a:lnTo>
                <a:lnTo>
                  <a:pt x="2446410" y="2740970"/>
                </a:lnTo>
                <a:lnTo>
                  <a:pt x="2411362" y="2725549"/>
                </a:lnTo>
                <a:lnTo>
                  <a:pt x="2376451" y="2709823"/>
                </a:lnTo>
                <a:lnTo>
                  <a:pt x="2341678" y="2693792"/>
                </a:lnTo>
                <a:lnTo>
                  <a:pt x="2307046" y="2677459"/>
                </a:lnTo>
                <a:lnTo>
                  <a:pt x="2272558" y="2660824"/>
                </a:lnTo>
                <a:lnTo>
                  <a:pt x="2238217" y="2643889"/>
                </a:lnTo>
                <a:lnTo>
                  <a:pt x="2204025" y="2626654"/>
                </a:lnTo>
                <a:lnTo>
                  <a:pt x="2169984" y="2609122"/>
                </a:lnTo>
                <a:lnTo>
                  <a:pt x="2136098" y="2591294"/>
                </a:lnTo>
                <a:lnTo>
                  <a:pt x="2102368" y="2573170"/>
                </a:lnTo>
                <a:lnTo>
                  <a:pt x="2068798" y="2554753"/>
                </a:lnTo>
                <a:lnTo>
                  <a:pt x="2035390" y="2536044"/>
                </a:lnTo>
                <a:lnTo>
                  <a:pt x="2002147" y="2517044"/>
                </a:lnTo>
                <a:lnTo>
                  <a:pt x="1969070" y="2497754"/>
                </a:lnTo>
                <a:lnTo>
                  <a:pt x="1936164" y="2478177"/>
                </a:lnTo>
                <a:lnTo>
                  <a:pt x="1903429" y="2458313"/>
                </a:lnTo>
                <a:lnTo>
                  <a:pt x="1870869" y="2438164"/>
                </a:lnTo>
                <a:lnTo>
                  <a:pt x="1838486" y="2417732"/>
                </a:lnTo>
                <a:lnTo>
                  <a:pt x="1806282" y="2397018"/>
                </a:lnTo>
                <a:lnTo>
                  <a:pt x="1774261" y="2376023"/>
                </a:lnTo>
                <a:lnTo>
                  <a:pt x="1742424" y="2354751"/>
                </a:lnTo>
                <a:lnTo>
                  <a:pt x="1710774" y="2333201"/>
                </a:lnTo>
                <a:lnTo>
                  <a:pt x="1679313" y="2311375"/>
                </a:lnTo>
                <a:lnTo>
                  <a:pt x="1648043" y="2289276"/>
                </a:lnTo>
                <a:lnTo>
                  <a:pt x="1616968" y="2266905"/>
                </a:lnTo>
                <a:lnTo>
                  <a:pt x="1586089" y="2244264"/>
                </a:lnTo>
                <a:lnTo>
                  <a:pt x="1555409" y="2221354"/>
                </a:lnTo>
                <a:lnTo>
                  <a:pt x="1524930" y="2198177"/>
                </a:lnTo>
                <a:lnTo>
                  <a:pt x="1494654" y="2174736"/>
                </a:lnTo>
                <a:lnTo>
                  <a:pt x="1464584" y="2151030"/>
                </a:lnTo>
                <a:lnTo>
                  <a:pt x="1434723" y="2127064"/>
                </a:lnTo>
                <a:lnTo>
                  <a:pt x="1405071" y="2102837"/>
                </a:lnTo>
                <a:lnTo>
                  <a:pt x="1375632" y="2078353"/>
                </a:lnTo>
                <a:lnTo>
                  <a:pt x="1346408" y="2053613"/>
                </a:lnTo>
                <a:lnTo>
                  <a:pt x="1317400" y="2028619"/>
                </a:lnTo>
                <a:lnTo>
                  <a:pt x="1288612" y="2003372"/>
                </a:lnTo>
                <a:lnTo>
                  <a:pt x="1260046" y="1977875"/>
                </a:lnTo>
                <a:lnTo>
                  <a:pt x="1231703" y="1952130"/>
                </a:lnTo>
                <a:lnTo>
                  <a:pt x="1203585" y="1926139"/>
                </a:lnTo>
                <a:lnTo>
                  <a:pt x="1175696" y="1899903"/>
                </a:lnTo>
                <a:lnTo>
                  <a:pt x="1148036" y="1873425"/>
                </a:lnTo>
                <a:lnTo>
                  <a:pt x="1120609" y="1846707"/>
                </a:lnTo>
                <a:lnTo>
                  <a:pt x="1093416" y="1819750"/>
                </a:lnTo>
                <a:lnTo>
                  <a:pt x="1066459" y="1792557"/>
                </a:lnTo>
                <a:lnTo>
                  <a:pt x="1039741" y="1765130"/>
                </a:lnTo>
                <a:lnTo>
                  <a:pt x="1013263" y="1737470"/>
                </a:lnTo>
                <a:lnTo>
                  <a:pt x="987027" y="1709581"/>
                </a:lnTo>
                <a:lnTo>
                  <a:pt x="961035" y="1681463"/>
                </a:lnTo>
                <a:lnTo>
                  <a:pt x="935290" y="1653120"/>
                </a:lnTo>
                <a:lnTo>
                  <a:pt x="909794" y="1624554"/>
                </a:lnTo>
                <a:lnTo>
                  <a:pt x="884547" y="1595766"/>
                </a:lnTo>
                <a:lnTo>
                  <a:pt x="859553" y="1566758"/>
                </a:lnTo>
                <a:lnTo>
                  <a:pt x="834813" y="1537534"/>
                </a:lnTo>
                <a:lnTo>
                  <a:pt x="810329" y="1508095"/>
                </a:lnTo>
                <a:lnTo>
                  <a:pt x="786102" y="1478443"/>
                </a:lnTo>
                <a:lnTo>
                  <a:pt x="762136" y="1448582"/>
                </a:lnTo>
                <a:lnTo>
                  <a:pt x="738430" y="1418512"/>
                </a:lnTo>
                <a:lnTo>
                  <a:pt x="714989" y="1388236"/>
                </a:lnTo>
                <a:lnTo>
                  <a:pt x="691812" y="1357757"/>
                </a:lnTo>
                <a:lnTo>
                  <a:pt x="668902" y="1327077"/>
                </a:lnTo>
                <a:lnTo>
                  <a:pt x="646260" y="1296198"/>
                </a:lnTo>
                <a:lnTo>
                  <a:pt x="623889" y="1265123"/>
                </a:lnTo>
                <a:lnTo>
                  <a:pt x="601791" y="1233853"/>
                </a:lnTo>
                <a:lnTo>
                  <a:pt x="579965" y="1202392"/>
                </a:lnTo>
                <a:lnTo>
                  <a:pt x="558415" y="1170742"/>
                </a:lnTo>
                <a:lnTo>
                  <a:pt x="537143" y="1138905"/>
                </a:lnTo>
                <a:lnTo>
                  <a:pt x="516148" y="1106884"/>
                </a:lnTo>
                <a:lnTo>
                  <a:pt x="495434" y="1074680"/>
                </a:lnTo>
                <a:lnTo>
                  <a:pt x="475002" y="1042297"/>
                </a:lnTo>
                <a:lnTo>
                  <a:pt x="454853" y="1009737"/>
                </a:lnTo>
                <a:lnTo>
                  <a:pt x="434989" y="977002"/>
                </a:lnTo>
                <a:lnTo>
                  <a:pt x="415412" y="944095"/>
                </a:lnTo>
                <a:lnTo>
                  <a:pt x="396122" y="911019"/>
                </a:lnTo>
                <a:lnTo>
                  <a:pt x="377122" y="877776"/>
                </a:lnTo>
                <a:lnTo>
                  <a:pt x="358413" y="844368"/>
                </a:lnTo>
                <a:lnTo>
                  <a:pt x="339996" y="810798"/>
                </a:lnTo>
                <a:lnTo>
                  <a:pt x="321872" y="777068"/>
                </a:lnTo>
                <a:lnTo>
                  <a:pt x="304044" y="743182"/>
                </a:lnTo>
                <a:lnTo>
                  <a:pt x="286512" y="709141"/>
                </a:lnTo>
                <a:lnTo>
                  <a:pt x="269277" y="674949"/>
                </a:lnTo>
                <a:lnTo>
                  <a:pt x="252342" y="640608"/>
                </a:lnTo>
                <a:lnTo>
                  <a:pt x="235707" y="606120"/>
                </a:lnTo>
                <a:lnTo>
                  <a:pt x="219374" y="571488"/>
                </a:lnTo>
                <a:lnTo>
                  <a:pt x="203343" y="536715"/>
                </a:lnTo>
                <a:lnTo>
                  <a:pt x="187617" y="501804"/>
                </a:lnTo>
                <a:lnTo>
                  <a:pt x="172195" y="466756"/>
                </a:lnTo>
                <a:lnTo>
                  <a:pt x="157081" y="431576"/>
                </a:lnTo>
                <a:lnTo>
                  <a:pt x="142273" y="396264"/>
                </a:lnTo>
                <a:lnTo>
                  <a:pt x="127775" y="360825"/>
                </a:lnTo>
                <a:lnTo>
                  <a:pt x="113586" y="325261"/>
                </a:lnTo>
                <a:lnTo>
                  <a:pt x="99708" y="289574"/>
                </a:lnTo>
                <a:lnTo>
                  <a:pt x="86143" y="253768"/>
                </a:lnTo>
                <a:lnTo>
                  <a:pt x="72890" y="217844"/>
                </a:lnTo>
                <a:lnTo>
                  <a:pt x="59951" y="181807"/>
                </a:lnTo>
                <a:lnTo>
                  <a:pt x="47327" y="145657"/>
                </a:lnTo>
                <a:lnTo>
                  <a:pt x="35019" y="109399"/>
                </a:lnTo>
                <a:lnTo>
                  <a:pt x="23028" y="73035"/>
                </a:lnTo>
                <a:lnTo>
                  <a:pt x="11355" y="36568"/>
                </a:lnTo>
                <a:lnTo>
                  <a:pt x="0" y="0"/>
                </a:lnTo>
              </a:path>
            </a:pathLst>
          </a:custGeom>
          <a:noFill/>
          <a:ln w="11430">
            <a:solidFill>
              <a:srgbClr val="C7C4C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plate"/>
          <p:cNvSpPr/>
          <p:nvPr/>
        </p:nvSpPr>
        <p:spPr>
          <a:xfrm>
            <a:off x="540000" y="10268156"/>
            <a:ext cx="1597506" cy="423844"/>
          </a:xfrm>
          <a:prstGeom prst="rect">
            <a:avLst/>
          </a:prstGeom>
          <a:solidFill>
            <a:srgbClr val="F3F1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caption: Прокол под а/д М4 «Дон»"/>
          <p:cNvSpPr txBox="1"/>
          <p:nvPr/>
        </p:nvSpPr>
        <p:spPr>
          <a:xfrm>
            <a:off x="648000" y="10346936"/>
            <a:ext cx="6336000" cy="14763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3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60">
                <a:solidFill>
                  <a:srgbClr val="2A2440"/>
                </a:solidFill>
                <a:latin typeface="Onest SemiBold"/>
                <a:ea typeface="Onest SemiBold"/>
                <a:cs typeface="Onest SemiBold"/>
              </a:rPr>
              <a:t>Прокол под а/д М4 «Дон»</a:t>
            </a:r>
          </a:p>
        </p:txBody>
      </p:sp>
      <p:sp>
        <p:nvSpPr>
          <p:cNvPr id="23" name="plate"/>
          <p:cNvSpPr/>
          <p:nvPr/>
        </p:nvSpPr>
        <p:spPr>
          <a:xfrm>
            <a:off x="6779810" y="10276252"/>
            <a:ext cx="312190" cy="415747"/>
          </a:xfrm>
          <a:prstGeom prst="rect">
            <a:avLst/>
          </a:prstGeom>
          <a:solidFill>
            <a:srgbClr val="F3F1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folio: 19"/>
          <p:cNvSpPr txBox="1"/>
          <p:nvPr/>
        </p:nvSpPr>
        <p:spPr>
          <a:xfrm>
            <a:off x="648000" y="10355540"/>
            <a:ext cx="6336000" cy="1377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75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A6672"/>
                </a:solidFill>
                <a:latin typeface="Onest SemiBold"/>
                <a:ea typeface="Onest SemiBold"/>
                <a:cs typeface="Onest SemiBol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itle: МЕТРОСТРОЙ"/>
          <p:cNvSpPr txBox="1"/>
          <p:nvPr/>
        </p:nvSpPr>
        <p:spPr>
          <a:xfrm>
            <a:off x="576000" y="2634736"/>
            <a:ext cx="5448960" cy="5958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672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 spc="153">
                <a:solidFill>
                  <a:srgbClr val="F3F1EC"/>
                </a:solidFill>
                <a:latin typeface="PT Serif"/>
                <a:ea typeface="PT Serif"/>
                <a:cs typeface="PT Serif"/>
              </a:rPr>
              <a:t>МЕТРОСТРОЙ</a:t>
            </a:r>
          </a:p>
        </p:txBody>
      </p:sp>
      <p:cxnSp>
        <p:nvCxnSpPr>
          <p:cNvPr id="4" name="motif"/>
          <p:cNvCxnSpPr/>
          <p:nvPr/>
        </p:nvCxnSpPr>
        <p:spPr>
          <a:xfrm>
            <a:off x="576000" y="3570215"/>
            <a:ext cx="5195520" cy="0"/>
          </a:xfrm>
          <a:prstGeom prst="line">
            <a:avLst/>
          </a:prstGeom>
          <a:ln w="5080">
            <a:solidFill>
              <a:srgbClr val="696385"/>
            </a:solidFill>
          </a:ln>
          <a:effectLst/>
        </p:spPr>
      </p:cxnSp>
      <p:sp>
        <p:nvSpPr>
          <p:cNvPr id="5" name="marker"/>
          <p:cNvSpPr/>
          <p:nvPr/>
        </p:nvSpPr>
        <p:spPr>
          <a:xfrm>
            <a:off x="576000" y="3704455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item: Проектирование"/>
          <p:cNvSpPr txBox="1"/>
          <p:nvPr/>
        </p:nvSpPr>
        <p:spPr>
          <a:xfrm>
            <a:off x="792000" y="3647305"/>
            <a:ext cx="4979520" cy="203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Проектирование</a:t>
            </a:r>
          </a:p>
        </p:txBody>
      </p:sp>
      <p:cxnSp>
        <p:nvCxnSpPr>
          <p:cNvPr id="7" name="motif"/>
          <p:cNvCxnSpPr/>
          <p:nvPr/>
        </p:nvCxnSpPr>
        <p:spPr>
          <a:xfrm>
            <a:off x="576000" y="3919340"/>
            <a:ext cx="5195520" cy="0"/>
          </a:xfrm>
          <a:prstGeom prst="line">
            <a:avLst/>
          </a:prstGeom>
          <a:ln w="5080">
            <a:solidFill>
              <a:srgbClr val="696385"/>
            </a:solidFill>
          </a:ln>
          <a:effectLst/>
        </p:spPr>
      </p:cxnSp>
      <p:sp>
        <p:nvSpPr>
          <p:cNvPr id="8" name="marker"/>
          <p:cNvSpPr/>
          <p:nvPr/>
        </p:nvSpPr>
        <p:spPr>
          <a:xfrm>
            <a:off x="576000" y="4053580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item: Строительство"/>
          <p:cNvSpPr txBox="1"/>
          <p:nvPr/>
        </p:nvSpPr>
        <p:spPr>
          <a:xfrm>
            <a:off x="792000" y="3996430"/>
            <a:ext cx="4979520" cy="203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Строительство</a:t>
            </a:r>
          </a:p>
        </p:txBody>
      </p:sp>
      <p:cxnSp>
        <p:nvCxnSpPr>
          <p:cNvPr id="10" name="motif"/>
          <p:cNvCxnSpPr/>
          <p:nvPr/>
        </p:nvCxnSpPr>
        <p:spPr>
          <a:xfrm>
            <a:off x="576000" y="4268465"/>
            <a:ext cx="5195520" cy="0"/>
          </a:xfrm>
          <a:prstGeom prst="line">
            <a:avLst/>
          </a:prstGeom>
          <a:ln w="5080">
            <a:solidFill>
              <a:srgbClr val="696385"/>
            </a:solidFill>
          </a:ln>
          <a:effectLst/>
        </p:spPr>
      </p:cxnSp>
      <p:sp>
        <p:nvSpPr>
          <p:cNvPr id="11" name="marker"/>
          <p:cNvSpPr/>
          <p:nvPr/>
        </p:nvSpPr>
        <p:spPr>
          <a:xfrm>
            <a:off x="576000" y="4402705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item: Пуско-наладочные работы"/>
          <p:cNvSpPr txBox="1"/>
          <p:nvPr/>
        </p:nvSpPr>
        <p:spPr>
          <a:xfrm>
            <a:off x="792000" y="4345555"/>
            <a:ext cx="4979520" cy="203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Пуско-наладочные работы</a:t>
            </a:r>
          </a:p>
        </p:txBody>
      </p:sp>
      <p:cxnSp>
        <p:nvCxnSpPr>
          <p:cNvPr id="13" name="motif"/>
          <p:cNvCxnSpPr/>
          <p:nvPr/>
        </p:nvCxnSpPr>
        <p:spPr>
          <a:xfrm>
            <a:off x="576000" y="4617590"/>
            <a:ext cx="5195520" cy="0"/>
          </a:xfrm>
          <a:prstGeom prst="line">
            <a:avLst/>
          </a:prstGeom>
          <a:ln w="5080">
            <a:solidFill>
              <a:srgbClr val="696385"/>
            </a:solidFill>
          </a:ln>
          <a:effectLst/>
        </p:spPr>
      </p:cxnSp>
      <p:sp>
        <p:nvSpPr>
          <p:cNvPr id="14" name="marker"/>
          <p:cNvSpPr/>
          <p:nvPr/>
        </p:nvSpPr>
        <p:spPr>
          <a:xfrm>
            <a:off x="576000" y="4751830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item: Обеспечение электроснабжением "/>
          <p:cNvSpPr txBox="1"/>
          <p:nvPr/>
        </p:nvSpPr>
        <p:spPr>
          <a:xfrm>
            <a:off x="792000" y="4694680"/>
            <a:ext cx="4979520" cy="368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Обеспечение электроснабжением строительных площадок для станций метро</a:t>
            </a:r>
          </a:p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Яхтино, Шахты, Зоопарк в г. Санкт-Петербурге.</a:t>
            </a:r>
          </a:p>
        </p:txBody>
      </p:sp>
      <p:cxnSp>
        <p:nvCxnSpPr>
          <p:cNvPr id="16" name="motif"/>
          <p:cNvCxnSpPr/>
          <p:nvPr/>
        </p:nvCxnSpPr>
        <p:spPr>
          <a:xfrm>
            <a:off x="576000" y="5131815"/>
            <a:ext cx="5195520" cy="0"/>
          </a:xfrm>
          <a:prstGeom prst="line">
            <a:avLst/>
          </a:prstGeom>
          <a:ln w="5080">
            <a:solidFill>
              <a:srgbClr val="696385"/>
            </a:solidFill>
          </a:ln>
          <a:effectLst/>
        </p:spPr>
      </p:cxnSp>
      <p:sp>
        <p:nvSpPr>
          <p:cNvPr id="17" name="note: Заказчик:"/>
          <p:cNvSpPr txBox="1"/>
          <p:nvPr/>
        </p:nvSpPr>
        <p:spPr>
          <a:xfrm>
            <a:off x="576000" y="5488576"/>
            <a:ext cx="633600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0">
                <a:solidFill>
                  <a:srgbClr val="A39EB0"/>
                </a:solidFill>
                <a:latin typeface="Onest"/>
                <a:ea typeface="Onest"/>
                <a:cs typeface="Onest"/>
              </a:rPr>
              <a:t>Заказчик:</a:t>
            </a:r>
          </a:p>
        </p:txBody>
      </p:sp>
      <p:sp>
        <p:nvSpPr>
          <p:cNvPr id="18" name="note: АО «Метрострой Северной Столиц"/>
          <p:cNvSpPr txBox="1"/>
          <p:nvPr/>
        </p:nvSpPr>
        <p:spPr>
          <a:xfrm>
            <a:off x="576000" y="5654176"/>
            <a:ext cx="633600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0">
                <a:solidFill>
                  <a:srgbClr val="F3F1EC"/>
                </a:solidFill>
                <a:latin typeface="Onest SemiBold"/>
                <a:ea typeface="Onest SemiBold"/>
                <a:cs typeface="Onest SemiBold"/>
              </a:rPr>
              <a:t>АО «Метрострой Северной Столицы»</a:t>
            </a:r>
          </a:p>
        </p:txBody>
      </p:sp>
      <p:sp>
        <p:nvSpPr>
          <p:cNvPr id="19" name="folio: 20"/>
          <p:cNvSpPr txBox="1"/>
          <p:nvPr/>
        </p:nvSpPr>
        <p:spPr>
          <a:xfrm>
            <a:off x="576000" y="10332088"/>
            <a:ext cx="6336000" cy="1377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A39EB0"/>
                </a:solidFill>
                <a:latin typeface="Onest SemiBold"/>
                <a:ea typeface="Onest SemiBold"/>
                <a:cs typeface="Onest SemiBold"/>
              </a:rPr>
              <a:t>20</a:t>
            </a:r>
          </a:p>
        </p:txBody>
      </p:sp>
      <p:sp>
        <p:nvSpPr>
          <p:cNvPr id="20" name="arc"/>
          <p:cNvSpPr/>
          <p:nvPr/>
        </p:nvSpPr>
        <p:spPr>
          <a:xfrm>
            <a:off x="22856" y="525"/>
            <a:ext cx="2010815" cy="2064159"/>
          </a:xfrm>
          <a:custGeom>
            <a:avLst/>
            <a:gdLst/>
            <a:ahLst/>
            <a:cxnLst/>
            <a:rect l="0" t="0" r="r" b="b"/>
            <a:pathLst>
              <a:path w="2010815" h="2064159">
                <a:moveTo>
                  <a:pt x="2010815" y="0"/>
                </a:moveTo>
                <a:lnTo>
                  <a:pt x="1998766" y="30200"/>
                </a:lnTo>
                <a:lnTo>
                  <a:pt x="1986455" y="60293"/>
                </a:lnTo>
                <a:lnTo>
                  <a:pt x="1973881" y="90278"/>
                </a:lnTo>
                <a:lnTo>
                  <a:pt x="1961046" y="120152"/>
                </a:lnTo>
                <a:lnTo>
                  <a:pt x="1947951" y="149913"/>
                </a:lnTo>
                <a:lnTo>
                  <a:pt x="1934597" y="179558"/>
                </a:lnTo>
                <a:lnTo>
                  <a:pt x="1920984" y="209086"/>
                </a:lnTo>
                <a:lnTo>
                  <a:pt x="1907115" y="238494"/>
                </a:lnTo>
                <a:lnTo>
                  <a:pt x="1892989" y="267780"/>
                </a:lnTo>
                <a:lnTo>
                  <a:pt x="1878608" y="296941"/>
                </a:lnTo>
                <a:lnTo>
                  <a:pt x="1863973" y="325976"/>
                </a:lnTo>
                <a:lnTo>
                  <a:pt x="1849086" y="354882"/>
                </a:lnTo>
                <a:lnTo>
                  <a:pt x="1833947" y="383657"/>
                </a:lnTo>
                <a:lnTo>
                  <a:pt x="1818557" y="412298"/>
                </a:lnTo>
                <a:lnTo>
                  <a:pt x="1802918" y="440805"/>
                </a:lnTo>
                <a:lnTo>
                  <a:pt x="1787030" y="469173"/>
                </a:lnTo>
                <a:lnTo>
                  <a:pt x="1770896" y="497402"/>
                </a:lnTo>
                <a:lnTo>
                  <a:pt x="1754516" y="525489"/>
                </a:lnTo>
                <a:lnTo>
                  <a:pt x="1737892" y="553433"/>
                </a:lnTo>
                <a:lnTo>
                  <a:pt x="1721024" y="581230"/>
                </a:lnTo>
                <a:lnTo>
                  <a:pt x="1703915" y="608878"/>
                </a:lnTo>
                <a:lnTo>
                  <a:pt x="1686565" y="636377"/>
                </a:lnTo>
                <a:lnTo>
                  <a:pt x="1668975" y="663723"/>
                </a:lnTo>
                <a:lnTo>
                  <a:pt x="1651148" y="690914"/>
                </a:lnTo>
                <a:lnTo>
                  <a:pt x="1633084" y="717949"/>
                </a:lnTo>
                <a:lnTo>
                  <a:pt x="1614784" y="744825"/>
                </a:lnTo>
                <a:lnTo>
                  <a:pt x="1596251" y="771540"/>
                </a:lnTo>
                <a:lnTo>
                  <a:pt x="1577486" y="798093"/>
                </a:lnTo>
                <a:lnTo>
                  <a:pt x="1558489" y="824481"/>
                </a:lnTo>
                <a:lnTo>
                  <a:pt x="1539263" y="850702"/>
                </a:lnTo>
                <a:lnTo>
                  <a:pt x="1519809" y="876754"/>
                </a:lnTo>
                <a:lnTo>
                  <a:pt x="1500128" y="902636"/>
                </a:lnTo>
                <a:lnTo>
                  <a:pt x="1480222" y="928345"/>
                </a:lnTo>
                <a:lnTo>
                  <a:pt x="1460092" y="953879"/>
                </a:lnTo>
                <a:lnTo>
                  <a:pt x="1439741" y="979236"/>
                </a:lnTo>
                <a:lnTo>
                  <a:pt x="1419169" y="1004415"/>
                </a:lnTo>
                <a:lnTo>
                  <a:pt x="1398378" y="1029414"/>
                </a:lnTo>
                <a:lnTo>
                  <a:pt x="1377369" y="1054230"/>
                </a:lnTo>
                <a:lnTo>
                  <a:pt x="1356145" y="1078862"/>
                </a:lnTo>
                <a:lnTo>
                  <a:pt x="1334707" y="1103307"/>
                </a:lnTo>
                <a:lnTo>
                  <a:pt x="1313056" y="1127565"/>
                </a:lnTo>
                <a:lnTo>
                  <a:pt x="1291195" y="1151633"/>
                </a:lnTo>
                <a:lnTo>
                  <a:pt x="1269124" y="1175509"/>
                </a:lnTo>
                <a:lnTo>
                  <a:pt x="1246845" y="1199192"/>
                </a:lnTo>
                <a:lnTo>
                  <a:pt x="1224361" y="1222679"/>
                </a:lnTo>
                <a:lnTo>
                  <a:pt x="1201673" y="1245969"/>
                </a:lnTo>
                <a:lnTo>
                  <a:pt x="1178782" y="1269060"/>
                </a:lnTo>
                <a:lnTo>
                  <a:pt x="1155691" y="1291951"/>
                </a:lnTo>
                <a:lnTo>
                  <a:pt x="1132401" y="1314639"/>
                </a:lnTo>
                <a:lnTo>
                  <a:pt x="1108914" y="1337123"/>
                </a:lnTo>
                <a:lnTo>
                  <a:pt x="1085231" y="1359402"/>
                </a:lnTo>
                <a:lnTo>
                  <a:pt x="1061355" y="1381473"/>
                </a:lnTo>
                <a:lnTo>
                  <a:pt x="1037287" y="1403334"/>
                </a:lnTo>
                <a:lnTo>
                  <a:pt x="1013029" y="1424985"/>
                </a:lnTo>
                <a:lnTo>
                  <a:pt x="988584" y="1446423"/>
                </a:lnTo>
                <a:lnTo>
                  <a:pt x="963952" y="1467647"/>
                </a:lnTo>
                <a:lnTo>
                  <a:pt x="939136" y="1488656"/>
                </a:lnTo>
                <a:lnTo>
                  <a:pt x="914137" y="1509447"/>
                </a:lnTo>
                <a:lnTo>
                  <a:pt x="888958" y="1530019"/>
                </a:lnTo>
                <a:lnTo>
                  <a:pt x="863601" y="1550370"/>
                </a:lnTo>
                <a:lnTo>
                  <a:pt x="838067" y="1570500"/>
                </a:lnTo>
                <a:lnTo>
                  <a:pt x="812358" y="1590406"/>
                </a:lnTo>
                <a:lnTo>
                  <a:pt x="786476" y="1610087"/>
                </a:lnTo>
                <a:lnTo>
                  <a:pt x="760424" y="1629541"/>
                </a:lnTo>
                <a:lnTo>
                  <a:pt x="734203" y="1648767"/>
                </a:lnTo>
                <a:lnTo>
                  <a:pt x="707815" y="1667764"/>
                </a:lnTo>
                <a:lnTo>
                  <a:pt x="681262" y="1686529"/>
                </a:lnTo>
                <a:lnTo>
                  <a:pt x="654547" y="1705062"/>
                </a:lnTo>
                <a:lnTo>
                  <a:pt x="627671" y="1723362"/>
                </a:lnTo>
                <a:lnTo>
                  <a:pt x="600636" y="1741426"/>
                </a:lnTo>
                <a:lnTo>
                  <a:pt x="573445" y="1759253"/>
                </a:lnTo>
                <a:lnTo>
                  <a:pt x="546099" y="1776843"/>
                </a:lnTo>
                <a:lnTo>
                  <a:pt x="518600" y="1794193"/>
                </a:lnTo>
                <a:lnTo>
                  <a:pt x="490952" y="1811302"/>
                </a:lnTo>
                <a:lnTo>
                  <a:pt x="463155" y="1828170"/>
                </a:lnTo>
                <a:lnTo>
                  <a:pt x="435211" y="1844794"/>
                </a:lnTo>
                <a:lnTo>
                  <a:pt x="407124" y="1861174"/>
                </a:lnTo>
                <a:lnTo>
                  <a:pt x="378895" y="1877309"/>
                </a:lnTo>
                <a:lnTo>
                  <a:pt x="350527" y="1893196"/>
                </a:lnTo>
                <a:lnTo>
                  <a:pt x="322020" y="1908835"/>
                </a:lnTo>
                <a:lnTo>
                  <a:pt x="293379" y="1924225"/>
                </a:lnTo>
                <a:lnTo>
                  <a:pt x="264604" y="1939364"/>
                </a:lnTo>
                <a:lnTo>
                  <a:pt x="235698" y="1954251"/>
                </a:lnTo>
                <a:lnTo>
                  <a:pt x="206663" y="1968886"/>
                </a:lnTo>
                <a:lnTo>
                  <a:pt x="177502" y="1983267"/>
                </a:lnTo>
                <a:lnTo>
                  <a:pt x="148216" y="1997393"/>
                </a:lnTo>
                <a:lnTo>
                  <a:pt x="118808" y="2011262"/>
                </a:lnTo>
                <a:lnTo>
                  <a:pt x="89280" y="2024875"/>
                </a:lnTo>
                <a:lnTo>
                  <a:pt x="59635" y="2038229"/>
                </a:lnTo>
                <a:lnTo>
                  <a:pt x="29874" y="2051324"/>
                </a:lnTo>
                <a:lnTo>
                  <a:pt x="0" y="2064159"/>
                </a:lnTo>
              </a:path>
            </a:pathLst>
          </a:custGeom>
          <a:noFill/>
          <a:ln w="11430">
            <a:solidFill>
              <a:srgbClr val="5E577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image" descr="5f01f767b5860abf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7560000" cy="5292000"/>
          </a:xfrm>
          <a:prstGeom prst="rect">
            <a:avLst/>
          </a:prstGeom>
        </p:spPr>
      </p:pic>
      <p:pic>
        <p:nvPicPr>
          <p:cNvPr id="5" name="image" descr="1f5a5b0bcc68867e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5400000"/>
            <a:ext cx="7560000" cy="5292000"/>
          </a:xfrm>
          <a:prstGeom prst="rect">
            <a:avLst/>
          </a:prstGeom>
        </p:spPr>
      </p:pic>
      <p:sp>
        <p:nvSpPr>
          <p:cNvPr id="6" name="logo"/>
          <p:cNvSpPr/>
          <p:nvPr/>
        </p:nvSpPr>
        <p:spPr>
          <a:xfrm>
            <a:off x="5919911" y="582603"/>
            <a:ext cx="1056269" cy="643486"/>
          </a:xfrm>
          <a:custGeom>
            <a:avLst/>
            <a:gdLst/>
            <a:ahLst/>
            <a:cxnLst/>
            <a:rect l="0" t="0" r="r" b="b"/>
            <a:pathLst>
              <a:path w="1056269" h="643486">
                <a:moveTo>
                  <a:pt x="990129" y="307"/>
                </a:moveTo>
                <a:lnTo>
                  <a:pt x="984765" y="2441"/>
                </a:lnTo>
                <a:lnTo>
                  <a:pt x="980334" y="4783"/>
                </a:lnTo>
                <a:lnTo>
                  <a:pt x="973784" y="15399"/>
                </a:lnTo>
                <a:lnTo>
                  <a:pt x="945108" y="29884"/>
                </a:lnTo>
                <a:lnTo>
                  <a:pt x="936215" y="35779"/>
                </a:lnTo>
                <a:lnTo>
                  <a:pt x="925637" y="44186"/>
                </a:lnTo>
                <a:lnTo>
                  <a:pt x="922678" y="47590"/>
                </a:lnTo>
                <a:lnTo>
                  <a:pt x="919642" y="52792"/>
                </a:lnTo>
                <a:lnTo>
                  <a:pt x="914571" y="59051"/>
                </a:lnTo>
                <a:lnTo>
                  <a:pt x="913179" y="62022"/>
                </a:lnTo>
                <a:lnTo>
                  <a:pt x="913123" y="64251"/>
                </a:lnTo>
                <a:lnTo>
                  <a:pt x="914088" y="66524"/>
                </a:lnTo>
                <a:lnTo>
                  <a:pt x="918250" y="70371"/>
                </a:lnTo>
                <a:lnTo>
                  <a:pt x="918820" y="71628"/>
                </a:lnTo>
                <a:lnTo>
                  <a:pt x="917254" y="72548"/>
                </a:lnTo>
                <a:lnTo>
                  <a:pt x="912540" y="73833"/>
                </a:lnTo>
                <a:lnTo>
                  <a:pt x="910998" y="74930"/>
                </a:lnTo>
                <a:lnTo>
                  <a:pt x="907953" y="81097"/>
                </a:lnTo>
                <a:lnTo>
                  <a:pt x="901179" y="88226"/>
                </a:lnTo>
                <a:lnTo>
                  <a:pt x="898935" y="91512"/>
                </a:lnTo>
                <a:lnTo>
                  <a:pt x="896496" y="96302"/>
                </a:lnTo>
                <a:lnTo>
                  <a:pt x="894904" y="96871"/>
                </a:lnTo>
                <a:lnTo>
                  <a:pt x="892716" y="96691"/>
                </a:lnTo>
                <a:lnTo>
                  <a:pt x="886793" y="93872"/>
                </a:lnTo>
                <a:lnTo>
                  <a:pt x="885232" y="93566"/>
                </a:lnTo>
                <a:lnTo>
                  <a:pt x="879043" y="95049"/>
                </a:lnTo>
                <a:lnTo>
                  <a:pt x="874648" y="96727"/>
                </a:lnTo>
                <a:lnTo>
                  <a:pt x="871795" y="98579"/>
                </a:lnTo>
                <a:lnTo>
                  <a:pt x="870301" y="100254"/>
                </a:lnTo>
                <a:lnTo>
                  <a:pt x="863433" y="110615"/>
                </a:lnTo>
                <a:lnTo>
                  <a:pt x="859275" y="113693"/>
                </a:lnTo>
                <a:lnTo>
                  <a:pt x="856327" y="114619"/>
                </a:lnTo>
                <a:lnTo>
                  <a:pt x="854159" y="114634"/>
                </a:lnTo>
                <a:lnTo>
                  <a:pt x="848178" y="110817"/>
                </a:lnTo>
                <a:lnTo>
                  <a:pt x="844691" y="109921"/>
                </a:lnTo>
                <a:lnTo>
                  <a:pt x="840996" y="110094"/>
                </a:lnTo>
                <a:lnTo>
                  <a:pt x="837278" y="111327"/>
                </a:lnTo>
                <a:lnTo>
                  <a:pt x="830309" y="115701"/>
                </a:lnTo>
                <a:lnTo>
                  <a:pt x="812274" y="124472"/>
                </a:lnTo>
                <a:lnTo>
                  <a:pt x="810392" y="125926"/>
                </a:lnTo>
                <a:lnTo>
                  <a:pt x="808602" y="128847"/>
                </a:lnTo>
                <a:lnTo>
                  <a:pt x="809498" y="136259"/>
                </a:lnTo>
                <a:lnTo>
                  <a:pt x="811743" y="141043"/>
                </a:lnTo>
                <a:lnTo>
                  <a:pt x="811639" y="143299"/>
                </a:lnTo>
                <a:lnTo>
                  <a:pt x="809504" y="144904"/>
                </a:lnTo>
                <a:lnTo>
                  <a:pt x="803387" y="146819"/>
                </a:lnTo>
                <a:lnTo>
                  <a:pt x="799989" y="149218"/>
                </a:lnTo>
                <a:lnTo>
                  <a:pt x="798039" y="148765"/>
                </a:lnTo>
                <a:lnTo>
                  <a:pt x="794559" y="146688"/>
                </a:lnTo>
                <a:lnTo>
                  <a:pt x="786966" y="141660"/>
                </a:lnTo>
                <a:lnTo>
                  <a:pt x="777514" y="134651"/>
                </a:lnTo>
                <a:lnTo>
                  <a:pt x="758690" y="122136"/>
                </a:lnTo>
                <a:lnTo>
                  <a:pt x="747605" y="114310"/>
                </a:lnTo>
                <a:lnTo>
                  <a:pt x="734049" y="103713"/>
                </a:lnTo>
                <a:lnTo>
                  <a:pt x="711398" y="87282"/>
                </a:lnTo>
                <a:lnTo>
                  <a:pt x="707893" y="85299"/>
                </a:lnTo>
                <a:lnTo>
                  <a:pt x="706225" y="85513"/>
                </a:lnTo>
                <a:lnTo>
                  <a:pt x="705447" y="86702"/>
                </a:lnTo>
                <a:lnTo>
                  <a:pt x="706106" y="89234"/>
                </a:lnTo>
                <a:lnTo>
                  <a:pt x="707056" y="90691"/>
                </a:lnTo>
                <a:lnTo>
                  <a:pt x="709522" y="92736"/>
                </a:lnTo>
                <a:lnTo>
                  <a:pt x="728697" y="106781"/>
                </a:lnTo>
                <a:lnTo>
                  <a:pt x="751732" y="122897"/>
                </a:lnTo>
                <a:lnTo>
                  <a:pt x="765770" y="133493"/>
                </a:lnTo>
                <a:lnTo>
                  <a:pt x="771437" y="137312"/>
                </a:lnTo>
                <a:lnTo>
                  <a:pt x="776142" y="139562"/>
                </a:lnTo>
                <a:lnTo>
                  <a:pt x="781474" y="142851"/>
                </a:lnTo>
                <a:lnTo>
                  <a:pt x="785655" y="146180"/>
                </a:lnTo>
                <a:lnTo>
                  <a:pt x="787681" y="148503"/>
                </a:lnTo>
                <a:lnTo>
                  <a:pt x="788375" y="150255"/>
                </a:lnTo>
                <a:lnTo>
                  <a:pt x="789027" y="160620"/>
                </a:lnTo>
                <a:lnTo>
                  <a:pt x="786500" y="160654"/>
                </a:lnTo>
                <a:lnTo>
                  <a:pt x="784862" y="159571"/>
                </a:lnTo>
                <a:lnTo>
                  <a:pt x="783393" y="157474"/>
                </a:lnTo>
                <a:lnTo>
                  <a:pt x="781622" y="153577"/>
                </a:lnTo>
                <a:lnTo>
                  <a:pt x="779910" y="151326"/>
                </a:lnTo>
                <a:lnTo>
                  <a:pt x="771756" y="142974"/>
                </a:lnTo>
                <a:lnTo>
                  <a:pt x="769312" y="140932"/>
                </a:lnTo>
                <a:lnTo>
                  <a:pt x="767499" y="140113"/>
                </a:lnTo>
                <a:lnTo>
                  <a:pt x="765865" y="140315"/>
                </a:lnTo>
                <a:lnTo>
                  <a:pt x="761593" y="142299"/>
                </a:lnTo>
                <a:lnTo>
                  <a:pt x="753204" y="142540"/>
                </a:lnTo>
                <a:lnTo>
                  <a:pt x="749509" y="147584"/>
                </a:lnTo>
                <a:lnTo>
                  <a:pt x="748063" y="153309"/>
                </a:lnTo>
                <a:lnTo>
                  <a:pt x="746768" y="154275"/>
                </a:lnTo>
                <a:lnTo>
                  <a:pt x="743981" y="155306"/>
                </a:lnTo>
                <a:lnTo>
                  <a:pt x="741838" y="155282"/>
                </a:lnTo>
                <a:lnTo>
                  <a:pt x="736928" y="152601"/>
                </a:lnTo>
                <a:lnTo>
                  <a:pt x="734080" y="151761"/>
                </a:lnTo>
                <a:lnTo>
                  <a:pt x="726005" y="153635"/>
                </a:lnTo>
                <a:lnTo>
                  <a:pt x="722608" y="153980"/>
                </a:lnTo>
                <a:lnTo>
                  <a:pt x="720441" y="153701"/>
                </a:lnTo>
                <a:lnTo>
                  <a:pt x="716327" y="150447"/>
                </a:lnTo>
                <a:lnTo>
                  <a:pt x="714536" y="147843"/>
                </a:lnTo>
                <a:lnTo>
                  <a:pt x="716034" y="142306"/>
                </a:lnTo>
                <a:lnTo>
                  <a:pt x="716782" y="133751"/>
                </a:lnTo>
                <a:lnTo>
                  <a:pt x="716512" y="130100"/>
                </a:lnTo>
                <a:lnTo>
                  <a:pt x="714936" y="127653"/>
                </a:lnTo>
                <a:lnTo>
                  <a:pt x="709232" y="122338"/>
                </a:lnTo>
                <a:lnTo>
                  <a:pt x="705776" y="120054"/>
                </a:lnTo>
                <a:lnTo>
                  <a:pt x="702875" y="119395"/>
                </a:lnTo>
                <a:lnTo>
                  <a:pt x="694655" y="119133"/>
                </a:lnTo>
                <a:lnTo>
                  <a:pt x="691652" y="118631"/>
                </a:lnTo>
                <a:lnTo>
                  <a:pt x="690721" y="117815"/>
                </a:lnTo>
                <a:lnTo>
                  <a:pt x="689830" y="114026"/>
                </a:lnTo>
                <a:lnTo>
                  <a:pt x="688886" y="112448"/>
                </a:lnTo>
                <a:lnTo>
                  <a:pt x="687004" y="111273"/>
                </a:lnTo>
                <a:lnTo>
                  <a:pt x="682377" y="109609"/>
                </a:lnTo>
                <a:lnTo>
                  <a:pt x="677103" y="111550"/>
                </a:lnTo>
                <a:lnTo>
                  <a:pt x="673891" y="114190"/>
                </a:lnTo>
                <a:lnTo>
                  <a:pt x="674455" y="125887"/>
                </a:lnTo>
                <a:lnTo>
                  <a:pt x="675211" y="129461"/>
                </a:lnTo>
                <a:lnTo>
                  <a:pt x="675614" y="129920"/>
                </a:lnTo>
                <a:lnTo>
                  <a:pt x="676735" y="129886"/>
                </a:lnTo>
                <a:lnTo>
                  <a:pt x="680641" y="127610"/>
                </a:lnTo>
                <a:lnTo>
                  <a:pt x="682286" y="127672"/>
                </a:lnTo>
                <a:lnTo>
                  <a:pt x="684122" y="128410"/>
                </a:lnTo>
                <a:lnTo>
                  <a:pt x="693709" y="135525"/>
                </a:lnTo>
                <a:lnTo>
                  <a:pt x="700980" y="142389"/>
                </a:lnTo>
                <a:lnTo>
                  <a:pt x="701464" y="144697"/>
                </a:lnTo>
                <a:lnTo>
                  <a:pt x="701117" y="146026"/>
                </a:lnTo>
                <a:lnTo>
                  <a:pt x="699209" y="149325"/>
                </a:lnTo>
                <a:lnTo>
                  <a:pt x="694313" y="155679"/>
                </a:lnTo>
                <a:lnTo>
                  <a:pt x="693043" y="158983"/>
                </a:lnTo>
                <a:lnTo>
                  <a:pt x="693053" y="160668"/>
                </a:lnTo>
                <a:lnTo>
                  <a:pt x="693789" y="163376"/>
                </a:lnTo>
                <a:lnTo>
                  <a:pt x="695126" y="165711"/>
                </a:lnTo>
                <a:lnTo>
                  <a:pt x="696911" y="167504"/>
                </a:lnTo>
                <a:lnTo>
                  <a:pt x="699998" y="168866"/>
                </a:lnTo>
                <a:lnTo>
                  <a:pt x="703861" y="169063"/>
                </a:lnTo>
                <a:lnTo>
                  <a:pt x="709414" y="168253"/>
                </a:lnTo>
                <a:lnTo>
                  <a:pt x="714843" y="166243"/>
                </a:lnTo>
                <a:lnTo>
                  <a:pt x="719020" y="166852"/>
                </a:lnTo>
                <a:lnTo>
                  <a:pt x="724160" y="165624"/>
                </a:lnTo>
                <a:lnTo>
                  <a:pt x="726519" y="166565"/>
                </a:lnTo>
                <a:lnTo>
                  <a:pt x="758636" y="193750"/>
                </a:lnTo>
                <a:lnTo>
                  <a:pt x="760031" y="195403"/>
                </a:lnTo>
                <a:lnTo>
                  <a:pt x="763630" y="197962"/>
                </a:lnTo>
                <a:lnTo>
                  <a:pt x="773369" y="206281"/>
                </a:lnTo>
                <a:lnTo>
                  <a:pt x="782988" y="215012"/>
                </a:lnTo>
                <a:lnTo>
                  <a:pt x="789551" y="219837"/>
                </a:lnTo>
                <a:lnTo>
                  <a:pt x="792119" y="222990"/>
                </a:lnTo>
                <a:lnTo>
                  <a:pt x="799661" y="229348"/>
                </a:lnTo>
                <a:lnTo>
                  <a:pt x="804582" y="232935"/>
                </a:lnTo>
                <a:lnTo>
                  <a:pt x="805727" y="234276"/>
                </a:lnTo>
                <a:lnTo>
                  <a:pt x="808260" y="234750"/>
                </a:lnTo>
                <a:lnTo>
                  <a:pt x="809348" y="233928"/>
                </a:lnTo>
                <a:lnTo>
                  <a:pt x="809290" y="232777"/>
                </a:lnTo>
                <a:lnTo>
                  <a:pt x="805379" y="229009"/>
                </a:lnTo>
                <a:lnTo>
                  <a:pt x="801566" y="226225"/>
                </a:lnTo>
                <a:lnTo>
                  <a:pt x="795704" y="220743"/>
                </a:lnTo>
                <a:lnTo>
                  <a:pt x="790840" y="217943"/>
                </a:lnTo>
                <a:lnTo>
                  <a:pt x="787394" y="215349"/>
                </a:lnTo>
                <a:lnTo>
                  <a:pt x="785465" y="213054"/>
                </a:lnTo>
                <a:lnTo>
                  <a:pt x="777561" y="207340"/>
                </a:lnTo>
                <a:lnTo>
                  <a:pt x="740372" y="172697"/>
                </a:lnTo>
                <a:lnTo>
                  <a:pt x="738770" y="170436"/>
                </a:lnTo>
                <a:lnTo>
                  <a:pt x="738772" y="167988"/>
                </a:lnTo>
                <a:lnTo>
                  <a:pt x="740850" y="166539"/>
                </a:lnTo>
                <a:lnTo>
                  <a:pt x="749328" y="164908"/>
                </a:lnTo>
                <a:lnTo>
                  <a:pt x="753778" y="163198"/>
                </a:lnTo>
                <a:lnTo>
                  <a:pt x="756160" y="161451"/>
                </a:lnTo>
                <a:lnTo>
                  <a:pt x="757962" y="159299"/>
                </a:lnTo>
                <a:lnTo>
                  <a:pt x="760514" y="153798"/>
                </a:lnTo>
                <a:lnTo>
                  <a:pt x="762438" y="152921"/>
                </a:lnTo>
                <a:lnTo>
                  <a:pt x="764667" y="152882"/>
                </a:lnTo>
                <a:lnTo>
                  <a:pt x="768169" y="154153"/>
                </a:lnTo>
                <a:lnTo>
                  <a:pt x="770561" y="156136"/>
                </a:lnTo>
                <a:lnTo>
                  <a:pt x="771670" y="163947"/>
                </a:lnTo>
                <a:lnTo>
                  <a:pt x="782991" y="172282"/>
                </a:lnTo>
                <a:lnTo>
                  <a:pt x="786576" y="173075"/>
                </a:lnTo>
                <a:lnTo>
                  <a:pt x="802334" y="173975"/>
                </a:lnTo>
                <a:lnTo>
                  <a:pt x="803870" y="172444"/>
                </a:lnTo>
                <a:lnTo>
                  <a:pt x="804148" y="171311"/>
                </a:lnTo>
                <a:lnTo>
                  <a:pt x="802065" y="166040"/>
                </a:lnTo>
                <a:lnTo>
                  <a:pt x="801984" y="163519"/>
                </a:lnTo>
                <a:lnTo>
                  <a:pt x="803492" y="162104"/>
                </a:lnTo>
                <a:lnTo>
                  <a:pt x="806984" y="162014"/>
                </a:lnTo>
                <a:lnTo>
                  <a:pt x="814619" y="166384"/>
                </a:lnTo>
                <a:lnTo>
                  <a:pt x="820794" y="170878"/>
                </a:lnTo>
                <a:lnTo>
                  <a:pt x="826670" y="174331"/>
                </a:lnTo>
                <a:lnTo>
                  <a:pt x="852261" y="191465"/>
                </a:lnTo>
                <a:lnTo>
                  <a:pt x="853906" y="192101"/>
                </a:lnTo>
                <a:lnTo>
                  <a:pt x="855421" y="191895"/>
                </a:lnTo>
                <a:lnTo>
                  <a:pt x="855962" y="191491"/>
                </a:lnTo>
                <a:lnTo>
                  <a:pt x="856124" y="190224"/>
                </a:lnTo>
                <a:lnTo>
                  <a:pt x="855175" y="188549"/>
                </a:lnTo>
                <a:lnTo>
                  <a:pt x="853254" y="186715"/>
                </a:lnTo>
                <a:lnTo>
                  <a:pt x="826435" y="168774"/>
                </a:lnTo>
                <a:lnTo>
                  <a:pt x="821312" y="164797"/>
                </a:lnTo>
                <a:lnTo>
                  <a:pt x="815173" y="160983"/>
                </a:lnTo>
                <a:lnTo>
                  <a:pt x="812000" y="157727"/>
                </a:lnTo>
                <a:lnTo>
                  <a:pt x="811394" y="156210"/>
                </a:lnTo>
                <a:lnTo>
                  <a:pt x="811678" y="155542"/>
                </a:lnTo>
                <a:lnTo>
                  <a:pt x="816563" y="153629"/>
                </a:lnTo>
                <a:lnTo>
                  <a:pt x="825911" y="144757"/>
                </a:lnTo>
                <a:lnTo>
                  <a:pt x="825658" y="140881"/>
                </a:lnTo>
                <a:lnTo>
                  <a:pt x="820944" y="134534"/>
                </a:lnTo>
                <a:lnTo>
                  <a:pt x="820596" y="133289"/>
                </a:lnTo>
                <a:lnTo>
                  <a:pt x="821062" y="131777"/>
                </a:lnTo>
                <a:lnTo>
                  <a:pt x="825835" y="128789"/>
                </a:lnTo>
                <a:lnTo>
                  <a:pt x="835070" y="125069"/>
                </a:lnTo>
                <a:lnTo>
                  <a:pt x="845183" y="126055"/>
                </a:lnTo>
                <a:lnTo>
                  <a:pt x="866170" y="122531"/>
                </a:lnTo>
                <a:lnTo>
                  <a:pt x="868213" y="121153"/>
                </a:lnTo>
                <a:lnTo>
                  <a:pt x="869774" y="119457"/>
                </a:lnTo>
                <a:lnTo>
                  <a:pt x="877829" y="107659"/>
                </a:lnTo>
                <a:lnTo>
                  <a:pt x="880442" y="105164"/>
                </a:lnTo>
                <a:lnTo>
                  <a:pt x="881725" y="104474"/>
                </a:lnTo>
                <a:lnTo>
                  <a:pt x="883015" y="104149"/>
                </a:lnTo>
                <a:lnTo>
                  <a:pt x="885685" y="104570"/>
                </a:lnTo>
                <a:lnTo>
                  <a:pt x="889705" y="107005"/>
                </a:lnTo>
                <a:lnTo>
                  <a:pt x="893262" y="107948"/>
                </a:lnTo>
                <a:lnTo>
                  <a:pt x="898907" y="108257"/>
                </a:lnTo>
                <a:lnTo>
                  <a:pt x="901549" y="107410"/>
                </a:lnTo>
                <a:lnTo>
                  <a:pt x="903627" y="105302"/>
                </a:lnTo>
                <a:lnTo>
                  <a:pt x="907161" y="98050"/>
                </a:lnTo>
                <a:lnTo>
                  <a:pt x="909248" y="94850"/>
                </a:lnTo>
                <a:lnTo>
                  <a:pt x="918343" y="84725"/>
                </a:lnTo>
                <a:lnTo>
                  <a:pt x="927375" y="78916"/>
                </a:lnTo>
                <a:lnTo>
                  <a:pt x="931627" y="74867"/>
                </a:lnTo>
                <a:lnTo>
                  <a:pt x="931982" y="73449"/>
                </a:lnTo>
                <a:lnTo>
                  <a:pt x="931494" y="71467"/>
                </a:lnTo>
                <a:lnTo>
                  <a:pt x="927337" y="63639"/>
                </a:lnTo>
                <a:lnTo>
                  <a:pt x="926932" y="61961"/>
                </a:lnTo>
                <a:lnTo>
                  <a:pt x="927731" y="59277"/>
                </a:lnTo>
                <a:lnTo>
                  <a:pt x="931084" y="53724"/>
                </a:lnTo>
                <a:lnTo>
                  <a:pt x="934696" y="49748"/>
                </a:lnTo>
                <a:lnTo>
                  <a:pt x="941721" y="44424"/>
                </a:lnTo>
                <a:lnTo>
                  <a:pt x="952852" y="37291"/>
                </a:lnTo>
                <a:lnTo>
                  <a:pt x="955328" y="36098"/>
                </a:lnTo>
                <a:lnTo>
                  <a:pt x="957475" y="35835"/>
                </a:lnTo>
                <a:lnTo>
                  <a:pt x="959754" y="37122"/>
                </a:lnTo>
                <a:lnTo>
                  <a:pt x="976557" y="51548"/>
                </a:lnTo>
                <a:lnTo>
                  <a:pt x="983320" y="55808"/>
                </a:lnTo>
                <a:lnTo>
                  <a:pt x="984492" y="57662"/>
                </a:lnTo>
                <a:lnTo>
                  <a:pt x="986444" y="63697"/>
                </a:lnTo>
                <a:lnTo>
                  <a:pt x="988321" y="66656"/>
                </a:lnTo>
                <a:lnTo>
                  <a:pt x="991290" y="68432"/>
                </a:lnTo>
                <a:lnTo>
                  <a:pt x="1000573" y="71187"/>
                </a:lnTo>
                <a:lnTo>
                  <a:pt x="1002247" y="72330"/>
                </a:lnTo>
                <a:lnTo>
                  <a:pt x="1003966" y="74316"/>
                </a:lnTo>
                <a:lnTo>
                  <a:pt x="1003816" y="87126"/>
                </a:lnTo>
                <a:lnTo>
                  <a:pt x="1007202" y="108097"/>
                </a:lnTo>
                <a:lnTo>
                  <a:pt x="1009164" y="115745"/>
                </a:lnTo>
                <a:lnTo>
                  <a:pt x="1009300" y="118643"/>
                </a:lnTo>
                <a:lnTo>
                  <a:pt x="1008251" y="120852"/>
                </a:lnTo>
                <a:lnTo>
                  <a:pt x="1004645" y="124036"/>
                </a:lnTo>
                <a:lnTo>
                  <a:pt x="1002363" y="127226"/>
                </a:lnTo>
                <a:lnTo>
                  <a:pt x="1000732" y="132069"/>
                </a:lnTo>
                <a:lnTo>
                  <a:pt x="998428" y="142271"/>
                </a:lnTo>
                <a:lnTo>
                  <a:pt x="997339" y="144283"/>
                </a:lnTo>
                <a:lnTo>
                  <a:pt x="996142" y="144253"/>
                </a:lnTo>
                <a:lnTo>
                  <a:pt x="991792" y="140334"/>
                </a:lnTo>
                <a:lnTo>
                  <a:pt x="988222" y="136254"/>
                </a:lnTo>
                <a:lnTo>
                  <a:pt x="984548" y="130673"/>
                </a:lnTo>
                <a:lnTo>
                  <a:pt x="981872" y="128487"/>
                </a:lnTo>
                <a:lnTo>
                  <a:pt x="980299" y="128780"/>
                </a:lnTo>
                <a:lnTo>
                  <a:pt x="978573" y="129872"/>
                </a:lnTo>
                <a:lnTo>
                  <a:pt x="965721" y="140529"/>
                </a:lnTo>
                <a:lnTo>
                  <a:pt x="965257" y="141779"/>
                </a:lnTo>
                <a:lnTo>
                  <a:pt x="965642" y="143263"/>
                </a:lnTo>
                <a:lnTo>
                  <a:pt x="971040" y="150062"/>
                </a:lnTo>
                <a:lnTo>
                  <a:pt x="971885" y="151887"/>
                </a:lnTo>
                <a:lnTo>
                  <a:pt x="971683" y="153263"/>
                </a:lnTo>
                <a:lnTo>
                  <a:pt x="970422" y="154231"/>
                </a:lnTo>
                <a:lnTo>
                  <a:pt x="965637" y="155621"/>
                </a:lnTo>
                <a:lnTo>
                  <a:pt x="961646" y="158342"/>
                </a:lnTo>
                <a:lnTo>
                  <a:pt x="957525" y="162703"/>
                </a:lnTo>
                <a:lnTo>
                  <a:pt x="952955" y="169299"/>
                </a:lnTo>
                <a:lnTo>
                  <a:pt x="953289" y="180202"/>
                </a:lnTo>
                <a:lnTo>
                  <a:pt x="956837" y="196757"/>
                </a:lnTo>
                <a:lnTo>
                  <a:pt x="959834" y="203914"/>
                </a:lnTo>
                <a:lnTo>
                  <a:pt x="960172" y="206501"/>
                </a:lnTo>
                <a:lnTo>
                  <a:pt x="959922" y="207520"/>
                </a:lnTo>
                <a:lnTo>
                  <a:pt x="959389" y="208369"/>
                </a:lnTo>
                <a:lnTo>
                  <a:pt x="957459" y="209590"/>
                </a:lnTo>
                <a:lnTo>
                  <a:pt x="949273" y="211141"/>
                </a:lnTo>
                <a:lnTo>
                  <a:pt x="945163" y="212781"/>
                </a:lnTo>
                <a:lnTo>
                  <a:pt x="943427" y="213909"/>
                </a:lnTo>
                <a:lnTo>
                  <a:pt x="941881" y="215259"/>
                </a:lnTo>
                <a:lnTo>
                  <a:pt x="939286" y="218681"/>
                </a:lnTo>
                <a:lnTo>
                  <a:pt x="936171" y="225402"/>
                </a:lnTo>
                <a:lnTo>
                  <a:pt x="934175" y="228000"/>
                </a:lnTo>
                <a:lnTo>
                  <a:pt x="933977" y="229446"/>
                </a:lnTo>
                <a:lnTo>
                  <a:pt x="935224" y="230996"/>
                </a:lnTo>
                <a:lnTo>
                  <a:pt x="938038" y="232933"/>
                </a:lnTo>
                <a:lnTo>
                  <a:pt x="940742" y="234095"/>
                </a:lnTo>
                <a:lnTo>
                  <a:pt x="942211" y="234044"/>
                </a:lnTo>
                <a:lnTo>
                  <a:pt x="944437" y="232712"/>
                </a:lnTo>
                <a:lnTo>
                  <a:pt x="947038" y="229991"/>
                </a:lnTo>
                <a:lnTo>
                  <a:pt x="948827" y="223253"/>
                </a:lnTo>
                <a:lnTo>
                  <a:pt x="950779" y="220930"/>
                </a:lnTo>
                <a:lnTo>
                  <a:pt x="953438" y="220309"/>
                </a:lnTo>
                <a:lnTo>
                  <a:pt x="957707" y="223501"/>
                </a:lnTo>
                <a:lnTo>
                  <a:pt x="960380" y="224022"/>
                </a:lnTo>
                <a:lnTo>
                  <a:pt x="962372" y="223783"/>
                </a:lnTo>
                <a:lnTo>
                  <a:pt x="964003" y="223011"/>
                </a:lnTo>
                <a:lnTo>
                  <a:pt x="965944" y="220679"/>
                </a:lnTo>
                <a:lnTo>
                  <a:pt x="968669" y="213961"/>
                </a:lnTo>
                <a:lnTo>
                  <a:pt x="971355" y="209616"/>
                </a:lnTo>
                <a:lnTo>
                  <a:pt x="974525" y="205565"/>
                </a:lnTo>
                <a:lnTo>
                  <a:pt x="975429" y="202803"/>
                </a:lnTo>
                <a:lnTo>
                  <a:pt x="974428" y="200490"/>
                </a:lnTo>
                <a:lnTo>
                  <a:pt x="969425" y="197987"/>
                </a:lnTo>
                <a:lnTo>
                  <a:pt x="967451" y="194844"/>
                </a:lnTo>
                <a:lnTo>
                  <a:pt x="965420" y="187781"/>
                </a:lnTo>
                <a:lnTo>
                  <a:pt x="964068" y="181121"/>
                </a:lnTo>
                <a:lnTo>
                  <a:pt x="963466" y="175631"/>
                </a:lnTo>
                <a:lnTo>
                  <a:pt x="963707" y="172095"/>
                </a:lnTo>
                <a:lnTo>
                  <a:pt x="966359" y="168190"/>
                </a:lnTo>
                <a:lnTo>
                  <a:pt x="968542" y="166430"/>
                </a:lnTo>
                <a:lnTo>
                  <a:pt x="969734" y="166020"/>
                </a:lnTo>
                <a:lnTo>
                  <a:pt x="976397" y="169345"/>
                </a:lnTo>
                <a:lnTo>
                  <a:pt x="980401" y="169485"/>
                </a:lnTo>
                <a:lnTo>
                  <a:pt x="981566" y="168963"/>
                </a:lnTo>
                <a:lnTo>
                  <a:pt x="982340" y="166128"/>
                </a:lnTo>
                <a:lnTo>
                  <a:pt x="983052" y="150993"/>
                </a:lnTo>
                <a:lnTo>
                  <a:pt x="983489" y="149158"/>
                </a:lnTo>
                <a:lnTo>
                  <a:pt x="984594" y="148422"/>
                </a:lnTo>
                <a:lnTo>
                  <a:pt x="986003" y="149217"/>
                </a:lnTo>
                <a:lnTo>
                  <a:pt x="986904" y="151242"/>
                </a:lnTo>
                <a:lnTo>
                  <a:pt x="988168" y="167857"/>
                </a:lnTo>
                <a:lnTo>
                  <a:pt x="991521" y="182744"/>
                </a:lnTo>
                <a:lnTo>
                  <a:pt x="994245" y="192555"/>
                </a:lnTo>
                <a:lnTo>
                  <a:pt x="994503" y="195416"/>
                </a:lnTo>
                <a:lnTo>
                  <a:pt x="993523" y="202005"/>
                </a:lnTo>
                <a:lnTo>
                  <a:pt x="993648" y="204812"/>
                </a:lnTo>
                <a:lnTo>
                  <a:pt x="996505" y="211233"/>
                </a:lnTo>
                <a:lnTo>
                  <a:pt x="999675" y="221274"/>
                </a:lnTo>
                <a:lnTo>
                  <a:pt x="1002880" y="225871"/>
                </a:lnTo>
                <a:lnTo>
                  <a:pt x="1007287" y="230736"/>
                </a:lnTo>
                <a:lnTo>
                  <a:pt x="1010799" y="233904"/>
                </a:lnTo>
                <a:lnTo>
                  <a:pt x="1016344" y="237934"/>
                </a:lnTo>
                <a:lnTo>
                  <a:pt x="1035697" y="249973"/>
                </a:lnTo>
                <a:lnTo>
                  <a:pt x="1048805" y="257434"/>
                </a:lnTo>
                <a:lnTo>
                  <a:pt x="1052359" y="258550"/>
                </a:lnTo>
                <a:lnTo>
                  <a:pt x="1055011" y="258396"/>
                </a:lnTo>
                <a:lnTo>
                  <a:pt x="1055863" y="257476"/>
                </a:lnTo>
                <a:lnTo>
                  <a:pt x="1056269" y="255718"/>
                </a:lnTo>
                <a:lnTo>
                  <a:pt x="1055893" y="245959"/>
                </a:lnTo>
                <a:lnTo>
                  <a:pt x="1049328" y="233369"/>
                </a:lnTo>
                <a:lnTo>
                  <a:pt x="1048700" y="221961"/>
                </a:lnTo>
                <a:lnTo>
                  <a:pt x="1046877" y="219298"/>
                </a:lnTo>
                <a:lnTo>
                  <a:pt x="1041911" y="213704"/>
                </a:lnTo>
                <a:lnTo>
                  <a:pt x="1044916" y="206545"/>
                </a:lnTo>
                <a:lnTo>
                  <a:pt x="1045093" y="202349"/>
                </a:lnTo>
                <a:lnTo>
                  <a:pt x="1043083" y="199144"/>
                </a:lnTo>
                <a:lnTo>
                  <a:pt x="1037812" y="195905"/>
                </a:lnTo>
                <a:lnTo>
                  <a:pt x="1036890" y="194792"/>
                </a:lnTo>
                <a:lnTo>
                  <a:pt x="1036299" y="191974"/>
                </a:lnTo>
                <a:lnTo>
                  <a:pt x="1035884" y="182895"/>
                </a:lnTo>
                <a:lnTo>
                  <a:pt x="1032949" y="181207"/>
                </a:lnTo>
                <a:lnTo>
                  <a:pt x="1027591" y="180050"/>
                </a:lnTo>
                <a:lnTo>
                  <a:pt x="1022239" y="174828"/>
                </a:lnTo>
                <a:lnTo>
                  <a:pt x="1020003" y="173361"/>
                </a:lnTo>
                <a:lnTo>
                  <a:pt x="1018587" y="173199"/>
                </a:lnTo>
                <a:lnTo>
                  <a:pt x="1013665" y="174523"/>
                </a:lnTo>
                <a:lnTo>
                  <a:pt x="1011825" y="174457"/>
                </a:lnTo>
                <a:lnTo>
                  <a:pt x="1008947" y="170186"/>
                </a:lnTo>
                <a:lnTo>
                  <a:pt x="1003146" y="158981"/>
                </a:lnTo>
                <a:lnTo>
                  <a:pt x="1006813" y="152123"/>
                </a:lnTo>
                <a:lnTo>
                  <a:pt x="1009832" y="148630"/>
                </a:lnTo>
                <a:lnTo>
                  <a:pt x="1010740" y="146843"/>
                </a:lnTo>
                <a:lnTo>
                  <a:pt x="1010203" y="136623"/>
                </a:lnTo>
                <a:lnTo>
                  <a:pt x="1011091" y="132293"/>
                </a:lnTo>
                <a:lnTo>
                  <a:pt x="1013223" y="130805"/>
                </a:lnTo>
                <a:lnTo>
                  <a:pt x="1020745" y="127643"/>
                </a:lnTo>
                <a:lnTo>
                  <a:pt x="1022052" y="126303"/>
                </a:lnTo>
                <a:lnTo>
                  <a:pt x="1022273" y="125478"/>
                </a:lnTo>
                <a:lnTo>
                  <a:pt x="1021950" y="123296"/>
                </a:lnTo>
                <a:lnTo>
                  <a:pt x="1019576" y="117126"/>
                </a:lnTo>
                <a:lnTo>
                  <a:pt x="1018282" y="111977"/>
                </a:lnTo>
                <a:lnTo>
                  <a:pt x="1014686" y="90747"/>
                </a:lnTo>
                <a:lnTo>
                  <a:pt x="1013946" y="81597"/>
                </a:lnTo>
                <a:lnTo>
                  <a:pt x="1013946" y="78366"/>
                </a:lnTo>
                <a:lnTo>
                  <a:pt x="1021661" y="70266"/>
                </a:lnTo>
                <a:lnTo>
                  <a:pt x="1021661" y="65975"/>
                </a:lnTo>
                <a:lnTo>
                  <a:pt x="1017652" y="62612"/>
                </a:lnTo>
                <a:lnTo>
                  <a:pt x="1015061" y="61431"/>
                </a:lnTo>
                <a:lnTo>
                  <a:pt x="1011911" y="61161"/>
                </a:lnTo>
                <a:lnTo>
                  <a:pt x="1006376" y="61624"/>
                </a:lnTo>
                <a:lnTo>
                  <a:pt x="1000814" y="61437"/>
                </a:lnTo>
                <a:lnTo>
                  <a:pt x="996975" y="60527"/>
                </a:lnTo>
                <a:lnTo>
                  <a:pt x="995681" y="59156"/>
                </a:lnTo>
                <a:lnTo>
                  <a:pt x="994100" y="50288"/>
                </a:lnTo>
                <a:lnTo>
                  <a:pt x="991424" y="45169"/>
                </a:lnTo>
                <a:lnTo>
                  <a:pt x="992021" y="42520"/>
                </a:lnTo>
                <a:lnTo>
                  <a:pt x="994387" y="38534"/>
                </a:lnTo>
                <a:lnTo>
                  <a:pt x="996361" y="36126"/>
                </a:lnTo>
                <a:lnTo>
                  <a:pt x="1001781" y="34400"/>
                </a:lnTo>
                <a:lnTo>
                  <a:pt x="1007184" y="30062"/>
                </a:lnTo>
                <a:lnTo>
                  <a:pt x="1012292" y="26825"/>
                </a:lnTo>
                <a:lnTo>
                  <a:pt x="1014356" y="24047"/>
                </a:lnTo>
                <a:lnTo>
                  <a:pt x="1014702" y="20788"/>
                </a:lnTo>
                <a:lnTo>
                  <a:pt x="1013946" y="18436"/>
                </a:lnTo>
                <a:lnTo>
                  <a:pt x="1012627" y="16447"/>
                </a:lnTo>
                <a:lnTo>
                  <a:pt x="1004671" y="13209"/>
                </a:lnTo>
                <a:lnTo>
                  <a:pt x="1002453" y="11523"/>
                </a:lnTo>
                <a:lnTo>
                  <a:pt x="1001484" y="9680"/>
                </a:lnTo>
                <a:lnTo>
                  <a:pt x="1000291" y="5309"/>
                </a:lnTo>
                <a:lnTo>
                  <a:pt x="997517" y="1320"/>
                </a:lnTo>
                <a:lnTo>
                  <a:pt x="994565" y="0"/>
                </a:lnTo>
                <a:lnTo>
                  <a:pt x="990129" y="307"/>
                </a:lnTo>
                <a:close/>
                <a:moveTo>
                  <a:pt x="990514" y="16266"/>
                </a:moveTo>
                <a:lnTo>
                  <a:pt x="995471" y="21221"/>
                </a:lnTo>
                <a:lnTo>
                  <a:pt x="996402" y="23975"/>
                </a:lnTo>
                <a:lnTo>
                  <a:pt x="994956" y="25096"/>
                </a:lnTo>
                <a:lnTo>
                  <a:pt x="990189" y="26114"/>
                </a:lnTo>
                <a:lnTo>
                  <a:pt x="988248" y="26934"/>
                </a:lnTo>
                <a:lnTo>
                  <a:pt x="984242" y="33525"/>
                </a:lnTo>
                <a:lnTo>
                  <a:pt x="981860" y="34507"/>
                </a:lnTo>
                <a:lnTo>
                  <a:pt x="975221" y="34579"/>
                </a:lnTo>
                <a:lnTo>
                  <a:pt x="969234" y="33900"/>
                </a:lnTo>
                <a:lnTo>
                  <a:pt x="966459" y="32746"/>
                </a:lnTo>
                <a:lnTo>
                  <a:pt x="966533" y="31760"/>
                </a:lnTo>
                <a:lnTo>
                  <a:pt x="972675" y="26681"/>
                </a:lnTo>
                <a:lnTo>
                  <a:pt x="979603" y="27125"/>
                </a:lnTo>
                <a:lnTo>
                  <a:pt x="982264" y="26566"/>
                </a:lnTo>
                <a:lnTo>
                  <a:pt x="983401" y="24875"/>
                </a:lnTo>
                <a:lnTo>
                  <a:pt x="983999" y="20588"/>
                </a:lnTo>
                <a:lnTo>
                  <a:pt x="987171" y="15733"/>
                </a:lnTo>
                <a:lnTo>
                  <a:pt x="989000" y="14528"/>
                </a:lnTo>
                <a:lnTo>
                  <a:pt x="990514" y="16266"/>
                </a:lnTo>
                <a:close/>
                <a:moveTo>
                  <a:pt x="702771" y="130486"/>
                </a:moveTo>
                <a:lnTo>
                  <a:pt x="704846" y="132106"/>
                </a:lnTo>
                <a:lnTo>
                  <a:pt x="705874" y="134420"/>
                </a:lnTo>
                <a:lnTo>
                  <a:pt x="705702" y="137368"/>
                </a:lnTo>
                <a:lnTo>
                  <a:pt x="704417" y="138586"/>
                </a:lnTo>
                <a:lnTo>
                  <a:pt x="703268" y="138600"/>
                </a:lnTo>
                <a:lnTo>
                  <a:pt x="702100" y="137910"/>
                </a:lnTo>
                <a:lnTo>
                  <a:pt x="697689" y="133916"/>
                </a:lnTo>
                <a:lnTo>
                  <a:pt x="697224" y="132895"/>
                </a:lnTo>
                <a:lnTo>
                  <a:pt x="697413" y="130782"/>
                </a:lnTo>
                <a:lnTo>
                  <a:pt x="698619" y="129636"/>
                </a:lnTo>
                <a:lnTo>
                  <a:pt x="700801" y="129727"/>
                </a:lnTo>
                <a:lnTo>
                  <a:pt x="702771" y="130486"/>
                </a:lnTo>
                <a:close/>
                <a:moveTo>
                  <a:pt x="1007486" y="185450"/>
                </a:moveTo>
                <a:lnTo>
                  <a:pt x="1010097" y="187206"/>
                </a:lnTo>
                <a:lnTo>
                  <a:pt x="1011919" y="187776"/>
                </a:lnTo>
                <a:lnTo>
                  <a:pt x="1015723" y="186116"/>
                </a:lnTo>
                <a:lnTo>
                  <a:pt x="1017256" y="186168"/>
                </a:lnTo>
                <a:lnTo>
                  <a:pt x="1022883" y="188928"/>
                </a:lnTo>
                <a:lnTo>
                  <a:pt x="1025131" y="190865"/>
                </a:lnTo>
                <a:lnTo>
                  <a:pt x="1025757" y="196886"/>
                </a:lnTo>
                <a:lnTo>
                  <a:pt x="1026289" y="198589"/>
                </a:lnTo>
                <a:lnTo>
                  <a:pt x="1027900" y="201000"/>
                </a:lnTo>
                <a:lnTo>
                  <a:pt x="1032798" y="205941"/>
                </a:lnTo>
                <a:lnTo>
                  <a:pt x="1032050" y="212405"/>
                </a:lnTo>
                <a:lnTo>
                  <a:pt x="1032274" y="217001"/>
                </a:lnTo>
                <a:lnTo>
                  <a:pt x="1033865" y="220542"/>
                </a:lnTo>
                <a:lnTo>
                  <a:pt x="1038246" y="225565"/>
                </a:lnTo>
                <a:lnTo>
                  <a:pt x="1038765" y="232156"/>
                </a:lnTo>
                <a:lnTo>
                  <a:pt x="1039792" y="236539"/>
                </a:lnTo>
                <a:lnTo>
                  <a:pt x="1039819" y="237234"/>
                </a:lnTo>
                <a:lnTo>
                  <a:pt x="1039179" y="238140"/>
                </a:lnTo>
                <a:lnTo>
                  <a:pt x="1036884" y="238220"/>
                </a:lnTo>
                <a:lnTo>
                  <a:pt x="1034771" y="237366"/>
                </a:lnTo>
                <a:lnTo>
                  <a:pt x="1019043" y="227401"/>
                </a:lnTo>
                <a:lnTo>
                  <a:pt x="1014466" y="223396"/>
                </a:lnTo>
                <a:lnTo>
                  <a:pt x="1009297" y="216686"/>
                </a:lnTo>
                <a:lnTo>
                  <a:pt x="1007250" y="212068"/>
                </a:lnTo>
                <a:lnTo>
                  <a:pt x="1004559" y="202285"/>
                </a:lnTo>
                <a:lnTo>
                  <a:pt x="1004623" y="194533"/>
                </a:lnTo>
                <a:lnTo>
                  <a:pt x="1002899" y="186981"/>
                </a:lnTo>
                <a:lnTo>
                  <a:pt x="1002992" y="184969"/>
                </a:lnTo>
                <a:lnTo>
                  <a:pt x="1003831" y="183218"/>
                </a:lnTo>
                <a:lnTo>
                  <a:pt x="1004617" y="183369"/>
                </a:lnTo>
                <a:lnTo>
                  <a:pt x="1007486" y="185450"/>
                </a:lnTo>
                <a:close/>
                <a:moveTo>
                  <a:pt x="654316" y="8938"/>
                </a:moveTo>
                <a:lnTo>
                  <a:pt x="653078" y="11174"/>
                </a:lnTo>
                <a:lnTo>
                  <a:pt x="652316" y="14321"/>
                </a:lnTo>
                <a:lnTo>
                  <a:pt x="650451" y="26202"/>
                </a:lnTo>
                <a:lnTo>
                  <a:pt x="648285" y="35328"/>
                </a:lnTo>
                <a:lnTo>
                  <a:pt x="647598" y="44380"/>
                </a:lnTo>
                <a:lnTo>
                  <a:pt x="646633" y="47384"/>
                </a:lnTo>
                <a:lnTo>
                  <a:pt x="644929" y="49680"/>
                </a:lnTo>
                <a:lnTo>
                  <a:pt x="641361" y="52837"/>
                </a:lnTo>
                <a:lnTo>
                  <a:pt x="627014" y="58415"/>
                </a:lnTo>
                <a:lnTo>
                  <a:pt x="625366" y="59589"/>
                </a:lnTo>
                <a:lnTo>
                  <a:pt x="624382" y="61507"/>
                </a:lnTo>
                <a:lnTo>
                  <a:pt x="624864" y="62679"/>
                </a:lnTo>
                <a:lnTo>
                  <a:pt x="626097" y="63427"/>
                </a:lnTo>
                <a:lnTo>
                  <a:pt x="641893" y="65070"/>
                </a:lnTo>
                <a:lnTo>
                  <a:pt x="645011" y="66024"/>
                </a:lnTo>
                <a:lnTo>
                  <a:pt x="646134" y="66807"/>
                </a:lnTo>
                <a:lnTo>
                  <a:pt x="646210" y="67289"/>
                </a:lnTo>
                <a:lnTo>
                  <a:pt x="639562" y="71579"/>
                </a:lnTo>
                <a:lnTo>
                  <a:pt x="631179" y="74136"/>
                </a:lnTo>
                <a:lnTo>
                  <a:pt x="616835" y="79662"/>
                </a:lnTo>
                <a:lnTo>
                  <a:pt x="612988" y="81510"/>
                </a:lnTo>
                <a:lnTo>
                  <a:pt x="611598" y="82802"/>
                </a:lnTo>
                <a:lnTo>
                  <a:pt x="613816" y="84634"/>
                </a:lnTo>
                <a:lnTo>
                  <a:pt x="638801" y="84798"/>
                </a:lnTo>
                <a:lnTo>
                  <a:pt x="641607" y="85082"/>
                </a:lnTo>
                <a:lnTo>
                  <a:pt x="643700" y="85911"/>
                </a:lnTo>
                <a:lnTo>
                  <a:pt x="644317" y="87085"/>
                </a:lnTo>
                <a:lnTo>
                  <a:pt x="644699" y="93646"/>
                </a:lnTo>
                <a:lnTo>
                  <a:pt x="644507" y="106525"/>
                </a:lnTo>
                <a:lnTo>
                  <a:pt x="643508" y="117950"/>
                </a:lnTo>
                <a:lnTo>
                  <a:pt x="644052" y="122228"/>
                </a:lnTo>
                <a:lnTo>
                  <a:pt x="645335" y="122337"/>
                </a:lnTo>
                <a:lnTo>
                  <a:pt x="650508" y="119316"/>
                </a:lnTo>
                <a:lnTo>
                  <a:pt x="652498" y="114781"/>
                </a:lnTo>
                <a:lnTo>
                  <a:pt x="654485" y="113521"/>
                </a:lnTo>
                <a:lnTo>
                  <a:pt x="658173" y="112984"/>
                </a:lnTo>
                <a:lnTo>
                  <a:pt x="660745" y="115621"/>
                </a:lnTo>
                <a:lnTo>
                  <a:pt x="661512" y="117406"/>
                </a:lnTo>
                <a:lnTo>
                  <a:pt x="661012" y="118836"/>
                </a:lnTo>
                <a:lnTo>
                  <a:pt x="659326" y="119821"/>
                </a:lnTo>
                <a:lnTo>
                  <a:pt x="656535" y="120269"/>
                </a:lnTo>
                <a:lnTo>
                  <a:pt x="651616" y="120120"/>
                </a:lnTo>
                <a:lnTo>
                  <a:pt x="650906" y="124905"/>
                </a:lnTo>
                <a:lnTo>
                  <a:pt x="650459" y="125857"/>
                </a:lnTo>
                <a:lnTo>
                  <a:pt x="649616" y="126432"/>
                </a:lnTo>
                <a:lnTo>
                  <a:pt x="646471" y="126376"/>
                </a:lnTo>
                <a:lnTo>
                  <a:pt x="643094" y="124400"/>
                </a:lnTo>
                <a:lnTo>
                  <a:pt x="642455" y="124749"/>
                </a:lnTo>
                <a:lnTo>
                  <a:pt x="641717" y="126175"/>
                </a:lnTo>
                <a:lnTo>
                  <a:pt x="640494" y="133710"/>
                </a:lnTo>
                <a:lnTo>
                  <a:pt x="640623" y="144950"/>
                </a:lnTo>
                <a:lnTo>
                  <a:pt x="638432" y="150216"/>
                </a:lnTo>
                <a:lnTo>
                  <a:pt x="636983" y="156003"/>
                </a:lnTo>
                <a:lnTo>
                  <a:pt x="634722" y="171964"/>
                </a:lnTo>
                <a:lnTo>
                  <a:pt x="632819" y="179677"/>
                </a:lnTo>
                <a:lnTo>
                  <a:pt x="631275" y="193823"/>
                </a:lnTo>
                <a:lnTo>
                  <a:pt x="629920" y="198565"/>
                </a:lnTo>
                <a:lnTo>
                  <a:pt x="632438" y="200226"/>
                </a:lnTo>
                <a:lnTo>
                  <a:pt x="634806" y="199942"/>
                </a:lnTo>
                <a:lnTo>
                  <a:pt x="653255" y="186656"/>
                </a:lnTo>
                <a:lnTo>
                  <a:pt x="655283" y="185639"/>
                </a:lnTo>
                <a:lnTo>
                  <a:pt x="656624" y="185474"/>
                </a:lnTo>
                <a:lnTo>
                  <a:pt x="659292" y="186401"/>
                </a:lnTo>
                <a:lnTo>
                  <a:pt x="664990" y="190778"/>
                </a:lnTo>
                <a:lnTo>
                  <a:pt x="669998" y="193906"/>
                </a:lnTo>
                <a:lnTo>
                  <a:pt x="671358" y="195351"/>
                </a:lnTo>
                <a:lnTo>
                  <a:pt x="676762" y="199323"/>
                </a:lnTo>
                <a:lnTo>
                  <a:pt x="678214" y="200112"/>
                </a:lnTo>
                <a:lnTo>
                  <a:pt x="680140" y="200427"/>
                </a:lnTo>
                <a:lnTo>
                  <a:pt x="681540" y="199680"/>
                </a:lnTo>
                <a:lnTo>
                  <a:pt x="682004" y="198556"/>
                </a:lnTo>
                <a:lnTo>
                  <a:pt x="681840" y="193279"/>
                </a:lnTo>
                <a:lnTo>
                  <a:pt x="679074" y="178875"/>
                </a:lnTo>
                <a:lnTo>
                  <a:pt x="677092" y="163052"/>
                </a:lnTo>
                <a:lnTo>
                  <a:pt x="676268" y="160252"/>
                </a:lnTo>
                <a:lnTo>
                  <a:pt x="675254" y="159026"/>
                </a:lnTo>
                <a:lnTo>
                  <a:pt x="674355" y="158764"/>
                </a:lnTo>
                <a:lnTo>
                  <a:pt x="673782" y="159855"/>
                </a:lnTo>
                <a:lnTo>
                  <a:pt x="673312" y="163995"/>
                </a:lnTo>
                <a:lnTo>
                  <a:pt x="669660" y="164543"/>
                </a:lnTo>
                <a:lnTo>
                  <a:pt x="664152" y="161536"/>
                </a:lnTo>
                <a:lnTo>
                  <a:pt x="663137" y="160498"/>
                </a:lnTo>
                <a:lnTo>
                  <a:pt x="663323" y="158696"/>
                </a:lnTo>
                <a:lnTo>
                  <a:pt x="666129" y="155739"/>
                </a:lnTo>
                <a:lnTo>
                  <a:pt x="666321" y="155268"/>
                </a:lnTo>
                <a:lnTo>
                  <a:pt x="665920" y="154798"/>
                </a:lnTo>
                <a:lnTo>
                  <a:pt x="662572" y="154793"/>
                </a:lnTo>
                <a:lnTo>
                  <a:pt x="657988" y="156335"/>
                </a:lnTo>
                <a:lnTo>
                  <a:pt x="656398" y="156441"/>
                </a:lnTo>
                <a:lnTo>
                  <a:pt x="648859" y="153603"/>
                </a:lnTo>
                <a:lnTo>
                  <a:pt x="647855" y="152954"/>
                </a:lnTo>
                <a:lnTo>
                  <a:pt x="647576" y="151731"/>
                </a:lnTo>
                <a:lnTo>
                  <a:pt x="648536" y="149470"/>
                </a:lnTo>
                <a:lnTo>
                  <a:pt x="650811" y="147184"/>
                </a:lnTo>
                <a:lnTo>
                  <a:pt x="654683" y="145058"/>
                </a:lnTo>
                <a:lnTo>
                  <a:pt x="657393" y="144630"/>
                </a:lnTo>
                <a:lnTo>
                  <a:pt x="660825" y="145915"/>
                </a:lnTo>
                <a:lnTo>
                  <a:pt x="664160" y="148069"/>
                </a:lnTo>
                <a:lnTo>
                  <a:pt x="665777" y="149986"/>
                </a:lnTo>
                <a:lnTo>
                  <a:pt x="667588" y="153903"/>
                </a:lnTo>
                <a:lnTo>
                  <a:pt x="673405" y="156125"/>
                </a:lnTo>
                <a:lnTo>
                  <a:pt x="674169" y="155834"/>
                </a:lnTo>
                <a:lnTo>
                  <a:pt x="674567" y="154944"/>
                </a:lnTo>
                <a:lnTo>
                  <a:pt x="674725" y="151759"/>
                </a:lnTo>
                <a:lnTo>
                  <a:pt x="673837" y="144715"/>
                </a:lnTo>
                <a:lnTo>
                  <a:pt x="673767" y="140236"/>
                </a:lnTo>
                <a:lnTo>
                  <a:pt x="672117" y="132209"/>
                </a:lnTo>
                <a:lnTo>
                  <a:pt x="670724" y="127874"/>
                </a:lnTo>
                <a:lnTo>
                  <a:pt x="669377" y="113026"/>
                </a:lnTo>
                <a:lnTo>
                  <a:pt x="667538" y="105256"/>
                </a:lnTo>
                <a:lnTo>
                  <a:pt x="667241" y="99212"/>
                </a:lnTo>
                <a:lnTo>
                  <a:pt x="667533" y="94542"/>
                </a:lnTo>
                <a:lnTo>
                  <a:pt x="667049" y="90351"/>
                </a:lnTo>
                <a:lnTo>
                  <a:pt x="667706" y="87831"/>
                </a:lnTo>
                <a:lnTo>
                  <a:pt x="669341" y="86454"/>
                </a:lnTo>
                <a:lnTo>
                  <a:pt x="672348" y="84924"/>
                </a:lnTo>
                <a:lnTo>
                  <a:pt x="698468" y="84715"/>
                </a:lnTo>
                <a:lnTo>
                  <a:pt x="700698" y="84249"/>
                </a:lnTo>
                <a:lnTo>
                  <a:pt x="701538" y="82945"/>
                </a:lnTo>
                <a:lnTo>
                  <a:pt x="701090" y="82109"/>
                </a:lnTo>
                <a:lnTo>
                  <a:pt x="698762" y="80762"/>
                </a:lnTo>
                <a:lnTo>
                  <a:pt x="691613" y="78278"/>
                </a:lnTo>
                <a:lnTo>
                  <a:pt x="685955" y="76950"/>
                </a:lnTo>
                <a:lnTo>
                  <a:pt x="682112" y="74491"/>
                </a:lnTo>
                <a:lnTo>
                  <a:pt x="674754" y="71760"/>
                </a:lnTo>
                <a:lnTo>
                  <a:pt x="671076" y="69652"/>
                </a:lnTo>
                <a:lnTo>
                  <a:pt x="668902" y="67767"/>
                </a:lnTo>
                <a:lnTo>
                  <a:pt x="668753" y="67243"/>
                </a:lnTo>
                <a:lnTo>
                  <a:pt x="669196" y="66771"/>
                </a:lnTo>
                <a:lnTo>
                  <a:pt x="671610" y="65593"/>
                </a:lnTo>
                <a:lnTo>
                  <a:pt x="687240" y="65511"/>
                </a:lnTo>
                <a:lnTo>
                  <a:pt x="689131" y="64876"/>
                </a:lnTo>
                <a:lnTo>
                  <a:pt x="689711" y="63789"/>
                </a:lnTo>
                <a:lnTo>
                  <a:pt x="687710" y="61408"/>
                </a:lnTo>
                <a:lnTo>
                  <a:pt x="677212" y="55134"/>
                </a:lnTo>
                <a:lnTo>
                  <a:pt x="673234" y="53186"/>
                </a:lnTo>
                <a:lnTo>
                  <a:pt x="670661" y="51270"/>
                </a:lnTo>
                <a:lnTo>
                  <a:pt x="668235" y="48730"/>
                </a:lnTo>
                <a:lnTo>
                  <a:pt x="666621" y="44871"/>
                </a:lnTo>
                <a:lnTo>
                  <a:pt x="666008" y="37758"/>
                </a:lnTo>
                <a:lnTo>
                  <a:pt x="663967" y="29913"/>
                </a:lnTo>
                <a:lnTo>
                  <a:pt x="662253" y="18776"/>
                </a:lnTo>
                <a:lnTo>
                  <a:pt x="660579" y="11580"/>
                </a:lnTo>
                <a:lnTo>
                  <a:pt x="659716" y="9551"/>
                </a:lnTo>
                <a:lnTo>
                  <a:pt x="658456" y="8359"/>
                </a:lnTo>
                <a:lnTo>
                  <a:pt x="656265" y="8070"/>
                </a:lnTo>
                <a:lnTo>
                  <a:pt x="654316" y="8938"/>
                </a:lnTo>
                <a:close/>
                <a:moveTo>
                  <a:pt x="658366" y="37674"/>
                </a:moveTo>
                <a:lnTo>
                  <a:pt x="657983" y="39530"/>
                </a:lnTo>
                <a:lnTo>
                  <a:pt x="657130" y="39782"/>
                </a:lnTo>
                <a:lnTo>
                  <a:pt x="656159" y="39481"/>
                </a:lnTo>
                <a:lnTo>
                  <a:pt x="655262" y="37879"/>
                </a:lnTo>
                <a:lnTo>
                  <a:pt x="655467" y="36024"/>
                </a:lnTo>
                <a:lnTo>
                  <a:pt x="656368" y="35559"/>
                </a:lnTo>
                <a:lnTo>
                  <a:pt x="657889" y="35793"/>
                </a:lnTo>
                <a:lnTo>
                  <a:pt x="658366" y="37674"/>
                </a:lnTo>
                <a:close/>
                <a:moveTo>
                  <a:pt x="650121" y="54597"/>
                </a:moveTo>
                <a:lnTo>
                  <a:pt x="650881" y="55556"/>
                </a:lnTo>
                <a:lnTo>
                  <a:pt x="650095" y="56871"/>
                </a:lnTo>
                <a:lnTo>
                  <a:pt x="647474" y="57116"/>
                </a:lnTo>
                <a:lnTo>
                  <a:pt x="646375" y="56414"/>
                </a:lnTo>
                <a:lnTo>
                  <a:pt x="646517" y="55701"/>
                </a:lnTo>
                <a:lnTo>
                  <a:pt x="647903" y="54739"/>
                </a:lnTo>
                <a:lnTo>
                  <a:pt x="648964" y="54350"/>
                </a:lnTo>
                <a:lnTo>
                  <a:pt x="650121" y="54597"/>
                </a:lnTo>
                <a:close/>
                <a:moveTo>
                  <a:pt x="673505" y="57441"/>
                </a:moveTo>
                <a:lnTo>
                  <a:pt x="674766" y="58513"/>
                </a:lnTo>
                <a:lnTo>
                  <a:pt x="674711" y="60196"/>
                </a:lnTo>
                <a:lnTo>
                  <a:pt x="672833" y="61266"/>
                </a:lnTo>
                <a:lnTo>
                  <a:pt x="670854" y="61250"/>
                </a:lnTo>
                <a:lnTo>
                  <a:pt x="669232" y="60585"/>
                </a:lnTo>
                <a:lnTo>
                  <a:pt x="667986" y="59362"/>
                </a:lnTo>
                <a:lnTo>
                  <a:pt x="667334" y="57832"/>
                </a:lnTo>
                <a:lnTo>
                  <a:pt x="667286" y="56091"/>
                </a:lnTo>
                <a:lnTo>
                  <a:pt x="670931" y="56592"/>
                </a:lnTo>
                <a:lnTo>
                  <a:pt x="673505" y="57441"/>
                </a:lnTo>
                <a:close/>
                <a:moveTo>
                  <a:pt x="644143" y="57200"/>
                </a:moveTo>
                <a:lnTo>
                  <a:pt x="644551" y="57819"/>
                </a:lnTo>
                <a:lnTo>
                  <a:pt x="644411" y="58632"/>
                </a:lnTo>
                <a:lnTo>
                  <a:pt x="642975" y="60138"/>
                </a:lnTo>
                <a:lnTo>
                  <a:pt x="641259" y="60509"/>
                </a:lnTo>
                <a:lnTo>
                  <a:pt x="639773" y="59894"/>
                </a:lnTo>
                <a:lnTo>
                  <a:pt x="640302" y="58423"/>
                </a:lnTo>
                <a:lnTo>
                  <a:pt x="642010" y="57073"/>
                </a:lnTo>
                <a:lnTo>
                  <a:pt x="642948" y="56771"/>
                </a:lnTo>
                <a:lnTo>
                  <a:pt x="644143" y="57200"/>
                </a:lnTo>
                <a:close/>
                <a:moveTo>
                  <a:pt x="644046" y="74365"/>
                </a:moveTo>
                <a:lnTo>
                  <a:pt x="645087" y="75861"/>
                </a:lnTo>
                <a:lnTo>
                  <a:pt x="644295" y="77080"/>
                </a:lnTo>
                <a:lnTo>
                  <a:pt x="641736" y="77266"/>
                </a:lnTo>
                <a:lnTo>
                  <a:pt x="640549" y="76325"/>
                </a:lnTo>
                <a:lnTo>
                  <a:pt x="640292" y="74659"/>
                </a:lnTo>
                <a:lnTo>
                  <a:pt x="640661" y="73738"/>
                </a:lnTo>
                <a:lnTo>
                  <a:pt x="642366" y="73678"/>
                </a:lnTo>
                <a:lnTo>
                  <a:pt x="644046" y="74365"/>
                </a:lnTo>
                <a:close/>
                <a:moveTo>
                  <a:pt x="671480" y="75329"/>
                </a:moveTo>
                <a:lnTo>
                  <a:pt x="671531" y="76349"/>
                </a:lnTo>
                <a:lnTo>
                  <a:pt x="670721" y="77400"/>
                </a:lnTo>
                <a:lnTo>
                  <a:pt x="669283" y="77653"/>
                </a:lnTo>
                <a:lnTo>
                  <a:pt x="668513" y="77148"/>
                </a:lnTo>
                <a:lnTo>
                  <a:pt x="668369" y="75939"/>
                </a:lnTo>
                <a:lnTo>
                  <a:pt x="669296" y="74823"/>
                </a:lnTo>
                <a:lnTo>
                  <a:pt x="670582" y="74618"/>
                </a:lnTo>
                <a:lnTo>
                  <a:pt x="671480" y="75329"/>
                </a:lnTo>
                <a:close/>
                <a:moveTo>
                  <a:pt x="649929" y="88540"/>
                </a:moveTo>
                <a:lnTo>
                  <a:pt x="649495" y="89504"/>
                </a:lnTo>
                <a:lnTo>
                  <a:pt x="648834" y="89161"/>
                </a:lnTo>
                <a:lnTo>
                  <a:pt x="648609" y="88430"/>
                </a:lnTo>
                <a:lnTo>
                  <a:pt x="649356" y="87581"/>
                </a:lnTo>
                <a:lnTo>
                  <a:pt x="649929" y="88540"/>
                </a:lnTo>
                <a:close/>
                <a:moveTo>
                  <a:pt x="659957" y="92204"/>
                </a:moveTo>
                <a:lnTo>
                  <a:pt x="660839" y="93363"/>
                </a:lnTo>
                <a:lnTo>
                  <a:pt x="660974" y="94866"/>
                </a:lnTo>
                <a:lnTo>
                  <a:pt x="660370" y="96354"/>
                </a:lnTo>
                <a:lnTo>
                  <a:pt x="659254" y="97293"/>
                </a:lnTo>
                <a:lnTo>
                  <a:pt x="657086" y="97538"/>
                </a:lnTo>
                <a:lnTo>
                  <a:pt x="654904" y="97035"/>
                </a:lnTo>
                <a:lnTo>
                  <a:pt x="653319" y="96270"/>
                </a:lnTo>
                <a:lnTo>
                  <a:pt x="652562" y="95103"/>
                </a:lnTo>
                <a:lnTo>
                  <a:pt x="652677" y="92927"/>
                </a:lnTo>
                <a:lnTo>
                  <a:pt x="654337" y="91875"/>
                </a:lnTo>
                <a:lnTo>
                  <a:pt x="657780" y="91525"/>
                </a:lnTo>
                <a:lnTo>
                  <a:pt x="659957" y="92204"/>
                </a:lnTo>
                <a:close/>
                <a:moveTo>
                  <a:pt x="650411" y="109561"/>
                </a:moveTo>
                <a:lnTo>
                  <a:pt x="650772" y="110415"/>
                </a:lnTo>
                <a:lnTo>
                  <a:pt x="650039" y="111228"/>
                </a:lnTo>
                <a:lnTo>
                  <a:pt x="649125" y="111447"/>
                </a:lnTo>
                <a:lnTo>
                  <a:pt x="648157" y="110869"/>
                </a:lnTo>
                <a:lnTo>
                  <a:pt x="648039" y="109842"/>
                </a:lnTo>
                <a:lnTo>
                  <a:pt x="648543" y="108967"/>
                </a:lnTo>
                <a:lnTo>
                  <a:pt x="649422" y="108842"/>
                </a:lnTo>
                <a:lnTo>
                  <a:pt x="650411" y="109561"/>
                </a:lnTo>
                <a:close/>
                <a:moveTo>
                  <a:pt x="666707" y="109609"/>
                </a:moveTo>
                <a:lnTo>
                  <a:pt x="665237" y="110628"/>
                </a:lnTo>
                <a:lnTo>
                  <a:pt x="664183" y="110532"/>
                </a:lnTo>
                <a:lnTo>
                  <a:pt x="663911" y="110091"/>
                </a:lnTo>
                <a:lnTo>
                  <a:pt x="664164" y="109217"/>
                </a:lnTo>
                <a:lnTo>
                  <a:pt x="665009" y="108832"/>
                </a:lnTo>
                <a:lnTo>
                  <a:pt x="666468" y="108911"/>
                </a:lnTo>
                <a:lnTo>
                  <a:pt x="666707" y="109609"/>
                </a:lnTo>
                <a:close/>
                <a:moveTo>
                  <a:pt x="666466" y="121229"/>
                </a:moveTo>
                <a:lnTo>
                  <a:pt x="667446" y="123145"/>
                </a:lnTo>
                <a:lnTo>
                  <a:pt x="667595" y="124776"/>
                </a:lnTo>
                <a:lnTo>
                  <a:pt x="666530" y="126694"/>
                </a:lnTo>
                <a:lnTo>
                  <a:pt x="663037" y="128588"/>
                </a:lnTo>
                <a:lnTo>
                  <a:pt x="664379" y="132535"/>
                </a:lnTo>
                <a:lnTo>
                  <a:pt x="663560" y="134554"/>
                </a:lnTo>
                <a:lnTo>
                  <a:pt x="660445" y="136446"/>
                </a:lnTo>
                <a:lnTo>
                  <a:pt x="657565" y="137453"/>
                </a:lnTo>
                <a:lnTo>
                  <a:pt x="655124" y="136516"/>
                </a:lnTo>
                <a:lnTo>
                  <a:pt x="651570" y="133917"/>
                </a:lnTo>
                <a:lnTo>
                  <a:pt x="651178" y="131999"/>
                </a:lnTo>
                <a:lnTo>
                  <a:pt x="653289" y="128873"/>
                </a:lnTo>
                <a:lnTo>
                  <a:pt x="656105" y="127421"/>
                </a:lnTo>
                <a:lnTo>
                  <a:pt x="661941" y="126947"/>
                </a:lnTo>
                <a:lnTo>
                  <a:pt x="663477" y="120988"/>
                </a:lnTo>
                <a:lnTo>
                  <a:pt x="664917" y="120403"/>
                </a:lnTo>
                <a:lnTo>
                  <a:pt x="666466" y="121229"/>
                </a:lnTo>
                <a:close/>
                <a:moveTo>
                  <a:pt x="648964" y="137911"/>
                </a:moveTo>
                <a:lnTo>
                  <a:pt x="651113" y="140123"/>
                </a:lnTo>
                <a:lnTo>
                  <a:pt x="651106" y="141171"/>
                </a:lnTo>
                <a:lnTo>
                  <a:pt x="650374" y="142390"/>
                </a:lnTo>
                <a:lnTo>
                  <a:pt x="646096" y="146204"/>
                </a:lnTo>
                <a:lnTo>
                  <a:pt x="644903" y="146249"/>
                </a:lnTo>
                <a:lnTo>
                  <a:pt x="643181" y="145362"/>
                </a:lnTo>
                <a:lnTo>
                  <a:pt x="642510" y="144492"/>
                </a:lnTo>
                <a:lnTo>
                  <a:pt x="642419" y="142539"/>
                </a:lnTo>
                <a:lnTo>
                  <a:pt x="643064" y="138888"/>
                </a:lnTo>
                <a:lnTo>
                  <a:pt x="643924" y="137074"/>
                </a:lnTo>
                <a:lnTo>
                  <a:pt x="644486" y="136573"/>
                </a:lnTo>
                <a:lnTo>
                  <a:pt x="645919" y="136355"/>
                </a:lnTo>
                <a:lnTo>
                  <a:pt x="648964" y="137911"/>
                </a:lnTo>
                <a:close/>
                <a:moveTo>
                  <a:pt x="670564" y="137332"/>
                </a:moveTo>
                <a:lnTo>
                  <a:pt x="671149" y="140193"/>
                </a:lnTo>
                <a:lnTo>
                  <a:pt x="670845" y="144062"/>
                </a:lnTo>
                <a:lnTo>
                  <a:pt x="670057" y="145415"/>
                </a:lnTo>
                <a:lnTo>
                  <a:pt x="668278" y="145820"/>
                </a:lnTo>
                <a:lnTo>
                  <a:pt x="663706" y="142454"/>
                </a:lnTo>
                <a:lnTo>
                  <a:pt x="662874" y="141141"/>
                </a:lnTo>
                <a:lnTo>
                  <a:pt x="662772" y="139777"/>
                </a:lnTo>
                <a:lnTo>
                  <a:pt x="663595" y="138423"/>
                </a:lnTo>
                <a:lnTo>
                  <a:pt x="665892" y="137253"/>
                </a:lnTo>
                <a:lnTo>
                  <a:pt x="668626" y="136795"/>
                </a:lnTo>
                <a:lnTo>
                  <a:pt x="670564" y="137332"/>
                </a:lnTo>
                <a:close/>
                <a:moveTo>
                  <a:pt x="645589" y="156136"/>
                </a:moveTo>
                <a:lnTo>
                  <a:pt x="649157" y="159897"/>
                </a:lnTo>
                <a:lnTo>
                  <a:pt x="646873" y="161675"/>
                </a:lnTo>
                <a:lnTo>
                  <a:pt x="641588" y="163465"/>
                </a:lnTo>
                <a:lnTo>
                  <a:pt x="640428" y="161876"/>
                </a:lnTo>
                <a:lnTo>
                  <a:pt x="640006" y="160507"/>
                </a:lnTo>
                <a:lnTo>
                  <a:pt x="639800" y="158034"/>
                </a:lnTo>
                <a:lnTo>
                  <a:pt x="640140" y="156029"/>
                </a:lnTo>
                <a:lnTo>
                  <a:pt x="640704" y="155414"/>
                </a:lnTo>
                <a:lnTo>
                  <a:pt x="642111" y="155095"/>
                </a:lnTo>
                <a:lnTo>
                  <a:pt x="645589" y="156136"/>
                </a:lnTo>
                <a:close/>
                <a:moveTo>
                  <a:pt x="660005" y="163995"/>
                </a:moveTo>
                <a:lnTo>
                  <a:pt x="665581" y="166732"/>
                </a:lnTo>
                <a:lnTo>
                  <a:pt x="666568" y="168098"/>
                </a:lnTo>
                <a:lnTo>
                  <a:pt x="666668" y="170566"/>
                </a:lnTo>
                <a:lnTo>
                  <a:pt x="664971" y="172674"/>
                </a:lnTo>
                <a:lnTo>
                  <a:pt x="660151" y="176232"/>
                </a:lnTo>
                <a:lnTo>
                  <a:pt x="657122" y="177614"/>
                </a:lnTo>
                <a:lnTo>
                  <a:pt x="654380" y="177414"/>
                </a:lnTo>
                <a:lnTo>
                  <a:pt x="652749" y="176393"/>
                </a:lnTo>
                <a:lnTo>
                  <a:pt x="647458" y="171916"/>
                </a:lnTo>
                <a:lnTo>
                  <a:pt x="645171" y="168294"/>
                </a:lnTo>
                <a:lnTo>
                  <a:pt x="645175" y="167372"/>
                </a:lnTo>
                <a:lnTo>
                  <a:pt x="645784" y="166634"/>
                </a:lnTo>
                <a:lnTo>
                  <a:pt x="653891" y="162486"/>
                </a:lnTo>
                <a:lnTo>
                  <a:pt x="656374" y="162387"/>
                </a:lnTo>
                <a:lnTo>
                  <a:pt x="660005" y="163995"/>
                </a:lnTo>
                <a:close/>
                <a:moveTo>
                  <a:pt x="644288" y="175036"/>
                </a:moveTo>
                <a:lnTo>
                  <a:pt x="649309" y="179122"/>
                </a:lnTo>
                <a:lnTo>
                  <a:pt x="650603" y="181441"/>
                </a:lnTo>
                <a:lnTo>
                  <a:pt x="650652" y="183040"/>
                </a:lnTo>
                <a:lnTo>
                  <a:pt x="649798" y="184001"/>
                </a:lnTo>
                <a:lnTo>
                  <a:pt x="646886" y="185662"/>
                </a:lnTo>
                <a:lnTo>
                  <a:pt x="640552" y="190384"/>
                </a:lnTo>
                <a:lnTo>
                  <a:pt x="638502" y="191618"/>
                </a:lnTo>
                <a:lnTo>
                  <a:pt x="637679" y="191566"/>
                </a:lnTo>
                <a:lnTo>
                  <a:pt x="636892" y="190450"/>
                </a:lnTo>
                <a:lnTo>
                  <a:pt x="636449" y="187250"/>
                </a:lnTo>
                <a:lnTo>
                  <a:pt x="637935" y="179032"/>
                </a:lnTo>
                <a:lnTo>
                  <a:pt x="638086" y="175892"/>
                </a:lnTo>
                <a:lnTo>
                  <a:pt x="639503" y="174186"/>
                </a:lnTo>
                <a:lnTo>
                  <a:pt x="641059" y="173467"/>
                </a:lnTo>
                <a:lnTo>
                  <a:pt x="642641" y="173753"/>
                </a:lnTo>
                <a:lnTo>
                  <a:pt x="644288" y="175036"/>
                </a:lnTo>
                <a:close/>
                <a:moveTo>
                  <a:pt x="673698" y="174554"/>
                </a:moveTo>
                <a:lnTo>
                  <a:pt x="674484" y="178158"/>
                </a:lnTo>
                <a:lnTo>
                  <a:pt x="675172" y="189141"/>
                </a:lnTo>
                <a:lnTo>
                  <a:pt x="674894" y="190935"/>
                </a:lnTo>
                <a:lnTo>
                  <a:pt x="673215" y="191608"/>
                </a:lnTo>
                <a:lnTo>
                  <a:pt x="671332" y="190683"/>
                </a:lnTo>
                <a:lnTo>
                  <a:pt x="666150" y="186140"/>
                </a:lnTo>
                <a:lnTo>
                  <a:pt x="663285" y="184336"/>
                </a:lnTo>
                <a:lnTo>
                  <a:pt x="662633" y="182370"/>
                </a:lnTo>
                <a:lnTo>
                  <a:pt x="663454" y="180346"/>
                </a:lnTo>
                <a:lnTo>
                  <a:pt x="668680" y="175912"/>
                </a:lnTo>
                <a:lnTo>
                  <a:pt x="672204" y="173879"/>
                </a:lnTo>
                <a:lnTo>
                  <a:pt x="673698" y="174554"/>
                </a:lnTo>
                <a:close/>
                <a:moveTo>
                  <a:pt x="322120" y="11300"/>
                </a:moveTo>
                <a:lnTo>
                  <a:pt x="320780" y="12225"/>
                </a:lnTo>
                <a:lnTo>
                  <a:pt x="319992" y="13963"/>
                </a:lnTo>
                <a:lnTo>
                  <a:pt x="318620" y="23022"/>
                </a:lnTo>
                <a:lnTo>
                  <a:pt x="316436" y="32985"/>
                </a:lnTo>
                <a:lnTo>
                  <a:pt x="315068" y="43607"/>
                </a:lnTo>
                <a:lnTo>
                  <a:pt x="313347" y="50860"/>
                </a:lnTo>
                <a:lnTo>
                  <a:pt x="311483" y="62283"/>
                </a:lnTo>
                <a:lnTo>
                  <a:pt x="310598" y="64264"/>
                </a:lnTo>
                <a:lnTo>
                  <a:pt x="308317" y="66874"/>
                </a:lnTo>
                <a:lnTo>
                  <a:pt x="306271" y="68255"/>
                </a:lnTo>
                <a:lnTo>
                  <a:pt x="301261" y="70284"/>
                </a:lnTo>
                <a:lnTo>
                  <a:pt x="296974" y="72754"/>
                </a:lnTo>
                <a:lnTo>
                  <a:pt x="284517" y="77829"/>
                </a:lnTo>
                <a:lnTo>
                  <a:pt x="282525" y="79286"/>
                </a:lnTo>
                <a:lnTo>
                  <a:pt x="281113" y="81568"/>
                </a:lnTo>
                <a:lnTo>
                  <a:pt x="281517" y="82775"/>
                </a:lnTo>
                <a:lnTo>
                  <a:pt x="284348" y="83547"/>
                </a:lnTo>
                <a:lnTo>
                  <a:pt x="308021" y="84971"/>
                </a:lnTo>
                <a:lnTo>
                  <a:pt x="310546" y="85972"/>
                </a:lnTo>
                <a:lnTo>
                  <a:pt x="311416" y="86804"/>
                </a:lnTo>
                <a:lnTo>
                  <a:pt x="311408" y="87737"/>
                </a:lnTo>
                <a:lnTo>
                  <a:pt x="308941" y="90414"/>
                </a:lnTo>
                <a:lnTo>
                  <a:pt x="306122" y="92083"/>
                </a:lnTo>
                <a:lnTo>
                  <a:pt x="297940" y="95488"/>
                </a:lnTo>
                <a:lnTo>
                  <a:pt x="291956" y="97345"/>
                </a:lnTo>
                <a:lnTo>
                  <a:pt x="286921" y="99549"/>
                </a:lnTo>
                <a:lnTo>
                  <a:pt x="270719" y="105274"/>
                </a:lnTo>
                <a:lnTo>
                  <a:pt x="267086" y="107243"/>
                </a:lnTo>
                <a:lnTo>
                  <a:pt x="266058" y="108122"/>
                </a:lnTo>
                <a:lnTo>
                  <a:pt x="265544" y="109687"/>
                </a:lnTo>
                <a:lnTo>
                  <a:pt x="266835" y="110697"/>
                </a:lnTo>
                <a:lnTo>
                  <a:pt x="270235" y="110983"/>
                </a:lnTo>
                <a:lnTo>
                  <a:pt x="304576" y="111441"/>
                </a:lnTo>
                <a:lnTo>
                  <a:pt x="307975" y="112157"/>
                </a:lnTo>
                <a:lnTo>
                  <a:pt x="309198" y="113032"/>
                </a:lnTo>
                <a:lnTo>
                  <a:pt x="309700" y="114260"/>
                </a:lnTo>
                <a:lnTo>
                  <a:pt x="309983" y="121248"/>
                </a:lnTo>
                <a:lnTo>
                  <a:pt x="309108" y="128918"/>
                </a:lnTo>
                <a:lnTo>
                  <a:pt x="307525" y="155496"/>
                </a:lnTo>
                <a:lnTo>
                  <a:pt x="305583" y="160665"/>
                </a:lnTo>
                <a:lnTo>
                  <a:pt x="303681" y="178137"/>
                </a:lnTo>
                <a:lnTo>
                  <a:pt x="301282" y="187090"/>
                </a:lnTo>
                <a:lnTo>
                  <a:pt x="299766" y="201512"/>
                </a:lnTo>
                <a:lnTo>
                  <a:pt x="297548" y="210642"/>
                </a:lnTo>
                <a:lnTo>
                  <a:pt x="295855" y="224986"/>
                </a:lnTo>
                <a:lnTo>
                  <a:pt x="293643" y="235146"/>
                </a:lnTo>
                <a:lnTo>
                  <a:pt x="291240" y="254038"/>
                </a:lnTo>
                <a:lnTo>
                  <a:pt x="289911" y="259107"/>
                </a:lnTo>
                <a:lnTo>
                  <a:pt x="289881" y="261497"/>
                </a:lnTo>
                <a:lnTo>
                  <a:pt x="290395" y="262834"/>
                </a:lnTo>
                <a:lnTo>
                  <a:pt x="292120" y="263446"/>
                </a:lnTo>
                <a:lnTo>
                  <a:pt x="295397" y="262325"/>
                </a:lnTo>
                <a:lnTo>
                  <a:pt x="314938" y="248753"/>
                </a:lnTo>
                <a:lnTo>
                  <a:pt x="321329" y="243812"/>
                </a:lnTo>
                <a:lnTo>
                  <a:pt x="323144" y="243042"/>
                </a:lnTo>
                <a:lnTo>
                  <a:pt x="324901" y="242883"/>
                </a:lnTo>
                <a:lnTo>
                  <a:pt x="327402" y="243800"/>
                </a:lnTo>
                <a:lnTo>
                  <a:pt x="341652" y="254710"/>
                </a:lnTo>
                <a:lnTo>
                  <a:pt x="351859" y="261941"/>
                </a:lnTo>
                <a:lnTo>
                  <a:pt x="354393" y="263244"/>
                </a:lnTo>
                <a:lnTo>
                  <a:pt x="356289" y="263454"/>
                </a:lnTo>
                <a:lnTo>
                  <a:pt x="357171" y="262979"/>
                </a:lnTo>
                <a:lnTo>
                  <a:pt x="357583" y="261991"/>
                </a:lnTo>
                <a:lnTo>
                  <a:pt x="357591" y="257737"/>
                </a:lnTo>
                <a:lnTo>
                  <a:pt x="355267" y="243564"/>
                </a:lnTo>
                <a:lnTo>
                  <a:pt x="353733" y="230515"/>
                </a:lnTo>
                <a:lnTo>
                  <a:pt x="351641" y="220470"/>
                </a:lnTo>
                <a:lnTo>
                  <a:pt x="349730" y="204646"/>
                </a:lnTo>
                <a:lnTo>
                  <a:pt x="347255" y="193136"/>
                </a:lnTo>
                <a:lnTo>
                  <a:pt x="345853" y="181117"/>
                </a:lnTo>
                <a:lnTo>
                  <a:pt x="343316" y="166576"/>
                </a:lnTo>
                <a:lnTo>
                  <a:pt x="341755" y="152785"/>
                </a:lnTo>
                <a:lnTo>
                  <a:pt x="341049" y="149933"/>
                </a:lnTo>
                <a:lnTo>
                  <a:pt x="339452" y="146836"/>
                </a:lnTo>
                <a:lnTo>
                  <a:pt x="339079" y="144534"/>
                </a:lnTo>
                <a:lnTo>
                  <a:pt x="338609" y="113900"/>
                </a:lnTo>
                <a:lnTo>
                  <a:pt x="340872" y="112088"/>
                </a:lnTo>
                <a:lnTo>
                  <a:pt x="344672" y="111459"/>
                </a:lnTo>
                <a:lnTo>
                  <a:pt x="381147" y="111733"/>
                </a:lnTo>
                <a:lnTo>
                  <a:pt x="382550" y="111210"/>
                </a:lnTo>
                <a:lnTo>
                  <a:pt x="383575" y="109350"/>
                </a:lnTo>
                <a:lnTo>
                  <a:pt x="381646" y="107861"/>
                </a:lnTo>
                <a:lnTo>
                  <a:pt x="376374" y="105301"/>
                </a:lnTo>
                <a:lnTo>
                  <a:pt x="365203" y="100693"/>
                </a:lnTo>
                <a:lnTo>
                  <a:pt x="350012" y="95259"/>
                </a:lnTo>
                <a:lnTo>
                  <a:pt x="341612" y="91704"/>
                </a:lnTo>
                <a:lnTo>
                  <a:pt x="339809" y="90147"/>
                </a:lnTo>
                <a:lnTo>
                  <a:pt x="339563" y="87207"/>
                </a:lnTo>
                <a:lnTo>
                  <a:pt x="340109" y="86261"/>
                </a:lnTo>
                <a:lnTo>
                  <a:pt x="341282" y="85692"/>
                </a:lnTo>
                <a:lnTo>
                  <a:pt x="350276" y="85272"/>
                </a:lnTo>
                <a:lnTo>
                  <a:pt x="365415" y="86542"/>
                </a:lnTo>
                <a:lnTo>
                  <a:pt x="367345" y="85695"/>
                </a:lnTo>
                <a:lnTo>
                  <a:pt x="368195" y="84573"/>
                </a:lnTo>
                <a:lnTo>
                  <a:pt x="368348" y="83534"/>
                </a:lnTo>
                <a:lnTo>
                  <a:pt x="366417" y="81438"/>
                </a:lnTo>
                <a:lnTo>
                  <a:pt x="358329" y="77083"/>
                </a:lnTo>
                <a:lnTo>
                  <a:pt x="346833" y="69830"/>
                </a:lnTo>
                <a:lnTo>
                  <a:pt x="342749" y="67801"/>
                </a:lnTo>
                <a:lnTo>
                  <a:pt x="339047" y="64456"/>
                </a:lnTo>
                <a:lnTo>
                  <a:pt x="338570" y="63384"/>
                </a:lnTo>
                <a:lnTo>
                  <a:pt x="338187" y="58978"/>
                </a:lnTo>
                <a:lnTo>
                  <a:pt x="336380" y="51508"/>
                </a:lnTo>
                <a:lnTo>
                  <a:pt x="334256" y="38217"/>
                </a:lnTo>
                <a:lnTo>
                  <a:pt x="331973" y="28236"/>
                </a:lnTo>
                <a:lnTo>
                  <a:pt x="329750" y="15314"/>
                </a:lnTo>
                <a:lnTo>
                  <a:pt x="328482" y="12571"/>
                </a:lnTo>
                <a:lnTo>
                  <a:pt x="326321" y="10887"/>
                </a:lnTo>
                <a:lnTo>
                  <a:pt x="324354" y="10496"/>
                </a:lnTo>
                <a:lnTo>
                  <a:pt x="322120" y="11300"/>
                </a:lnTo>
                <a:close/>
                <a:moveTo>
                  <a:pt x="326363" y="34250"/>
                </a:moveTo>
                <a:lnTo>
                  <a:pt x="326809" y="35608"/>
                </a:lnTo>
                <a:lnTo>
                  <a:pt x="326519" y="37319"/>
                </a:lnTo>
                <a:lnTo>
                  <a:pt x="324964" y="37674"/>
                </a:lnTo>
                <a:lnTo>
                  <a:pt x="323423" y="37340"/>
                </a:lnTo>
                <a:lnTo>
                  <a:pt x="323131" y="35792"/>
                </a:lnTo>
                <a:lnTo>
                  <a:pt x="323818" y="34289"/>
                </a:lnTo>
                <a:lnTo>
                  <a:pt x="325088" y="33650"/>
                </a:lnTo>
                <a:lnTo>
                  <a:pt x="326363" y="34250"/>
                </a:lnTo>
                <a:close/>
                <a:moveTo>
                  <a:pt x="326989" y="46931"/>
                </a:moveTo>
                <a:lnTo>
                  <a:pt x="327839" y="49203"/>
                </a:lnTo>
                <a:lnTo>
                  <a:pt x="327568" y="52090"/>
                </a:lnTo>
                <a:lnTo>
                  <a:pt x="325416" y="52861"/>
                </a:lnTo>
                <a:lnTo>
                  <a:pt x="322650" y="52475"/>
                </a:lnTo>
                <a:lnTo>
                  <a:pt x="321577" y="50232"/>
                </a:lnTo>
                <a:lnTo>
                  <a:pt x="321725" y="48031"/>
                </a:lnTo>
                <a:lnTo>
                  <a:pt x="322282" y="46872"/>
                </a:lnTo>
                <a:lnTo>
                  <a:pt x="324382" y="46129"/>
                </a:lnTo>
                <a:lnTo>
                  <a:pt x="326989" y="46931"/>
                </a:lnTo>
                <a:close/>
                <a:moveTo>
                  <a:pt x="319179" y="55031"/>
                </a:moveTo>
                <a:lnTo>
                  <a:pt x="319534" y="56234"/>
                </a:lnTo>
                <a:lnTo>
                  <a:pt x="319050" y="57416"/>
                </a:lnTo>
                <a:lnTo>
                  <a:pt x="318010" y="58061"/>
                </a:lnTo>
                <a:lnTo>
                  <a:pt x="316858" y="57775"/>
                </a:lnTo>
                <a:lnTo>
                  <a:pt x="316369" y="55951"/>
                </a:lnTo>
                <a:lnTo>
                  <a:pt x="316915" y="54694"/>
                </a:lnTo>
                <a:lnTo>
                  <a:pt x="317997" y="54312"/>
                </a:lnTo>
                <a:lnTo>
                  <a:pt x="319179" y="55031"/>
                </a:lnTo>
                <a:close/>
                <a:moveTo>
                  <a:pt x="332871" y="55899"/>
                </a:moveTo>
                <a:lnTo>
                  <a:pt x="333788" y="56574"/>
                </a:lnTo>
                <a:lnTo>
                  <a:pt x="332335" y="56965"/>
                </a:lnTo>
                <a:lnTo>
                  <a:pt x="330954" y="56568"/>
                </a:lnTo>
                <a:lnTo>
                  <a:pt x="330268" y="55754"/>
                </a:lnTo>
                <a:lnTo>
                  <a:pt x="331190" y="55302"/>
                </a:lnTo>
                <a:lnTo>
                  <a:pt x="332871" y="55899"/>
                </a:lnTo>
                <a:close/>
                <a:moveTo>
                  <a:pt x="327375" y="61781"/>
                </a:moveTo>
                <a:lnTo>
                  <a:pt x="328116" y="63685"/>
                </a:lnTo>
                <a:lnTo>
                  <a:pt x="327301" y="64666"/>
                </a:lnTo>
                <a:lnTo>
                  <a:pt x="325674" y="65483"/>
                </a:lnTo>
                <a:lnTo>
                  <a:pt x="324436" y="65503"/>
                </a:lnTo>
                <a:lnTo>
                  <a:pt x="322587" y="64839"/>
                </a:lnTo>
                <a:lnTo>
                  <a:pt x="321204" y="63131"/>
                </a:lnTo>
                <a:lnTo>
                  <a:pt x="321535" y="61893"/>
                </a:lnTo>
                <a:lnTo>
                  <a:pt x="323458" y="60828"/>
                </a:lnTo>
                <a:lnTo>
                  <a:pt x="325979" y="60935"/>
                </a:lnTo>
                <a:lnTo>
                  <a:pt x="327375" y="61781"/>
                </a:lnTo>
                <a:close/>
                <a:moveTo>
                  <a:pt x="334029" y="71279"/>
                </a:moveTo>
                <a:lnTo>
                  <a:pt x="334614" y="73168"/>
                </a:lnTo>
                <a:lnTo>
                  <a:pt x="334246" y="75354"/>
                </a:lnTo>
                <a:lnTo>
                  <a:pt x="333363" y="76090"/>
                </a:lnTo>
                <a:lnTo>
                  <a:pt x="332166" y="75930"/>
                </a:lnTo>
                <a:lnTo>
                  <a:pt x="330945" y="74757"/>
                </a:lnTo>
                <a:lnTo>
                  <a:pt x="330971" y="72646"/>
                </a:lnTo>
                <a:lnTo>
                  <a:pt x="332333" y="71004"/>
                </a:lnTo>
                <a:lnTo>
                  <a:pt x="333206" y="70851"/>
                </a:lnTo>
                <a:lnTo>
                  <a:pt x="334029" y="71279"/>
                </a:lnTo>
                <a:close/>
                <a:moveTo>
                  <a:pt x="318407" y="72774"/>
                </a:moveTo>
                <a:lnTo>
                  <a:pt x="318565" y="74355"/>
                </a:lnTo>
                <a:lnTo>
                  <a:pt x="317277" y="75329"/>
                </a:lnTo>
                <a:lnTo>
                  <a:pt x="314708" y="74877"/>
                </a:lnTo>
                <a:lnTo>
                  <a:pt x="313113" y="73765"/>
                </a:lnTo>
                <a:lnTo>
                  <a:pt x="314031" y="71866"/>
                </a:lnTo>
                <a:lnTo>
                  <a:pt x="315620" y="71166"/>
                </a:lnTo>
                <a:lnTo>
                  <a:pt x="317297" y="71492"/>
                </a:lnTo>
                <a:lnTo>
                  <a:pt x="318407" y="72774"/>
                </a:lnTo>
                <a:close/>
                <a:moveTo>
                  <a:pt x="343864" y="73738"/>
                </a:moveTo>
                <a:lnTo>
                  <a:pt x="350210" y="77862"/>
                </a:lnTo>
                <a:lnTo>
                  <a:pt x="350962" y="78791"/>
                </a:lnTo>
                <a:lnTo>
                  <a:pt x="350736" y="79735"/>
                </a:lnTo>
                <a:lnTo>
                  <a:pt x="349367" y="80446"/>
                </a:lnTo>
                <a:lnTo>
                  <a:pt x="345786" y="80764"/>
                </a:lnTo>
                <a:lnTo>
                  <a:pt x="342279" y="80518"/>
                </a:lnTo>
                <a:lnTo>
                  <a:pt x="340085" y="79716"/>
                </a:lnTo>
                <a:lnTo>
                  <a:pt x="339317" y="78736"/>
                </a:lnTo>
                <a:lnTo>
                  <a:pt x="338983" y="77303"/>
                </a:lnTo>
                <a:lnTo>
                  <a:pt x="339380" y="73754"/>
                </a:lnTo>
                <a:lnTo>
                  <a:pt x="340696" y="72699"/>
                </a:lnTo>
                <a:lnTo>
                  <a:pt x="343864" y="73738"/>
                </a:lnTo>
                <a:close/>
                <a:moveTo>
                  <a:pt x="309584" y="73690"/>
                </a:moveTo>
                <a:lnTo>
                  <a:pt x="311072" y="74353"/>
                </a:lnTo>
                <a:lnTo>
                  <a:pt x="311285" y="75196"/>
                </a:lnTo>
                <a:lnTo>
                  <a:pt x="309584" y="76775"/>
                </a:lnTo>
                <a:lnTo>
                  <a:pt x="307370" y="77889"/>
                </a:lnTo>
                <a:lnTo>
                  <a:pt x="305269" y="78351"/>
                </a:lnTo>
                <a:lnTo>
                  <a:pt x="303499" y="78178"/>
                </a:lnTo>
                <a:lnTo>
                  <a:pt x="301940" y="76770"/>
                </a:lnTo>
                <a:lnTo>
                  <a:pt x="301927" y="75296"/>
                </a:lnTo>
                <a:lnTo>
                  <a:pt x="303360" y="73745"/>
                </a:lnTo>
                <a:lnTo>
                  <a:pt x="306079" y="73163"/>
                </a:lnTo>
                <a:lnTo>
                  <a:pt x="309584" y="73690"/>
                </a:lnTo>
                <a:close/>
                <a:moveTo>
                  <a:pt x="334029" y="88395"/>
                </a:moveTo>
                <a:lnTo>
                  <a:pt x="333212" y="90233"/>
                </a:lnTo>
                <a:lnTo>
                  <a:pt x="332244" y="90490"/>
                </a:lnTo>
                <a:lnTo>
                  <a:pt x="331680" y="90010"/>
                </a:lnTo>
                <a:lnTo>
                  <a:pt x="331450" y="88343"/>
                </a:lnTo>
                <a:lnTo>
                  <a:pt x="332529" y="86792"/>
                </a:lnTo>
                <a:lnTo>
                  <a:pt x="333893" y="86795"/>
                </a:lnTo>
                <a:lnTo>
                  <a:pt x="334029" y="88395"/>
                </a:lnTo>
                <a:close/>
                <a:moveTo>
                  <a:pt x="317636" y="88732"/>
                </a:moveTo>
                <a:lnTo>
                  <a:pt x="317577" y="89780"/>
                </a:lnTo>
                <a:lnTo>
                  <a:pt x="317011" y="90243"/>
                </a:lnTo>
                <a:lnTo>
                  <a:pt x="315804" y="89745"/>
                </a:lnTo>
                <a:lnTo>
                  <a:pt x="315158" y="88780"/>
                </a:lnTo>
                <a:lnTo>
                  <a:pt x="315650" y="87976"/>
                </a:lnTo>
                <a:lnTo>
                  <a:pt x="316455" y="87695"/>
                </a:lnTo>
                <a:lnTo>
                  <a:pt x="317208" y="87965"/>
                </a:lnTo>
                <a:lnTo>
                  <a:pt x="317636" y="88732"/>
                </a:lnTo>
                <a:close/>
                <a:moveTo>
                  <a:pt x="326411" y="96977"/>
                </a:moveTo>
                <a:lnTo>
                  <a:pt x="326773" y="98220"/>
                </a:lnTo>
                <a:lnTo>
                  <a:pt x="325857" y="99028"/>
                </a:lnTo>
                <a:lnTo>
                  <a:pt x="323165" y="98942"/>
                </a:lnTo>
                <a:lnTo>
                  <a:pt x="322103" y="98127"/>
                </a:lnTo>
                <a:lnTo>
                  <a:pt x="322421" y="97104"/>
                </a:lnTo>
                <a:lnTo>
                  <a:pt x="323843" y="96405"/>
                </a:lnTo>
                <a:lnTo>
                  <a:pt x="325552" y="96448"/>
                </a:lnTo>
                <a:lnTo>
                  <a:pt x="326411" y="96977"/>
                </a:lnTo>
                <a:close/>
                <a:moveTo>
                  <a:pt x="310066" y="98182"/>
                </a:moveTo>
                <a:lnTo>
                  <a:pt x="310973" y="99816"/>
                </a:lnTo>
                <a:lnTo>
                  <a:pt x="311145" y="101137"/>
                </a:lnTo>
                <a:lnTo>
                  <a:pt x="310006" y="102558"/>
                </a:lnTo>
                <a:lnTo>
                  <a:pt x="305625" y="103394"/>
                </a:lnTo>
                <a:lnTo>
                  <a:pt x="303913" y="102811"/>
                </a:lnTo>
                <a:lnTo>
                  <a:pt x="303196" y="101987"/>
                </a:lnTo>
                <a:lnTo>
                  <a:pt x="302910" y="98733"/>
                </a:lnTo>
                <a:lnTo>
                  <a:pt x="304067" y="97139"/>
                </a:lnTo>
                <a:lnTo>
                  <a:pt x="308209" y="96984"/>
                </a:lnTo>
                <a:lnTo>
                  <a:pt x="310066" y="98182"/>
                </a:lnTo>
                <a:close/>
                <a:moveTo>
                  <a:pt x="345262" y="98616"/>
                </a:moveTo>
                <a:lnTo>
                  <a:pt x="346666" y="100980"/>
                </a:lnTo>
                <a:lnTo>
                  <a:pt x="346143" y="102853"/>
                </a:lnTo>
                <a:lnTo>
                  <a:pt x="344536" y="103632"/>
                </a:lnTo>
                <a:lnTo>
                  <a:pt x="342514" y="103942"/>
                </a:lnTo>
                <a:lnTo>
                  <a:pt x="339525" y="103390"/>
                </a:lnTo>
                <a:lnTo>
                  <a:pt x="338952" y="100690"/>
                </a:lnTo>
                <a:lnTo>
                  <a:pt x="339718" y="97990"/>
                </a:lnTo>
                <a:lnTo>
                  <a:pt x="340619" y="97402"/>
                </a:lnTo>
                <a:lnTo>
                  <a:pt x="342346" y="97218"/>
                </a:lnTo>
                <a:lnTo>
                  <a:pt x="345262" y="98616"/>
                </a:lnTo>
                <a:close/>
                <a:moveTo>
                  <a:pt x="334559" y="100786"/>
                </a:moveTo>
                <a:lnTo>
                  <a:pt x="335017" y="102384"/>
                </a:lnTo>
                <a:lnTo>
                  <a:pt x="334597" y="103839"/>
                </a:lnTo>
                <a:lnTo>
                  <a:pt x="333311" y="104499"/>
                </a:lnTo>
                <a:lnTo>
                  <a:pt x="331882" y="104117"/>
                </a:lnTo>
                <a:lnTo>
                  <a:pt x="331060" y="102538"/>
                </a:lnTo>
                <a:lnTo>
                  <a:pt x="331549" y="100783"/>
                </a:lnTo>
                <a:lnTo>
                  <a:pt x="332966" y="100011"/>
                </a:lnTo>
                <a:lnTo>
                  <a:pt x="334559" y="100786"/>
                </a:lnTo>
                <a:close/>
                <a:moveTo>
                  <a:pt x="317250" y="102281"/>
                </a:moveTo>
                <a:lnTo>
                  <a:pt x="316641" y="102994"/>
                </a:lnTo>
                <a:lnTo>
                  <a:pt x="315828" y="102648"/>
                </a:lnTo>
                <a:lnTo>
                  <a:pt x="316614" y="101577"/>
                </a:lnTo>
                <a:lnTo>
                  <a:pt x="317250" y="102281"/>
                </a:lnTo>
                <a:close/>
                <a:moveTo>
                  <a:pt x="361993" y="104499"/>
                </a:moveTo>
                <a:lnTo>
                  <a:pt x="363517" y="105392"/>
                </a:lnTo>
                <a:lnTo>
                  <a:pt x="363771" y="106053"/>
                </a:lnTo>
                <a:lnTo>
                  <a:pt x="363417" y="106704"/>
                </a:lnTo>
                <a:lnTo>
                  <a:pt x="361074" y="107658"/>
                </a:lnTo>
                <a:lnTo>
                  <a:pt x="359880" y="107418"/>
                </a:lnTo>
                <a:lnTo>
                  <a:pt x="359040" y="106722"/>
                </a:lnTo>
                <a:lnTo>
                  <a:pt x="358808" y="105328"/>
                </a:lnTo>
                <a:lnTo>
                  <a:pt x="359582" y="104499"/>
                </a:lnTo>
                <a:lnTo>
                  <a:pt x="360450" y="103968"/>
                </a:lnTo>
                <a:lnTo>
                  <a:pt x="361993" y="104499"/>
                </a:lnTo>
                <a:close/>
                <a:moveTo>
                  <a:pt x="334704" y="113949"/>
                </a:moveTo>
                <a:lnTo>
                  <a:pt x="335519" y="115800"/>
                </a:lnTo>
                <a:lnTo>
                  <a:pt x="335050" y="118602"/>
                </a:lnTo>
                <a:lnTo>
                  <a:pt x="333252" y="119779"/>
                </a:lnTo>
                <a:lnTo>
                  <a:pt x="331143" y="119529"/>
                </a:lnTo>
                <a:lnTo>
                  <a:pt x="330284" y="117576"/>
                </a:lnTo>
                <a:lnTo>
                  <a:pt x="330974" y="114835"/>
                </a:lnTo>
                <a:lnTo>
                  <a:pt x="332956" y="113189"/>
                </a:lnTo>
                <a:lnTo>
                  <a:pt x="334704" y="113949"/>
                </a:lnTo>
                <a:close/>
                <a:moveTo>
                  <a:pt x="318696" y="115588"/>
                </a:moveTo>
                <a:lnTo>
                  <a:pt x="319110" y="117536"/>
                </a:lnTo>
                <a:lnTo>
                  <a:pt x="318148" y="118674"/>
                </a:lnTo>
                <a:lnTo>
                  <a:pt x="316913" y="118840"/>
                </a:lnTo>
                <a:lnTo>
                  <a:pt x="315321" y="118432"/>
                </a:lnTo>
                <a:lnTo>
                  <a:pt x="313664" y="117028"/>
                </a:lnTo>
                <a:lnTo>
                  <a:pt x="314029" y="115752"/>
                </a:lnTo>
                <a:lnTo>
                  <a:pt x="315826" y="114706"/>
                </a:lnTo>
                <a:lnTo>
                  <a:pt x="317744" y="114776"/>
                </a:lnTo>
                <a:lnTo>
                  <a:pt x="318696" y="115588"/>
                </a:lnTo>
                <a:close/>
                <a:moveTo>
                  <a:pt x="328773" y="121566"/>
                </a:moveTo>
                <a:lnTo>
                  <a:pt x="330545" y="124147"/>
                </a:lnTo>
                <a:lnTo>
                  <a:pt x="330750" y="125460"/>
                </a:lnTo>
                <a:lnTo>
                  <a:pt x="330168" y="126507"/>
                </a:lnTo>
                <a:lnTo>
                  <a:pt x="328794" y="127339"/>
                </a:lnTo>
                <a:lnTo>
                  <a:pt x="326088" y="128130"/>
                </a:lnTo>
                <a:lnTo>
                  <a:pt x="323995" y="128219"/>
                </a:lnTo>
                <a:lnTo>
                  <a:pt x="319752" y="127463"/>
                </a:lnTo>
                <a:lnTo>
                  <a:pt x="318100" y="126532"/>
                </a:lnTo>
                <a:lnTo>
                  <a:pt x="317892" y="125564"/>
                </a:lnTo>
                <a:lnTo>
                  <a:pt x="318696" y="123254"/>
                </a:lnTo>
                <a:lnTo>
                  <a:pt x="319850" y="121194"/>
                </a:lnTo>
                <a:lnTo>
                  <a:pt x="321154" y="120213"/>
                </a:lnTo>
                <a:lnTo>
                  <a:pt x="327279" y="119879"/>
                </a:lnTo>
                <a:lnTo>
                  <a:pt x="328773" y="121566"/>
                </a:lnTo>
                <a:close/>
                <a:moveTo>
                  <a:pt x="334655" y="128943"/>
                </a:moveTo>
                <a:lnTo>
                  <a:pt x="335704" y="131185"/>
                </a:lnTo>
                <a:lnTo>
                  <a:pt x="335089" y="133572"/>
                </a:lnTo>
                <a:lnTo>
                  <a:pt x="333135" y="134333"/>
                </a:lnTo>
                <a:lnTo>
                  <a:pt x="331189" y="133927"/>
                </a:lnTo>
                <a:lnTo>
                  <a:pt x="330497" y="132170"/>
                </a:lnTo>
                <a:lnTo>
                  <a:pt x="331832" y="128979"/>
                </a:lnTo>
                <a:lnTo>
                  <a:pt x="333058" y="128146"/>
                </a:lnTo>
                <a:lnTo>
                  <a:pt x="334655" y="128943"/>
                </a:lnTo>
                <a:close/>
                <a:moveTo>
                  <a:pt x="316527" y="129522"/>
                </a:moveTo>
                <a:lnTo>
                  <a:pt x="318256" y="131251"/>
                </a:lnTo>
                <a:lnTo>
                  <a:pt x="318432" y="132552"/>
                </a:lnTo>
                <a:lnTo>
                  <a:pt x="318070" y="133234"/>
                </a:lnTo>
                <a:lnTo>
                  <a:pt x="315231" y="133939"/>
                </a:lnTo>
                <a:lnTo>
                  <a:pt x="312573" y="133090"/>
                </a:lnTo>
                <a:lnTo>
                  <a:pt x="312001" y="131511"/>
                </a:lnTo>
                <a:lnTo>
                  <a:pt x="313220" y="129714"/>
                </a:lnTo>
                <a:lnTo>
                  <a:pt x="314429" y="129112"/>
                </a:lnTo>
                <a:lnTo>
                  <a:pt x="316527" y="129522"/>
                </a:lnTo>
                <a:close/>
                <a:moveTo>
                  <a:pt x="316768" y="142781"/>
                </a:moveTo>
                <a:lnTo>
                  <a:pt x="318136" y="144144"/>
                </a:lnTo>
                <a:lnTo>
                  <a:pt x="317626" y="145655"/>
                </a:lnTo>
                <a:lnTo>
                  <a:pt x="315160" y="147094"/>
                </a:lnTo>
                <a:lnTo>
                  <a:pt x="313940" y="147228"/>
                </a:lnTo>
                <a:lnTo>
                  <a:pt x="313037" y="146817"/>
                </a:lnTo>
                <a:lnTo>
                  <a:pt x="312333" y="145211"/>
                </a:lnTo>
                <a:lnTo>
                  <a:pt x="312751" y="142769"/>
                </a:lnTo>
                <a:lnTo>
                  <a:pt x="314630" y="142093"/>
                </a:lnTo>
                <a:lnTo>
                  <a:pt x="316768" y="142781"/>
                </a:lnTo>
                <a:close/>
                <a:moveTo>
                  <a:pt x="335475" y="142829"/>
                </a:moveTo>
                <a:lnTo>
                  <a:pt x="336142" y="143496"/>
                </a:lnTo>
                <a:lnTo>
                  <a:pt x="336409" y="144631"/>
                </a:lnTo>
                <a:lnTo>
                  <a:pt x="334993" y="146397"/>
                </a:lnTo>
                <a:lnTo>
                  <a:pt x="333196" y="146792"/>
                </a:lnTo>
                <a:lnTo>
                  <a:pt x="331923" y="146125"/>
                </a:lnTo>
                <a:lnTo>
                  <a:pt x="331055" y="145072"/>
                </a:lnTo>
                <a:lnTo>
                  <a:pt x="330871" y="143461"/>
                </a:lnTo>
                <a:lnTo>
                  <a:pt x="331840" y="142298"/>
                </a:lnTo>
                <a:lnTo>
                  <a:pt x="333620" y="142115"/>
                </a:lnTo>
                <a:lnTo>
                  <a:pt x="335475" y="142829"/>
                </a:lnTo>
                <a:close/>
                <a:moveTo>
                  <a:pt x="328966" y="149579"/>
                </a:moveTo>
                <a:lnTo>
                  <a:pt x="331651" y="151573"/>
                </a:lnTo>
                <a:lnTo>
                  <a:pt x="331962" y="153658"/>
                </a:lnTo>
                <a:lnTo>
                  <a:pt x="330834" y="155233"/>
                </a:lnTo>
                <a:lnTo>
                  <a:pt x="328629" y="157052"/>
                </a:lnTo>
                <a:lnTo>
                  <a:pt x="325414" y="158447"/>
                </a:lnTo>
                <a:lnTo>
                  <a:pt x="322123" y="158159"/>
                </a:lnTo>
                <a:lnTo>
                  <a:pt x="320030" y="157064"/>
                </a:lnTo>
                <a:lnTo>
                  <a:pt x="317420" y="154412"/>
                </a:lnTo>
                <a:lnTo>
                  <a:pt x="316378" y="152502"/>
                </a:lnTo>
                <a:lnTo>
                  <a:pt x="316618" y="151547"/>
                </a:lnTo>
                <a:lnTo>
                  <a:pt x="317664" y="150633"/>
                </a:lnTo>
                <a:lnTo>
                  <a:pt x="322646" y="148242"/>
                </a:lnTo>
                <a:lnTo>
                  <a:pt x="325108" y="148051"/>
                </a:lnTo>
                <a:lnTo>
                  <a:pt x="328966" y="149579"/>
                </a:lnTo>
                <a:close/>
                <a:moveTo>
                  <a:pt x="316527" y="158257"/>
                </a:moveTo>
                <a:lnTo>
                  <a:pt x="318202" y="160837"/>
                </a:lnTo>
                <a:lnTo>
                  <a:pt x="318474" y="162713"/>
                </a:lnTo>
                <a:lnTo>
                  <a:pt x="318108" y="163879"/>
                </a:lnTo>
                <a:lnTo>
                  <a:pt x="311561" y="168093"/>
                </a:lnTo>
                <a:lnTo>
                  <a:pt x="309808" y="168428"/>
                </a:lnTo>
                <a:lnTo>
                  <a:pt x="308853" y="167072"/>
                </a:lnTo>
                <a:lnTo>
                  <a:pt x="308731" y="164646"/>
                </a:lnTo>
                <a:lnTo>
                  <a:pt x="310187" y="160364"/>
                </a:lnTo>
                <a:lnTo>
                  <a:pt x="311613" y="158587"/>
                </a:lnTo>
                <a:lnTo>
                  <a:pt x="313159" y="157657"/>
                </a:lnTo>
                <a:lnTo>
                  <a:pt x="314811" y="157545"/>
                </a:lnTo>
                <a:lnTo>
                  <a:pt x="316527" y="158257"/>
                </a:lnTo>
                <a:close/>
                <a:moveTo>
                  <a:pt x="337982" y="158209"/>
                </a:moveTo>
                <a:lnTo>
                  <a:pt x="338999" y="161910"/>
                </a:lnTo>
                <a:lnTo>
                  <a:pt x="339341" y="166034"/>
                </a:lnTo>
                <a:lnTo>
                  <a:pt x="338146" y="168055"/>
                </a:lnTo>
                <a:lnTo>
                  <a:pt x="336729" y="168523"/>
                </a:lnTo>
                <a:lnTo>
                  <a:pt x="331632" y="164646"/>
                </a:lnTo>
                <a:lnTo>
                  <a:pt x="331106" y="163874"/>
                </a:lnTo>
                <a:lnTo>
                  <a:pt x="330991" y="162387"/>
                </a:lnTo>
                <a:lnTo>
                  <a:pt x="331697" y="160235"/>
                </a:lnTo>
                <a:lnTo>
                  <a:pt x="333636" y="158310"/>
                </a:lnTo>
                <a:lnTo>
                  <a:pt x="336059" y="157499"/>
                </a:lnTo>
                <a:lnTo>
                  <a:pt x="337982" y="158209"/>
                </a:lnTo>
                <a:close/>
                <a:moveTo>
                  <a:pt x="328773" y="167322"/>
                </a:moveTo>
                <a:lnTo>
                  <a:pt x="333355" y="170124"/>
                </a:lnTo>
                <a:lnTo>
                  <a:pt x="334935" y="171591"/>
                </a:lnTo>
                <a:lnTo>
                  <a:pt x="335650" y="174132"/>
                </a:lnTo>
                <a:lnTo>
                  <a:pt x="334287" y="176429"/>
                </a:lnTo>
                <a:lnTo>
                  <a:pt x="328139" y="180373"/>
                </a:lnTo>
                <a:lnTo>
                  <a:pt x="325477" y="180918"/>
                </a:lnTo>
                <a:lnTo>
                  <a:pt x="322984" y="180161"/>
                </a:lnTo>
                <a:lnTo>
                  <a:pt x="316732" y="175627"/>
                </a:lnTo>
                <a:lnTo>
                  <a:pt x="316296" y="173926"/>
                </a:lnTo>
                <a:lnTo>
                  <a:pt x="316650" y="171519"/>
                </a:lnTo>
                <a:lnTo>
                  <a:pt x="321059" y="168045"/>
                </a:lnTo>
                <a:lnTo>
                  <a:pt x="322917" y="166901"/>
                </a:lnTo>
                <a:lnTo>
                  <a:pt x="325458" y="166110"/>
                </a:lnTo>
                <a:lnTo>
                  <a:pt x="327610" y="166453"/>
                </a:lnTo>
                <a:lnTo>
                  <a:pt x="328773" y="167322"/>
                </a:lnTo>
                <a:close/>
                <a:moveTo>
                  <a:pt x="312043" y="179134"/>
                </a:moveTo>
                <a:lnTo>
                  <a:pt x="316199" y="181919"/>
                </a:lnTo>
                <a:lnTo>
                  <a:pt x="317607" y="183319"/>
                </a:lnTo>
                <a:lnTo>
                  <a:pt x="318160" y="184842"/>
                </a:lnTo>
                <a:lnTo>
                  <a:pt x="317851" y="186358"/>
                </a:lnTo>
                <a:lnTo>
                  <a:pt x="316673" y="187741"/>
                </a:lnTo>
                <a:lnTo>
                  <a:pt x="310668" y="191802"/>
                </a:lnTo>
                <a:lnTo>
                  <a:pt x="307544" y="193159"/>
                </a:lnTo>
                <a:lnTo>
                  <a:pt x="305777" y="193322"/>
                </a:lnTo>
                <a:lnTo>
                  <a:pt x="305025" y="192456"/>
                </a:lnTo>
                <a:lnTo>
                  <a:pt x="304787" y="189738"/>
                </a:lnTo>
                <a:lnTo>
                  <a:pt x="305594" y="184135"/>
                </a:lnTo>
                <a:lnTo>
                  <a:pt x="306672" y="180726"/>
                </a:lnTo>
                <a:lnTo>
                  <a:pt x="307993" y="178652"/>
                </a:lnTo>
                <a:lnTo>
                  <a:pt x="309214" y="177894"/>
                </a:lnTo>
                <a:lnTo>
                  <a:pt x="310263" y="177895"/>
                </a:lnTo>
                <a:lnTo>
                  <a:pt x="312043" y="179134"/>
                </a:lnTo>
                <a:close/>
                <a:moveTo>
                  <a:pt x="342177" y="178797"/>
                </a:moveTo>
                <a:lnTo>
                  <a:pt x="342789" y="182664"/>
                </a:lnTo>
                <a:lnTo>
                  <a:pt x="343286" y="191670"/>
                </a:lnTo>
                <a:lnTo>
                  <a:pt x="340831" y="192620"/>
                </a:lnTo>
                <a:lnTo>
                  <a:pt x="332992" y="187303"/>
                </a:lnTo>
                <a:lnTo>
                  <a:pt x="332102" y="186136"/>
                </a:lnTo>
                <a:lnTo>
                  <a:pt x="331714" y="184052"/>
                </a:lnTo>
                <a:lnTo>
                  <a:pt x="332640" y="182154"/>
                </a:lnTo>
                <a:lnTo>
                  <a:pt x="336313" y="179508"/>
                </a:lnTo>
                <a:lnTo>
                  <a:pt x="340441" y="178242"/>
                </a:lnTo>
                <a:lnTo>
                  <a:pt x="342177" y="178797"/>
                </a:lnTo>
                <a:close/>
                <a:moveTo>
                  <a:pt x="328870" y="190609"/>
                </a:moveTo>
                <a:lnTo>
                  <a:pt x="337164" y="196565"/>
                </a:lnTo>
                <a:lnTo>
                  <a:pt x="338814" y="198462"/>
                </a:lnTo>
                <a:lnTo>
                  <a:pt x="338199" y="199877"/>
                </a:lnTo>
                <a:lnTo>
                  <a:pt x="331097" y="203707"/>
                </a:lnTo>
                <a:lnTo>
                  <a:pt x="325616" y="205897"/>
                </a:lnTo>
                <a:lnTo>
                  <a:pt x="323803" y="206108"/>
                </a:lnTo>
                <a:lnTo>
                  <a:pt x="316289" y="202887"/>
                </a:lnTo>
                <a:lnTo>
                  <a:pt x="312856" y="200612"/>
                </a:lnTo>
                <a:lnTo>
                  <a:pt x="311292" y="199022"/>
                </a:lnTo>
                <a:lnTo>
                  <a:pt x="311320" y="197793"/>
                </a:lnTo>
                <a:lnTo>
                  <a:pt x="312483" y="196617"/>
                </a:lnTo>
                <a:lnTo>
                  <a:pt x="322955" y="189054"/>
                </a:lnTo>
                <a:lnTo>
                  <a:pt x="325382" y="188789"/>
                </a:lnTo>
                <a:lnTo>
                  <a:pt x="328870" y="190609"/>
                </a:lnTo>
                <a:close/>
                <a:moveTo>
                  <a:pt x="309439" y="204206"/>
                </a:moveTo>
                <a:lnTo>
                  <a:pt x="314299" y="207872"/>
                </a:lnTo>
                <a:lnTo>
                  <a:pt x="315694" y="209607"/>
                </a:lnTo>
                <a:lnTo>
                  <a:pt x="315660" y="210430"/>
                </a:lnTo>
                <a:lnTo>
                  <a:pt x="314543" y="211304"/>
                </a:lnTo>
                <a:lnTo>
                  <a:pt x="310325" y="212969"/>
                </a:lnTo>
                <a:lnTo>
                  <a:pt x="306296" y="215171"/>
                </a:lnTo>
                <a:lnTo>
                  <a:pt x="304977" y="215264"/>
                </a:lnTo>
                <a:lnTo>
                  <a:pt x="303034" y="214510"/>
                </a:lnTo>
                <a:lnTo>
                  <a:pt x="302157" y="213378"/>
                </a:lnTo>
                <a:lnTo>
                  <a:pt x="302082" y="211470"/>
                </a:lnTo>
                <a:lnTo>
                  <a:pt x="303312" y="206805"/>
                </a:lnTo>
                <a:lnTo>
                  <a:pt x="304690" y="203661"/>
                </a:lnTo>
                <a:lnTo>
                  <a:pt x="306444" y="202979"/>
                </a:lnTo>
                <a:lnTo>
                  <a:pt x="309439" y="204206"/>
                </a:lnTo>
                <a:close/>
                <a:moveTo>
                  <a:pt x="344443" y="204399"/>
                </a:moveTo>
                <a:lnTo>
                  <a:pt x="345583" y="206447"/>
                </a:lnTo>
                <a:lnTo>
                  <a:pt x="346414" y="211028"/>
                </a:lnTo>
                <a:lnTo>
                  <a:pt x="346086" y="215348"/>
                </a:lnTo>
                <a:lnTo>
                  <a:pt x="345166" y="216934"/>
                </a:lnTo>
                <a:lnTo>
                  <a:pt x="343637" y="216938"/>
                </a:lnTo>
                <a:lnTo>
                  <a:pt x="340127" y="215553"/>
                </a:lnTo>
                <a:lnTo>
                  <a:pt x="331995" y="210406"/>
                </a:lnTo>
                <a:lnTo>
                  <a:pt x="331823" y="209696"/>
                </a:lnTo>
                <a:lnTo>
                  <a:pt x="332544" y="208383"/>
                </a:lnTo>
                <a:lnTo>
                  <a:pt x="337496" y="204518"/>
                </a:lnTo>
                <a:lnTo>
                  <a:pt x="339863" y="203561"/>
                </a:lnTo>
                <a:lnTo>
                  <a:pt x="341975" y="203327"/>
                </a:lnTo>
                <a:lnTo>
                  <a:pt x="344443" y="204399"/>
                </a:lnTo>
                <a:close/>
                <a:moveTo>
                  <a:pt x="329786" y="215584"/>
                </a:moveTo>
                <a:lnTo>
                  <a:pt x="338097" y="220321"/>
                </a:lnTo>
                <a:lnTo>
                  <a:pt x="339210" y="221322"/>
                </a:lnTo>
                <a:lnTo>
                  <a:pt x="339328" y="222461"/>
                </a:lnTo>
                <a:lnTo>
                  <a:pt x="338350" y="224317"/>
                </a:lnTo>
                <a:lnTo>
                  <a:pt x="336291" y="226394"/>
                </a:lnTo>
                <a:lnTo>
                  <a:pt x="325491" y="234133"/>
                </a:lnTo>
                <a:lnTo>
                  <a:pt x="323011" y="233790"/>
                </a:lnTo>
                <a:lnTo>
                  <a:pt x="320396" y="232373"/>
                </a:lnTo>
                <a:lnTo>
                  <a:pt x="310761" y="225058"/>
                </a:lnTo>
                <a:lnTo>
                  <a:pt x="307685" y="221775"/>
                </a:lnTo>
                <a:lnTo>
                  <a:pt x="308055" y="220529"/>
                </a:lnTo>
                <a:lnTo>
                  <a:pt x="310311" y="218823"/>
                </a:lnTo>
                <a:lnTo>
                  <a:pt x="320849" y="213208"/>
                </a:lnTo>
                <a:lnTo>
                  <a:pt x="322544" y="212894"/>
                </a:lnTo>
                <a:lnTo>
                  <a:pt x="324503" y="213170"/>
                </a:lnTo>
                <a:lnTo>
                  <a:pt x="329786" y="215584"/>
                </a:lnTo>
                <a:close/>
                <a:moveTo>
                  <a:pt x="304666" y="227011"/>
                </a:moveTo>
                <a:lnTo>
                  <a:pt x="315811" y="235386"/>
                </a:lnTo>
                <a:lnTo>
                  <a:pt x="317448" y="236972"/>
                </a:lnTo>
                <a:lnTo>
                  <a:pt x="317554" y="238028"/>
                </a:lnTo>
                <a:lnTo>
                  <a:pt x="316453" y="240187"/>
                </a:lnTo>
                <a:lnTo>
                  <a:pt x="314855" y="241752"/>
                </a:lnTo>
                <a:lnTo>
                  <a:pt x="303478" y="250271"/>
                </a:lnTo>
                <a:lnTo>
                  <a:pt x="300004" y="252304"/>
                </a:lnTo>
                <a:lnTo>
                  <a:pt x="298617" y="252623"/>
                </a:lnTo>
                <a:lnTo>
                  <a:pt x="297436" y="251276"/>
                </a:lnTo>
                <a:lnTo>
                  <a:pt x="297247" y="248782"/>
                </a:lnTo>
                <a:lnTo>
                  <a:pt x="298965" y="240728"/>
                </a:lnTo>
                <a:lnTo>
                  <a:pt x="300512" y="228188"/>
                </a:lnTo>
                <a:lnTo>
                  <a:pt x="301698" y="226229"/>
                </a:lnTo>
                <a:lnTo>
                  <a:pt x="302943" y="226187"/>
                </a:lnTo>
                <a:lnTo>
                  <a:pt x="304666" y="227011"/>
                </a:lnTo>
                <a:close/>
                <a:moveTo>
                  <a:pt x="347288" y="228940"/>
                </a:moveTo>
                <a:lnTo>
                  <a:pt x="348214" y="231686"/>
                </a:lnTo>
                <a:lnTo>
                  <a:pt x="349933" y="245905"/>
                </a:lnTo>
                <a:lnTo>
                  <a:pt x="349631" y="251026"/>
                </a:lnTo>
                <a:lnTo>
                  <a:pt x="349216" y="252034"/>
                </a:lnTo>
                <a:lnTo>
                  <a:pt x="348367" y="252399"/>
                </a:lnTo>
                <a:lnTo>
                  <a:pt x="346203" y="251709"/>
                </a:lnTo>
                <a:lnTo>
                  <a:pt x="343977" y="250323"/>
                </a:lnTo>
                <a:lnTo>
                  <a:pt x="331473" y="241090"/>
                </a:lnTo>
                <a:lnTo>
                  <a:pt x="331473" y="236895"/>
                </a:lnTo>
                <a:lnTo>
                  <a:pt x="343834" y="227741"/>
                </a:lnTo>
                <a:lnTo>
                  <a:pt x="345435" y="227554"/>
                </a:lnTo>
                <a:lnTo>
                  <a:pt x="347288" y="228940"/>
                </a:lnTo>
                <a:close/>
                <a:moveTo>
                  <a:pt x="464545" y="82368"/>
                </a:moveTo>
                <a:lnTo>
                  <a:pt x="449711" y="83090"/>
                </a:lnTo>
                <a:lnTo>
                  <a:pt x="406409" y="83600"/>
                </a:lnTo>
                <a:lnTo>
                  <a:pt x="393182" y="85158"/>
                </a:lnTo>
                <a:lnTo>
                  <a:pt x="388982" y="86094"/>
                </a:lnTo>
                <a:lnTo>
                  <a:pt x="388986" y="86537"/>
                </a:lnTo>
                <a:lnTo>
                  <a:pt x="395405" y="88523"/>
                </a:lnTo>
                <a:lnTo>
                  <a:pt x="396484" y="89480"/>
                </a:lnTo>
                <a:lnTo>
                  <a:pt x="396678" y="90691"/>
                </a:lnTo>
                <a:lnTo>
                  <a:pt x="392057" y="99990"/>
                </a:lnTo>
                <a:lnTo>
                  <a:pt x="390840" y="101078"/>
                </a:lnTo>
                <a:lnTo>
                  <a:pt x="387593" y="102546"/>
                </a:lnTo>
                <a:lnTo>
                  <a:pt x="386317" y="104306"/>
                </a:lnTo>
                <a:lnTo>
                  <a:pt x="386343" y="106430"/>
                </a:lnTo>
                <a:lnTo>
                  <a:pt x="388102" y="109262"/>
                </a:lnTo>
                <a:lnTo>
                  <a:pt x="388497" y="110783"/>
                </a:lnTo>
                <a:lnTo>
                  <a:pt x="388345" y="112496"/>
                </a:lnTo>
                <a:lnTo>
                  <a:pt x="387398" y="115048"/>
                </a:lnTo>
                <a:lnTo>
                  <a:pt x="386763" y="115835"/>
                </a:lnTo>
                <a:lnTo>
                  <a:pt x="385563" y="116340"/>
                </a:lnTo>
                <a:lnTo>
                  <a:pt x="371352" y="115612"/>
                </a:lnTo>
                <a:lnTo>
                  <a:pt x="367200" y="116016"/>
                </a:lnTo>
                <a:lnTo>
                  <a:pt x="365684" y="116752"/>
                </a:lnTo>
                <a:lnTo>
                  <a:pt x="364802" y="117961"/>
                </a:lnTo>
                <a:lnTo>
                  <a:pt x="362786" y="122786"/>
                </a:lnTo>
                <a:lnTo>
                  <a:pt x="361378" y="124724"/>
                </a:lnTo>
                <a:lnTo>
                  <a:pt x="359704" y="126130"/>
                </a:lnTo>
                <a:lnTo>
                  <a:pt x="355449" y="127810"/>
                </a:lnTo>
                <a:lnTo>
                  <a:pt x="353802" y="129196"/>
                </a:lnTo>
                <a:lnTo>
                  <a:pt x="352160" y="131838"/>
                </a:lnTo>
                <a:lnTo>
                  <a:pt x="350108" y="137983"/>
                </a:lnTo>
                <a:lnTo>
                  <a:pt x="343105" y="144360"/>
                </a:lnTo>
                <a:lnTo>
                  <a:pt x="342696" y="145359"/>
                </a:lnTo>
                <a:lnTo>
                  <a:pt x="342900" y="146975"/>
                </a:lnTo>
                <a:lnTo>
                  <a:pt x="345791" y="149422"/>
                </a:lnTo>
                <a:lnTo>
                  <a:pt x="349982" y="151691"/>
                </a:lnTo>
                <a:lnTo>
                  <a:pt x="356574" y="154467"/>
                </a:lnTo>
                <a:lnTo>
                  <a:pt x="360751" y="157136"/>
                </a:lnTo>
                <a:lnTo>
                  <a:pt x="364844" y="158348"/>
                </a:lnTo>
                <a:lnTo>
                  <a:pt x="367803" y="160584"/>
                </a:lnTo>
                <a:lnTo>
                  <a:pt x="372754" y="162491"/>
                </a:lnTo>
                <a:lnTo>
                  <a:pt x="387478" y="170879"/>
                </a:lnTo>
                <a:lnTo>
                  <a:pt x="394447" y="174078"/>
                </a:lnTo>
                <a:lnTo>
                  <a:pt x="398606" y="176797"/>
                </a:lnTo>
                <a:lnTo>
                  <a:pt x="429555" y="192392"/>
                </a:lnTo>
                <a:lnTo>
                  <a:pt x="453321" y="203246"/>
                </a:lnTo>
                <a:lnTo>
                  <a:pt x="463669" y="207318"/>
                </a:lnTo>
                <a:lnTo>
                  <a:pt x="504247" y="220590"/>
                </a:lnTo>
                <a:lnTo>
                  <a:pt x="518816" y="226698"/>
                </a:lnTo>
                <a:lnTo>
                  <a:pt x="541163" y="234195"/>
                </a:lnTo>
                <a:lnTo>
                  <a:pt x="548359" y="236190"/>
                </a:lnTo>
                <a:lnTo>
                  <a:pt x="564800" y="241777"/>
                </a:lnTo>
                <a:lnTo>
                  <a:pt x="572273" y="243850"/>
                </a:lnTo>
                <a:lnTo>
                  <a:pt x="589348" y="249620"/>
                </a:lnTo>
                <a:lnTo>
                  <a:pt x="596523" y="251574"/>
                </a:lnTo>
                <a:lnTo>
                  <a:pt x="624917" y="260982"/>
                </a:lnTo>
                <a:lnTo>
                  <a:pt x="657866" y="270995"/>
                </a:lnTo>
                <a:lnTo>
                  <a:pt x="687033" y="280523"/>
                </a:lnTo>
                <a:lnTo>
                  <a:pt x="694726" y="282463"/>
                </a:lnTo>
                <a:lnTo>
                  <a:pt x="700674" y="284720"/>
                </a:lnTo>
                <a:lnTo>
                  <a:pt x="706383" y="285994"/>
                </a:lnTo>
                <a:lnTo>
                  <a:pt x="708259" y="285837"/>
                </a:lnTo>
                <a:lnTo>
                  <a:pt x="709036" y="284737"/>
                </a:lnTo>
                <a:lnTo>
                  <a:pt x="709060" y="283288"/>
                </a:lnTo>
                <a:lnTo>
                  <a:pt x="707185" y="281722"/>
                </a:lnTo>
                <a:lnTo>
                  <a:pt x="702440" y="280505"/>
                </a:lnTo>
                <a:lnTo>
                  <a:pt x="673649" y="270502"/>
                </a:lnTo>
                <a:lnTo>
                  <a:pt x="534835" y="224674"/>
                </a:lnTo>
                <a:lnTo>
                  <a:pt x="459182" y="199120"/>
                </a:lnTo>
                <a:lnTo>
                  <a:pt x="425405" y="184186"/>
                </a:lnTo>
                <a:lnTo>
                  <a:pt x="400076" y="172072"/>
                </a:lnTo>
                <a:lnTo>
                  <a:pt x="399334" y="171146"/>
                </a:lnTo>
                <a:lnTo>
                  <a:pt x="399737" y="170290"/>
                </a:lnTo>
                <a:lnTo>
                  <a:pt x="402388" y="169363"/>
                </a:lnTo>
                <a:lnTo>
                  <a:pt x="407025" y="168913"/>
                </a:lnTo>
                <a:lnTo>
                  <a:pt x="408958" y="166094"/>
                </a:lnTo>
                <a:lnTo>
                  <a:pt x="410822" y="165140"/>
                </a:lnTo>
                <a:lnTo>
                  <a:pt x="413082" y="165538"/>
                </a:lnTo>
                <a:lnTo>
                  <a:pt x="415718" y="167278"/>
                </a:lnTo>
                <a:lnTo>
                  <a:pt x="421489" y="173879"/>
                </a:lnTo>
                <a:lnTo>
                  <a:pt x="428191" y="173252"/>
                </a:lnTo>
                <a:lnTo>
                  <a:pt x="451287" y="184420"/>
                </a:lnTo>
                <a:lnTo>
                  <a:pt x="468775" y="191521"/>
                </a:lnTo>
                <a:lnTo>
                  <a:pt x="495528" y="199290"/>
                </a:lnTo>
                <a:lnTo>
                  <a:pt x="504719" y="201319"/>
                </a:lnTo>
                <a:lnTo>
                  <a:pt x="510481" y="203229"/>
                </a:lnTo>
                <a:lnTo>
                  <a:pt x="519191" y="205054"/>
                </a:lnTo>
                <a:lnTo>
                  <a:pt x="523113" y="206821"/>
                </a:lnTo>
                <a:lnTo>
                  <a:pt x="530609" y="209244"/>
                </a:lnTo>
                <a:lnTo>
                  <a:pt x="534571" y="211255"/>
                </a:lnTo>
                <a:lnTo>
                  <a:pt x="545484" y="215418"/>
                </a:lnTo>
                <a:lnTo>
                  <a:pt x="575960" y="226289"/>
                </a:lnTo>
                <a:lnTo>
                  <a:pt x="604070" y="235655"/>
                </a:lnTo>
                <a:lnTo>
                  <a:pt x="618330" y="239848"/>
                </a:lnTo>
                <a:lnTo>
                  <a:pt x="623585" y="241861"/>
                </a:lnTo>
                <a:lnTo>
                  <a:pt x="650268" y="249916"/>
                </a:lnTo>
                <a:lnTo>
                  <a:pt x="677736" y="257627"/>
                </a:lnTo>
                <a:lnTo>
                  <a:pt x="738371" y="272788"/>
                </a:lnTo>
                <a:lnTo>
                  <a:pt x="776484" y="280930"/>
                </a:lnTo>
                <a:lnTo>
                  <a:pt x="780878" y="280930"/>
                </a:lnTo>
                <a:lnTo>
                  <a:pt x="782286" y="280287"/>
                </a:lnTo>
                <a:lnTo>
                  <a:pt x="783153" y="279349"/>
                </a:lnTo>
                <a:lnTo>
                  <a:pt x="783902" y="276650"/>
                </a:lnTo>
                <a:lnTo>
                  <a:pt x="783386" y="275707"/>
                </a:lnTo>
                <a:lnTo>
                  <a:pt x="782402" y="275296"/>
                </a:lnTo>
                <a:lnTo>
                  <a:pt x="750988" y="268942"/>
                </a:lnTo>
                <a:lnTo>
                  <a:pt x="726339" y="262594"/>
                </a:lnTo>
                <a:lnTo>
                  <a:pt x="686387" y="253427"/>
                </a:lnTo>
                <a:lnTo>
                  <a:pt x="670275" y="249224"/>
                </a:lnTo>
                <a:lnTo>
                  <a:pt x="637509" y="239393"/>
                </a:lnTo>
                <a:lnTo>
                  <a:pt x="579283" y="220273"/>
                </a:lnTo>
                <a:lnTo>
                  <a:pt x="560101" y="214483"/>
                </a:lnTo>
                <a:lnTo>
                  <a:pt x="544063" y="209017"/>
                </a:lnTo>
                <a:lnTo>
                  <a:pt x="537399" y="207470"/>
                </a:lnTo>
                <a:lnTo>
                  <a:pt x="535866" y="206659"/>
                </a:lnTo>
                <a:lnTo>
                  <a:pt x="535588" y="206170"/>
                </a:lnTo>
                <a:lnTo>
                  <a:pt x="536003" y="204985"/>
                </a:lnTo>
                <a:lnTo>
                  <a:pt x="542055" y="200393"/>
                </a:lnTo>
                <a:lnTo>
                  <a:pt x="543128" y="199143"/>
                </a:lnTo>
                <a:lnTo>
                  <a:pt x="543786" y="196779"/>
                </a:lnTo>
                <a:lnTo>
                  <a:pt x="543857" y="190609"/>
                </a:lnTo>
                <a:lnTo>
                  <a:pt x="547996" y="185495"/>
                </a:lnTo>
                <a:lnTo>
                  <a:pt x="548623" y="183361"/>
                </a:lnTo>
                <a:lnTo>
                  <a:pt x="548598" y="179351"/>
                </a:lnTo>
                <a:lnTo>
                  <a:pt x="549616" y="178215"/>
                </a:lnTo>
                <a:lnTo>
                  <a:pt x="551523" y="177768"/>
                </a:lnTo>
                <a:lnTo>
                  <a:pt x="554253" y="178021"/>
                </a:lnTo>
                <a:lnTo>
                  <a:pt x="561950" y="180147"/>
                </a:lnTo>
                <a:lnTo>
                  <a:pt x="571520" y="182124"/>
                </a:lnTo>
                <a:lnTo>
                  <a:pt x="592927" y="188030"/>
                </a:lnTo>
                <a:lnTo>
                  <a:pt x="621604" y="195132"/>
                </a:lnTo>
                <a:lnTo>
                  <a:pt x="623917" y="195430"/>
                </a:lnTo>
                <a:lnTo>
                  <a:pt x="625641" y="195063"/>
                </a:lnTo>
                <a:lnTo>
                  <a:pt x="626612" y="194112"/>
                </a:lnTo>
                <a:lnTo>
                  <a:pt x="626669" y="192657"/>
                </a:lnTo>
                <a:lnTo>
                  <a:pt x="625697" y="190959"/>
                </a:lnTo>
                <a:lnTo>
                  <a:pt x="624098" y="189940"/>
                </a:lnTo>
                <a:lnTo>
                  <a:pt x="610298" y="186336"/>
                </a:lnTo>
                <a:lnTo>
                  <a:pt x="597231" y="183667"/>
                </a:lnTo>
                <a:lnTo>
                  <a:pt x="595421" y="182706"/>
                </a:lnTo>
                <a:lnTo>
                  <a:pt x="594945" y="181567"/>
                </a:lnTo>
                <a:lnTo>
                  <a:pt x="595513" y="180382"/>
                </a:lnTo>
                <a:lnTo>
                  <a:pt x="597046" y="179237"/>
                </a:lnTo>
                <a:lnTo>
                  <a:pt x="605276" y="176133"/>
                </a:lnTo>
                <a:lnTo>
                  <a:pt x="606101" y="174464"/>
                </a:lnTo>
                <a:lnTo>
                  <a:pt x="607221" y="168815"/>
                </a:lnTo>
                <a:lnTo>
                  <a:pt x="609203" y="166803"/>
                </a:lnTo>
                <a:lnTo>
                  <a:pt x="611362" y="166306"/>
                </a:lnTo>
                <a:lnTo>
                  <a:pt x="626277" y="166127"/>
                </a:lnTo>
                <a:lnTo>
                  <a:pt x="630217" y="165588"/>
                </a:lnTo>
                <a:lnTo>
                  <a:pt x="631513" y="164990"/>
                </a:lnTo>
                <a:lnTo>
                  <a:pt x="631987" y="164090"/>
                </a:lnTo>
                <a:lnTo>
                  <a:pt x="631269" y="157448"/>
                </a:lnTo>
                <a:lnTo>
                  <a:pt x="631603" y="154496"/>
                </a:lnTo>
                <a:lnTo>
                  <a:pt x="632718" y="151450"/>
                </a:lnTo>
                <a:lnTo>
                  <a:pt x="635478" y="146474"/>
                </a:lnTo>
                <a:lnTo>
                  <a:pt x="636007" y="143636"/>
                </a:lnTo>
                <a:lnTo>
                  <a:pt x="635450" y="140453"/>
                </a:lnTo>
                <a:lnTo>
                  <a:pt x="633823" y="139236"/>
                </a:lnTo>
                <a:lnTo>
                  <a:pt x="631619" y="139677"/>
                </a:lnTo>
                <a:lnTo>
                  <a:pt x="627161" y="143659"/>
                </a:lnTo>
                <a:lnTo>
                  <a:pt x="621096" y="150760"/>
                </a:lnTo>
                <a:lnTo>
                  <a:pt x="620187" y="152487"/>
                </a:lnTo>
                <a:lnTo>
                  <a:pt x="619602" y="154906"/>
                </a:lnTo>
                <a:lnTo>
                  <a:pt x="617524" y="156890"/>
                </a:lnTo>
                <a:lnTo>
                  <a:pt x="615014" y="157297"/>
                </a:lnTo>
                <a:lnTo>
                  <a:pt x="609788" y="156270"/>
                </a:lnTo>
                <a:lnTo>
                  <a:pt x="606307" y="156166"/>
                </a:lnTo>
                <a:lnTo>
                  <a:pt x="602956" y="156804"/>
                </a:lnTo>
                <a:lnTo>
                  <a:pt x="599120" y="158658"/>
                </a:lnTo>
                <a:lnTo>
                  <a:pt x="597996" y="160541"/>
                </a:lnTo>
                <a:lnTo>
                  <a:pt x="596725" y="166199"/>
                </a:lnTo>
                <a:lnTo>
                  <a:pt x="596164" y="167093"/>
                </a:lnTo>
                <a:lnTo>
                  <a:pt x="595412" y="167350"/>
                </a:lnTo>
                <a:lnTo>
                  <a:pt x="591915" y="165954"/>
                </a:lnTo>
                <a:lnTo>
                  <a:pt x="585754" y="164849"/>
                </a:lnTo>
                <a:lnTo>
                  <a:pt x="581332" y="161777"/>
                </a:lnTo>
                <a:lnTo>
                  <a:pt x="576788" y="160222"/>
                </a:lnTo>
                <a:lnTo>
                  <a:pt x="569799" y="155448"/>
                </a:lnTo>
                <a:lnTo>
                  <a:pt x="563484" y="153224"/>
                </a:lnTo>
                <a:lnTo>
                  <a:pt x="561043" y="153274"/>
                </a:lnTo>
                <a:lnTo>
                  <a:pt x="559021" y="154111"/>
                </a:lnTo>
                <a:lnTo>
                  <a:pt x="549202" y="163204"/>
                </a:lnTo>
                <a:lnTo>
                  <a:pt x="542288" y="167866"/>
                </a:lnTo>
                <a:lnTo>
                  <a:pt x="540420" y="168744"/>
                </a:lnTo>
                <a:lnTo>
                  <a:pt x="538439" y="169088"/>
                </a:lnTo>
                <a:lnTo>
                  <a:pt x="534908" y="168619"/>
                </a:lnTo>
                <a:lnTo>
                  <a:pt x="528755" y="166687"/>
                </a:lnTo>
                <a:lnTo>
                  <a:pt x="518846" y="164598"/>
                </a:lnTo>
                <a:lnTo>
                  <a:pt x="511493" y="162356"/>
                </a:lnTo>
                <a:lnTo>
                  <a:pt x="502843" y="160886"/>
                </a:lnTo>
                <a:lnTo>
                  <a:pt x="496437" y="158843"/>
                </a:lnTo>
                <a:lnTo>
                  <a:pt x="486458" y="157239"/>
                </a:lnTo>
                <a:lnTo>
                  <a:pt x="479681" y="155014"/>
                </a:lnTo>
                <a:lnTo>
                  <a:pt x="470007" y="153745"/>
                </a:lnTo>
                <a:lnTo>
                  <a:pt x="469612" y="154281"/>
                </a:lnTo>
                <a:lnTo>
                  <a:pt x="469843" y="155419"/>
                </a:lnTo>
                <a:lnTo>
                  <a:pt x="471919" y="156721"/>
                </a:lnTo>
                <a:lnTo>
                  <a:pt x="480715" y="158565"/>
                </a:lnTo>
                <a:lnTo>
                  <a:pt x="486653" y="161237"/>
                </a:lnTo>
                <a:lnTo>
                  <a:pt x="494468" y="162609"/>
                </a:lnTo>
                <a:lnTo>
                  <a:pt x="502666" y="165007"/>
                </a:lnTo>
                <a:lnTo>
                  <a:pt x="511554" y="166207"/>
                </a:lnTo>
                <a:lnTo>
                  <a:pt x="516366" y="168866"/>
                </a:lnTo>
                <a:lnTo>
                  <a:pt x="521950" y="169684"/>
                </a:lnTo>
                <a:lnTo>
                  <a:pt x="535021" y="173935"/>
                </a:lnTo>
                <a:lnTo>
                  <a:pt x="535918" y="174513"/>
                </a:lnTo>
                <a:lnTo>
                  <a:pt x="536950" y="176061"/>
                </a:lnTo>
                <a:lnTo>
                  <a:pt x="536563" y="179253"/>
                </a:lnTo>
                <a:lnTo>
                  <a:pt x="532650" y="184928"/>
                </a:lnTo>
                <a:lnTo>
                  <a:pt x="530387" y="186951"/>
                </a:lnTo>
                <a:lnTo>
                  <a:pt x="529831" y="186989"/>
                </a:lnTo>
                <a:lnTo>
                  <a:pt x="528814" y="186175"/>
                </a:lnTo>
                <a:lnTo>
                  <a:pt x="526332" y="182051"/>
                </a:lnTo>
                <a:lnTo>
                  <a:pt x="522186" y="177417"/>
                </a:lnTo>
                <a:lnTo>
                  <a:pt x="518625" y="174510"/>
                </a:lnTo>
                <a:lnTo>
                  <a:pt x="512921" y="170975"/>
                </a:lnTo>
                <a:lnTo>
                  <a:pt x="510774" y="171085"/>
                </a:lnTo>
                <a:lnTo>
                  <a:pt x="504545" y="175102"/>
                </a:lnTo>
                <a:lnTo>
                  <a:pt x="502126" y="175705"/>
                </a:lnTo>
                <a:lnTo>
                  <a:pt x="498909" y="174578"/>
                </a:lnTo>
                <a:lnTo>
                  <a:pt x="491613" y="173649"/>
                </a:lnTo>
                <a:lnTo>
                  <a:pt x="486964" y="171854"/>
                </a:lnTo>
                <a:lnTo>
                  <a:pt x="486877" y="168214"/>
                </a:lnTo>
                <a:lnTo>
                  <a:pt x="486139" y="166671"/>
                </a:lnTo>
                <a:lnTo>
                  <a:pt x="479491" y="162066"/>
                </a:lnTo>
                <a:lnTo>
                  <a:pt x="464020" y="161337"/>
                </a:lnTo>
                <a:lnTo>
                  <a:pt x="458301" y="160739"/>
                </a:lnTo>
                <a:lnTo>
                  <a:pt x="455672" y="160042"/>
                </a:lnTo>
                <a:lnTo>
                  <a:pt x="454202" y="158543"/>
                </a:lnTo>
                <a:lnTo>
                  <a:pt x="453842" y="156523"/>
                </a:lnTo>
                <a:lnTo>
                  <a:pt x="454661" y="154256"/>
                </a:lnTo>
                <a:lnTo>
                  <a:pt x="456227" y="152403"/>
                </a:lnTo>
                <a:lnTo>
                  <a:pt x="457915" y="152005"/>
                </a:lnTo>
                <a:lnTo>
                  <a:pt x="461067" y="152989"/>
                </a:lnTo>
                <a:lnTo>
                  <a:pt x="465735" y="153480"/>
                </a:lnTo>
                <a:lnTo>
                  <a:pt x="467347" y="153101"/>
                </a:lnTo>
                <a:lnTo>
                  <a:pt x="467402" y="152314"/>
                </a:lnTo>
                <a:lnTo>
                  <a:pt x="457762" y="149397"/>
                </a:lnTo>
                <a:lnTo>
                  <a:pt x="447520" y="141101"/>
                </a:lnTo>
                <a:lnTo>
                  <a:pt x="445675" y="140081"/>
                </a:lnTo>
                <a:lnTo>
                  <a:pt x="443974" y="139894"/>
                </a:lnTo>
                <a:lnTo>
                  <a:pt x="439352" y="141284"/>
                </a:lnTo>
                <a:lnTo>
                  <a:pt x="437967" y="141262"/>
                </a:lnTo>
                <a:lnTo>
                  <a:pt x="434808" y="136730"/>
                </a:lnTo>
                <a:lnTo>
                  <a:pt x="431711" y="133473"/>
                </a:lnTo>
                <a:lnTo>
                  <a:pt x="431701" y="131825"/>
                </a:lnTo>
                <a:lnTo>
                  <a:pt x="432709" y="131137"/>
                </a:lnTo>
                <a:lnTo>
                  <a:pt x="437263" y="130578"/>
                </a:lnTo>
                <a:lnTo>
                  <a:pt x="460880" y="129731"/>
                </a:lnTo>
                <a:lnTo>
                  <a:pt x="489982" y="127378"/>
                </a:lnTo>
                <a:lnTo>
                  <a:pt x="503546" y="126022"/>
                </a:lnTo>
                <a:lnTo>
                  <a:pt x="509336" y="123640"/>
                </a:lnTo>
                <a:lnTo>
                  <a:pt x="521998" y="124598"/>
                </a:lnTo>
                <a:lnTo>
                  <a:pt x="530624" y="123459"/>
                </a:lnTo>
                <a:lnTo>
                  <a:pt x="547521" y="122680"/>
                </a:lnTo>
                <a:lnTo>
                  <a:pt x="560065" y="121179"/>
                </a:lnTo>
                <a:lnTo>
                  <a:pt x="568628" y="119539"/>
                </a:lnTo>
                <a:lnTo>
                  <a:pt x="588313" y="118692"/>
                </a:lnTo>
                <a:lnTo>
                  <a:pt x="591855" y="118016"/>
                </a:lnTo>
                <a:lnTo>
                  <a:pt x="593085" y="117136"/>
                </a:lnTo>
                <a:lnTo>
                  <a:pt x="591751" y="116618"/>
                </a:lnTo>
                <a:lnTo>
                  <a:pt x="586757" y="116379"/>
                </a:lnTo>
                <a:lnTo>
                  <a:pt x="568945" y="116795"/>
                </a:lnTo>
                <a:lnTo>
                  <a:pt x="552388" y="118699"/>
                </a:lnTo>
                <a:lnTo>
                  <a:pt x="521120" y="120058"/>
                </a:lnTo>
                <a:lnTo>
                  <a:pt x="512483" y="121546"/>
                </a:lnTo>
                <a:lnTo>
                  <a:pt x="505177" y="121452"/>
                </a:lnTo>
                <a:lnTo>
                  <a:pt x="497819" y="122663"/>
                </a:lnTo>
                <a:lnTo>
                  <a:pt x="454481" y="124577"/>
                </a:lnTo>
                <a:lnTo>
                  <a:pt x="444913" y="126071"/>
                </a:lnTo>
                <a:lnTo>
                  <a:pt x="441498" y="125857"/>
                </a:lnTo>
                <a:lnTo>
                  <a:pt x="438735" y="122704"/>
                </a:lnTo>
                <a:lnTo>
                  <a:pt x="437490" y="121934"/>
                </a:lnTo>
                <a:lnTo>
                  <a:pt x="432397" y="123579"/>
                </a:lnTo>
                <a:lnTo>
                  <a:pt x="431204" y="123634"/>
                </a:lnTo>
                <a:lnTo>
                  <a:pt x="429901" y="123056"/>
                </a:lnTo>
                <a:lnTo>
                  <a:pt x="429154" y="121213"/>
                </a:lnTo>
                <a:lnTo>
                  <a:pt x="429806" y="118335"/>
                </a:lnTo>
                <a:lnTo>
                  <a:pt x="432401" y="115915"/>
                </a:lnTo>
                <a:lnTo>
                  <a:pt x="435128" y="114649"/>
                </a:lnTo>
                <a:lnTo>
                  <a:pt x="442000" y="113155"/>
                </a:lnTo>
                <a:lnTo>
                  <a:pt x="452456" y="111895"/>
                </a:lnTo>
                <a:lnTo>
                  <a:pt x="467438" y="112924"/>
                </a:lnTo>
                <a:lnTo>
                  <a:pt x="478121" y="111760"/>
                </a:lnTo>
                <a:lnTo>
                  <a:pt x="512787" y="111106"/>
                </a:lnTo>
                <a:lnTo>
                  <a:pt x="530387" y="109947"/>
                </a:lnTo>
                <a:lnTo>
                  <a:pt x="546479" y="109579"/>
                </a:lnTo>
                <a:lnTo>
                  <a:pt x="556018" y="108198"/>
                </a:lnTo>
                <a:lnTo>
                  <a:pt x="582847" y="107677"/>
                </a:lnTo>
                <a:lnTo>
                  <a:pt x="607385" y="106595"/>
                </a:lnTo>
                <a:lnTo>
                  <a:pt x="613075" y="106156"/>
                </a:lnTo>
                <a:lnTo>
                  <a:pt x="615938" y="105316"/>
                </a:lnTo>
                <a:lnTo>
                  <a:pt x="615572" y="104291"/>
                </a:lnTo>
                <a:lnTo>
                  <a:pt x="614431" y="103902"/>
                </a:lnTo>
                <a:lnTo>
                  <a:pt x="599762" y="103221"/>
                </a:lnTo>
                <a:lnTo>
                  <a:pt x="586412" y="104119"/>
                </a:lnTo>
                <a:lnTo>
                  <a:pt x="539784" y="104771"/>
                </a:lnTo>
                <a:lnTo>
                  <a:pt x="536112" y="105067"/>
                </a:lnTo>
                <a:lnTo>
                  <a:pt x="530014" y="106288"/>
                </a:lnTo>
                <a:lnTo>
                  <a:pt x="511023" y="106548"/>
                </a:lnTo>
                <a:lnTo>
                  <a:pt x="498504" y="107748"/>
                </a:lnTo>
                <a:lnTo>
                  <a:pt x="470728" y="108211"/>
                </a:lnTo>
                <a:lnTo>
                  <a:pt x="449717" y="109935"/>
                </a:lnTo>
                <a:lnTo>
                  <a:pt x="430302" y="109569"/>
                </a:lnTo>
                <a:lnTo>
                  <a:pt x="429204" y="109320"/>
                </a:lnTo>
                <a:lnTo>
                  <a:pt x="427796" y="108117"/>
                </a:lnTo>
                <a:lnTo>
                  <a:pt x="426799" y="106352"/>
                </a:lnTo>
                <a:lnTo>
                  <a:pt x="426274" y="104273"/>
                </a:lnTo>
                <a:lnTo>
                  <a:pt x="426283" y="102126"/>
                </a:lnTo>
                <a:lnTo>
                  <a:pt x="427594" y="98108"/>
                </a:lnTo>
                <a:lnTo>
                  <a:pt x="428031" y="94926"/>
                </a:lnTo>
                <a:lnTo>
                  <a:pt x="427689" y="93451"/>
                </a:lnTo>
                <a:lnTo>
                  <a:pt x="425684" y="90324"/>
                </a:lnTo>
                <a:lnTo>
                  <a:pt x="427564" y="88395"/>
                </a:lnTo>
                <a:lnTo>
                  <a:pt x="479704" y="88054"/>
                </a:lnTo>
                <a:lnTo>
                  <a:pt x="539499" y="86545"/>
                </a:lnTo>
                <a:lnTo>
                  <a:pt x="558575" y="85110"/>
                </a:lnTo>
                <a:lnTo>
                  <a:pt x="591086" y="84205"/>
                </a:lnTo>
                <a:lnTo>
                  <a:pt x="597313" y="83385"/>
                </a:lnTo>
                <a:lnTo>
                  <a:pt x="597616" y="82754"/>
                </a:lnTo>
                <a:lnTo>
                  <a:pt x="596063" y="82268"/>
                </a:lnTo>
                <a:lnTo>
                  <a:pt x="579745" y="81747"/>
                </a:lnTo>
                <a:lnTo>
                  <a:pt x="487803" y="81639"/>
                </a:lnTo>
                <a:lnTo>
                  <a:pt x="464545" y="82368"/>
                </a:lnTo>
                <a:close/>
                <a:moveTo>
                  <a:pt x="410111" y="101413"/>
                </a:moveTo>
                <a:lnTo>
                  <a:pt x="411579" y="103683"/>
                </a:lnTo>
                <a:lnTo>
                  <a:pt x="415031" y="107549"/>
                </a:lnTo>
                <a:lnTo>
                  <a:pt x="415352" y="108946"/>
                </a:lnTo>
                <a:lnTo>
                  <a:pt x="414691" y="110284"/>
                </a:lnTo>
                <a:lnTo>
                  <a:pt x="413775" y="111441"/>
                </a:lnTo>
                <a:lnTo>
                  <a:pt x="405621" y="111782"/>
                </a:lnTo>
                <a:lnTo>
                  <a:pt x="402701" y="111141"/>
                </a:lnTo>
                <a:lnTo>
                  <a:pt x="401818" y="108500"/>
                </a:lnTo>
                <a:lnTo>
                  <a:pt x="401789" y="105763"/>
                </a:lnTo>
                <a:lnTo>
                  <a:pt x="402440" y="103336"/>
                </a:lnTo>
                <a:lnTo>
                  <a:pt x="403665" y="101391"/>
                </a:lnTo>
                <a:lnTo>
                  <a:pt x="406345" y="99750"/>
                </a:lnTo>
                <a:lnTo>
                  <a:pt x="409387" y="99629"/>
                </a:lnTo>
                <a:lnTo>
                  <a:pt x="410111" y="101413"/>
                </a:lnTo>
                <a:close/>
                <a:moveTo>
                  <a:pt x="412473" y="114865"/>
                </a:moveTo>
                <a:lnTo>
                  <a:pt x="415876" y="115952"/>
                </a:lnTo>
                <a:lnTo>
                  <a:pt x="417578" y="117336"/>
                </a:lnTo>
                <a:lnTo>
                  <a:pt x="418765" y="119170"/>
                </a:lnTo>
                <a:lnTo>
                  <a:pt x="419384" y="121392"/>
                </a:lnTo>
                <a:lnTo>
                  <a:pt x="419395" y="124175"/>
                </a:lnTo>
                <a:lnTo>
                  <a:pt x="418966" y="125348"/>
                </a:lnTo>
                <a:lnTo>
                  <a:pt x="417774" y="126224"/>
                </a:lnTo>
                <a:lnTo>
                  <a:pt x="416335" y="126420"/>
                </a:lnTo>
                <a:lnTo>
                  <a:pt x="415298" y="125999"/>
                </a:lnTo>
                <a:lnTo>
                  <a:pt x="410490" y="121639"/>
                </a:lnTo>
                <a:lnTo>
                  <a:pt x="404701" y="119809"/>
                </a:lnTo>
                <a:lnTo>
                  <a:pt x="403077" y="118661"/>
                </a:lnTo>
                <a:lnTo>
                  <a:pt x="402131" y="117340"/>
                </a:lnTo>
                <a:lnTo>
                  <a:pt x="402008" y="115989"/>
                </a:lnTo>
                <a:lnTo>
                  <a:pt x="403023" y="114238"/>
                </a:lnTo>
                <a:lnTo>
                  <a:pt x="412473" y="114865"/>
                </a:lnTo>
                <a:close/>
                <a:moveTo>
                  <a:pt x="383545" y="124218"/>
                </a:moveTo>
                <a:lnTo>
                  <a:pt x="383993" y="124871"/>
                </a:lnTo>
                <a:lnTo>
                  <a:pt x="384090" y="126976"/>
                </a:lnTo>
                <a:lnTo>
                  <a:pt x="382593" y="131283"/>
                </a:lnTo>
                <a:lnTo>
                  <a:pt x="379697" y="135615"/>
                </a:lnTo>
                <a:lnTo>
                  <a:pt x="377049" y="138113"/>
                </a:lnTo>
                <a:lnTo>
                  <a:pt x="373692" y="140692"/>
                </a:lnTo>
                <a:lnTo>
                  <a:pt x="372077" y="141405"/>
                </a:lnTo>
                <a:lnTo>
                  <a:pt x="370696" y="141426"/>
                </a:lnTo>
                <a:lnTo>
                  <a:pt x="367230" y="140226"/>
                </a:lnTo>
                <a:lnTo>
                  <a:pt x="364741" y="140611"/>
                </a:lnTo>
                <a:lnTo>
                  <a:pt x="364908" y="141997"/>
                </a:lnTo>
                <a:lnTo>
                  <a:pt x="366126" y="143940"/>
                </a:lnTo>
                <a:lnTo>
                  <a:pt x="371043" y="148472"/>
                </a:lnTo>
                <a:lnTo>
                  <a:pt x="372899" y="154700"/>
                </a:lnTo>
                <a:lnTo>
                  <a:pt x="373007" y="156491"/>
                </a:lnTo>
                <a:lnTo>
                  <a:pt x="372616" y="157624"/>
                </a:lnTo>
                <a:lnTo>
                  <a:pt x="371269" y="158298"/>
                </a:lnTo>
                <a:lnTo>
                  <a:pt x="368857" y="157932"/>
                </a:lnTo>
                <a:lnTo>
                  <a:pt x="364265" y="155208"/>
                </a:lnTo>
                <a:lnTo>
                  <a:pt x="358991" y="152994"/>
                </a:lnTo>
                <a:lnTo>
                  <a:pt x="357926" y="150556"/>
                </a:lnTo>
                <a:lnTo>
                  <a:pt x="358166" y="146403"/>
                </a:lnTo>
                <a:lnTo>
                  <a:pt x="360033" y="142679"/>
                </a:lnTo>
                <a:lnTo>
                  <a:pt x="363162" y="140352"/>
                </a:lnTo>
                <a:lnTo>
                  <a:pt x="363137" y="137722"/>
                </a:lnTo>
                <a:lnTo>
                  <a:pt x="364084" y="135916"/>
                </a:lnTo>
                <a:lnTo>
                  <a:pt x="367851" y="132891"/>
                </a:lnTo>
                <a:lnTo>
                  <a:pt x="371815" y="128364"/>
                </a:lnTo>
                <a:lnTo>
                  <a:pt x="377420" y="123916"/>
                </a:lnTo>
                <a:lnTo>
                  <a:pt x="380531" y="123465"/>
                </a:lnTo>
                <a:lnTo>
                  <a:pt x="383545" y="124218"/>
                </a:lnTo>
                <a:close/>
                <a:moveTo>
                  <a:pt x="397864" y="139888"/>
                </a:moveTo>
                <a:lnTo>
                  <a:pt x="400486" y="144256"/>
                </a:lnTo>
                <a:lnTo>
                  <a:pt x="402517" y="149123"/>
                </a:lnTo>
                <a:lnTo>
                  <a:pt x="402046" y="151730"/>
                </a:lnTo>
                <a:lnTo>
                  <a:pt x="400211" y="153102"/>
                </a:lnTo>
                <a:lnTo>
                  <a:pt x="398805" y="153038"/>
                </a:lnTo>
                <a:lnTo>
                  <a:pt x="397810" y="152369"/>
                </a:lnTo>
                <a:lnTo>
                  <a:pt x="396214" y="146848"/>
                </a:lnTo>
                <a:lnTo>
                  <a:pt x="395085" y="145172"/>
                </a:lnTo>
                <a:lnTo>
                  <a:pt x="393205" y="144021"/>
                </a:lnTo>
                <a:lnTo>
                  <a:pt x="389812" y="142781"/>
                </a:lnTo>
                <a:lnTo>
                  <a:pt x="390103" y="140228"/>
                </a:lnTo>
                <a:lnTo>
                  <a:pt x="390883" y="139227"/>
                </a:lnTo>
                <a:lnTo>
                  <a:pt x="392681" y="138134"/>
                </a:lnTo>
                <a:lnTo>
                  <a:pt x="395878" y="138013"/>
                </a:lnTo>
                <a:lnTo>
                  <a:pt x="397864" y="139888"/>
                </a:lnTo>
                <a:close/>
                <a:moveTo>
                  <a:pt x="436532" y="143793"/>
                </a:moveTo>
                <a:lnTo>
                  <a:pt x="436796" y="146937"/>
                </a:lnTo>
                <a:lnTo>
                  <a:pt x="436068" y="148741"/>
                </a:lnTo>
                <a:lnTo>
                  <a:pt x="431025" y="151663"/>
                </a:lnTo>
                <a:lnTo>
                  <a:pt x="426581" y="157265"/>
                </a:lnTo>
                <a:lnTo>
                  <a:pt x="425687" y="157341"/>
                </a:lnTo>
                <a:lnTo>
                  <a:pt x="424940" y="156887"/>
                </a:lnTo>
                <a:lnTo>
                  <a:pt x="423823" y="155026"/>
                </a:lnTo>
                <a:lnTo>
                  <a:pt x="423562" y="151990"/>
                </a:lnTo>
                <a:lnTo>
                  <a:pt x="427167" y="149718"/>
                </a:lnTo>
                <a:lnTo>
                  <a:pt x="429460" y="145462"/>
                </a:lnTo>
                <a:lnTo>
                  <a:pt x="431208" y="143844"/>
                </a:lnTo>
                <a:lnTo>
                  <a:pt x="434121" y="143022"/>
                </a:lnTo>
                <a:lnTo>
                  <a:pt x="435815" y="143209"/>
                </a:lnTo>
                <a:lnTo>
                  <a:pt x="436532" y="143793"/>
                </a:lnTo>
                <a:close/>
                <a:moveTo>
                  <a:pt x="562179" y="169588"/>
                </a:moveTo>
                <a:lnTo>
                  <a:pt x="562649" y="172113"/>
                </a:lnTo>
                <a:lnTo>
                  <a:pt x="561304" y="173649"/>
                </a:lnTo>
                <a:lnTo>
                  <a:pt x="558699" y="173727"/>
                </a:lnTo>
                <a:lnTo>
                  <a:pt x="556231" y="172242"/>
                </a:lnTo>
                <a:lnTo>
                  <a:pt x="556122" y="171402"/>
                </a:lnTo>
                <a:lnTo>
                  <a:pt x="556678" y="170498"/>
                </a:lnTo>
                <a:lnTo>
                  <a:pt x="559290" y="168813"/>
                </a:lnTo>
                <a:lnTo>
                  <a:pt x="561224" y="168554"/>
                </a:lnTo>
                <a:lnTo>
                  <a:pt x="562179" y="169588"/>
                </a:lnTo>
                <a:close/>
                <a:moveTo>
                  <a:pt x="463339" y="170938"/>
                </a:moveTo>
                <a:lnTo>
                  <a:pt x="466320" y="171431"/>
                </a:lnTo>
                <a:lnTo>
                  <a:pt x="467974" y="172278"/>
                </a:lnTo>
                <a:lnTo>
                  <a:pt x="471453" y="178246"/>
                </a:lnTo>
                <a:lnTo>
                  <a:pt x="473911" y="180228"/>
                </a:lnTo>
                <a:lnTo>
                  <a:pt x="477604" y="181677"/>
                </a:lnTo>
                <a:lnTo>
                  <a:pt x="485108" y="182768"/>
                </a:lnTo>
                <a:lnTo>
                  <a:pt x="493966" y="184837"/>
                </a:lnTo>
                <a:lnTo>
                  <a:pt x="495448" y="185669"/>
                </a:lnTo>
                <a:lnTo>
                  <a:pt x="499201" y="189024"/>
                </a:lnTo>
                <a:lnTo>
                  <a:pt x="502055" y="190368"/>
                </a:lnTo>
                <a:lnTo>
                  <a:pt x="508462" y="188371"/>
                </a:lnTo>
                <a:lnTo>
                  <a:pt x="513422" y="185312"/>
                </a:lnTo>
                <a:lnTo>
                  <a:pt x="514871" y="185071"/>
                </a:lnTo>
                <a:lnTo>
                  <a:pt x="517859" y="187947"/>
                </a:lnTo>
                <a:lnTo>
                  <a:pt x="523662" y="197292"/>
                </a:lnTo>
                <a:lnTo>
                  <a:pt x="524080" y="199192"/>
                </a:lnTo>
                <a:lnTo>
                  <a:pt x="523770" y="201662"/>
                </a:lnTo>
                <a:lnTo>
                  <a:pt x="522788" y="202513"/>
                </a:lnTo>
                <a:lnTo>
                  <a:pt x="521744" y="202452"/>
                </a:lnTo>
                <a:lnTo>
                  <a:pt x="507126" y="197577"/>
                </a:lnTo>
                <a:lnTo>
                  <a:pt x="500079" y="195822"/>
                </a:lnTo>
                <a:lnTo>
                  <a:pt x="493934" y="193478"/>
                </a:lnTo>
                <a:lnTo>
                  <a:pt x="474423" y="187789"/>
                </a:lnTo>
                <a:lnTo>
                  <a:pt x="463586" y="183871"/>
                </a:lnTo>
                <a:lnTo>
                  <a:pt x="451334" y="178411"/>
                </a:lnTo>
                <a:lnTo>
                  <a:pt x="447985" y="176511"/>
                </a:lnTo>
                <a:lnTo>
                  <a:pt x="446988" y="175082"/>
                </a:lnTo>
                <a:lnTo>
                  <a:pt x="448115" y="173632"/>
                </a:lnTo>
                <a:lnTo>
                  <a:pt x="452202" y="170841"/>
                </a:lnTo>
                <a:lnTo>
                  <a:pt x="455131" y="170166"/>
                </a:lnTo>
                <a:lnTo>
                  <a:pt x="463339" y="170938"/>
                </a:lnTo>
                <a:close/>
                <a:moveTo>
                  <a:pt x="588889" y="177881"/>
                </a:moveTo>
                <a:lnTo>
                  <a:pt x="589613" y="179472"/>
                </a:lnTo>
                <a:lnTo>
                  <a:pt x="588120" y="180461"/>
                </a:lnTo>
                <a:lnTo>
                  <a:pt x="584673" y="180187"/>
                </a:lnTo>
                <a:lnTo>
                  <a:pt x="583393" y="178990"/>
                </a:lnTo>
                <a:lnTo>
                  <a:pt x="583802" y="178143"/>
                </a:lnTo>
                <a:lnTo>
                  <a:pt x="585508" y="177368"/>
                </a:lnTo>
                <a:lnTo>
                  <a:pt x="587670" y="177362"/>
                </a:lnTo>
                <a:lnTo>
                  <a:pt x="588889" y="177881"/>
                </a:lnTo>
                <a:close/>
                <a:moveTo>
                  <a:pt x="432338" y="100931"/>
                </a:moveTo>
                <a:lnTo>
                  <a:pt x="432042" y="102431"/>
                </a:lnTo>
                <a:lnTo>
                  <a:pt x="432723" y="103968"/>
                </a:lnTo>
                <a:lnTo>
                  <a:pt x="433716" y="104340"/>
                </a:lnTo>
                <a:lnTo>
                  <a:pt x="435116" y="103709"/>
                </a:lnTo>
                <a:lnTo>
                  <a:pt x="435747" y="102310"/>
                </a:lnTo>
                <a:lnTo>
                  <a:pt x="435375" y="101316"/>
                </a:lnTo>
                <a:lnTo>
                  <a:pt x="433838" y="100635"/>
                </a:lnTo>
                <a:lnTo>
                  <a:pt x="432338" y="100931"/>
                </a:lnTo>
                <a:close/>
                <a:moveTo>
                  <a:pt x="634259" y="111441"/>
                </a:moveTo>
                <a:lnTo>
                  <a:pt x="625104" y="112473"/>
                </a:lnTo>
                <a:lnTo>
                  <a:pt x="622861" y="113248"/>
                </a:lnTo>
                <a:lnTo>
                  <a:pt x="622624" y="113909"/>
                </a:lnTo>
                <a:lnTo>
                  <a:pt x="623555" y="114624"/>
                </a:lnTo>
                <a:lnTo>
                  <a:pt x="625772" y="114938"/>
                </a:lnTo>
                <a:lnTo>
                  <a:pt x="631505" y="114768"/>
                </a:lnTo>
                <a:lnTo>
                  <a:pt x="636912" y="114077"/>
                </a:lnTo>
                <a:lnTo>
                  <a:pt x="638654" y="113295"/>
                </a:lnTo>
                <a:lnTo>
                  <a:pt x="638828" y="112477"/>
                </a:lnTo>
                <a:lnTo>
                  <a:pt x="638331" y="111490"/>
                </a:lnTo>
                <a:lnTo>
                  <a:pt x="637055" y="110905"/>
                </a:lnTo>
                <a:lnTo>
                  <a:pt x="634259" y="111441"/>
                </a:lnTo>
                <a:close/>
                <a:moveTo>
                  <a:pt x="611357" y="113852"/>
                </a:moveTo>
                <a:lnTo>
                  <a:pt x="611213" y="115076"/>
                </a:lnTo>
                <a:lnTo>
                  <a:pt x="613238" y="115540"/>
                </a:lnTo>
                <a:lnTo>
                  <a:pt x="615381" y="115131"/>
                </a:lnTo>
                <a:lnTo>
                  <a:pt x="616560" y="113958"/>
                </a:lnTo>
                <a:lnTo>
                  <a:pt x="616227" y="113489"/>
                </a:lnTo>
                <a:lnTo>
                  <a:pt x="614669" y="113154"/>
                </a:lnTo>
                <a:lnTo>
                  <a:pt x="612689" y="113283"/>
                </a:lnTo>
                <a:lnTo>
                  <a:pt x="611357" y="113852"/>
                </a:lnTo>
                <a:close/>
                <a:moveTo>
                  <a:pt x="597279" y="116118"/>
                </a:moveTo>
                <a:lnTo>
                  <a:pt x="595978" y="117138"/>
                </a:lnTo>
                <a:lnTo>
                  <a:pt x="597566" y="117843"/>
                </a:lnTo>
                <a:lnTo>
                  <a:pt x="601471" y="117762"/>
                </a:lnTo>
                <a:lnTo>
                  <a:pt x="602378" y="117367"/>
                </a:lnTo>
                <a:lnTo>
                  <a:pt x="602679" y="116745"/>
                </a:lnTo>
                <a:lnTo>
                  <a:pt x="602358" y="116129"/>
                </a:lnTo>
                <a:lnTo>
                  <a:pt x="600919" y="115636"/>
                </a:lnTo>
                <a:lnTo>
                  <a:pt x="597279" y="116118"/>
                </a:lnTo>
                <a:close/>
                <a:moveTo>
                  <a:pt x="276027" y="116986"/>
                </a:moveTo>
                <a:lnTo>
                  <a:pt x="275915" y="117692"/>
                </a:lnTo>
                <a:lnTo>
                  <a:pt x="276593" y="118309"/>
                </a:lnTo>
                <a:lnTo>
                  <a:pt x="280602" y="119845"/>
                </a:lnTo>
                <a:lnTo>
                  <a:pt x="284079" y="122169"/>
                </a:lnTo>
                <a:lnTo>
                  <a:pt x="288406" y="123917"/>
                </a:lnTo>
                <a:lnTo>
                  <a:pt x="292245" y="126068"/>
                </a:lnTo>
                <a:lnTo>
                  <a:pt x="296807" y="127810"/>
                </a:lnTo>
                <a:lnTo>
                  <a:pt x="300429" y="130181"/>
                </a:lnTo>
                <a:lnTo>
                  <a:pt x="302755" y="130551"/>
                </a:lnTo>
                <a:lnTo>
                  <a:pt x="304079" y="129687"/>
                </a:lnTo>
                <a:lnTo>
                  <a:pt x="304133" y="128647"/>
                </a:lnTo>
                <a:lnTo>
                  <a:pt x="303364" y="127575"/>
                </a:lnTo>
                <a:lnTo>
                  <a:pt x="297879" y="124238"/>
                </a:lnTo>
                <a:lnTo>
                  <a:pt x="293452" y="122864"/>
                </a:lnTo>
                <a:lnTo>
                  <a:pt x="289788" y="120603"/>
                </a:lnTo>
                <a:lnTo>
                  <a:pt x="284689" y="118935"/>
                </a:lnTo>
                <a:lnTo>
                  <a:pt x="280773" y="117035"/>
                </a:lnTo>
                <a:lnTo>
                  <a:pt x="277881" y="116460"/>
                </a:lnTo>
                <a:lnTo>
                  <a:pt x="276027" y="116986"/>
                </a:lnTo>
                <a:close/>
                <a:moveTo>
                  <a:pt x="875668" y="132945"/>
                </a:moveTo>
                <a:lnTo>
                  <a:pt x="872953" y="134908"/>
                </a:lnTo>
                <a:lnTo>
                  <a:pt x="871929" y="137160"/>
                </a:lnTo>
                <a:lnTo>
                  <a:pt x="866567" y="167063"/>
                </a:lnTo>
                <a:lnTo>
                  <a:pt x="864155" y="178223"/>
                </a:lnTo>
                <a:lnTo>
                  <a:pt x="862680" y="189850"/>
                </a:lnTo>
                <a:lnTo>
                  <a:pt x="860336" y="199306"/>
                </a:lnTo>
                <a:lnTo>
                  <a:pt x="858275" y="212816"/>
                </a:lnTo>
                <a:lnTo>
                  <a:pt x="857232" y="215837"/>
                </a:lnTo>
                <a:lnTo>
                  <a:pt x="855616" y="217898"/>
                </a:lnTo>
                <a:lnTo>
                  <a:pt x="853128" y="219577"/>
                </a:lnTo>
                <a:lnTo>
                  <a:pt x="815399" y="236724"/>
                </a:lnTo>
                <a:lnTo>
                  <a:pt x="811606" y="239150"/>
                </a:lnTo>
                <a:lnTo>
                  <a:pt x="810482" y="240656"/>
                </a:lnTo>
                <a:lnTo>
                  <a:pt x="811805" y="242280"/>
                </a:lnTo>
                <a:lnTo>
                  <a:pt x="814094" y="243127"/>
                </a:lnTo>
                <a:lnTo>
                  <a:pt x="851223" y="244079"/>
                </a:lnTo>
                <a:lnTo>
                  <a:pt x="854449" y="245810"/>
                </a:lnTo>
                <a:lnTo>
                  <a:pt x="855915" y="247869"/>
                </a:lnTo>
                <a:lnTo>
                  <a:pt x="856032" y="252247"/>
                </a:lnTo>
                <a:lnTo>
                  <a:pt x="855125" y="254674"/>
                </a:lnTo>
                <a:lnTo>
                  <a:pt x="853853" y="255894"/>
                </a:lnTo>
                <a:lnTo>
                  <a:pt x="851878" y="256948"/>
                </a:lnTo>
                <a:lnTo>
                  <a:pt x="841320" y="261164"/>
                </a:lnTo>
                <a:lnTo>
                  <a:pt x="815860" y="270012"/>
                </a:lnTo>
                <a:lnTo>
                  <a:pt x="810193" y="272604"/>
                </a:lnTo>
                <a:lnTo>
                  <a:pt x="791910" y="279165"/>
                </a:lnTo>
                <a:lnTo>
                  <a:pt x="788100" y="281027"/>
                </a:lnTo>
                <a:lnTo>
                  <a:pt x="786409" y="282838"/>
                </a:lnTo>
                <a:lnTo>
                  <a:pt x="786843" y="284219"/>
                </a:lnTo>
                <a:lnTo>
                  <a:pt x="788304" y="285736"/>
                </a:lnTo>
                <a:lnTo>
                  <a:pt x="854213" y="285929"/>
                </a:lnTo>
                <a:lnTo>
                  <a:pt x="855539" y="286942"/>
                </a:lnTo>
                <a:lnTo>
                  <a:pt x="855914" y="289090"/>
                </a:lnTo>
                <a:lnTo>
                  <a:pt x="856181" y="298934"/>
                </a:lnTo>
                <a:lnTo>
                  <a:pt x="855600" y="303148"/>
                </a:lnTo>
                <a:lnTo>
                  <a:pt x="853451" y="304940"/>
                </a:lnTo>
                <a:lnTo>
                  <a:pt x="848902" y="307370"/>
                </a:lnTo>
                <a:lnTo>
                  <a:pt x="821041" y="318184"/>
                </a:lnTo>
                <a:lnTo>
                  <a:pt x="810506" y="315671"/>
                </a:lnTo>
                <a:lnTo>
                  <a:pt x="803977" y="312745"/>
                </a:lnTo>
                <a:lnTo>
                  <a:pt x="774615" y="303649"/>
                </a:lnTo>
                <a:lnTo>
                  <a:pt x="754602" y="296944"/>
                </a:lnTo>
                <a:lnTo>
                  <a:pt x="747692" y="295924"/>
                </a:lnTo>
                <a:lnTo>
                  <a:pt x="746598" y="296391"/>
                </a:lnTo>
                <a:lnTo>
                  <a:pt x="746424" y="297323"/>
                </a:lnTo>
                <a:lnTo>
                  <a:pt x="746975" y="298781"/>
                </a:lnTo>
                <a:lnTo>
                  <a:pt x="748288" y="299850"/>
                </a:lnTo>
                <a:lnTo>
                  <a:pt x="755289" y="301797"/>
                </a:lnTo>
                <a:lnTo>
                  <a:pt x="769813" y="307680"/>
                </a:lnTo>
                <a:lnTo>
                  <a:pt x="779989" y="311210"/>
                </a:lnTo>
                <a:lnTo>
                  <a:pt x="794951" y="315351"/>
                </a:lnTo>
                <a:lnTo>
                  <a:pt x="808274" y="318458"/>
                </a:lnTo>
                <a:lnTo>
                  <a:pt x="810300" y="319609"/>
                </a:lnTo>
                <a:lnTo>
                  <a:pt x="811801" y="321316"/>
                </a:lnTo>
                <a:lnTo>
                  <a:pt x="811720" y="322192"/>
                </a:lnTo>
                <a:lnTo>
                  <a:pt x="810060" y="325290"/>
                </a:lnTo>
                <a:lnTo>
                  <a:pt x="810316" y="326221"/>
                </a:lnTo>
                <a:lnTo>
                  <a:pt x="811387" y="327041"/>
                </a:lnTo>
                <a:lnTo>
                  <a:pt x="847052" y="328277"/>
                </a:lnTo>
                <a:lnTo>
                  <a:pt x="853806" y="328842"/>
                </a:lnTo>
                <a:lnTo>
                  <a:pt x="854669" y="329358"/>
                </a:lnTo>
                <a:lnTo>
                  <a:pt x="854954" y="331198"/>
                </a:lnTo>
                <a:lnTo>
                  <a:pt x="854703" y="334111"/>
                </a:lnTo>
                <a:lnTo>
                  <a:pt x="852948" y="342605"/>
                </a:lnTo>
                <a:lnTo>
                  <a:pt x="850412" y="360789"/>
                </a:lnTo>
                <a:lnTo>
                  <a:pt x="848728" y="369177"/>
                </a:lnTo>
                <a:lnTo>
                  <a:pt x="847341" y="381259"/>
                </a:lnTo>
                <a:lnTo>
                  <a:pt x="844901" y="392416"/>
                </a:lnTo>
                <a:lnTo>
                  <a:pt x="839228" y="431063"/>
                </a:lnTo>
                <a:lnTo>
                  <a:pt x="833139" y="467029"/>
                </a:lnTo>
                <a:lnTo>
                  <a:pt x="828244" y="500323"/>
                </a:lnTo>
                <a:lnTo>
                  <a:pt x="825675" y="513904"/>
                </a:lnTo>
                <a:lnTo>
                  <a:pt x="825648" y="516110"/>
                </a:lnTo>
                <a:lnTo>
                  <a:pt x="826425" y="518263"/>
                </a:lnTo>
                <a:lnTo>
                  <a:pt x="828023" y="518902"/>
                </a:lnTo>
                <a:lnTo>
                  <a:pt x="831225" y="517655"/>
                </a:lnTo>
                <a:lnTo>
                  <a:pt x="873940" y="486961"/>
                </a:lnTo>
                <a:lnTo>
                  <a:pt x="875983" y="485744"/>
                </a:lnTo>
                <a:lnTo>
                  <a:pt x="877886" y="485343"/>
                </a:lnTo>
                <a:lnTo>
                  <a:pt x="879935" y="485676"/>
                </a:lnTo>
                <a:lnTo>
                  <a:pt x="881471" y="486491"/>
                </a:lnTo>
                <a:lnTo>
                  <a:pt x="915396" y="512048"/>
                </a:lnTo>
                <a:lnTo>
                  <a:pt x="922326" y="516807"/>
                </a:lnTo>
                <a:lnTo>
                  <a:pt x="926871" y="519190"/>
                </a:lnTo>
                <a:lnTo>
                  <a:pt x="928040" y="517641"/>
                </a:lnTo>
                <a:lnTo>
                  <a:pt x="928451" y="516215"/>
                </a:lnTo>
                <a:lnTo>
                  <a:pt x="928364" y="510736"/>
                </a:lnTo>
                <a:lnTo>
                  <a:pt x="925919" y="498679"/>
                </a:lnTo>
                <a:lnTo>
                  <a:pt x="924509" y="486169"/>
                </a:lnTo>
                <a:lnTo>
                  <a:pt x="922466" y="475092"/>
                </a:lnTo>
                <a:lnTo>
                  <a:pt x="920597" y="460041"/>
                </a:lnTo>
                <a:lnTo>
                  <a:pt x="918838" y="451286"/>
                </a:lnTo>
                <a:lnTo>
                  <a:pt x="916583" y="432517"/>
                </a:lnTo>
                <a:lnTo>
                  <a:pt x="914715" y="424340"/>
                </a:lnTo>
                <a:lnTo>
                  <a:pt x="912582" y="407700"/>
                </a:lnTo>
                <a:lnTo>
                  <a:pt x="910708" y="399575"/>
                </a:lnTo>
                <a:lnTo>
                  <a:pt x="908894" y="384190"/>
                </a:lnTo>
                <a:lnTo>
                  <a:pt x="906913" y="373296"/>
                </a:lnTo>
                <a:lnTo>
                  <a:pt x="905374" y="359546"/>
                </a:lnTo>
                <a:lnTo>
                  <a:pt x="902814" y="345320"/>
                </a:lnTo>
                <a:lnTo>
                  <a:pt x="901463" y="332986"/>
                </a:lnTo>
                <a:lnTo>
                  <a:pt x="903198" y="331057"/>
                </a:lnTo>
                <a:lnTo>
                  <a:pt x="925479" y="331164"/>
                </a:lnTo>
                <a:lnTo>
                  <a:pt x="941952" y="331887"/>
                </a:lnTo>
                <a:lnTo>
                  <a:pt x="945407" y="331073"/>
                </a:lnTo>
                <a:lnTo>
                  <a:pt x="947025" y="329177"/>
                </a:lnTo>
                <a:lnTo>
                  <a:pt x="942254" y="325754"/>
                </a:lnTo>
                <a:lnTo>
                  <a:pt x="904745" y="307098"/>
                </a:lnTo>
                <a:lnTo>
                  <a:pt x="899196" y="302949"/>
                </a:lnTo>
                <a:lnTo>
                  <a:pt x="899542" y="288269"/>
                </a:lnTo>
                <a:lnTo>
                  <a:pt x="900068" y="287079"/>
                </a:lnTo>
                <a:lnTo>
                  <a:pt x="901472" y="286310"/>
                </a:lnTo>
                <a:lnTo>
                  <a:pt x="908322" y="285756"/>
                </a:lnTo>
                <a:lnTo>
                  <a:pt x="966262" y="285832"/>
                </a:lnTo>
                <a:lnTo>
                  <a:pt x="967753" y="284353"/>
                </a:lnTo>
                <a:lnTo>
                  <a:pt x="968126" y="283062"/>
                </a:lnTo>
                <a:lnTo>
                  <a:pt x="967564" y="281975"/>
                </a:lnTo>
                <a:lnTo>
                  <a:pt x="963587" y="280137"/>
                </a:lnTo>
                <a:lnTo>
                  <a:pt x="954878" y="276959"/>
                </a:lnTo>
                <a:lnTo>
                  <a:pt x="940091" y="270574"/>
                </a:lnTo>
                <a:lnTo>
                  <a:pt x="933718" y="268602"/>
                </a:lnTo>
                <a:lnTo>
                  <a:pt x="904680" y="257135"/>
                </a:lnTo>
                <a:lnTo>
                  <a:pt x="901494" y="255201"/>
                </a:lnTo>
                <a:lnTo>
                  <a:pt x="899504" y="252890"/>
                </a:lnTo>
                <a:lnTo>
                  <a:pt x="898873" y="250498"/>
                </a:lnTo>
                <a:lnTo>
                  <a:pt x="899119" y="249364"/>
                </a:lnTo>
                <a:lnTo>
                  <a:pt x="900836" y="247406"/>
                </a:lnTo>
                <a:lnTo>
                  <a:pt x="902644" y="246776"/>
                </a:lnTo>
                <a:lnTo>
                  <a:pt x="910873" y="246612"/>
                </a:lnTo>
                <a:lnTo>
                  <a:pt x="943795" y="247309"/>
                </a:lnTo>
                <a:lnTo>
                  <a:pt x="945516" y="245785"/>
                </a:lnTo>
                <a:lnTo>
                  <a:pt x="945863" y="244758"/>
                </a:lnTo>
                <a:lnTo>
                  <a:pt x="941348" y="241173"/>
                </a:lnTo>
                <a:lnTo>
                  <a:pt x="902426" y="218674"/>
                </a:lnTo>
                <a:lnTo>
                  <a:pt x="900013" y="216404"/>
                </a:lnTo>
                <a:lnTo>
                  <a:pt x="898657" y="213114"/>
                </a:lnTo>
                <a:lnTo>
                  <a:pt x="897545" y="201661"/>
                </a:lnTo>
                <a:lnTo>
                  <a:pt x="895605" y="193523"/>
                </a:lnTo>
                <a:lnTo>
                  <a:pt x="893658" y="181418"/>
                </a:lnTo>
                <a:lnTo>
                  <a:pt x="889333" y="158584"/>
                </a:lnTo>
                <a:lnTo>
                  <a:pt x="887517" y="151037"/>
                </a:lnTo>
                <a:lnTo>
                  <a:pt x="885296" y="137924"/>
                </a:lnTo>
                <a:lnTo>
                  <a:pt x="883886" y="135049"/>
                </a:lnTo>
                <a:lnTo>
                  <a:pt x="881044" y="132313"/>
                </a:lnTo>
                <a:lnTo>
                  <a:pt x="879034" y="131918"/>
                </a:lnTo>
                <a:lnTo>
                  <a:pt x="875668" y="132945"/>
                </a:lnTo>
                <a:close/>
                <a:moveTo>
                  <a:pt x="878705" y="152182"/>
                </a:moveTo>
                <a:lnTo>
                  <a:pt x="877880" y="153545"/>
                </a:lnTo>
                <a:lnTo>
                  <a:pt x="877101" y="153471"/>
                </a:lnTo>
                <a:lnTo>
                  <a:pt x="876729" y="152954"/>
                </a:lnTo>
                <a:lnTo>
                  <a:pt x="876668" y="151652"/>
                </a:lnTo>
                <a:lnTo>
                  <a:pt x="877329" y="150868"/>
                </a:lnTo>
                <a:lnTo>
                  <a:pt x="878393" y="151127"/>
                </a:lnTo>
                <a:lnTo>
                  <a:pt x="878705" y="152182"/>
                </a:lnTo>
                <a:close/>
                <a:moveTo>
                  <a:pt x="880779" y="167370"/>
                </a:moveTo>
                <a:lnTo>
                  <a:pt x="882833" y="169918"/>
                </a:lnTo>
                <a:lnTo>
                  <a:pt x="882948" y="172341"/>
                </a:lnTo>
                <a:lnTo>
                  <a:pt x="881967" y="173748"/>
                </a:lnTo>
                <a:lnTo>
                  <a:pt x="880152" y="174891"/>
                </a:lnTo>
                <a:lnTo>
                  <a:pt x="878181" y="175540"/>
                </a:lnTo>
                <a:lnTo>
                  <a:pt x="876673" y="175339"/>
                </a:lnTo>
                <a:lnTo>
                  <a:pt x="873500" y="172108"/>
                </a:lnTo>
                <a:lnTo>
                  <a:pt x="873275" y="171318"/>
                </a:lnTo>
                <a:lnTo>
                  <a:pt x="873751" y="169879"/>
                </a:lnTo>
                <a:lnTo>
                  <a:pt x="875137" y="167678"/>
                </a:lnTo>
                <a:lnTo>
                  <a:pt x="876835" y="166287"/>
                </a:lnTo>
                <a:lnTo>
                  <a:pt x="878710" y="166187"/>
                </a:lnTo>
                <a:lnTo>
                  <a:pt x="880779" y="167370"/>
                </a:lnTo>
                <a:close/>
                <a:moveTo>
                  <a:pt x="872582" y="178797"/>
                </a:moveTo>
                <a:lnTo>
                  <a:pt x="873076" y="179912"/>
                </a:lnTo>
                <a:lnTo>
                  <a:pt x="872184" y="181206"/>
                </a:lnTo>
                <a:lnTo>
                  <a:pt x="870350" y="182745"/>
                </a:lnTo>
                <a:lnTo>
                  <a:pt x="869046" y="182773"/>
                </a:lnTo>
                <a:lnTo>
                  <a:pt x="868317" y="180769"/>
                </a:lnTo>
                <a:lnTo>
                  <a:pt x="868802" y="178693"/>
                </a:lnTo>
                <a:lnTo>
                  <a:pt x="870385" y="177918"/>
                </a:lnTo>
                <a:lnTo>
                  <a:pt x="872582" y="178797"/>
                </a:lnTo>
                <a:close/>
                <a:moveTo>
                  <a:pt x="886082" y="178797"/>
                </a:moveTo>
                <a:lnTo>
                  <a:pt x="886599" y="180824"/>
                </a:lnTo>
                <a:lnTo>
                  <a:pt x="886175" y="181642"/>
                </a:lnTo>
                <a:lnTo>
                  <a:pt x="885379" y="181793"/>
                </a:lnTo>
                <a:lnTo>
                  <a:pt x="884072" y="180726"/>
                </a:lnTo>
                <a:lnTo>
                  <a:pt x="883803" y="179294"/>
                </a:lnTo>
                <a:lnTo>
                  <a:pt x="884788" y="178210"/>
                </a:lnTo>
                <a:lnTo>
                  <a:pt x="886082" y="178797"/>
                </a:lnTo>
                <a:close/>
                <a:moveTo>
                  <a:pt x="882659" y="188488"/>
                </a:moveTo>
                <a:lnTo>
                  <a:pt x="884732" y="190980"/>
                </a:lnTo>
                <a:lnTo>
                  <a:pt x="885183" y="192910"/>
                </a:lnTo>
                <a:lnTo>
                  <a:pt x="883382" y="195527"/>
                </a:lnTo>
                <a:lnTo>
                  <a:pt x="880672" y="197451"/>
                </a:lnTo>
                <a:lnTo>
                  <a:pt x="877596" y="198613"/>
                </a:lnTo>
                <a:lnTo>
                  <a:pt x="873421" y="196029"/>
                </a:lnTo>
                <a:lnTo>
                  <a:pt x="871795" y="194458"/>
                </a:lnTo>
                <a:lnTo>
                  <a:pt x="871299" y="192205"/>
                </a:lnTo>
                <a:lnTo>
                  <a:pt x="871710" y="190354"/>
                </a:lnTo>
                <a:lnTo>
                  <a:pt x="876747" y="186215"/>
                </a:lnTo>
                <a:lnTo>
                  <a:pt x="878021" y="185853"/>
                </a:lnTo>
                <a:lnTo>
                  <a:pt x="879397" y="186106"/>
                </a:lnTo>
                <a:lnTo>
                  <a:pt x="882659" y="188488"/>
                </a:lnTo>
                <a:close/>
                <a:moveTo>
                  <a:pt x="890229" y="199047"/>
                </a:moveTo>
                <a:lnTo>
                  <a:pt x="891461" y="202042"/>
                </a:lnTo>
                <a:lnTo>
                  <a:pt x="892375" y="206049"/>
                </a:lnTo>
                <a:lnTo>
                  <a:pt x="891805" y="207369"/>
                </a:lnTo>
                <a:lnTo>
                  <a:pt x="890744" y="207655"/>
                </a:lnTo>
                <a:lnTo>
                  <a:pt x="888549" y="207020"/>
                </a:lnTo>
                <a:lnTo>
                  <a:pt x="886927" y="205941"/>
                </a:lnTo>
                <a:lnTo>
                  <a:pt x="885014" y="203972"/>
                </a:lnTo>
                <a:lnTo>
                  <a:pt x="884365" y="202500"/>
                </a:lnTo>
                <a:lnTo>
                  <a:pt x="884952" y="201042"/>
                </a:lnTo>
                <a:lnTo>
                  <a:pt x="887642" y="198446"/>
                </a:lnTo>
                <a:lnTo>
                  <a:pt x="888898" y="198055"/>
                </a:lnTo>
                <a:lnTo>
                  <a:pt x="890229" y="199047"/>
                </a:lnTo>
                <a:close/>
                <a:moveTo>
                  <a:pt x="870895" y="200300"/>
                </a:moveTo>
                <a:lnTo>
                  <a:pt x="872097" y="202120"/>
                </a:lnTo>
                <a:lnTo>
                  <a:pt x="871374" y="204097"/>
                </a:lnTo>
                <a:lnTo>
                  <a:pt x="868124" y="207362"/>
                </a:lnTo>
                <a:lnTo>
                  <a:pt x="866320" y="208298"/>
                </a:lnTo>
                <a:lnTo>
                  <a:pt x="864943" y="208226"/>
                </a:lnTo>
                <a:lnTo>
                  <a:pt x="864076" y="207150"/>
                </a:lnTo>
                <a:lnTo>
                  <a:pt x="863807" y="205074"/>
                </a:lnTo>
                <a:lnTo>
                  <a:pt x="864243" y="201906"/>
                </a:lnTo>
                <a:lnTo>
                  <a:pt x="865295" y="199755"/>
                </a:lnTo>
                <a:lnTo>
                  <a:pt x="866838" y="198710"/>
                </a:lnTo>
                <a:lnTo>
                  <a:pt x="867754" y="198631"/>
                </a:lnTo>
                <a:lnTo>
                  <a:pt x="870895" y="200300"/>
                </a:lnTo>
                <a:close/>
                <a:moveTo>
                  <a:pt x="881261" y="208256"/>
                </a:moveTo>
                <a:lnTo>
                  <a:pt x="885774" y="213111"/>
                </a:lnTo>
                <a:lnTo>
                  <a:pt x="886179" y="213897"/>
                </a:lnTo>
                <a:lnTo>
                  <a:pt x="885647" y="214738"/>
                </a:lnTo>
                <a:lnTo>
                  <a:pt x="883700" y="215160"/>
                </a:lnTo>
                <a:lnTo>
                  <a:pt x="877982" y="215247"/>
                </a:lnTo>
                <a:lnTo>
                  <a:pt x="872156" y="214934"/>
                </a:lnTo>
                <a:lnTo>
                  <a:pt x="870527" y="214385"/>
                </a:lnTo>
                <a:lnTo>
                  <a:pt x="870321" y="213941"/>
                </a:lnTo>
                <a:lnTo>
                  <a:pt x="871010" y="212605"/>
                </a:lnTo>
                <a:lnTo>
                  <a:pt x="875957" y="207629"/>
                </a:lnTo>
                <a:lnTo>
                  <a:pt x="879136" y="207722"/>
                </a:lnTo>
                <a:lnTo>
                  <a:pt x="881261" y="208256"/>
                </a:lnTo>
                <a:close/>
                <a:moveTo>
                  <a:pt x="880875" y="221418"/>
                </a:moveTo>
                <a:lnTo>
                  <a:pt x="881153" y="221973"/>
                </a:lnTo>
                <a:lnTo>
                  <a:pt x="880708" y="222967"/>
                </a:lnTo>
                <a:lnTo>
                  <a:pt x="878501" y="223866"/>
                </a:lnTo>
                <a:lnTo>
                  <a:pt x="875985" y="223566"/>
                </a:lnTo>
                <a:lnTo>
                  <a:pt x="874782" y="222165"/>
                </a:lnTo>
                <a:lnTo>
                  <a:pt x="875089" y="221370"/>
                </a:lnTo>
                <a:lnTo>
                  <a:pt x="876546" y="220743"/>
                </a:lnTo>
                <a:lnTo>
                  <a:pt x="879419" y="220770"/>
                </a:lnTo>
                <a:lnTo>
                  <a:pt x="880875" y="221418"/>
                </a:lnTo>
                <a:close/>
                <a:moveTo>
                  <a:pt x="893893" y="222865"/>
                </a:moveTo>
                <a:lnTo>
                  <a:pt x="894652" y="226123"/>
                </a:lnTo>
                <a:lnTo>
                  <a:pt x="894741" y="231117"/>
                </a:lnTo>
                <a:lnTo>
                  <a:pt x="893634" y="234219"/>
                </a:lnTo>
                <a:lnTo>
                  <a:pt x="892154" y="234606"/>
                </a:lnTo>
                <a:lnTo>
                  <a:pt x="890063" y="233665"/>
                </a:lnTo>
                <a:lnTo>
                  <a:pt x="885864" y="230662"/>
                </a:lnTo>
                <a:lnTo>
                  <a:pt x="885039" y="228822"/>
                </a:lnTo>
                <a:lnTo>
                  <a:pt x="886273" y="226402"/>
                </a:lnTo>
                <a:lnTo>
                  <a:pt x="889312" y="223732"/>
                </a:lnTo>
                <a:lnTo>
                  <a:pt x="892254" y="222178"/>
                </a:lnTo>
                <a:lnTo>
                  <a:pt x="893001" y="222195"/>
                </a:lnTo>
                <a:lnTo>
                  <a:pt x="893893" y="222865"/>
                </a:lnTo>
                <a:close/>
                <a:moveTo>
                  <a:pt x="867713" y="224022"/>
                </a:moveTo>
                <a:lnTo>
                  <a:pt x="870479" y="227104"/>
                </a:lnTo>
                <a:lnTo>
                  <a:pt x="871179" y="228509"/>
                </a:lnTo>
                <a:lnTo>
                  <a:pt x="871101" y="229442"/>
                </a:lnTo>
                <a:lnTo>
                  <a:pt x="869347" y="231121"/>
                </a:lnTo>
                <a:lnTo>
                  <a:pt x="865509" y="233287"/>
                </a:lnTo>
                <a:lnTo>
                  <a:pt x="864132" y="233598"/>
                </a:lnTo>
                <a:lnTo>
                  <a:pt x="862751" y="233194"/>
                </a:lnTo>
                <a:lnTo>
                  <a:pt x="861829" y="232258"/>
                </a:lnTo>
                <a:lnTo>
                  <a:pt x="861344" y="230426"/>
                </a:lnTo>
                <a:lnTo>
                  <a:pt x="861454" y="224565"/>
                </a:lnTo>
                <a:lnTo>
                  <a:pt x="862880" y="223219"/>
                </a:lnTo>
                <a:lnTo>
                  <a:pt x="864387" y="222744"/>
                </a:lnTo>
                <a:lnTo>
                  <a:pt x="866008" y="223009"/>
                </a:lnTo>
                <a:lnTo>
                  <a:pt x="867713" y="224022"/>
                </a:lnTo>
                <a:close/>
                <a:moveTo>
                  <a:pt x="906091" y="227059"/>
                </a:moveTo>
                <a:lnTo>
                  <a:pt x="921000" y="236271"/>
                </a:lnTo>
                <a:lnTo>
                  <a:pt x="922444" y="238189"/>
                </a:lnTo>
                <a:lnTo>
                  <a:pt x="922291" y="239547"/>
                </a:lnTo>
                <a:lnTo>
                  <a:pt x="919342" y="240356"/>
                </a:lnTo>
                <a:lnTo>
                  <a:pt x="913347" y="240304"/>
                </a:lnTo>
                <a:lnTo>
                  <a:pt x="902970" y="239036"/>
                </a:lnTo>
                <a:lnTo>
                  <a:pt x="900113" y="238052"/>
                </a:lnTo>
                <a:lnTo>
                  <a:pt x="899052" y="237184"/>
                </a:lnTo>
                <a:lnTo>
                  <a:pt x="899677" y="225741"/>
                </a:lnTo>
                <a:lnTo>
                  <a:pt x="900437" y="225165"/>
                </a:lnTo>
                <a:lnTo>
                  <a:pt x="902029" y="225227"/>
                </a:lnTo>
                <a:lnTo>
                  <a:pt x="906091" y="227059"/>
                </a:lnTo>
                <a:close/>
                <a:moveTo>
                  <a:pt x="855032" y="226722"/>
                </a:moveTo>
                <a:lnTo>
                  <a:pt x="856099" y="228849"/>
                </a:lnTo>
                <a:lnTo>
                  <a:pt x="856244" y="231589"/>
                </a:lnTo>
                <a:lnTo>
                  <a:pt x="855643" y="235330"/>
                </a:lnTo>
                <a:lnTo>
                  <a:pt x="854544" y="236322"/>
                </a:lnTo>
                <a:lnTo>
                  <a:pt x="850561" y="236980"/>
                </a:lnTo>
                <a:lnTo>
                  <a:pt x="842619" y="237270"/>
                </a:lnTo>
                <a:lnTo>
                  <a:pt x="837000" y="237199"/>
                </a:lnTo>
                <a:lnTo>
                  <a:pt x="835647" y="236709"/>
                </a:lnTo>
                <a:lnTo>
                  <a:pt x="836298" y="234967"/>
                </a:lnTo>
                <a:lnTo>
                  <a:pt x="839315" y="232169"/>
                </a:lnTo>
                <a:lnTo>
                  <a:pt x="844780" y="230129"/>
                </a:lnTo>
                <a:lnTo>
                  <a:pt x="853629" y="226041"/>
                </a:lnTo>
                <a:lnTo>
                  <a:pt x="855032" y="226722"/>
                </a:lnTo>
                <a:close/>
                <a:moveTo>
                  <a:pt x="880393" y="234243"/>
                </a:moveTo>
                <a:lnTo>
                  <a:pt x="882425" y="236201"/>
                </a:lnTo>
                <a:lnTo>
                  <a:pt x="882593" y="237251"/>
                </a:lnTo>
                <a:lnTo>
                  <a:pt x="881840" y="238016"/>
                </a:lnTo>
                <a:lnTo>
                  <a:pt x="878002" y="238436"/>
                </a:lnTo>
                <a:lnTo>
                  <a:pt x="876372" y="238053"/>
                </a:lnTo>
                <a:lnTo>
                  <a:pt x="875373" y="237323"/>
                </a:lnTo>
                <a:lnTo>
                  <a:pt x="875132" y="235666"/>
                </a:lnTo>
                <a:lnTo>
                  <a:pt x="876489" y="233595"/>
                </a:lnTo>
                <a:lnTo>
                  <a:pt x="878187" y="233271"/>
                </a:lnTo>
                <a:lnTo>
                  <a:pt x="880393" y="234243"/>
                </a:lnTo>
                <a:close/>
                <a:moveTo>
                  <a:pt x="878946" y="247116"/>
                </a:moveTo>
                <a:lnTo>
                  <a:pt x="877831" y="247916"/>
                </a:lnTo>
                <a:lnTo>
                  <a:pt x="877025" y="247297"/>
                </a:lnTo>
                <a:lnTo>
                  <a:pt x="877725" y="246698"/>
                </a:lnTo>
                <a:lnTo>
                  <a:pt x="878946" y="247116"/>
                </a:lnTo>
                <a:close/>
                <a:moveTo>
                  <a:pt x="893893" y="247647"/>
                </a:moveTo>
                <a:lnTo>
                  <a:pt x="894740" y="249288"/>
                </a:lnTo>
                <a:lnTo>
                  <a:pt x="894795" y="250947"/>
                </a:lnTo>
                <a:lnTo>
                  <a:pt x="894005" y="253634"/>
                </a:lnTo>
                <a:lnTo>
                  <a:pt x="893086" y="254713"/>
                </a:lnTo>
                <a:lnTo>
                  <a:pt x="891064" y="255363"/>
                </a:lnTo>
                <a:lnTo>
                  <a:pt x="889320" y="255144"/>
                </a:lnTo>
                <a:lnTo>
                  <a:pt x="886462" y="253979"/>
                </a:lnTo>
                <a:lnTo>
                  <a:pt x="885414" y="253121"/>
                </a:lnTo>
                <a:lnTo>
                  <a:pt x="885178" y="252173"/>
                </a:lnTo>
                <a:lnTo>
                  <a:pt x="885764" y="251057"/>
                </a:lnTo>
                <a:lnTo>
                  <a:pt x="889939" y="247691"/>
                </a:lnTo>
                <a:lnTo>
                  <a:pt x="892244" y="246776"/>
                </a:lnTo>
                <a:lnTo>
                  <a:pt x="893893" y="247647"/>
                </a:lnTo>
                <a:close/>
                <a:moveTo>
                  <a:pt x="868484" y="249141"/>
                </a:moveTo>
                <a:lnTo>
                  <a:pt x="870244" y="250655"/>
                </a:lnTo>
                <a:lnTo>
                  <a:pt x="871013" y="252001"/>
                </a:lnTo>
                <a:lnTo>
                  <a:pt x="870796" y="253165"/>
                </a:lnTo>
                <a:lnTo>
                  <a:pt x="869598" y="254129"/>
                </a:lnTo>
                <a:lnTo>
                  <a:pt x="867423" y="254879"/>
                </a:lnTo>
                <a:lnTo>
                  <a:pt x="864644" y="255065"/>
                </a:lnTo>
                <a:lnTo>
                  <a:pt x="862532" y="254178"/>
                </a:lnTo>
                <a:lnTo>
                  <a:pt x="861540" y="253014"/>
                </a:lnTo>
                <a:lnTo>
                  <a:pt x="860759" y="250227"/>
                </a:lnTo>
                <a:lnTo>
                  <a:pt x="860882" y="249237"/>
                </a:lnTo>
                <a:lnTo>
                  <a:pt x="861850" y="247860"/>
                </a:lnTo>
                <a:lnTo>
                  <a:pt x="864680" y="247426"/>
                </a:lnTo>
                <a:lnTo>
                  <a:pt x="868484" y="249141"/>
                </a:lnTo>
                <a:close/>
                <a:moveTo>
                  <a:pt x="885021" y="261870"/>
                </a:moveTo>
                <a:lnTo>
                  <a:pt x="886001" y="262311"/>
                </a:lnTo>
                <a:lnTo>
                  <a:pt x="886460" y="263028"/>
                </a:lnTo>
                <a:lnTo>
                  <a:pt x="885862" y="264769"/>
                </a:lnTo>
                <a:lnTo>
                  <a:pt x="880651" y="267948"/>
                </a:lnTo>
                <a:lnTo>
                  <a:pt x="878174" y="268844"/>
                </a:lnTo>
                <a:lnTo>
                  <a:pt x="872998" y="266896"/>
                </a:lnTo>
                <a:lnTo>
                  <a:pt x="869894" y="265035"/>
                </a:lnTo>
                <a:lnTo>
                  <a:pt x="868886" y="263829"/>
                </a:lnTo>
                <a:lnTo>
                  <a:pt x="869438" y="262366"/>
                </a:lnTo>
                <a:lnTo>
                  <a:pt x="871443" y="261545"/>
                </a:lnTo>
                <a:lnTo>
                  <a:pt x="885021" y="261870"/>
                </a:lnTo>
                <a:close/>
                <a:moveTo>
                  <a:pt x="855080" y="262882"/>
                </a:moveTo>
                <a:lnTo>
                  <a:pt x="855989" y="263718"/>
                </a:lnTo>
                <a:lnTo>
                  <a:pt x="856322" y="264781"/>
                </a:lnTo>
                <a:lnTo>
                  <a:pt x="856416" y="268591"/>
                </a:lnTo>
                <a:lnTo>
                  <a:pt x="855616" y="274344"/>
                </a:lnTo>
                <a:lnTo>
                  <a:pt x="854289" y="276323"/>
                </a:lnTo>
                <a:lnTo>
                  <a:pt x="853035" y="276350"/>
                </a:lnTo>
                <a:lnTo>
                  <a:pt x="844866" y="272168"/>
                </a:lnTo>
                <a:lnTo>
                  <a:pt x="842037" y="270244"/>
                </a:lnTo>
                <a:lnTo>
                  <a:pt x="840695" y="268484"/>
                </a:lnTo>
                <a:lnTo>
                  <a:pt x="840901" y="267490"/>
                </a:lnTo>
                <a:lnTo>
                  <a:pt x="842258" y="266621"/>
                </a:lnTo>
                <a:lnTo>
                  <a:pt x="847788" y="264877"/>
                </a:lnTo>
                <a:lnTo>
                  <a:pt x="852584" y="262782"/>
                </a:lnTo>
                <a:lnTo>
                  <a:pt x="855080" y="262882"/>
                </a:lnTo>
                <a:close/>
                <a:moveTo>
                  <a:pt x="906670" y="264907"/>
                </a:moveTo>
                <a:lnTo>
                  <a:pt x="914478" y="267876"/>
                </a:lnTo>
                <a:lnTo>
                  <a:pt x="914962" y="269123"/>
                </a:lnTo>
                <a:lnTo>
                  <a:pt x="914288" y="270886"/>
                </a:lnTo>
                <a:lnTo>
                  <a:pt x="912607" y="272559"/>
                </a:lnTo>
                <a:lnTo>
                  <a:pt x="904802" y="276494"/>
                </a:lnTo>
                <a:lnTo>
                  <a:pt x="901890" y="277088"/>
                </a:lnTo>
                <a:lnTo>
                  <a:pt x="900156" y="276754"/>
                </a:lnTo>
                <a:lnTo>
                  <a:pt x="899520" y="275930"/>
                </a:lnTo>
                <a:lnTo>
                  <a:pt x="899152" y="272060"/>
                </a:lnTo>
                <a:lnTo>
                  <a:pt x="899335" y="267180"/>
                </a:lnTo>
                <a:lnTo>
                  <a:pt x="900016" y="264281"/>
                </a:lnTo>
                <a:lnTo>
                  <a:pt x="902439" y="263690"/>
                </a:lnTo>
                <a:lnTo>
                  <a:pt x="906670" y="264907"/>
                </a:lnTo>
                <a:close/>
                <a:moveTo>
                  <a:pt x="893555" y="268765"/>
                </a:moveTo>
                <a:lnTo>
                  <a:pt x="894574" y="271582"/>
                </a:lnTo>
                <a:lnTo>
                  <a:pt x="894431" y="275796"/>
                </a:lnTo>
                <a:lnTo>
                  <a:pt x="893693" y="276888"/>
                </a:lnTo>
                <a:lnTo>
                  <a:pt x="892369" y="277432"/>
                </a:lnTo>
                <a:lnTo>
                  <a:pt x="889885" y="276938"/>
                </a:lnTo>
                <a:lnTo>
                  <a:pt x="888179" y="275814"/>
                </a:lnTo>
                <a:lnTo>
                  <a:pt x="886661" y="274116"/>
                </a:lnTo>
                <a:lnTo>
                  <a:pt x="885921" y="272534"/>
                </a:lnTo>
                <a:lnTo>
                  <a:pt x="886082" y="271627"/>
                </a:lnTo>
                <a:lnTo>
                  <a:pt x="887374" y="270323"/>
                </a:lnTo>
                <a:lnTo>
                  <a:pt x="891240" y="268302"/>
                </a:lnTo>
                <a:lnTo>
                  <a:pt x="892464" y="268020"/>
                </a:lnTo>
                <a:lnTo>
                  <a:pt x="893555" y="268765"/>
                </a:lnTo>
                <a:close/>
                <a:moveTo>
                  <a:pt x="867857" y="270741"/>
                </a:moveTo>
                <a:lnTo>
                  <a:pt x="868897" y="271826"/>
                </a:lnTo>
                <a:lnTo>
                  <a:pt x="869149" y="273064"/>
                </a:lnTo>
                <a:lnTo>
                  <a:pt x="868603" y="274557"/>
                </a:lnTo>
                <a:lnTo>
                  <a:pt x="867287" y="276223"/>
                </a:lnTo>
                <a:lnTo>
                  <a:pt x="866223" y="276948"/>
                </a:lnTo>
                <a:lnTo>
                  <a:pt x="864013" y="277384"/>
                </a:lnTo>
                <a:lnTo>
                  <a:pt x="862095" y="276625"/>
                </a:lnTo>
                <a:lnTo>
                  <a:pt x="861396" y="275857"/>
                </a:lnTo>
                <a:lnTo>
                  <a:pt x="860817" y="273663"/>
                </a:lnTo>
                <a:lnTo>
                  <a:pt x="861381" y="271483"/>
                </a:lnTo>
                <a:lnTo>
                  <a:pt x="862354" y="270293"/>
                </a:lnTo>
                <a:lnTo>
                  <a:pt x="863681" y="269669"/>
                </a:lnTo>
                <a:lnTo>
                  <a:pt x="865256" y="269635"/>
                </a:lnTo>
                <a:lnTo>
                  <a:pt x="867857" y="270741"/>
                </a:lnTo>
                <a:close/>
                <a:moveTo>
                  <a:pt x="828032" y="273490"/>
                </a:moveTo>
                <a:lnTo>
                  <a:pt x="828640" y="274505"/>
                </a:lnTo>
                <a:lnTo>
                  <a:pt x="828726" y="275725"/>
                </a:lnTo>
                <a:lnTo>
                  <a:pt x="828032" y="277443"/>
                </a:lnTo>
                <a:lnTo>
                  <a:pt x="827153" y="278212"/>
                </a:lnTo>
                <a:lnTo>
                  <a:pt x="820589" y="278344"/>
                </a:lnTo>
                <a:lnTo>
                  <a:pt x="818628" y="277848"/>
                </a:lnTo>
                <a:lnTo>
                  <a:pt x="817770" y="276993"/>
                </a:lnTo>
                <a:lnTo>
                  <a:pt x="818307" y="275287"/>
                </a:lnTo>
                <a:lnTo>
                  <a:pt x="820417" y="274190"/>
                </a:lnTo>
                <a:lnTo>
                  <a:pt x="825613" y="272847"/>
                </a:lnTo>
                <a:lnTo>
                  <a:pt x="827079" y="272895"/>
                </a:lnTo>
                <a:lnTo>
                  <a:pt x="828032" y="273490"/>
                </a:lnTo>
                <a:close/>
                <a:moveTo>
                  <a:pt x="937768" y="275707"/>
                </a:moveTo>
                <a:lnTo>
                  <a:pt x="944450" y="278475"/>
                </a:lnTo>
                <a:lnTo>
                  <a:pt x="945640" y="279754"/>
                </a:lnTo>
                <a:lnTo>
                  <a:pt x="944904" y="280481"/>
                </a:lnTo>
                <a:lnTo>
                  <a:pt x="942956" y="280933"/>
                </a:lnTo>
                <a:lnTo>
                  <a:pt x="935784" y="281345"/>
                </a:lnTo>
                <a:lnTo>
                  <a:pt x="930584" y="280915"/>
                </a:lnTo>
                <a:lnTo>
                  <a:pt x="928752" y="278624"/>
                </a:lnTo>
                <a:lnTo>
                  <a:pt x="927643" y="275756"/>
                </a:lnTo>
                <a:lnTo>
                  <a:pt x="928145" y="274501"/>
                </a:lnTo>
                <a:lnTo>
                  <a:pt x="930608" y="273779"/>
                </a:lnTo>
                <a:lnTo>
                  <a:pt x="934581" y="274463"/>
                </a:lnTo>
                <a:lnTo>
                  <a:pt x="937768" y="275707"/>
                </a:lnTo>
                <a:close/>
                <a:moveTo>
                  <a:pt x="839314" y="274743"/>
                </a:moveTo>
                <a:lnTo>
                  <a:pt x="839855" y="276750"/>
                </a:lnTo>
                <a:lnTo>
                  <a:pt x="838665" y="278228"/>
                </a:lnTo>
                <a:lnTo>
                  <a:pt x="836978" y="277892"/>
                </a:lnTo>
                <a:lnTo>
                  <a:pt x="835114" y="276224"/>
                </a:lnTo>
                <a:lnTo>
                  <a:pt x="835402" y="275225"/>
                </a:lnTo>
                <a:lnTo>
                  <a:pt x="836759" y="274400"/>
                </a:lnTo>
                <a:lnTo>
                  <a:pt x="838429" y="274291"/>
                </a:lnTo>
                <a:lnTo>
                  <a:pt x="839314" y="274743"/>
                </a:lnTo>
                <a:close/>
                <a:moveTo>
                  <a:pt x="920411" y="275129"/>
                </a:moveTo>
                <a:lnTo>
                  <a:pt x="921364" y="276134"/>
                </a:lnTo>
                <a:lnTo>
                  <a:pt x="922028" y="278177"/>
                </a:lnTo>
                <a:lnTo>
                  <a:pt x="921857" y="279516"/>
                </a:lnTo>
                <a:lnTo>
                  <a:pt x="920998" y="280471"/>
                </a:lnTo>
                <a:lnTo>
                  <a:pt x="919741" y="281110"/>
                </a:lnTo>
                <a:lnTo>
                  <a:pt x="917453" y="281398"/>
                </a:lnTo>
                <a:lnTo>
                  <a:pt x="915890" y="281089"/>
                </a:lnTo>
                <a:lnTo>
                  <a:pt x="914040" y="279978"/>
                </a:lnTo>
                <a:lnTo>
                  <a:pt x="914469" y="278598"/>
                </a:lnTo>
                <a:lnTo>
                  <a:pt x="918347" y="275278"/>
                </a:lnTo>
                <a:lnTo>
                  <a:pt x="919339" y="274740"/>
                </a:lnTo>
                <a:lnTo>
                  <a:pt x="920411" y="275129"/>
                </a:lnTo>
                <a:close/>
                <a:moveTo>
                  <a:pt x="879188" y="278166"/>
                </a:moveTo>
                <a:lnTo>
                  <a:pt x="879760" y="279211"/>
                </a:lnTo>
                <a:lnTo>
                  <a:pt x="878629" y="279857"/>
                </a:lnTo>
                <a:lnTo>
                  <a:pt x="876005" y="279786"/>
                </a:lnTo>
                <a:lnTo>
                  <a:pt x="875213" y="279095"/>
                </a:lnTo>
                <a:lnTo>
                  <a:pt x="875828" y="278015"/>
                </a:lnTo>
                <a:lnTo>
                  <a:pt x="876830" y="277597"/>
                </a:lnTo>
                <a:lnTo>
                  <a:pt x="879188" y="278166"/>
                </a:lnTo>
                <a:close/>
                <a:moveTo>
                  <a:pt x="882514" y="286797"/>
                </a:moveTo>
                <a:lnTo>
                  <a:pt x="882702" y="287372"/>
                </a:lnTo>
                <a:lnTo>
                  <a:pt x="882175" y="288448"/>
                </a:lnTo>
                <a:lnTo>
                  <a:pt x="878861" y="289772"/>
                </a:lnTo>
                <a:lnTo>
                  <a:pt x="875909" y="289449"/>
                </a:lnTo>
                <a:lnTo>
                  <a:pt x="873922" y="288254"/>
                </a:lnTo>
                <a:lnTo>
                  <a:pt x="873475" y="287377"/>
                </a:lnTo>
                <a:lnTo>
                  <a:pt x="874421" y="286202"/>
                </a:lnTo>
                <a:lnTo>
                  <a:pt x="877210" y="285762"/>
                </a:lnTo>
                <a:lnTo>
                  <a:pt x="880530" y="285984"/>
                </a:lnTo>
                <a:lnTo>
                  <a:pt x="882514" y="286797"/>
                </a:lnTo>
                <a:close/>
                <a:moveTo>
                  <a:pt x="893700" y="288677"/>
                </a:moveTo>
                <a:lnTo>
                  <a:pt x="894572" y="291614"/>
                </a:lnTo>
                <a:lnTo>
                  <a:pt x="894560" y="297405"/>
                </a:lnTo>
                <a:lnTo>
                  <a:pt x="893700" y="300007"/>
                </a:lnTo>
                <a:lnTo>
                  <a:pt x="892266" y="300621"/>
                </a:lnTo>
                <a:lnTo>
                  <a:pt x="885052" y="295962"/>
                </a:lnTo>
                <a:lnTo>
                  <a:pt x="884586" y="295412"/>
                </a:lnTo>
                <a:lnTo>
                  <a:pt x="884437" y="294030"/>
                </a:lnTo>
                <a:lnTo>
                  <a:pt x="886005" y="291561"/>
                </a:lnTo>
                <a:lnTo>
                  <a:pt x="889457" y="289111"/>
                </a:lnTo>
                <a:lnTo>
                  <a:pt x="892410" y="287791"/>
                </a:lnTo>
                <a:lnTo>
                  <a:pt x="893700" y="288677"/>
                </a:lnTo>
                <a:close/>
                <a:moveTo>
                  <a:pt x="867713" y="289641"/>
                </a:moveTo>
                <a:lnTo>
                  <a:pt x="870535" y="292589"/>
                </a:lnTo>
                <a:lnTo>
                  <a:pt x="871184" y="294218"/>
                </a:lnTo>
                <a:lnTo>
                  <a:pt x="870947" y="295433"/>
                </a:lnTo>
                <a:lnTo>
                  <a:pt x="868912" y="297068"/>
                </a:lnTo>
                <a:lnTo>
                  <a:pt x="864496" y="299536"/>
                </a:lnTo>
                <a:lnTo>
                  <a:pt x="862442" y="300156"/>
                </a:lnTo>
                <a:lnTo>
                  <a:pt x="861064" y="299895"/>
                </a:lnTo>
                <a:lnTo>
                  <a:pt x="860351" y="298414"/>
                </a:lnTo>
                <a:lnTo>
                  <a:pt x="860166" y="293443"/>
                </a:lnTo>
                <a:lnTo>
                  <a:pt x="860513" y="289982"/>
                </a:lnTo>
                <a:lnTo>
                  <a:pt x="861300" y="288050"/>
                </a:lnTo>
                <a:lnTo>
                  <a:pt x="864929" y="288559"/>
                </a:lnTo>
                <a:lnTo>
                  <a:pt x="867713" y="289641"/>
                </a:lnTo>
                <a:close/>
                <a:moveTo>
                  <a:pt x="882755" y="299815"/>
                </a:moveTo>
                <a:lnTo>
                  <a:pt x="885516" y="302718"/>
                </a:lnTo>
                <a:lnTo>
                  <a:pt x="885504" y="303117"/>
                </a:lnTo>
                <a:lnTo>
                  <a:pt x="884586" y="303636"/>
                </a:lnTo>
                <a:lnTo>
                  <a:pt x="876556" y="303948"/>
                </a:lnTo>
                <a:lnTo>
                  <a:pt x="873818" y="303570"/>
                </a:lnTo>
                <a:lnTo>
                  <a:pt x="872540" y="302750"/>
                </a:lnTo>
                <a:lnTo>
                  <a:pt x="872411" y="302150"/>
                </a:lnTo>
                <a:lnTo>
                  <a:pt x="873098" y="300523"/>
                </a:lnTo>
                <a:lnTo>
                  <a:pt x="875620" y="297307"/>
                </a:lnTo>
                <a:lnTo>
                  <a:pt x="879541" y="297565"/>
                </a:lnTo>
                <a:lnTo>
                  <a:pt x="882755" y="299815"/>
                </a:lnTo>
                <a:close/>
                <a:moveTo>
                  <a:pt x="882225" y="309457"/>
                </a:moveTo>
                <a:lnTo>
                  <a:pt x="882878" y="310545"/>
                </a:lnTo>
                <a:lnTo>
                  <a:pt x="882187" y="311596"/>
                </a:lnTo>
                <a:lnTo>
                  <a:pt x="877018" y="313411"/>
                </a:lnTo>
                <a:lnTo>
                  <a:pt x="873757" y="311735"/>
                </a:lnTo>
                <a:lnTo>
                  <a:pt x="872706" y="310538"/>
                </a:lnTo>
                <a:lnTo>
                  <a:pt x="873257" y="309554"/>
                </a:lnTo>
                <a:lnTo>
                  <a:pt x="875717" y="308844"/>
                </a:lnTo>
                <a:lnTo>
                  <a:pt x="880008" y="308801"/>
                </a:lnTo>
                <a:lnTo>
                  <a:pt x="882225" y="309457"/>
                </a:lnTo>
                <a:close/>
                <a:moveTo>
                  <a:pt x="866604" y="312640"/>
                </a:moveTo>
                <a:lnTo>
                  <a:pt x="868169" y="313584"/>
                </a:lnTo>
                <a:lnTo>
                  <a:pt x="870021" y="315466"/>
                </a:lnTo>
                <a:lnTo>
                  <a:pt x="870922" y="317413"/>
                </a:lnTo>
                <a:lnTo>
                  <a:pt x="870798" y="318474"/>
                </a:lnTo>
                <a:lnTo>
                  <a:pt x="869569" y="319554"/>
                </a:lnTo>
                <a:lnTo>
                  <a:pt x="866405" y="320384"/>
                </a:lnTo>
                <a:lnTo>
                  <a:pt x="862967" y="320134"/>
                </a:lnTo>
                <a:lnTo>
                  <a:pt x="861252" y="319293"/>
                </a:lnTo>
                <a:lnTo>
                  <a:pt x="860294" y="318192"/>
                </a:lnTo>
                <a:lnTo>
                  <a:pt x="859974" y="316666"/>
                </a:lnTo>
                <a:lnTo>
                  <a:pt x="860188" y="313229"/>
                </a:lnTo>
                <a:lnTo>
                  <a:pt x="860862" y="311897"/>
                </a:lnTo>
                <a:lnTo>
                  <a:pt x="862931" y="311427"/>
                </a:lnTo>
                <a:lnTo>
                  <a:pt x="866604" y="312640"/>
                </a:lnTo>
                <a:close/>
                <a:moveTo>
                  <a:pt x="894375" y="313507"/>
                </a:moveTo>
                <a:lnTo>
                  <a:pt x="894824" y="316454"/>
                </a:lnTo>
                <a:lnTo>
                  <a:pt x="894588" y="319771"/>
                </a:lnTo>
                <a:lnTo>
                  <a:pt x="893983" y="321334"/>
                </a:lnTo>
                <a:lnTo>
                  <a:pt x="892964" y="322137"/>
                </a:lnTo>
                <a:lnTo>
                  <a:pt x="890965" y="322014"/>
                </a:lnTo>
                <a:lnTo>
                  <a:pt x="886254" y="319492"/>
                </a:lnTo>
                <a:lnTo>
                  <a:pt x="885130" y="318335"/>
                </a:lnTo>
                <a:lnTo>
                  <a:pt x="885065" y="317411"/>
                </a:lnTo>
                <a:lnTo>
                  <a:pt x="885938" y="315629"/>
                </a:lnTo>
                <a:lnTo>
                  <a:pt x="889572" y="312567"/>
                </a:lnTo>
                <a:lnTo>
                  <a:pt x="892531" y="311687"/>
                </a:lnTo>
                <a:lnTo>
                  <a:pt x="893484" y="312184"/>
                </a:lnTo>
                <a:lnTo>
                  <a:pt x="894375" y="313507"/>
                </a:lnTo>
                <a:close/>
                <a:moveTo>
                  <a:pt x="854839" y="313218"/>
                </a:moveTo>
                <a:lnTo>
                  <a:pt x="855698" y="314853"/>
                </a:lnTo>
                <a:lnTo>
                  <a:pt x="855773" y="316870"/>
                </a:lnTo>
                <a:lnTo>
                  <a:pt x="855088" y="318716"/>
                </a:lnTo>
                <a:lnTo>
                  <a:pt x="853586" y="320306"/>
                </a:lnTo>
                <a:lnTo>
                  <a:pt x="839133" y="320842"/>
                </a:lnTo>
                <a:lnTo>
                  <a:pt x="837605" y="320614"/>
                </a:lnTo>
                <a:lnTo>
                  <a:pt x="836373" y="319534"/>
                </a:lnTo>
                <a:lnTo>
                  <a:pt x="837334" y="318126"/>
                </a:lnTo>
                <a:lnTo>
                  <a:pt x="838513" y="317274"/>
                </a:lnTo>
                <a:lnTo>
                  <a:pt x="845272" y="315161"/>
                </a:lnTo>
                <a:lnTo>
                  <a:pt x="850672" y="312807"/>
                </a:lnTo>
                <a:lnTo>
                  <a:pt x="852882" y="312349"/>
                </a:lnTo>
                <a:lnTo>
                  <a:pt x="854839" y="313218"/>
                </a:lnTo>
                <a:close/>
                <a:moveTo>
                  <a:pt x="906911" y="313749"/>
                </a:moveTo>
                <a:lnTo>
                  <a:pt x="920859" y="321034"/>
                </a:lnTo>
                <a:lnTo>
                  <a:pt x="921990" y="321975"/>
                </a:lnTo>
                <a:lnTo>
                  <a:pt x="922083" y="323254"/>
                </a:lnTo>
                <a:lnTo>
                  <a:pt x="920481" y="324056"/>
                </a:lnTo>
                <a:lnTo>
                  <a:pt x="912504" y="324018"/>
                </a:lnTo>
                <a:lnTo>
                  <a:pt x="904047" y="323420"/>
                </a:lnTo>
                <a:lnTo>
                  <a:pt x="901210" y="322481"/>
                </a:lnTo>
                <a:lnTo>
                  <a:pt x="900259" y="321430"/>
                </a:lnTo>
                <a:lnTo>
                  <a:pt x="899457" y="319141"/>
                </a:lnTo>
                <a:lnTo>
                  <a:pt x="899236" y="315491"/>
                </a:lnTo>
                <a:lnTo>
                  <a:pt x="899694" y="313413"/>
                </a:lnTo>
                <a:lnTo>
                  <a:pt x="900415" y="312672"/>
                </a:lnTo>
                <a:lnTo>
                  <a:pt x="902294" y="312211"/>
                </a:lnTo>
                <a:lnTo>
                  <a:pt x="904615" y="312593"/>
                </a:lnTo>
                <a:lnTo>
                  <a:pt x="906911" y="313749"/>
                </a:lnTo>
                <a:close/>
                <a:moveTo>
                  <a:pt x="880441" y="329611"/>
                </a:moveTo>
                <a:lnTo>
                  <a:pt x="881303" y="330871"/>
                </a:lnTo>
                <a:lnTo>
                  <a:pt x="880104" y="332456"/>
                </a:lnTo>
                <a:lnTo>
                  <a:pt x="878104" y="333387"/>
                </a:lnTo>
                <a:lnTo>
                  <a:pt x="876970" y="333257"/>
                </a:lnTo>
                <a:lnTo>
                  <a:pt x="876113" y="332578"/>
                </a:lnTo>
                <a:lnTo>
                  <a:pt x="875571" y="330624"/>
                </a:lnTo>
                <a:lnTo>
                  <a:pt x="876268" y="329627"/>
                </a:lnTo>
                <a:lnTo>
                  <a:pt x="878560" y="329149"/>
                </a:lnTo>
                <a:lnTo>
                  <a:pt x="880441" y="329611"/>
                </a:lnTo>
                <a:close/>
                <a:moveTo>
                  <a:pt x="864482" y="332022"/>
                </a:moveTo>
                <a:lnTo>
                  <a:pt x="869839" y="335534"/>
                </a:lnTo>
                <a:lnTo>
                  <a:pt x="870638" y="337659"/>
                </a:lnTo>
                <a:lnTo>
                  <a:pt x="869685" y="338907"/>
                </a:lnTo>
                <a:lnTo>
                  <a:pt x="863624" y="342465"/>
                </a:lnTo>
                <a:lnTo>
                  <a:pt x="860947" y="342906"/>
                </a:lnTo>
                <a:lnTo>
                  <a:pt x="859890" y="341893"/>
                </a:lnTo>
                <a:lnTo>
                  <a:pt x="859389" y="339800"/>
                </a:lnTo>
                <a:lnTo>
                  <a:pt x="860000" y="332843"/>
                </a:lnTo>
                <a:lnTo>
                  <a:pt x="861249" y="331260"/>
                </a:lnTo>
                <a:lnTo>
                  <a:pt x="862604" y="331267"/>
                </a:lnTo>
                <a:lnTo>
                  <a:pt x="864482" y="332022"/>
                </a:lnTo>
                <a:close/>
                <a:moveTo>
                  <a:pt x="895580" y="332697"/>
                </a:moveTo>
                <a:lnTo>
                  <a:pt x="896963" y="334809"/>
                </a:lnTo>
                <a:lnTo>
                  <a:pt x="897640" y="337294"/>
                </a:lnTo>
                <a:lnTo>
                  <a:pt x="897332" y="340661"/>
                </a:lnTo>
                <a:lnTo>
                  <a:pt x="896244" y="341962"/>
                </a:lnTo>
                <a:lnTo>
                  <a:pt x="894900" y="342066"/>
                </a:lnTo>
                <a:lnTo>
                  <a:pt x="892169" y="341065"/>
                </a:lnTo>
                <a:lnTo>
                  <a:pt x="888005" y="338956"/>
                </a:lnTo>
                <a:lnTo>
                  <a:pt x="886436" y="337707"/>
                </a:lnTo>
                <a:lnTo>
                  <a:pt x="886316" y="336435"/>
                </a:lnTo>
                <a:lnTo>
                  <a:pt x="887175" y="334897"/>
                </a:lnTo>
                <a:lnTo>
                  <a:pt x="890489" y="332209"/>
                </a:lnTo>
                <a:lnTo>
                  <a:pt x="893266" y="331537"/>
                </a:lnTo>
                <a:lnTo>
                  <a:pt x="895580" y="332697"/>
                </a:lnTo>
                <a:close/>
                <a:moveTo>
                  <a:pt x="882032" y="342436"/>
                </a:moveTo>
                <a:lnTo>
                  <a:pt x="889737" y="347159"/>
                </a:lnTo>
                <a:lnTo>
                  <a:pt x="891193" y="348511"/>
                </a:lnTo>
                <a:lnTo>
                  <a:pt x="891420" y="349365"/>
                </a:lnTo>
                <a:lnTo>
                  <a:pt x="890777" y="350904"/>
                </a:lnTo>
                <a:lnTo>
                  <a:pt x="888976" y="352715"/>
                </a:lnTo>
                <a:lnTo>
                  <a:pt x="882645" y="357411"/>
                </a:lnTo>
                <a:lnTo>
                  <a:pt x="880148" y="358689"/>
                </a:lnTo>
                <a:lnTo>
                  <a:pt x="877476" y="359285"/>
                </a:lnTo>
                <a:lnTo>
                  <a:pt x="874598" y="358463"/>
                </a:lnTo>
                <a:lnTo>
                  <a:pt x="867339" y="353383"/>
                </a:lnTo>
                <a:lnTo>
                  <a:pt x="863825" y="349475"/>
                </a:lnTo>
                <a:lnTo>
                  <a:pt x="863819" y="348513"/>
                </a:lnTo>
                <a:lnTo>
                  <a:pt x="865019" y="347245"/>
                </a:lnTo>
                <a:lnTo>
                  <a:pt x="876373" y="341042"/>
                </a:lnTo>
                <a:lnTo>
                  <a:pt x="878007" y="340813"/>
                </a:lnTo>
                <a:lnTo>
                  <a:pt x="882032" y="342436"/>
                </a:lnTo>
                <a:close/>
                <a:moveTo>
                  <a:pt x="861734" y="355213"/>
                </a:moveTo>
                <a:lnTo>
                  <a:pt x="869326" y="360640"/>
                </a:lnTo>
                <a:lnTo>
                  <a:pt x="870946" y="362996"/>
                </a:lnTo>
                <a:lnTo>
                  <a:pt x="871088" y="364470"/>
                </a:lnTo>
                <a:lnTo>
                  <a:pt x="859299" y="373100"/>
                </a:lnTo>
                <a:lnTo>
                  <a:pt x="854598" y="374932"/>
                </a:lnTo>
                <a:lnTo>
                  <a:pt x="853230" y="373150"/>
                </a:lnTo>
                <a:lnTo>
                  <a:pt x="852971" y="371877"/>
                </a:lnTo>
                <a:lnTo>
                  <a:pt x="855098" y="364548"/>
                </a:lnTo>
                <a:lnTo>
                  <a:pt x="856538" y="356338"/>
                </a:lnTo>
                <a:lnTo>
                  <a:pt x="857877" y="354809"/>
                </a:lnTo>
                <a:lnTo>
                  <a:pt x="859568" y="354710"/>
                </a:lnTo>
                <a:lnTo>
                  <a:pt x="861734" y="355213"/>
                </a:lnTo>
                <a:close/>
                <a:moveTo>
                  <a:pt x="897895" y="355550"/>
                </a:moveTo>
                <a:lnTo>
                  <a:pt x="899894" y="359983"/>
                </a:lnTo>
                <a:lnTo>
                  <a:pt x="901647" y="368084"/>
                </a:lnTo>
                <a:lnTo>
                  <a:pt x="901958" y="373519"/>
                </a:lnTo>
                <a:lnTo>
                  <a:pt x="901679" y="374517"/>
                </a:lnTo>
                <a:lnTo>
                  <a:pt x="900529" y="375335"/>
                </a:lnTo>
                <a:lnTo>
                  <a:pt x="898564" y="374631"/>
                </a:lnTo>
                <a:lnTo>
                  <a:pt x="887474" y="366915"/>
                </a:lnTo>
                <a:lnTo>
                  <a:pt x="884732" y="364325"/>
                </a:lnTo>
                <a:lnTo>
                  <a:pt x="887502" y="360968"/>
                </a:lnTo>
                <a:lnTo>
                  <a:pt x="894806" y="355087"/>
                </a:lnTo>
                <a:lnTo>
                  <a:pt x="896415" y="354740"/>
                </a:lnTo>
                <a:lnTo>
                  <a:pt x="897895" y="355550"/>
                </a:lnTo>
                <a:close/>
                <a:moveTo>
                  <a:pt x="882707" y="369581"/>
                </a:moveTo>
                <a:lnTo>
                  <a:pt x="892949" y="376659"/>
                </a:lnTo>
                <a:lnTo>
                  <a:pt x="896977" y="378623"/>
                </a:lnTo>
                <a:lnTo>
                  <a:pt x="897540" y="379488"/>
                </a:lnTo>
                <a:lnTo>
                  <a:pt x="897663" y="381330"/>
                </a:lnTo>
                <a:lnTo>
                  <a:pt x="897099" y="382791"/>
                </a:lnTo>
                <a:lnTo>
                  <a:pt x="895702" y="384045"/>
                </a:lnTo>
                <a:lnTo>
                  <a:pt x="891228" y="386653"/>
                </a:lnTo>
                <a:lnTo>
                  <a:pt x="882617" y="392755"/>
                </a:lnTo>
                <a:lnTo>
                  <a:pt x="879634" y="393371"/>
                </a:lnTo>
                <a:lnTo>
                  <a:pt x="876955" y="392281"/>
                </a:lnTo>
                <a:lnTo>
                  <a:pt x="865763" y="384521"/>
                </a:lnTo>
                <a:lnTo>
                  <a:pt x="863209" y="381827"/>
                </a:lnTo>
                <a:lnTo>
                  <a:pt x="862912" y="380225"/>
                </a:lnTo>
                <a:lnTo>
                  <a:pt x="864546" y="377899"/>
                </a:lnTo>
                <a:lnTo>
                  <a:pt x="876668" y="369014"/>
                </a:lnTo>
                <a:lnTo>
                  <a:pt x="879091" y="368182"/>
                </a:lnTo>
                <a:lnTo>
                  <a:pt x="882707" y="369581"/>
                </a:lnTo>
                <a:close/>
                <a:moveTo>
                  <a:pt x="856382" y="386890"/>
                </a:moveTo>
                <a:lnTo>
                  <a:pt x="868399" y="395429"/>
                </a:lnTo>
                <a:lnTo>
                  <a:pt x="870750" y="397617"/>
                </a:lnTo>
                <a:lnTo>
                  <a:pt x="871272" y="399204"/>
                </a:lnTo>
                <a:lnTo>
                  <a:pt x="869255" y="401306"/>
                </a:lnTo>
                <a:lnTo>
                  <a:pt x="852610" y="412349"/>
                </a:lnTo>
                <a:lnTo>
                  <a:pt x="849395" y="413473"/>
                </a:lnTo>
                <a:lnTo>
                  <a:pt x="848249" y="412414"/>
                </a:lnTo>
                <a:lnTo>
                  <a:pt x="847854" y="407940"/>
                </a:lnTo>
                <a:lnTo>
                  <a:pt x="849189" y="396461"/>
                </a:lnTo>
                <a:lnTo>
                  <a:pt x="850454" y="390392"/>
                </a:lnTo>
                <a:lnTo>
                  <a:pt x="851953" y="386983"/>
                </a:lnTo>
                <a:lnTo>
                  <a:pt x="853269" y="385817"/>
                </a:lnTo>
                <a:lnTo>
                  <a:pt x="854622" y="385682"/>
                </a:lnTo>
                <a:lnTo>
                  <a:pt x="856382" y="386890"/>
                </a:lnTo>
                <a:close/>
                <a:moveTo>
                  <a:pt x="904404" y="387179"/>
                </a:moveTo>
                <a:lnTo>
                  <a:pt x="905138" y="389069"/>
                </a:lnTo>
                <a:lnTo>
                  <a:pt x="906493" y="401775"/>
                </a:lnTo>
                <a:lnTo>
                  <a:pt x="908116" y="409599"/>
                </a:lnTo>
                <a:lnTo>
                  <a:pt x="907590" y="411456"/>
                </a:lnTo>
                <a:lnTo>
                  <a:pt x="906210" y="412076"/>
                </a:lnTo>
                <a:lnTo>
                  <a:pt x="903086" y="411133"/>
                </a:lnTo>
                <a:lnTo>
                  <a:pt x="888724" y="400864"/>
                </a:lnTo>
                <a:lnTo>
                  <a:pt x="887103" y="399344"/>
                </a:lnTo>
                <a:lnTo>
                  <a:pt x="886796" y="398456"/>
                </a:lnTo>
                <a:lnTo>
                  <a:pt x="887252" y="396706"/>
                </a:lnTo>
                <a:lnTo>
                  <a:pt x="888786" y="394848"/>
                </a:lnTo>
                <a:lnTo>
                  <a:pt x="896587" y="389686"/>
                </a:lnTo>
                <a:lnTo>
                  <a:pt x="900398" y="386406"/>
                </a:lnTo>
                <a:lnTo>
                  <a:pt x="902234" y="386215"/>
                </a:lnTo>
                <a:lnTo>
                  <a:pt x="904404" y="387179"/>
                </a:lnTo>
                <a:close/>
                <a:moveTo>
                  <a:pt x="881598" y="404247"/>
                </a:moveTo>
                <a:lnTo>
                  <a:pt x="901597" y="417831"/>
                </a:lnTo>
                <a:lnTo>
                  <a:pt x="901818" y="418582"/>
                </a:lnTo>
                <a:lnTo>
                  <a:pt x="901190" y="419754"/>
                </a:lnTo>
                <a:lnTo>
                  <a:pt x="897199" y="423009"/>
                </a:lnTo>
                <a:lnTo>
                  <a:pt x="880529" y="430849"/>
                </a:lnTo>
                <a:lnTo>
                  <a:pt x="876666" y="431393"/>
                </a:lnTo>
                <a:lnTo>
                  <a:pt x="873736" y="430525"/>
                </a:lnTo>
                <a:lnTo>
                  <a:pt x="860594" y="423560"/>
                </a:lnTo>
                <a:lnTo>
                  <a:pt x="857977" y="421862"/>
                </a:lnTo>
                <a:lnTo>
                  <a:pt x="855663" y="419670"/>
                </a:lnTo>
                <a:lnTo>
                  <a:pt x="855368" y="418597"/>
                </a:lnTo>
                <a:lnTo>
                  <a:pt x="856659" y="417144"/>
                </a:lnTo>
                <a:lnTo>
                  <a:pt x="874486" y="404597"/>
                </a:lnTo>
                <a:lnTo>
                  <a:pt x="878042" y="403269"/>
                </a:lnTo>
                <a:lnTo>
                  <a:pt x="881598" y="404247"/>
                </a:lnTo>
                <a:close/>
                <a:moveTo>
                  <a:pt x="908887" y="424400"/>
                </a:moveTo>
                <a:lnTo>
                  <a:pt x="909660" y="426833"/>
                </a:lnTo>
                <a:lnTo>
                  <a:pt x="911093" y="437617"/>
                </a:lnTo>
                <a:lnTo>
                  <a:pt x="912644" y="444604"/>
                </a:lnTo>
                <a:lnTo>
                  <a:pt x="912369" y="447465"/>
                </a:lnTo>
                <a:lnTo>
                  <a:pt x="911225" y="449061"/>
                </a:lnTo>
                <a:lnTo>
                  <a:pt x="909573" y="448929"/>
                </a:lnTo>
                <a:lnTo>
                  <a:pt x="906525" y="447609"/>
                </a:lnTo>
                <a:lnTo>
                  <a:pt x="889092" y="438726"/>
                </a:lnTo>
                <a:lnTo>
                  <a:pt x="887173" y="437291"/>
                </a:lnTo>
                <a:lnTo>
                  <a:pt x="886692" y="434872"/>
                </a:lnTo>
                <a:lnTo>
                  <a:pt x="887218" y="433599"/>
                </a:lnTo>
                <a:lnTo>
                  <a:pt x="887994" y="432939"/>
                </a:lnTo>
                <a:lnTo>
                  <a:pt x="892939" y="431040"/>
                </a:lnTo>
                <a:lnTo>
                  <a:pt x="901179" y="426797"/>
                </a:lnTo>
                <a:lnTo>
                  <a:pt x="905423" y="424095"/>
                </a:lnTo>
                <a:lnTo>
                  <a:pt x="907465" y="423731"/>
                </a:lnTo>
                <a:lnTo>
                  <a:pt x="908887" y="424400"/>
                </a:lnTo>
                <a:close/>
                <a:moveTo>
                  <a:pt x="852429" y="425847"/>
                </a:moveTo>
                <a:lnTo>
                  <a:pt x="865477" y="433105"/>
                </a:lnTo>
                <a:lnTo>
                  <a:pt x="866693" y="434388"/>
                </a:lnTo>
                <a:lnTo>
                  <a:pt x="866708" y="435895"/>
                </a:lnTo>
                <a:lnTo>
                  <a:pt x="865748" y="437430"/>
                </a:lnTo>
                <a:lnTo>
                  <a:pt x="863876" y="438679"/>
                </a:lnTo>
                <a:lnTo>
                  <a:pt x="858081" y="440828"/>
                </a:lnTo>
                <a:lnTo>
                  <a:pt x="847223" y="446347"/>
                </a:lnTo>
                <a:lnTo>
                  <a:pt x="844762" y="446609"/>
                </a:lnTo>
                <a:lnTo>
                  <a:pt x="843745" y="445477"/>
                </a:lnTo>
                <a:lnTo>
                  <a:pt x="843557" y="444120"/>
                </a:lnTo>
                <a:lnTo>
                  <a:pt x="844473" y="432669"/>
                </a:lnTo>
                <a:lnTo>
                  <a:pt x="845679" y="424834"/>
                </a:lnTo>
                <a:lnTo>
                  <a:pt x="846543" y="424259"/>
                </a:lnTo>
                <a:lnTo>
                  <a:pt x="848439" y="424147"/>
                </a:lnTo>
                <a:lnTo>
                  <a:pt x="852429" y="425847"/>
                </a:lnTo>
                <a:close/>
                <a:moveTo>
                  <a:pt x="880634" y="441420"/>
                </a:moveTo>
                <a:lnTo>
                  <a:pt x="900753" y="452479"/>
                </a:lnTo>
                <a:lnTo>
                  <a:pt x="902095" y="453666"/>
                </a:lnTo>
                <a:lnTo>
                  <a:pt x="902556" y="455779"/>
                </a:lnTo>
                <a:lnTo>
                  <a:pt x="902274" y="457103"/>
                </a:lnTo>
                <a:lnTo>
                  <a:pt x="901185" y="458277"/>
                </a:lnTo>
                <a:lnTo>
                  <a:pt x="880850" y="473370"/>
                </a:lnTo>
                <a:lnTo>
                  <a:pt x="878969" y="474428"/>
                </a:lnTo>
                <a:lnTo>
                  <a:pt x="877163" y="474561"/>
                </a:lnTo>
                <a:lnTo>
                  <a:pt x="873771" y="472861"/>
                </a:lnTo>
                <a:lnTo>
                  <a:pt x="857048" y="459942"/>
                </a:lnTo>
                <a:lnTo>
                  <a:pt x="852091" y="455709"/>
                </a:lnTo>
                <a:lnTo>
                  <a:pt x="850571" y="453391"/>
                </a:lnTo>
                <a:lnTo>
                  <a:pt x="850934" y="452365"/>
                </a:lnTo>
                <a:lnTo>
                  <a:pt x="852297" y="451432"/>
                </a:lnTo>
                <a:lnTo>
                  <a:pt x="869595" y="442738"/>
                </a:lnTo>
                <a:lnTo>
                  <a:pt x="873668" y="440241"/>
                </a:lnTo>
                <a:lnTo>
                  <a:pt x="877035" y="439849"/>
                </a:lnTo>
                <a:lnTo>
                  <a:pt x="880634" y="441420"/>
                </a:lnTo>
                <a:close/>
                <a:moveTo>
                  <a:pt x="848571" y="462297"/>
                </a:moveTo>
                <a:lnTo>
                  <a:pt x="867306" y="476144"/>
                </a:lnTo>
                <a:lnTo>
                  <a:pt x="869527" y="478216"/>
                </a:lnTo>
                <a:lnTo>
                  <a:pt x="870268" y="479799"/>
                </a:lnTo>
                <a:lnTo>
                  <a:pt x="869329" y="481295"/>
                </a:lnTo>
                <a:lnTo>
                  <a:pt x="866188" y="484086"/>
                </a:lnTo>
                <a:lnTo>
                  <a:pt x="860824" y="487604"/>
                </a:lnTo>
                <a:lnTo>
                  <a:pt x="839208" y="503677"/>
                </a:lnTo>
                <a:lnTo>
                  <a:pt x="837698" y="503954"/>
                </a:lnTo>
                <a:lnTo>
                  <a:pt x="836376" y="503082"/>
                </a:lnTo>
                <a:lnTo>
                  <a:pt x="836211" y="500021"/>
                </a:lnTo>
                <a:lnTo>
                  <a:pt x="840846" y="462286"/>
                </a:lnTo>
                <a:lnTo>
                  <a:pt x="841695" y="459915"/>
                </a:lnTo>
                <a:lnTo>
                  <a:pt x="843107" y="459209"/>
                </a:lnTo>
                <a:lnTo>
                  <a:pt x="845321" y="460043"/>
                </a:lnTo>
                <a:lnTo>
                  <a:pt x="848571" y="462297"/>
                </a:lnTo>
                <a:close/>
                <a:moveTo>
                  <a:pt x="913516" y="462827"/>
                </a:moveTo>
                <a:lnTo>
                  <a:pt x="914399" y="466918"/>
                </a:lnTo>
                <a:lnTo>
                  <a:pt x="916715" y="487166"/>
                </a:lnTo>
                <a:lnTo>
                  <a:pt x="917734" y="501086"/>
                </a:lnTo>
                <a:lnTo>
                  <a:pt x="917610" y="503344"/>
                </a:lnTo>
                <a:lnTo>
                  <a:pt x="916885" y="504545"/>
                </a:lnTo>
                <a:lnTo>
                  <a:pt x="916302" y="504742"/>
                </a:lnTo>
                <a:lnTo>
                  <a:pt x="913698" y="503698"/>
                </a:lnTo>
                <a:lnTo>
                  <a:pt x="890312" y="485390"/>
                </a:lnTo>
                <a:lnTo>
                  <a:pt x="886569" y="482029"/>
                </a:lnTo>
                <a:lnTo>
                  <a:pt x="885214" y="479991"/>
                </a:lnTo>
                <a:lnTo>
                  <a:pt x="886944" y="478026"/>
                </a:lnTo>
                <a:lnTo>
                  <a:pt x="892405" y="473840"/>
                </a:lnTo>
                <a:lnTo>
                  <a:pt x="908758" y="462383"/>
                </a:lnTo>
                <a:lnTo>
                  <a:pt x="912070" y="461091"/>
                </a:lnTo>
                <a:lnTo>
                  <a:pt x="913516" y="462827"/>
                </a:lnTo>
                <a:close/>
                <a:moveTo>
                  <a:pt x="297482" y="149097"/>
                </a:moveTo>
                <a:lnTo>
                  <a:pt x="294233" y="150770"/>
                </a:lnTo>
                <a:lnTo>
                  <a:pt x="290859" y="153798"/>
                </a:lnTo>
                <a:lnTo>
                  <a:pt x="286218" y="155319"/>
                </a:lnTo>
                <a:lnTo>
                  <a:pt x="283246" y="157133"/>
                </a:lnTo>
                <a:lnTo>
                  <a:pt x="274091" y="169045"/>
                </a:lnTo>
                <a:lnTo>
                  <a:pt x="273075" y="170919"/>
                </a:lnTo>
                <a:lnTo>
                  <a:pt x="272918" y="172740"/>
                </a:lnTo>
                <a:lnTo>
                  <a:pt x="276534" y="185216"/>
                </a:lnTo>
                <a:lnTo>
                  <a:pt x="276474" y="187264"/>
                </a:lnTo>
                <a:lnTo>
                  <a:pt x="268837" y="196509"/>
                </a:lnTo>
                <a:lnTo>
                  <a:pt x="264537" y="204918"/>
                </a:lnTo>
                <a:lnTo>
                  <a:pt x="263194" y="205862"/>
                </a:lnTo>
                <a:lnTo>
                  <a:pt x="259503" y="206072"/>
                </a:lnTo>
                <a:lnTo>
                  <a:pt x="256288" y="207945"/>
                </a:lnTo>
                <a:lnTo>
                  <a:pt x="251058" y="213830"/>
                </a:lnTo>
                <a:lnTo>
                  <a:pt x="249426" y="217722"/>
                </a:lnTo>
                <a:lnTo>
                  <a:pt x="249362" y="219620"/>
                </a:lnTo>
                <a:lnTo>
                  <a:pt x="250601" y="222949"/>
                </a:lnTo>
                <a:lnTo>
                  <a:pt x="256396" y="232885"/>
                </a:lnTo>
                <a:lnTo>
                  <a:pt x="255955" y="233928"/>
                </a:lnTo>
                <a:lnTo>
                  <a:pt x="252871" y="236449"/>
                </a:lnTo>
                <a:lnTo>
                  <a:pt x="251600" y="238444"/>
                </a:lnTo>
                <a:lnTo>
                  <a:pt x="251410" y="240660"/>
                </a:lnTo>
                <a:lnTo>
                  <a:pt x="252552" y="245435"/>
                </a:lnTo>
                <a:lnTo>
                  <a:pt x="250699" y="251181"/>
                </a:lnTo>
                <a:lnTo>
                  <a:pt x="250626" y="254532"/>
                </a:lnTo>
                <a:lnTo>
                  <a:pt x="254330" y="261399"/>
                </a:lnTo>
                <a:lnTo>
                  <a:pt x="258424" y="267281"/>
                </a:lnTo>
                <a:lnTo>
                  <a:pt x="259181" y="269741"/>
                </a:lnTo>
                <a:lnTo>
                  <a:pt x="259712" y="275635"/>
                </a:lnTo>
                <a:lnTo>
                  <a:pt x="262111" y="281505"/>
                </a:lnTo>
                <a:lnTo>
                  <a:pt x="262940" y="285845"/>
                </a:lnTo>
                <a:lnTo>
                  <a:pt x="263883" y="287381"/>
                </a:lnTo>
                <a:lnTo>
                  <a:pt x="265044" y="287903"/>
                </a:lnTo>
                <a:lnTo>
                  <a:pt x="268951" y="288115"/>
                </a:lnTo>
                <a:lnTo>
                  <a:pt x="272001" y="287237"/>
                </a:lnTo>
                <a:lnTo>
                  <a:pt x="273280" y="285586"/>
                </a:lnTo>
                <a:lnTo>
                  <a:pt x="274027" y="282072"/>
                </a:lnTo>
                <a:lnTo>
                  <a:pt x="273145" y="277542"/>
                </a:lnTo>
                <a:lnTo>
                  <a:pt x="270115" y="272007"/>
                </a:lnTo>
                <a:lnTo>
                  <a:pt x="268892" y="265547"/>
                </a:lnTo>
                <a:lnTo>
                  <a:pt x="267119" y="260586"/>
                </a:lnTo>
                <a:lnTo>
                  <a:pt x="264799" y="256185"/>
                </a:lnTo>
                <a:lnTo>
                  <a:pt x="261804" y="252324"/>
                </a:lnTo>
                <a:lnTo>
                  <a:pt x="262720" y="243163"/>
                </a:lnTo>
                <a:lnTo>
                  <a:pt x="268010" y="234745"/>
                </a:lnTo>
                <a:lnTo>
                  <a:pt x="269934" y="229657"/>
                </a:lnTo>
                <a:lnTo>
                  <a:pt x="269944" y="225597"/>
                </a:lnTo>
                <a:lnTo>
                  <a:pt x="267541" y="221659"/>
                </a:lnTo>
                <a:lnTo>
                  <a:pt x="273730" y="218575"/>
                </a:lnTo>
                <a:lnTo>
                  <a:pt x="276796" y="215728"/>
                </a:lnTo>
                <a:lnTo>
                  <a:pt x="277122" y="213075"/>
                </a:lnTo>
                <a:lnTo>
                  <a:pt x="275159" y="207677"/>
                </a:lnTo>
                <a:lnTo>
                  <a:pt x="277550" y="202122"/>
                </a:lnTo>
                <a:lnTo>
                  <a:pt x="284202" y="194493"/>
                </a:lnTo>
                <a:lnTo>
                  <a:pt x="286574" y="190038"/>
                </a:lnTo>
                <a:lnTo>
                  <a:pt x="287015" y="187809"/>
                </a:lnTo>
                <a:lnTo>
                  <a:pt x="286932" y="184604"/>
                </a:lnTo>
                <a:lnTo>
                  <a:pt x="285377" y="179810"/>
                </a:lnTo>
                <a:lnTo>
                  <a:pt x="284851" y="175831"/>
                </a:lnTo>
                <a:lnTo>
                  <a:pt x="285043" y="173252"/>
                </a:lnTo>
                <a:lnTo>
                  <a:pt x="285682" y="171535"/>
                </a:lnTo>
                <a:lnTo>
                  <a:pt x="287435" y="168762"/>
                </a:lnTo>
                <a:lnTo>
                  <a:pt x="289567" y="166497"/>
                </a:lnTo>
                <a:lnTo>
                  <a:pt x="295150" y="163730"/>
                </a:lnTo>
                <a:lnTo>
                  <a:pt x="298302" y="161343"/>
                </a:lnTo>
                <a:lnTo>
                  <a:pt x="302008" y="157351"/>
                </a:lnTo>
                <a:lnTo>
                  <a:pt x="303839" y="154352"/>
                </a:lnTo>
                <a:lnTo>
                  <a:pt x="304211" y="152544"/>
                </a:lnTo>
                <a:lnTo>
                  <a:pt x="304039" y="150640"/>
                </a:lnTo>
                <a:lnTo>
                  <a:pt x="302863" y="148215"/>
                </a:lnTo>
                <a:lnTo>
                  <a:pt x="300928" y="148030"/>
                </a:lnTo>
                <a:lnTo>
                  <a:pt x="297482" y="149097"/>
                </a:lnTo>
                <a:close/>
                <a:moveTo>
                  <a:pt x="717525" y="285254"/>
                </a:moveTo>
                <a:lnTo>
                  <a:pt x="716127" y="286507"/>
                </a:lnTo>
                <a:lnTo>
                  <a:pt x="716741" y="289170"/>
                </a:lnTo>
                <a:lnTo>
                  <a:pt x="719183" y="292692"/>
                </a:lnTo>
                <a:lnTo>
                  <a:pt x="721172" y="293269"/>
                </a:lnTo>
                <a:lnTo>
                  <a:pt x="727424" y="293363"/>
                </a:lnTo>
                <a:lnTo>
                  <a:pt x="730969" y="292722"/>
                </a:lnTo>
                <a:lnTo>
                  <a:pt x="734384" y="289806"/>
                </a:lnTo>
                <a:lnTo>
                  <a:pt x="735750" y="287327"/>
                </a:lnTo>
                <a:lnTo>
                  <a:pt x="735293" y="286011"/>
                </a:lnTo>
                <a:lnTo>
                  <a:pt x="733225" y="284934"/>
                </a:lnTo>
                <a:lnTo>
                  <a:pt x="730336" y="285095"/>
                </a:lnTo>
                <a:lnTo>
                  <a:pt x="725908" y="287098"/>
                </a:lnTo>
                <a:lnTo>
                  <a:pt x="720136" y="284966"/>
                </a:lnTo>
                <a:lnTo>
                  <a:pt x="717525" y="285254"/>
                </a:lnTo>
                <a:close/>
                <a:moveTo>
                  <a:pt x="10221" y="295331"/>
                </a:moveTo>
                <a:lnTo>
                  <a:pt x="6935" y="295755"/>
                </a:lnTo>
                <a:lnTo>
                  <a:pt x="4968" y="297012"/>
                </a:lnTo>
                <a:lnTo>
                  <a:pt x="4381" y="298272"/>
                </a:lnTo>
                <a:lnTo>
                  <a:pt x="3807" y="302688"/>
                </a:lnTo>
                <a:lnTo>
                  <a:pt x="4098" y="329563"/>
                </a:lnTo>
                <a:lnTo>
                  <a:pt x="6279" y="331292"/>
                </a:lnTo>
                <a:lnTo>
                  <a:pt x="8721" y="331745"/>
                </a:lnTo>
                <a:lnTo>
                  <a:pt x="11306" y="331494"/>
                </a:lnTo>
                <a:lnTo>
                  <a:pt x="13982" y="330093"/>
                </a:lnTo>
                <a:lnTo>
                  <a:pt x="13982" y="306082"/>
                </a:lnTo>
                <a:lnTo>
                  <a:pt x="15814" y="303816"/>
                </a:lnTo>
                <a:lnTo>
                  <a:pt x="24407" y="303360"/>
                </a:lnTo>
                <a:lnTo>
                  <a:pt x="26646" y="302897"/>
                </a:lnTo>
                <a:lnTo>
                  <a:pt x="28268" y="301541"/>
                </a:lnTo>
                <a:lnTo>
                  <a:pt x="29216" y="299488"/>
                </a:lnTo>
                <a:lnTo>
                  <a:pt x="28732" y="297580"/>
                </a:lnTo>
                <a:lnTo>
                  <a:pt x="26153" y="295749"/>
                </a:lnTo>
                <a:lnTo>
                  <a:pt x="18534" y="295055"/>
                </a:lnTo>
                <a:lnTo>
                  <a:pt x="10221" y="295331"/>
                </a:lnTo>
                <a:close/>
                <a:moveTo>
                  <a:pt x="51734" y="295427"/>
                </a:moveTo>
                <a:lnTo>
                  <a:pt x="50342" y="296468"/>
                </a:lnTo>
                <a:lnTo>
                  <a:pt x="48986" y="298416"/>
                </a:lnTo>
                <a:lnTo>
                  <a:pt x="49179" y="329852"/>
                </a:lnTo>
                <a:lnTo>
                  <a:pt x="51427" y="331572"/>
                </a:lnTo>
                <a:lnTo>
                  <a:pt x="54025" y="331979"/>
                </a:lnTo>
                <a:lnTo>
                  <a:pt x="58580" y="330334"/>
                </a:lnTo>
                <a:lnTo>
                  <a:pt x="59062" y="321270"/>
                </a:lnTo>
                <a:lnTo>
                  <a:pt x="61666" y="319784"/>
                </a:lnTo>
                <a:lnTo>
                  <a:pt x="67462" y="318640"/>
                </a:lnTo>
                <a:lnTo>
                  <a:pt x="71032" y="317443"/>
                </a:lnTo>
                <a:lnTo>
                  <a:pt x="75311" y="314809"/>
                </a:lnTo>
                <a:lnTo>
                  <a:pt x="77053" y="311626"/>
                </a:lnTo>
                <a:lnTo>
                  <a:pt x="77489" y="309715"/>
                </a:lnTo>
                <a:lnTo>
                  <a:pt x="77535" y="305643"/>
                </a:lnTo>
                <a:lnTo>
                  <a:pt x="76545" y="301749"/>
                </a:lnTo>
                <a:lnTo>
                  <a:pt x="75686" y="300063"/>
                </a:lnTo>
                <a:lnTo>
                  <a:pt x="74596" y="298653"/>
                </a:lnTo>
                <a:lnTo>
                  <a:pt x="71956" y="297020"/>
                </a:lnTo>
                <a:lnTo>
                  <a:pt x="67798" y="296010"/>
                </a:lnTo>
                <a:lnTo>
                  <a:pt x="59848" y="295059"/>
                </a:lnTo>
                <a:lnTo>
                  <a:pt x="54984" y="294963"/>
                </a:lnTo>
                <a:lnTo>
                  <a:pt x="51734" y="295427"/>
                </a:lnTo>
                <a:close/>
                <a:moveTo>
                  <a:pt x="66054" y="304057"/>
                </a:moveTo>
                <a:lnTo>
                  <a:pt x="67889" y="305448"/>
                </a:lnTo>
                <a:lnTo>
                  <a:pt x="68299" y="306656"/>
                </a:lnTo>
                <a:lnTo>
                  <a:pt x="67934" y="308107"/>
                </a:lnTo>
                <a:lnTo>
                  <a:pt x="66209" y="310185"/>
                </a:lnTo>
                <a:lnTo>
                  <a:pt x="65073" y="310794"/>
                </a:lnTo>
                <a:lnTo>
                  <a:pt x="62618" y="311175"/>
                </a:lnTo>
                <a:lnTo>
                  <a:pt x="60407" y="310474"/>
                </a:lnTo>
                <a:lnTo>
                  <a:pt x="59575" y="309731"/>
                </a:lnTo>
                <a:lnTo>
                  <a:pt x="59022" y="308731"/>
                </a:lnTo>
                <a:lnTo>
                  <a:pt x="58918" y="306394"/>
                </a:lnTo>
                <a:lnTo>
                  <a:pt x="60242" y="304040"/>
                </a:lnTo>
                <a:lnTo>
                  <a:pt x="62769" y="303196"/>
                </a:lnTo>
                <a:lnTo>
                  <a:pt x="66054" y="304057"/>
                </a:lnTo>
                <a:close/>
                <a:moveTo>
                  <a:pt x="98357" y="295186"/>
                </a:moveTo>
                <a:lnTo>
                  <a:pt x="96841" y="296529"/>
                </a:lnTo>
                <a:lnTo>
                  <a:pt x="96471" y="297874"/>
                </a:lnTo>
                <a:lnTo>
                  <a:pt x="96627" y="299439"/>
                </a:lnTo>
                <a:lnTo>
                  <a:pt x="104394" y="314969"/>
                </a:lnTo>
                <a:lnTo>
                  <a:pt x="107036" y="321463"/>
                </a:lnTo>
                <a:lnTo>
                  <a:pt x="106644" y="322800"/>
                </a:lnTo>
                <a:lnTo>
                  <a:pt x="105567" y="323778"/>
                </a:lnTo>
                <a:lnTo>
                  <a:pt x="102068" y="324479"/>
                </a:lnTo>
                <a:lnTo>
                  <a:pt x="100696" y="325362"/>
                </a:lnTo>
                <a:lnTo>
                  <a:pt x="99947" y="326961"/>
                </a:lnTo>
                <a:lnTo>
                  <a:pt x="99894" y="329539"/>
                </a:lnTo>
                <a:lnTo>
                  <a:pt x="100603" y="331311"/>
                </a:lnTo>
                <a:lnTo>
                  <a:pt x="101985" y="332407"/>
                </a:lnTo>
                <a:lnTo>
                  <a:pt x="104004" y="332809"/>
                </a:lnTo>
                <a:lnTo>
                  <a:pt x="106622" y="332498"/>
                </a:lnTo>
                <a:lnTo>
                  <a:pt x="111120" y="330662"/>
                </a:lnTo>
                <a:lnTo>
                  <a:pt x="113459" y="328668"/>
                </a:lnTo>
                <a:lnTo>
                  <a:pt x="114674" y="326994"/>
                </a:lnTo>
                <a:lnTo>
                  <a:pt x="125972" y="301716"/>
                </a:lnTo>
                <a:lnTo>
                  <a:pt x="126691" y="299286"/>
                </a:lnTo>
                <a:lnTo>
                  <a:pt x="126629" y="297271"/>
                </a:lnTo>
                <a:lnTo>
                  <a:pt x="125820" y="295800"/>
                </a:lnTo>
                <a:lnTo>
                  <a:pt x="124300" y="295003"/>
                </a:lnTo>
                <a:lnTo>
                  <a:pt x="122420" y="294979"/>
                </a:lnTo>
                <a:lnTo>
                  <a:pt x="120791" y="295647"/>
                </a:lnTo>
                <a:lnTo>
                  <a:pt x="119270" y="297018"/>
                </a:lnTo>
                <a:lnTo>
                  <a:pt x="117831" y="299130"/>
                </a:lnTo>
                <a:lnTo>
                  <a:pt x="114558" y="306519"/>
                </a:lnTo>
                <a:lnTo>
                  <a:pt x="113424" y="307736"/>
                </a:lnTo>
                <a:lnTo>
                  <a:pt x="112827" y="307752"/>
                </a:lnTo>
                <a:lnTo>
                  <a:pt x="110642" y="305353"/>
                </a:lnTo>
                <a:lnTo>
                  <a:pt x="105751" y="297009"/>
                </a:lnTo>
                <a:lnTo>
                  <a:pt x="102651" y="295541"/>
                </a:lnTo>
                <a:lnTo>
                  <a:pt x="98357" y="295186"/>
                </a:lnTo>
                <a:close/>
                <a:moveTo>
                  <a:pt x="153466" y="295379"/>
                </a:moveTo>
                <a:lnTo>
                  <a:pt x="149606" y="295969"/>
                </a:lnTo>
                <a:lnTo>
                  <a:pt x="147054" y="297934"/>
                </a:lnTo>
                <a:lnTo>
                  <a:pt x="147103" y="321280"/>
                </a:lnTo>
                <a:lnTo>
                  <a:pt x="147536" y="330093"/>
                </a:lnTo>
                <a:lnTo>
                  <a:pt x="149604" y="331520"/>
                </a:lnTo>
                <a:lnTo>
                  <a:pt x="152833" y="331982"/>
                </a:lnTo>
                <a:lnTo>
                  <a:pt x="155755" y="331344"/>
                </a:lnTo>
                <a:lnTo>
                  <a:pt x="157564" y="329756"/>
                </a:lnTo>
                <a:lnTo>
                  <a:pt x="157468" y="305407"/>
                </a:lnTo>
                <a:lnTo>
                  <a:pt x="159281" y="304061"/>
                </a:lnTo>
                <a:lnTo>
                  <a:pt x="162037" y="303613"/>
                </a:lnTo>
                <a:lnTo>
                  <a:pt x="164844" y="304274"/>
                </a:lnTo>
                <a:lnTo>
                  <a:pt x="166166" y="305231"/>
                </a:lnTo>
                <a:lnTo>
                  <a:pt x="166587" y="306134"/>
                </a:lnTo>
                <a:lnTo>
                  <a:pt x="166629" y="329756"/>
                </a:lnTo>
                <a:lnTo>
                  <a:pt x="168483" y="331104"/>
                </a:lnTo>
                <a:lnTo>
                  <a:pt x="171469" y="331891"/>
                </a:lnTo>
                <a:lnTo>
                  <a:pt x="174564" y="331710"/>
                </a:lnTo>
                <a:lnTo>
                  <a:pt x="176044" y="331058"/>
                </a:lnTo>
                <a:lnTo>
                  <a:pt x="176548" y="330233"/>
                </a:lnTo>
                <a:lnTo>
                  <a:pt x="176814" y="325519"/>
                </a:lnTo>
                <a:lnTo>
                  <a:pt x="176946" y="297452"/>
                </a:lnTo>
                <a:lnTo>
                  <a:pt x="174777" y="295475"/>
                </a:lnTo>
                <a:lnTo>
                  <a:pt x="153466" y="295379"/>
                </a:lnTo>
                <a:close/>
                <a:moveTo>
                  <a:pt x="204284" y="295331"/>
                </a:moveTo>
                <a:lnTo>
                  <a:pt x="202096" y="296239"/>
                </a:lnTo>
                <a:lnTo>
                  <a:pt x="200427" y="297741"/>
                </a:lnTo>
                <a:lnTo>
                  <a:pt x="200475" y="329659"/>
                </a:lnTo>
                <a:lnTo>
                  <a:pt x="201978" y="331110"/>
                </a:lnTo>
                <a:lnTo>
                  <a:pt x="205119" y="331868"/>
                </a:lnTo>
                <a:lnTo>
                  <a:pt x="208542" y="331445"/>
                </a:lnTo>
                <a:lnTo>
                  <a:pt x="210504" y="329949"/>
                </a:lnTo>
                <a:lnTo>
                  <a:pt x="210938" y="305407"/>
                </a:lnTo>
                <a:lnTo>
                  <a:pt x="212968" y="303935"/>
                </a:lnTo>
                <a:lnTo>
                  <a:pt x="215993" y="303473"/>
                </a:lnTo>
                <a:lnTo>
                  <a:pt x="218691" y="304547"/>
                </a:lnTo>
                <a:lnTo>
                  <a:pt x="219857" y="306806"/>
                </a:lnTo>
                <a:lnTo>
                  <a:pt x="219809" y="329563"/>
                </a:lnTo>
                <a:lnTo>
                  <a:pt x="221344" y="330952"/>
                </a:lnTo>
                <a:lnTo>
                  <a:pt x="224059" y="331783"/>
                </a:lnTo>
                <a:lnTo>
                  <a:pt x="227196" y="331702"/>
                </a:lnTo>
                <a:lnTo>
                  <a:pt x="229645" y="330672"/>
                </a:lnTo>
                <a:lnTo>
                  <a:pt x="230464" y="329949"/>
                </a:lnTo>
                <a:lnTo>
                  <a:pt x="230435" y="305331"/>
                </a:lnTo>
                <a:lnTo>
                  <a:pt x="230067" y="298356"/>
                </a:lnTo>
                <a:lnTo>
                  <a:pt x="229401" y="296473"/>
                </a:lnTo>
                <a:lnTo>
                  <a:pt x="228238" y="295809"/>
                </a:lnTo>
                <a:lnTo>
                  <a:pt x="224103" y="295429"/>
                </a:lnTo>
                <a:lnTo>
                  <a:pt x="204284" y="295331"/>
                </a:lnTo>
                <a:close/>
                <a:moveTo>
                  <a:pt x="263154" y="295668"/>
                </a:moveTo>
                <a:lnTo>
                  <a:pt x="261013" y="297898"/>
                </a:lnTo>
                <a:lnTo>
                  <a:pt x="259104" y="302147"/>
                </a:lnTo>
                <a:lnTo>
                  <a:pt x="253339" y="321166"/>
                </a:lnTo>
                <a:lnTo>
                  <a:pt x="250961" y="327372"/>
                </a:lnTo>
                <a:lnTo>
                  <a:pt x="251040" y="330316"/>
                </a:lnTo>
                <a:lnTo>
                  <a:pt x="252915" y="331815"/>
                </a:lnTo>
                <a:lnTo>
                  <a:pt x="256870" y="331454"/>
                </a:lnTo>
                <a:lnTo>
                  <a:pt x="258473" y="330119"/>
                </a:lnTo>
                <a:lnTo>
                  <a:pt x="260602" y="326485"/>
                </a:lnTo>
                <a:lnTo>
                  <a:pt x="262171" y="324814"/>
                </a:lnTo>
                <a:lnTo>
                  <a:pt x="264014" y="323975"/>
                </a:lnTo>
                <a:lnTo>
                  <a:pt x="266328" y="323850"/>
                </a:lnTo>
                <a:lnTo>
                  <a:pt x="268386" y="324276"/>
                </a:lnTo>
                <a:lnTo>
                  <a:pt x="269446" y="324929"/>
                </a:lnTo>
                <a:lnTo>
                  <a:pt x="273857" y="331174"/>
                </a:lnTo>
                <a:lnTo>
                  <a:pt x="276442" y="331952"/>
                </a:lnTo>
                <a:lnTo>
                  <a:pt x="280189" y="331352"/>
                </a:lnTo>
                <a:lnTo>
                  <a:pt x="282102" y="329225"/>
                </a:lnTo>
                <a:lnTo>
                  <a:pt x="281330" y="325947"/>
                </a:lnTo>
                <a:lnTo>
                  <a:pt x="272369" y="298444"/>
                </a:lnTo>
                <a:lnTo>
                  <a:pt x="270643" y="296506"/>
                </a:lnTo>
                <a:lnTo>
                  <a:pt x="267972" y="295298"/>
                </a:lnTo>
                <a:lnTo>
                  <a:pt x="265419" y="294997"/>
                </a:lnTo>
                <a:lnTo>
                  <a:pt x="263154" y="295668"/>
                </a:lnTo>
                <a:close/>
                <a:moveTo>
                  <a:pt x="267011" y="312688"/>
                </a:moveTo>
                <a:lnTo>
                  <a:pt x="267630" y="313528"/>
                </a:lnTo>
                <a:lnTo>
                  <a:pt x="266985" y="314582"/>
                </a:lnTo>
                <a:lnTo>
                  <a:pt x="264998" y="314875"/>
                </a:lnTo>
                <a:lnTo>
                  <a:pt x="263936" y="314344"/>
                </a:lnTo>
                <a:lnTo>
                  <a:pt x="263911" y="313189"/>
                </a:lnTo>
                <a:lnTo>
                  <a:pt x="264697" y="312447"/>
                </a:lnTo>
                <a:lnTo>
                  <a:pt x="265783" y="312260"/>
                </a:lnTo>
                <a:lnTo>
                  <a:pt x="267011" y="312688"/>
                </a:lnTo>
                <a:close/>
                <a:moveTo>
                  <a:pt x="336102" y="295524"/>
                </a:moveTo>
                <a:lnTo>
                  <a:pt x="334538" y="296998"/>
                </a:lnTo>
                <a:lnTo>
                  <a:pt x="333849" y="300706"/>
                </a:lnTo>
                <a:lnTo>
                  <a:pt x="333643" y="329081"/>
                </a:lnTo>
                <a:lnTo>
                  <a:pt x="335299" y="330949"/>
                </a:lnTo>
                <a:lnTo>
                  <a:pt x="336488" y="331577"/>
                </a:lnTo>
                <a:lnTo>
                  <a:pt x="339347" y="331709"/>
                </a:lnTo>
                <a:lnTo>
                  <a:pt x="341398" y="331128"/>
                </a:lnTo>
                <a:lnTo>
                  <a:pt x="342485" y="329615"/>
                </a:lnTo>
                <a:lnTo>
                  <a:pt x="343016" y="324272"/>
                </a:lnTo>
                <a:lnTo>
                  <a:pt x="343668" y="322280"/>
                </a:lnTo>
                <a:lnTo>
                  <a:pt x="344784" y="320975"/>
                </a:lnTo>
                <a:lnTo>
                  <a:pt x="347383" y="320034"/>
                </a:lnTo>
                <a:lnTo>
                  <a:pt x="348505" y="320294"/>
                </a:lnTo>
                <a:lnTo>
                  <a:pt x="349454" y="321143"/>
                </a:lnTo>
                <a:lnTo>
                  <a:pt x="352693" y="327463"/>
                </a:lnTo>
                <a:lnTo>
                  <a:pt x="355809" y="331287"/>
                </a:lnTo>
                <a:lnTo>
                  <a:pt x="358914" y="332035"/>
                </a:lnTo>
                <a:lnTo>
                  <a:pt x="364125" y="331181"/>
                </a:lnTo>
                <a:lnTo>
                  <a:pt x="364795" y="330244"/>
                </a:lnTo>
                <a:lnTo>
                  <a:pt x="364002" y="327465"/>
                </a:lnTo>
                <a:lnTo>
                  <a:pt x="355460" y="311778"/>
                </a:lnTo>
                <a:lnTo>
                  <a:pt x="354995" y="310024"/>
                </a:lnTo>
                <a:lnTo>
                  <a:pt x="355321" y="308077"/>
                </a:lnTo>
                <a:lnTo>
                  <a:pt x="356509" y="305754"/>
                </a:lnTo>
                <a:lnTo>
                  <a:pt x="361199" y="299365"/>
                </a:lnTo>
                <a:lnTo>
                  <a:pt x="361563" y="297667"/>
                </a:lnTo>
                <a:lnTo>
                  <a:pt x="361196" y="296242"/>
                </a:lnTo>
                <a:lnTo>
                  <a:pt x="360137" y="295262"/>
                </a:lnTo>
                <a:lnTo>
                  <a:pt x="358425" y="294897"/>
                </a:lnTo>
                <a:lnTo>
                  <a:pt x="356275" y="295475"/>
                </a:lnTo>
                <a:lnTo>
                  <a:pt x="353721" y="296865"/>
                </a:lnTo>
                <a:lnTo>
                  <a:pt x="351662" y="298552"/>
                </a:lnTo>
                <a:lnTo>
                  <a:pt x="347233" y="304600"/>
                </a:lnTo>
                <a:lnTo>
                  <a:pt x="344491" y="307432"/>
                </a:lnTo>
                <a:lnTo>
                  <a:pt x="343616" y="306949"/>
                </a:lnTo>
                <a:lnTo>
                  <a:pt x="343064" y="305443"/>
                </a:lnTo>
                <a:lnTo>
                  <a:pt x="342694" y="298764"/>
                </a:lnTo>
                <a:lnTo>
                  <a:pt x="341995" y="296895"/>
                </a:lnTo>
                <a:lnTo>
                  <a:pt x="340795" y="295812"/>
                </a:lnTo>
                <a:lnTo>
                  <a:pt x="339031" y="295150"/>
                </a:lnTo>
                <a:lnTo>
                  <a:pt x="336102" y="295524"/>
                </a:lnTo>
                <a:close/>
                <a:moveTo>
                  <a:pt x="395936" y="295620"/>
                </a:moveTo>
                <a:lnTo>
                  <a:pt x="392641" y="296850"/>
                </a:lnTo>
                <a:lnTo>
                  <a:pt x="389900" y="298549"/>
                </a:lnTo>
                <a:lnTo>
                  <a:pt x="386719" y="302096"/>
                </a:lnTo>
                <a:lnTo>
                  <a:pt x="385148" y="305202"/>
                </a:lnTo>
                <a:lnTo>
                  <a:pt x="383808" y="309510"/>
                </a:lnTo>
                <a:lnTo>
                  <a:pt x="383494" y="314876"/>
                </a:lnTo>
                <a:lnTo>
                  <a:pt x="385685" y="323768"/>
                </a:lnTo>
                <a:lnTo>
                  <a:pt x="386969" y="326140"/>
                </a:lnTo>
                <a:lnTo>
                  <a:pt x="388945" y="328406"/>
                </a:lnTo>
                <a:lnTo>
                  <a:pt x="391084" y="330286"/>
                </a:lnTo>
                <a:lnTo>
                  <a:pt x="393538" y="331417"/>
                </a:lnTo>
                <a:lnTo>
                  <a:pt x="398518" y="332741"/>
                </a:lnTo>
                <a:lnTo>
                  <a:pt x="401276" y="332751"/>
                </a:lnTo>
                <a:lnTo>
                  <a:pt x="406688" y="331491"/>
                </a:lnTo>
                <a:lnTo>
                  <a:pt x="408327" y="330720"/>
                </a:lnTo>
                <a:lnTo>
                  <a:pt x="411940" y="327475"/>
                </a:lnTo>
                <a:lnTo>
                  <a:pt x="414312" y="324197"/>
                </a:lnTo>
                <a:lnTo>
                  <a:pt x="416330" y="320209"/>
                </a:lnTo>
                <a:lnTo>
                  <a:pt x="416134" y="308371"/>
                </a:lnTo>
                <a:lnTo>
                  <a:pt x="414684" y="303750"/>
                </a:lnTo>
                <a:lnTo>
                  <a:pt x="411554" y="299508"/>
                </a:lnTo>
                <a:lnTo>
                  <a:pt x="409265" y="297424"/>
                </a:lnTo>
                <a:lnTo>
                  <a:pt x="405628" y="296007"/>
                </a:lnTo>
                <a:lnTo>
                  <a:pt x="402150" y="295266"/>
                </a:lnTo>
                <a:lnTo>
                  <a:pt x="398906" y="295140"/>
                </a:lnTo>
                <a:lnTo>
                  <a:pt x="395936" y="295620"/>
                </a:lnTo>
                <a:close/>
                <a:moveTo>
                  <a:pt x="403216" y="304540"/>
                </a:moveTo>
                <a:lnTo>
                  <a:pt x="404771" y="306473"/>
                </a:lnTo>
                <a:lnTo>
                  <a:pt x="405816" y="309232"/>
                </a:lnTo>
                <a:lnTo>
                  <a:pt x="406328" y="314247"/>
                </a:lnTo>
                <a:lnTo>
                  <a:pt x="405898" y="317725"/>
                </a:lnTo>
                <a:lnTo>
                  <a:pt x="404670" y="321253"/>
                </a:lnTo>
                <a:lnTo>
                  <a:pt x="403312" y="323168"/>
                </a:lnTo>
                <a:lnTo>
                  <a:pt x="401591" y="324134"/>
                </a:lnTo>
                <a:lnTo>
                  <a:pt x="398815" y="324144"/>
                </a:lnTo>
                <a:lnTo>
                  <a:pt x="397099" y="323211"/>
                </a:lnTo>
                <a:lnTo>
                  <a:pt x="396090" y="322063"/>
                </a:lnTo>
                <a:lnTo>
                  <a:pt x="394056" y="318079"/>
                </a:lnTo>
                <a:lnTo>
                  <a:pt x="393461" y="315328"/>
                </a:lnTo>
                <a:lnTo>
                  <a:pt x="393861" y="311108"/>
                </a:lnTo>
                <a:lnTo>
                  <a:pt x="395316" y="307014"/>
                </a:lnTo>
                <a:lnTo>
                  <a:pt x="397382" y="304347"/>
                </a:lnTo>
                <a:lnTo>
                  <a:pt x="400299" y="303611"/>
                </a:lnTo>
                <a:lnTo>
                  <a:pt x="403216" y="304540"/>
                </a:lnTo>
                <a:close/>
                <a:moveTo>
                  <a:pt x="441257" y="295379"/>
                </a:moveTo>
                <a:lnTo>
                  <a:pt x="439822" y="296784"/>
                </a:lnTo>
                <a:lnTo>
                  <a:pt x="439147" y="300892"/>
                </a:lnTo>
                <a:lnTo>
                  <a:pt x="438991" y="330190"/>
                </a:lnTo>
                <a:lnTo>
                  <a:pt x="441126" y="331661"/>
                </a:lnTo>
                <a:lnTo>
                  <a:pt x="442848" y="331974"/>
                </a:lnTo>
                <a:lnTo>
                  <a:pt x="444570" y="331661"/>
                </a:lnTo>
                <a:lnTo>
                  <a:pt x="446705" y="330190"/>
                </a:lnTo>
                <a:lnTo>
                  <a:pt x="447428" y="318483"/>
                </a:lnTo>
                <a:lnTo>
                  <a:pt x="447621" y="317413"/>
                </a:lnTo>
                <a:lnTo>
                  <a:pt x="448495" y="316576"/>
                </a:lnTo>
                <a:lnTo>
                  <a:pt x="449796" y="318336"/>
                </a:lnTo>
                <a:lnTo>
                  <a:pt x="452802" y="327701"/>
                </a:lnTo>
                <a:lnTo>
                  <a:pt x="454281" y="330129"/>
                </a:lnTo>
                <a:lnTo>
                  <a:pt x="455997" y="331435"/>
                </a:lnTo>
                <a:lnTo>
                  <a:pt x="459193" y="331491"/>
                </a:lnTo>
                <a:lnTo>
                  <a:pt x="461127" y="330283"/>
                </a:lnTo>
                <a:lnTo>
                  <a:pt x="462013" y="328427"/>
                </a:lnTo>
                <a:lnTo>
                  <a:pt x="463610" y="322065"/>
                </a:lnTo>
                <a:lnTo>
                  <a:pt x="464843" y="320335"/>
                </a:lnTo>
                <a:lnTo>
                  <a:pt x="466329" y="319582"/>
                </a:lnTo>
                <a:lnTo>
                  <a:pt x="467435" y="319837"/>
                </a:lnTo>
                <a:lnTo>
                  <a:pt x="467835" y="320601"/>
                </a:lnTo>
                <a:lnTo>
                  <a:pt x="467534" y="329177"/>
                </a:lnTo>
                <a:lnTo>
                  <a:pt x="468643" y="330334"/>
                </a:lnTo>
                <a:lnTo>
                  <a:pt x="470337" y="331462"/>
                </a:lnTo>
                <a:lnTo>
                  <a:pt x="472403" y="331913"/>
                </a:lnTo>
                <a:lnTo>
                  <a:pt x="475421" y="331390"/>
                </a:lnTo>
                <a:lnTo>
                  <a:pt x="476860" y="330283"/>
                </a:lnTo>
                <a:lnTo>
                  <a:pt x="477370" y="329078"/>
                </a:lnTo>
                <a:lnTo>
                  <a:pt x="477606" y="326079"/>
                </a:lnTo>
                <a:lnTo>
                  <a:pt x="477803" y="308452"/>
                </a:lnTo>
                <a:lnTo>
                  <a:pt x="477492" y="299273"/>
                </a:lnTo>
                <a:lnTo>
                  <a:pt x="476648" y="296578"/>
                </a:lnTo>
                <a:lnTo>
                  <a:pt x="474940" y="295504"/>
                </a:lnTo>
                <a:lnTo>
                  <a:pt x="469767" y="294993"/>
                </a:lnTo>
                <a:lnTo>
                  <a:pt x="467490" y="295610"/>
                </a:lnTo>
                <a:lnTo>
                  <a:pt x="464932" y="297118"/>
                </a:lnTo>
                <a:lnTo>
                  <a:pt x="463354" y="299726"/>
                </a:lnTo>
                <a:lnTo>
                  <a:pt x="460856" y="308963"/>
                </a:lnTo>
                <a:lnTo>
                  <a:pt x="459782" y="310509"/>
                </a:lnTo>
                <a:lnTo>
                  <a:pt x="457409" y="311868"/>
                </a:lnTo>
                <a:lnTo>
                  <a:pt x="455814" y="309583"/>
                </a:lnTo>
                <a:lnTo>
                  <a:pt x="452829" y="299718"/>
                </a:lnTo>
                <a:lnTo>
                  <a:pt x="450884" y="296662"/>
                </a:lnTo>
                <a:lnTo>
                  <a:pt x="449828" y="295802"/>
                </a:lnTo>
                <a:lnTo>
                  <a:pt x="447179" y="295153"/>
                </a:lnTo>
                <a:lnTo>
                  <a:pt x="443859" y="294973"/>
                </a:lnTo>
                <a:lnTo>
                  <a:pt x="441257" y="295379"/>
                </a:lnTo>
                <a:close/>
                <a:moveTo>
                  <a:pt x="505045" y="295282"/>
                </a:moveTo>
                <a:lnTo>
                  <a:pt x="503188" y="295991"/>
                </a:lnTo>
                <a:lnTo>
                  <a:pt x="501429" y="297452"/>
                </a:lnTo>
                <a:lnTo>
                  <a:pt x="501429" y="329949"/>
                </a:lnTo>
                <a:lnTo>
                  <a:pt x="503615" y="331458"/>
                </a:lnTo>
                <a:lnTo>
                  <a:pt x="505831" y="331817"/>
                </a:lnTo>
                <a:lnTo>
                  <a:pt x="509306" y="330978"/>
                </a:lnTo>
                <a:lnTo>
                  <a:pt x="510301" y="329920"/>
                </a:lnTo>
                <a:lnTo>
                  <a:pt x="511035" y="323810"/>
                </a:lnTo>
                <a:lnTo>
                  <a:pt x="511071" y="306082"/>
                </a:lnTo>
                <a:lnTo>
                  <a:pt x="514187" y="303859"/>
                </a:lnTo>
                <a:lnTo>
                  <a:pt x="517472" y="303604"/>
                </a:lnTo>
                <a:lnTo>
                  <a:pt x="519403" y="304071"/>
                </a:lnTo>
                <a:lnTo>
                  <a:pt x="520048" y="304666"/>
                </a:lnTo>
                <a:lnTo>
                  <a:pt x="520831" y="306970"/>
                </a:lnTo>
                <a:lnTo>
                  <a:pt x="520955" y="329515"/>
                </a:lnTo>
                <a:lnTo>
                  <a:pt x="522496" y="331037"/>
                </a:lnTo>
                <a:lnTo>
                  <a:pt x="524270" y="331694"/>
                </a:lnTo>
                <a:lnTo>
                  <a:pt x="527336" y="331611"/>
                </a:lnTo>
                <a:lnTo>
                  <a:pt x="529130" y="330899"/>
                </a:lnTo>
                <a:lnTo>
                  <a:pt x="530309" y="329707"/>
                </a:lnTo>
                <a:lnTo>
                  <a:pt x="530641" y="326571"/>
                </a:lnTo>
                <a:lnTo>
                  <a:pt x="530839" y="298175"/>
                </a:lnTo>
                <a:lnTo>
                  <a:pt x="528667" y="296134"/>
                </a:lnTo>
                <a:lnTo>
                  <a:pt x="526886" y="295331"/>
                </a:lnTo>
                <a:lnTo>
                  <a:pt x="505045" y="295282"/>
                </a:lnTo>
                <a:close/>
                <a:moveTo>
                  <a:pt x="563625" y="295957"/>
                </a:moveTo>
                <a:lnTo>
                  <a:pt x="561185" y="298346"/>
                </a:lnTo>
                <a:lnTo>
                  <a:pt x="559915" y="301027"/>
                </a:lnTo>
                <a:lnTo>
                  <a:pt x="557564" y="309850"/>
                </a:lnTo>
                <a:lnTo>
                  <a:pt x="551710" y="326686"/>
                </a:lnTo>
                <a:lnTo>
                  <a:pt x="551501" y="329805"/>
                </a:lnTo>
                <a:lnTo>
                  <a:pt x="553319" y="331769"/>
                </a:lnTo>
                <a:lnTo>
                  <a:pt x="557118" y="331760"/>
                </a:lnTo>
                <a:lnTo>
                  <a:pt x="558939" y="330304"/>
                </a:lnTo>
                <a:lnTo>
                  <a:pt x="560962" y="326512"/>
                </a:lnTo>
                <a:lnTo>
                  <a:pt x="562323" y="324964"/>
                </a:lnTo>
                <a:lnTo>
                  <a:pt x="564153" y="324159"/>
                </a:lnTo>
                <a:lnTo>
                  <a:pt x="567560" y="323894"/>
                </a:lnTo>
                <a:lnTo>
                  <a:pt x="569561" y="324458"/>
                </a:lnTo>
                <a:lnTo>
                  <a:pt x="570570" y="325296"/>
                </a:lnTo>
                <a:lnTo>
                  <a:pt x="573057" y="329597"/>
                </a:lnTo>
                <a:lnTo>
                  <a:pt x="574648" y="331039"/>
                </a:lnTo>
                <a:lnTo>
                  <a:pt x="577463" y="331877"/>
                </a:lnTo>
                <a:lnTo>
                  <a:pt x="580964" y="331407"/>
                </a:lnTo>
                <a:lnTo>
                  <a:pt x="582043" y="330327"/>
                </a:lnTo>
                <a:lnTo>
                  <a:pt x="582332" y="329274"/>
                </a:lnTo>
                <a:lnTo>
                  <a:pt x="581699" y="324856"/>
                </a:lnTo>
                <a:lnTo>
                  <a:pt x="575411" y="306229"/>
                </a:lnTo>
                <a:lnTo>
                  <a:pt x="573271" y="298604"/>
                </a:lnTo>
                <a:lnTo>
                  <a:pt x="572207" y="296952"/>
                </a:lnTo>
                <a:lnTo>
                  <a:pt x="569881" y="295528"/>
                </a:lnTo>
                <a:lnTo>
                  <a:pt x="565798" y="295013"/>
                </a:lnTo>
                <a:lnTo>
                  <a:pt x="563625" y="295957"/>
                </a:lnTo>
                <a:close/>
                <a:moveTo>
                  <a:pt x="567675" y="312688"/>
                </a:moveTo>
                <a:lnTo>
                  <a:pt x="568200" y="313989"/>
                </a:lnTo>
                <a:lnTo>
                  <a:pt x="567521" y="315022"/>
                </a:lnTo>
                <a:lnTo>
                  <a:pt x="565421" y="315459"/>
                </a:lnTo>
                <a:lnTo>
                  <a:pt x="564352" y="314796"/>
                </a:lnTo>
                <a:lnTo>
                  <a:pt x="564168" y="313137"/>
                </a:lnTo>
                <a:lnTo>
                  <a:pt x="564946" y="312011"/>
                </a:lnTo>
                <a:lnTo>
                  <a:pt x="566266" y="311822"/>
                </a:lnTo>
                <a:lnTo>
                  <a:pt x="567675" y="312688"/>
                </a:lnTo>
                <a:close/>
                <a:moveTo>
                  <a:pt x="606632" y="295379"/>
                </a:moveTo>
                <a:lnTo>
                  <a:pt x="605091" y="296781"/>
                </a:lnTo>
                <a:lnTo>
                  <a:pt x="604355" y="300767"/>
                </a:lnTo>
                <a:lnTo>
                  <a:pt x="604185" y="322627"/>
                </a:lnTo>
                <a:lnTo>
                  <a:pt x="604371" y="329140"/>
                </a:lnTo>
                <a:lnTo>
                  <a:pt x="604729" y="330180"/>
                </a:lnTo>
                <a:lnTo>
                  <a:pt x="606718" y="331592"/>
                </a:lnTo>
                <a:lnTo>
                  <a:pt x="609477" y="331957"/>
                </a:lnTo>
                <a:lnTo>
                  <a:pt x="611240" y="331512"/>
                </a:lnTo>
                <a:lnTo>
                  <a:pt x="613189" y="330093"/>
                </a:lnTo>
                <a:lnTo>
                  <a:pt x="613507" y="321391"/>
                </a:lnTo>
                <a:lnTo>
                  <a:pt x="614021" y="318678"/>
                </a:lnTo>
                <a:lnTo>
                  <a:pt x="615892" y="317237"/>
                </a:lnTo>
                <a:lnTo>
                  <a:pt x="619138" y="316828"/>
                </a:lnTo>
                <a:lnTo>
                  <a:pt x="622214" y="317500"/>
                </a:lnTo>
                <a:lnTo>
                  <a:pt x="623411" y="318522"/>
                </a:lnTo>
                <a:lnTo>
                  <a:pt x="623893" y="329659"/>
                </a:lnTo>
                <a:lnTo>
                  <a:pt x="625691" y="331338"/>
                </a:lnTo>
                <a:lnTo>
                  <a:pt x="627095" y="331879"/>
                </a:lnTo>
                <a:lnTo>
                  <a:pt x="629541" y="331923"/>
                </a:lnTo>
                <a:lnTo>
                  <a:pt x="631680" y="331061"/>
                </a:lnTo>
                <a:lnTo>
                  <a:pt x="633054" y="329515"/>
                </a:lnTo>
                <a:lnTo>
                  <a:pt x="633054" y="298513"/>
                </a:lnTo>
                <a:lnTo>
                  <a:pt x="631897" y="296666"/>
                </a:lnTo>
                <a:lnTo>
                  <a:pt x="630763" y="295561"/>
                </a:lnTo>
                <a:lnTo>
                  <a:pt x="629582" y="295138"/>
                </a:lnTo>
                <a:lnTo>
                  <a:pt x="627460" y="295112"/>
                </a:lnTo>
                <a:lnTo>
                  <a:pt x="625804" y="295871"/>
                </a:lnTo>
                <a:lnTo>
                  <a:pt x="624284" y="298375"/>
                </a:lnTo>
                <a:lnTo>
                  <a:pt x="624053" y="305166"/>
                </a:lnTo>
                <a:lnTo>
                  <a:pt x="623470" y="307124"/>
                </a:lnTo>
                <a:lnTo>
                  <a:pt x="622208" y="308320"/>
                </a:lnTo>
                <a:lnTo>
                  <a:pt x="618872" y="308854"/>
                </a:lnTo>
                <a:lnTo>
                  <a:pt x="615544" y="308423"/>
                </a:lnTo>
                <a:lnTo>
                  <a:pt x="613973" y="307348"/>
                </a:lnTo>
                <a:lnTo>
                  <a:pt x="613364" y="304945"/>
                </a:lnTo>
                <a:lnTo>
                  <a:pt x="613286" y="297693"/>
                </a:lnTo>
                <a:lnTo>
                  <a:pt x="610003" y="295112"/>
                </a:lnTo>
                <a:lnTo>
                  <a:pt x="608420" y="294942"/>
                </a:lnTo>
                <a:lnTo>
                  <a:pt x="606632" y="295379"/>
                </a:lnTo>
                <a:close/>
                <a:moveTo>
                  <a:pt x="659716" y="295861"/>
                </a:moveTo>
                <a:lnTo>
                  <a:pt x="657959" y="297321"/>
                </a:lnTo>
                <a:lnTo>
                  <a:pt x="657578" y="298673"/>
                </a:lnTo>
                <a:lnTo>
                  <a:pt x="657257" y="329177"/>
                </a:lnTo>
                <a:lnTo>
                  <a:pt x="658755" y="330837"/>
                </a:lnTo>
                <a:lnTo>
                  <a:pt x="660623" y="331690"/>
                </a:lnTo>
                <a:lnTo>
                  <a:pt x="662850" y="331923"/>
                </a:lnTo>
                <a:lnTo>
                  <a:pt x="664827" y="331443"/>
                </a:lnTo>
                <a:lnTo>
                  <a:pt x="667430" y="328400"/>
                </a:lnTo>
                <a:lnTo>
                  <a:pt x="671528" y="321632"/>
                </a:lnTo>
                <a:lnTo>
                  <a:pt x="676157" y="316449"/>
                </a:lnTo>
                <a:lnTo>
                  <a:pt x="677500" y="318224"/>
                </a:lnTo>
                <a:lnTo>
                  <a:pt x="677827" y="319402"/>
                </a:lnTo>
                <a:lnTo>
                  <a:pt x="677653" y="327030"/>
                </a:lnTo>
                <a:lnTo>
                  <a:pt x="677989" y="329852"/>
                </a:lnTo>
                <a:lnTo>
                  <a:pt x="679051" y="331056"/>
                </a:lnTo>
                <a:lnTo>
                  <a:pt x="680687" y="331756"/>
                </a:lnTo>
                <a:lnTo>
                  <a:pt x="683498" y="331794"/>
                </a:lnTo>
                <a:lnTo>
                  <a:pt x="685131" y="331101"/>
                </a:lnTo>
                <a:lnTo>
                  <a:pt x="686571" y="329515"/>
                </a:lnTo>
                <a:lnTo>
                  <a:pt x="686571" y="297693"/>
                </a:lnTo>
                <a:lnTo>
                  <a:pt x="683298" y="295048"/>
                </a:lnTo>
                <a:lnTo>
                  <a:pt x="681337" y="294940"/>
                </a:lnTo>
                <a:lnTo>
                  <a:pt x="679320" y="295951"/>
                </a:lnTo>
                <a:lnTo>
                  <a:pt x="676257" y="299529"/>
                </a:lnTo>
                <a:lnTo>
                  <a:pt x="670295" y="308915"/>
                </a:lnTo>
                <a:lnTo>
                  <a:pt x="668510" y="310614"/>
                </a:lnTo>
                <a:lnTo>
                  <a:pt x="667800" y="310304"/>
                </a:lnTo>
                <a:lnTo>
                  <a:pt x="667061" y="308415"/>
                </a:lnTo>
                <a:lnTo>
                  <a:pt x="666636" y="299454"/>
                </a:lnTo>
                <a:lnTo>
                  <a:pt x="665829" y="296488"/>
                </a:lnTo>
                <a:lnTo>
                  <a:pt x="664586" y="295427"/>
                </a:lnTo>
                <a:lnTo>
                  <a:pt x="663096" y="294971"/>
                </a:lnTo>
                <a:lnTo>
                  <a:pt x="661680" y="295007"/>
                </a:lnTo>
                <a:lnTo>
                  <a:pt x="659716" y="295861"/>
                </a:lnTo>
                <a:close/>
                <a:moveTo>
                  <a:pt x="712077" y="296777"/>
                </a:moveTo>
                <a:lnTo>
                  <a:pt x="710679" y="298224"/>
                </a:lnTo>
                <a:lnTo>
                  <a:pt x="710920" y="324693"/>
                </a:lnTo>
                <a:lnTo>
                  <a:pt x="711185" y="329417"/>
                </a:lnTo>
                <a:lnTo>
                  <a:pt x="711743" y="330406"/>
                </a:lnTo>
                <a:lnTo>
                  <a:pt x="713309" y="331344"/>
                </a:lnTo>
                <a:lnTo>
                  <a:pt x="715325" y="331775"/>
                </a:lnTo>
                <a:lnTo>
                  <a:pt x="717382" y="331667"/>
                </a:lnTo>
                <a:lnTo>
                  <a:pt x="719069" y="330991"/>
                </a:lnTo>
                <a:lnTo>
                  <a:pt x="725565" y="320121"/>
                </a:lnTo>
                <a:lnTo>
                  <a:pt x="727391" y="318600"/>
                </a:lnTo>
                <a:lnTo>
                  <a:pt x="729517" y="317658"/>
                </a:lnTo>
                <a:lnTo>
                  <a:pt x="730237" y="317861"/>
                </a:lnTo>
                <a:lnTo>
                  <a:pt x="730597" y="318877"/>
                </a:lnTo>
                <a:lnTo>
                  <a:pt x="731555" y="330431"/>
                </a:lnTo>
                <a:lnTo>
                  <a:pt x="733363" y="331543"/>
                </a:lnTo>
                <a:lnTo>
                  <a:pt x="736120" y="331882"/>
                </a:lnTo>
                <a:lnTo>
                  <a:pt x="738696" y="331377"/>
                </a:lnTo>
                <a:lnTo>
                  <a:pt x="740571" y="330045"/>
                </a:lnTo>
                <a:lnTo>
                  <a:pt x="740432" y="301937"/>
                </a:lnTo>
                <a:lnTo>
                  <a:pt x="739509" y="296622"/>
                </a:lnTo>
                <a:lnTo>
                  <a:pt x="738084" y="295540"/>
                </a:lnTo>
                <a:lnTo>
                  <a:pt x="735750" y="295379"/>
                </a:lnTo>
                <a:lnTo>
                  <a:pt x="734304" y="295622"/>
                </a:lnTo>
                <a:lnTo>
                  <a:pt x="732194" y="296837"/>
                </a:lnTo>
                <a:lnTo>
                  <a:pt x="730267" y="298964"/>
                </a:lnTo>
                <a:lnTo>
                  <a:pt x="723938" y="309216"/>
                </a:lnTo>
                <a:lnTo>
                  <a:pt x="722262" y="310289"/>
                </a:lnTo>
                <a:lnTo>
                  <a:pt x="721296" y="310000"/>
                </a:lnTo>
                <a:lnTo>
                  <a:pt x="720661" y="308831"/>
                </a:lnTo>
                <a:lnTo>
                  <a:pt x="720321" y="297741"/>
                </a:lnTo>
                <a:lnTo>
                  <a:pt x="718538" y="296105"/>
                </a:lnTo>
                <a:lnTo>
                  <a:pt x="716423" y="295340"/>
                </a:lnTo>
                <a:lnTo>
                  <a:pt x="714111" y="295569"/>
                </a:lnTo>
                <a:lnTo>
                  <a:pt x="712077" y="296777"/>
                </a:lnTo>
                <a:close/>
                <a:moveTo>
                  <a:pt x="952039" y="298320"/>
                </a:moveTo>
                <a:lnTo>
                  <a:pt x="951702" y="300249"/>
                </a:lnTo>
                <a:lnTo>
                  <a:pt x="954512" y="306484"/>
                </a:lnTo>
                <a:lnTo>
                  <a:pt x="953908" y="307749"/>
                </a:lnTo>
                <a:lnTo>
                  <a:pt x="950526" y="308599"/>
                </a:lnTo>
                <a:lnTo>
                  <a:pt x="941771" y="307873"/>
                </a:lnTo>
                <a:lnTo>
                  <a:pt x="936673" y="308532"/>
                </a:lnTo>
                <a:lnTo>
                  <a:pt x="933621" y="310201"/>
                </a:lnTo>
                <a:lnTo>
                  <a:pt x="933176" y="312428"/>
                </a:lnTo>
                <a:lnTo>
                  <a:pt x="934217" y="314684"/>
                </a:lnTo>
                <a:lnTo>
                  <a:pt x="936527" y="316120"/>
                </a:lnTo>
                <a:lnTo>
                  <a:pt x="941879" y="317702"/>
                </a:lnTo>
                <a:lnTo>
                  <a:pt x="948194" y="318410"/>
                </a:lnTo>
                <a:lnTo>
                  <a:pt x="949882" y="319046"/>
                </a:lnTo>
                <a:lnTo>
                  <a:pt x="951710" y="320649"/>
                </a:lnTo>
                <a:lnTo>
                  <a:pt x="955237" y="328258"/>
                </a:lnTo>
                <a:lnTo>
                  <a:pt x="960063" y="341840"/>
                </a:lnTo>
                <a:lnTo>
                  <a:pt x="966865" y="351696"/>
                </a:lnTo>
                <a:lnTo>
                  <a:pt x="971351" y="362236"/>
                </a:lnTo>
                <a:lnTo>
                  <a:pt x="972331" y="368231"/>
                </a:lnTo>
                <a:lnTo>
                  <a:pt x="972673" y="388370"/>
                </a:lnTo>
                <a:lnTo>
                  <a:pt x="974073" y="395327"/>
                </a:lnTo>
                <a:lnTo>
                  <a:pt x="972452" y="405573"/>
                </a:lnTo>
                <a:lnTo>
                  <a:pt x="970429" y="428035"/>
                </a:lnTo>
                <a:lnTo>
                  <a:pt x="969435" y="432623"/>
                </a:lnTo>
                <a:lnTo>
                  <a:pt x="967187" y="438068"/>
                </a:lnTo>
                <a:lnTo>
                  <a:pt x="965715" y="440326"/>
                </a:lnTo>
                <a:lnTo>
                  <a:pt x="963695" y="442047"/>
                </a:lnTo>
                <a:lnTo>
                  <a:pt x="961154" y="443212"/>
                </a:lnTo>
                <a:lnTo>
                  <a:pt x="958120" y="443804"/>
                </a:lnTo>
                <a:lnTo>
                  <a:pt x="953775" y="443879"/>
                </a:lnTo>
                <a:lnTo>
                  <a:pt x="948983" y="437837"/>
                </a:lnTo>
                <a:lnTo>
                  <a:pt x="949025" y="436694"/>
                </a:lnTo>
                <a:lnTo>
                  <a:pt x="949858" y="435809"/>
                </a:lnTo>
                <a:lnTo>
                  <a:pt x="955627" y="434734"/>
                </a:lnTo>
                <a:lnTo>
                  <a:pt x="957373" y="433873"/>
                </a:lnTo>
                <a:lnTo>
                  <a:pt x="958307" y="432693"/>
                </a:lnTo>
                <a:lnTo>
                  <a:pt x="958452" y="410370"/>
                </a:lnTo>
                <a:lnTo>
                  <a:pt x="955903" y="403724"/>
                </a:lnTo>
                <a:lnTo>
                  <a:pt x="954493" y="394445"/>
                </a:lnTo>
                <a:lnTo>
                  <a:pt x="953276" y="390689"/>
                </a:lnTo>
                <a:lnTo>
                  <a:pt x="950109" y="385758"/>
                </a:lnTo>
                <a:lnTo>
                  <a:pt x="943794" y="380241"/>
                </a:lnTo>
                <a:lnTo>
                  <a:pt x="940859" y="378942"/>
                </a:lnTo>
                <a:lnTo>
                  <a:pt x="938632" y="379626"/>
                </a:lnTo>
                <a:lnTo>
                  <a:pt x="928242" y="395003"/>
                </a:lnTo>
                <a:lnTo>
                  <a:pt x="925921" y="397095"/>
                </a:lnTo>
                <a:lnTo>
                  <a:pt x="923591" y="397292"/>
                </a:lnTo>
                <a:lnTo>
                  <a:pt x="919775" y="394537"/>
                </a:lnTo>
                <a:lnTo>
                  <a:pt x="917861" y="393670"/>
                </a:lnTo>
                <a:lnTo>
                  <a:pt x="916169" y="393753"/>
                </a:lnTo>
                <a:lnTo>
                  <a:pt x="914480" y="395086"/>
                </a:lnTo>
                <a:lnTo>
                  <a:pt x="918386" y="407604"/>
                </a:lnTo>
                <a:lnTo>
                  <a:pt x="919844" y="408686"/>
                </a:lnTo>
                <a:lnTo>
                  <a:pt x="923549" y="409385"/>
                </a:lnTo>
                <a:lnTo>
                  <a:pt x="926904" y="408908"/>
                </a:lnTo>
                <a:lnTo>
                  <a:pt x="929600" y="407322"/>
                </a:lnTo>
                <a:lnTo>
                  <a:pt x="934356" y="402835"/>
                </a:lnTo>
                <a:lnTo>
                  <a:pt x="941963" y="394598"/>
                </a:lnTo>
                <a:lnTo>
                  <a:pt x="943011" y="394569"/>
                </a:lnTo>
                <a:lnTo>
                  <a:pt x="943999" y="395729"/>
                </a:lnTo>
                <a:lnTo>
                  <a:pt x="944458" y="397995"/>
                </a:lnTo>
                <a:lnTo>
                  <a:pt x="944518" y="404488"/>
                </a:lnTo>
                <a:lnTo>
                  <a:pt x="948134" y="410852"/>
                </a:lnTo>
                <a:lnTo>
                  <a:pt x="948471" y="422134"/>
                </a:lnTo>
                <a:lnTo>
                  <a:pt x="946129" y="424197"/>
                </a:lnTo>
                <a:lnTo>
                  <a:pt x="941421" y="425018"/>
                </a:lnTo>
                <a:lnTo>
                  <a:pt x="939388" y="426478"/>
                </a:lnTo>
                <a:lnTo>
                  <a:pt x="936056" y="432313"/>
                </a:lnTo>
                <a:lnTo>
                  <a:pt x="934967" y="435013"/>
                </a:lnTo>
                <a:lnTo>
                  <a:pt x="934718" y="436954"/>
                </a:lnTo>
                <a:lnTo>
                  <a:pt x="936031" y="439534"/>
                </a:lnTo>
                <a:lnTo>
                  <a:pt x="942905" y="447489"/>
                </a:lnTo>
                <a:lnTo>
                  <a:pt x="944845" y="452017"/>
                </a:lnTo>
                <a:lnTo>
                  <a:pt x="944393" y="454696"/>
                </a:lnTo>
                <a:lnTo>
                  <a:pt x="939622" y="460715"/>
                </a:lnTo>
                <a:lnTo>
                  <a:pt x="939576" y="462815"/>
                </a:lnTo>
                <a:lnTo>
                  <a:pt x="942042" y="465387"/>
                </a:lnTo>
                <a:lnTo>
                  <a:pt x="944263" y="466301"/>
                </a:lnTo>
                <a:lnTo>
                  <a:pt x="948117" y="466942"/>
                </a:lnTo>
                <a:lnTo>
                  <a:pt x="951345" y="466547"/>
                </a:lnTo>
                <a:lnTo>
                  <a:pt x="952596" y="465652"/>
                </a:lnTo>
                <a:lnTo>
                  <a:pt x="955254" y="462037"/>
                </a:lnTo>
                <a:lnTo>
                  <a:pt x="957376" y="456899"/>
                </a:lnTo>
                <a:lnTo>
                  <a:pt x="959766" y="454595"/>
                </a:lnTo>
                <a:lnTo>
                  <a:pt x="963587" y="452993"/>
                </a:lnTo>
                <a:lnTo>
                  <a:pt x="970373" y="451344"/>
                </a:lnTo>
                <a:lnTo>
                  <a:pt x="974342" y="445898"/>
                </a:lnTo>
                <a:lnTo>
                  <a:pt x="978798" y="438624"/>
                </a:lnTo>
                <a:lnTo>
                  <a:pt x="981818" y="417633"/>
                </a:lnTo>
                <a:lnTo>
                  <a:pt x="983030" y="402124"/>
                </a:lnTo>
                <a:lnTo>
                  <a:pt x="982848" y="361674"/>
                </a:lnTo>
                <a:lnTo>
                  <a:pt x="977767" y="350301"/>
                </a:lnTo>
                <a:lnTo>
                  <a:pt x="974933" y="345720"/>
                </a:lnTo>
                <a:lnTo>
                  <a:pt x="972127" y="342237"/>
                </a:lnTo>
                <a:lnTo>
                  <a:pt x="968186" y="335286"/>
                </a:lnTo>
                <a:lnTo>
                  <a:pt x="967720" y="333377"/>
                </a:lnTo>
                <a:lnTo>
                  <a:pt x="968195" y="330669"/>
                </a:lnTo>
                <a:lnTo>
                  <a:pt x="969177" y="330235"/>
                </a:lnTo>
                <a:lnTo>
                  <a:pt x="971719" y="332137"/>
                </a:lnTo>
                <a:lnTo>
                  <a:pt x="980672" y="343931"/>
                </a:lnTo>
                <a:lnTo>
                  <a:pt x="985130" y="350555"/>
                </a:lnTo>
                <a:lnTo>
                  <a:pt x="988240" y="354028"/>
                </a:lnTo>
                <a:lnTo>
                  <a:pt x="990951" y="356331"/>
                </a:lnTo>
                <a:lnTo>
                  <a:pt x="993265" y="360060"/>
                </a:lnTo>
                <a:lnTo>
                  <a:pt x="995450" y="365096"/>
                </a:lnTo>
                <a:lnTo>
                  <a:pt x="997891" y="369372"/>
                </a:lnTo>
                <a:lnTo>
                  <a:pt x="1000941" y="373245"/>
                </a:lnTo>
                <a:lnTo>
                  <a:pt x="1004257" y="376331"/>
                </a:lnTo>
                <a:lnTo>
                  <a:pt x="1007496" y="378247"/>
                </a:lnTo>
                <a:lnTo>
                  <a:pt x="1008980" y="378645"/>
                </a:lnTo>
                <a:lnTo>
                  <a:pt x="1011563" y="378289"/>
                </a:lnTo>
                <a:lnTo>
                  <a:pt x="1012979" y="376240"/>
                </a:lnTo>
                <a:lnTo>
                  <a:pt x="1013609" y="371943"/>
                </a:lnTo>
                <a:lnTo>
                  <a:pt x="1016405" y="370864"/>
                </a:lnTo>
                <a:lnTo>
                  <a:pt x="1019815" y="370272"/>
                </a:lnTo>
                <a:lnTo>
                  <a:pt x="1020751" y="368779"/>
                </a:lnTo>
                <a:lnTo>
                  <a:pt x="1019877" y="366440"/>
                </a:lnTo>
                <a:lnTo>
                  <a:pt x="1016771" y="363313"/>
                </a:lnTo>
                <a:lnTo>
                  <a:pt x="1004080" y="357046"/>
                </a:lnTo>
                <a:lnTo>
                  <a:pt x="1001547" y="355065"/>
                </a:lnTo>
                <a:lnTo>
                  <a:pt x="999645" y="352447"/>
                </a:lnTo>
                <a:lnTo>
                  <a:pt x="998036" y="347016"/>
                </a:lnTo>
                <a:lnTo>
                  <a:pt x="997420" y="342500"/>
                </a:lnTo>
                <a:lnTo>
                  <a:pt x="998207" y="340682"/>
                </a:lnTo>
                <a:lnTo>
                  <a:pt x="1002592" y="337428"/>
                </a:lnTo>
                <a:lnTo>
                  <a:pt x="1002664" y="334625"/>
                </a:lnTo>
                <a:lnTo>
                  <a:pt x="1001705" y="332775"/>
                </a:lnTo>
                <a:lnTo>
                  <a:pt x="975254" y="314213"/>
                </a:lnTo>
                <a:lnTo>
                  <a:pt x="972896" y="311775"/>
                </a:lnTo>
                <a:lnTo>
                  <a:pt x="968273" y="305690"/>
                </a:lnTo>
                <a:lnTo>
                  <a:pt x="960959" y="298706"/>
                </a:lnTo>
                <a:lnTo>
                  <a:pt x="959050" y="297805"/>
                </a:lnTo>
                <a:lnTo>
                  <a:pt x="955866" y="297211"/>
                </a:lnTo>
                <a:lnTo>
                  <a:pt x="953138" y="297555"/>
                </a:lnTo>
                <a:lnTo>
                  <a:pt x="952039" y="298320"/>
                </a:lnTo>
                <a:close/>
                <a:moveTo>
                  <a:pt x="648241" y="347932"/>
                </a:moveTo>
                <a:lnTo>
                  <a:pt x="642794" y="348762"/>
                </a:lnTo>
                <a:lnTo>
                  <a:pt x="637670" y="350133"/>
                </a:lnTo>
                <a:lnTo>
                  <a:pt x="632905" y="352017"/>
                </a:lnTo>
                <a:lnTo>
                  <a:pt x="628532" y="354385"/>
                </a:lnTo>
                <a:lnTo>
                  <a:pt x="624586" y="357208"/>
                </a:lnTo>
                <a:lnTo>
                  <a:pt x="621101" y="360457"/>
                </a:lnTo>
                <a:lnTo>
                  <a:pt x="618113" y="364105"/>
                </a:lnTo>
                <a:lnTo>
                  <a:pt x="615654" y="368122"/>
                </a:lnTo>
                <a:lnTo>
                  <a:pt x="613761" y="372480"/>
                </a:lnTo>
                <a:lnTo>
                  <a:pt x="612466" y="377150"/>
                </a:lnTo>
                <a:lnTo>
                  <a:pt x="611598" y="381441"/>
                </a:lnTo>
                <a:lnTo>
                  <a:pt x="611598" y="451352"/>
                </a:lnTo>
                <a:lnTo>
                  <a:pt x="613317" y="459657"/>
                </a:lnTo>
                <a:lnTo>
                  <a:pt x="616071" y="466314"/>
                </a:lnTo>
                <a:lnTo>
                  <a:pt x="617931" y="469386"/>
                </a:lnTo>
                <a:lnTo>
                  <a:pt x="622509" y="474888"/>
                </a:lnTo>
                <a:lnTo>
                  <a:pt x="628089" y="479361"/>
                </a:lnTo>
                <a:lnTo>
                  <a:pt x="634500" y="482595"/>
                </a:lnTo>
                <a:lnTo>
                  <a:pt x="642274" y="485017"/>
                </a:lnTo>
                <a:lnTo>
                  <a:pt x="657769" y="485634"/>
                </a:lnTo>
                <a:lnTo>
                  <a:pt x="704356" y="485548"/>
                </a:lnTo>
                <a:lnTo>
                  <a:pt x="710843" y="484724"/>
                </a:lnTo>
                <a:lnTo>
                  <a:pt x="720089" y="481248"/>
                </a:lnTo>
                <a:lnTo>
                  <a:pt x="726366" y="477026"/>
                </a:lnTo>
                <a:lnTo>
                  <a:pt x="731603" y="472064"/>
                </a:lnTo>
                <a:lnTo>
                  <a:pt x="736078" y="465049"/>
                </a:lnTo>
                <a:lnTo>
                  <a:pt x="739418" y="454961"/>
                </a:lnTo>
                <a:lnTo>
                  <a:pt x="740071" y="445910"/>
                </a:lnTo>
                <a:lnTo>
                  <a:pt x="740217" y="435217"/>
                </a:lnTo>
                <a:lnTo>
                  <a:pt x="739848" y="378066"/>
                </a:lnTo>
                <a:lnTo>
                  <a:pt x="735483" y="367532"/>
                </a:lnTo>
                <a:lnTo>
                  <a:pt x="732875" y="363548"/>
                </a:lnTo>
                <a:lnTo>
                  <a:pt x="729578" y="359551"/>
                </a:lnTo>
                <a:lnTo>
                  <a:pt x="723745" y="354700"/>
                </a:lnTo>
                <a:lnTo>
                  <a:pt x="717348" y="351338"/>
                </a:lnTo>
                <a:lnTo>
                  <a:pt x="705616" y="347740"/>
                </a:lnTo>
                <a:lnTo>
                  <a:pt x="648241" y="347932"/>
                </a:lnTo>
                <a:close/>
                <a:moveTo>
                  <a:pt x="701566" y="378066"/>
                </a:moveTo>
                <a:lnTo>
                  <a:pt x="704329" y="379657"/>
                </a:lnTo>
                <a:lnTo>
                  <a:pt x="707757" y="383127"/>
                </a:lnTo>
                <a:lnTo>
                  <a:pt x="709184" y="385781"/>
                </a:lnTo>
                <a:lnTo>
                  <a:pt x="709391" y="388140"/>
                </a:lnTo>
                <a:lnTo>
                  <a:pt x="709722" y="408119"/>
                </a:lnTo>
                <a:lnTo>
                  <a:pt x="709511" y="440696"/>
                </a:lnTo>
                <a:lnTo>
                  <a:pt x="709136" y="447881"/>
                </a:lnTo>
                <a:lnTo>
                  <a:pt x="707395" y="450942"/>
                </a:lnTo>
                <a:lnTo>
                  <a:pt x="703977" y="454775"/>
                </a:lnTo>
                <a:lnTo>
                  <a:pt x="695395" y="457427"/>
                </a:lnTo>
                <a:lnTo>
                  <a:pt x="654027" y="457138"/>
                </a:lnTo>
                <a:lnTo>
                  <a:pt x="646795" y="454155"/>
                </a:lnTo>
                <a:lnTo>
                  <a:pt x="644080" y="451198"/>
                </a:lnTo>
                <a:lnTo>
                  <a:pt x="641105" y="445566"/>
                </a:lnTo>
                <a:lnTo>
                  <a:pt x="641202" y="388529"/>
                </a:lnTo>
                <a:lnTo>
                  <a:pt x="644507" y="382038"/>
                </a:lnTo>
                <a:lnTo>
                  <a:pt x="648056" y="378824"/>
                </a:lnTo>
                <a:lnTo>
                  <a:pt x="649880" y="378018"/>
                </a:lnTo>
                <a:lnTo>
                  <a:pt x="651928" y="377747"/>
                </a:lnTo>
                <a:lnTo>
                  <a:pt x="682908" y="377341"/>
                </a:lnTo>
                <a:lnTo>
                  <a:pt x="701566" y="378066"/>
                </a:lnTo>
                <a:close/>
                <a:moveTo>
                  <a:pt x="29266" y="350825"/>
                </a:moveTo>
                <a:lnTo>
                  <a:pt x="1832" y="351066"/>
                </a:lnTo>
                <a:lnTo>
                  <a:pt x="0" y="353332"/>
                </a:lnTo>
                <a:lnTo>
                  <a:pt x="0" y="376765"/>
                </a:lnTo>
                <a:lnTo>
                  <a:pt x="1832" y="379031"/>
                </a:lnTo>
                <a:lnTo>
                  <a:pt x="69959" y="379272"/>
                </a:lnTo>
                <a:lnTo>
                  <a:pt x="74599" y="381245"/>
                </a:lnTo>
                <a:lnTo>
                  <a:pt x="76550" y="382535"/>
                </a:lnTo>
                <a:lnTo>
                  <a:pt x="80036" y="387131"/>
                </a:lnTo>
                <a:lnTo>
                  <a:pt x="79915" y="397647"/>
                </a:lnTo>
                <a:lnTo>
                  <a:pt x="79312" y="400232"/>
                </a:lnTo>
                <a:lnTo>
                  <a:pt x="76999" y="401055"/>
                </a:lnTo>
                <a:lnTo>
                  <a:pt x="73266" y="401318"/>
                </a:lnTo>
                <a:lnTo>
                  <a:pt x="35341" y="401836"/>
                </a:lnTo>
                <a:lnTo>
                  <a:pt x="34423" y="403197"/>
                </a:lnTo>
                <a:lnTo>
                  <a:pt x="33935" y="406477"/>
                </a:lnTo>
                <a:lnTo>
                  <a:pt x="33875" y="423531"/>
                </a:lnTo>
                <a:lnTo>
                  <a:pt x="34582" y="428925"/>
                </a:lnTo>
                <a:lnTo>
                  <a:pt x="35250" y="430066"/>
                </a:lnTo>
                <a:lnTo>
                  <a:pt x="36072" y="430463"/>
                </a:lnTo>
                <a:lnTo>
                  <a:pt x="78011" y="430861"/>
                </a:lnTo>
                <a:lnTo>
                  <a:pt x="80277" y="432693"/>
                </a:lnTo>
                <a:lnTo>
                  <a:pt x="79550" y="447009"/>
                </a:lnTo>
                <a:lnTo>
                  <a:pt x="78522" y="448922"/>
                </a:lnTo>
                <a:lnTo>
                  <a:pt x="76084" y="451270"/>
                </a:lnTo>
                <a:lnTo>
                  <a:pt x="70634" y="454245"/>
                </a:lnTo>
                <a:lnTo>
                  <a:pt x="2025" y="454727"/>
                </a:lnTo>
                <a:lnTo>
                  <a:pt x="0" y="456559"/>
                </a:lnTo>
                <a:lnTo>
                  <a:pt x="0" y="480907"/>
                </a:lnTo>
                <a:lnTo>
                  <a:pt x="1832" y="483174"/>
                </a:lnTo>
                <a:lnTo>
                  <a:pt x="68296" y="483210"/>
                </a:lnTo>
                <a:lnTo>
                  <a:pt x="77628" y="482610"/>
                </a:lnTo>
                <a:lnTo>
                  <a:pt x="84714" y="481646"/>
                </a:lnTo>
                <a:lnTo>
                  <a:pt x="89438" y="480275"/>
                </a:lnTo>
                <a:lnTo>
                  <a:pt x="95899" y="477539"/>
                </a:lnTo>
                <a:lnTo>
                  <a:pt x="101748" y="472575"/>
                </a:lnTo>
                <a:lnTo>
                  <a:pt x="105541" y="467039"/>
                </a:lnTo>
                <a:lnTo>
                  <a:pt x="107538" y="462347"/>
                </a:lnTo>
                <a:lnTo>
                  <a:pt x="109850" y="454768"/>
                </a:lnTo>
                <a:lnTo>
                  <a:pt x="110438" y="450441"/>
                </a:lnTo>
                <a:lnTo>
                  <a:pt x="111158" y="427596"/>
                </a:lnTo>
                <a:lnTo>
                  <a:pt x="110640" y="387299"/>
                </a:lnTo>
                <a:lnTo>
                  <a:pt x="109783" y="378229"/>
                </a:lnTo>
                <a:lnTo>
                  <a:pt x="106276" y="367275"/>
                </a:lnTo>
                <a:lnTo>
                  <a:pt x="103724" y="363007"/>
                </a:lnTo>
                <a:lnTo>
                  <a:pt x="102112" y="361107"/>
                </a:lnTo>
                <a:lnTo>
                  <a:pt x="98204" y="357766"/>
                </a:lnTo>
                <a:lnTo>
                  <a:pt x="93368" y="355019"/>
                </a:lnTo>
                <a:lnTo>
                  <a:pt x="85591" y="352246"/>
                </a:lnTo>
                <a:lnTo>
                  <a:pt x="79310" y="351252"/>
                </a:lnTo>
                <a:lnTo>
                  <a:pt x="69398" y="350763"/>
                </a:lnTo>
                <a:lnTo>
                  <a:pt x="29266" y="350825"/>
                </a:lnTo>
                <a:close/>
                <a:moveTo>
                  <a:pt x="220002" y="350729"/>
                </a:moveTo>
                <a:lnTo>
                  <a:pt x="216985" y="351231"/>
                </a:lnTo>
                <a:lnTo>
                  <a:pt x="216386" y="351645"/>
                </a:lnTo>
                <a:lnTo>
                  <a:pt x="216129" y="352606"/>
                </a:lnTo>
                <a:lnTo>
                  <a:pt x="215277" y="397979"/>
                </a:lnTo>
                <a:lnTo>
                  <a:pt x="213445" y="400004"/>
                </a:lnTo>
                <a:lnTo>
                  <a:pt x="170408" y="399954"/>
                </a:lnTo>
                <a:lnTo>
                  <a:pt x="155250" y="399522"/>
                </a:lnTo>
                <a:lnTo>
                  <a:pt x="154068" y="397769"/>
                </a:lnTo>
                <a:lnTo>
                  <a:pt x="153500" y="392218"/>
                </a:lnTo>
                <a:lnTo>
                  <a:pt x="153321" y="352320"/>
                </a:lnTo>
                <a:lnTo>
                  <a:pt x="151494" y="351257"/>
                </a:lnTo>
                <a:lnTo>
                  <a:pt x="148964" y="350958"/>
                </a:lnTo>
                <a:lnTo>
                  <a:pt x="124875" y="350825"/>
                </a:lnTo>
                <a:lnTo>
                  <a:pt x="122946" y="352754"/>
                </a:lnTo>
                <a:lnTo>
                  <a:pt x="122946" y="481004"/>
                </a:lnTo>
                <a:lnTo>
                  <a:pt x="124310" y="482292"/>
                </a:lnTo>
                <a:lnTo>
                  <a:pt x="126586" y="483051"/>
                </a:lnTo>
                <a:lnTo>
                  <a:pt x="129417" y="483298"/>
                </a:lnTo>
                <a:lnTo>
                  <a:pt x="151345" y="483174"/>
                </a:lnTo>
                <a:lnTo>
                  <a:pt x="153418" y="481100"/>
                </a:lnTo>
                <a:lnTo>
                  <a:pt x="153396" y="440774"/>
                </a:lnTo>
                <a:lnTo>
                  <a:pt x="154039" y="431263"/>
                </a:lnTo>
                <a:lnTo>
                  <a:pt x="154761" y="429772"/>
                </a:lnTo>
                <a:lnTo>
                  <a:pt x="155718" y="429331"/>
                </a:lnTo>
                <a:lnTo>
                  <a:pt x="166581" y="429019"/>
                </a:lnTo>
                <a:lnTo>
                  <a:pt x="213541" y="428932"/>
                </a:lnTo>
                <a:lnTo>
                  <a:pt x="215518" y="431488"/>
                </a:lnTo>
                <a:lnTo>
                  <a:pt x="215518" y="481052"/>
                </a:lnTo>
                <a:lnTo>
                  <a:pt x="217929" y="483463"/>
                </a:lnTo>
                <a:lnTo>
                  <a:pt x="243434" y="483174"/>
                </a:lnTo>
                <a:lnTo>
                  <a:pt x="245604" y="481004"/>
                </a:lnTo>
                <a:lnTo>
                  <a:pt x="245411" y="353236"/>
                </a:lnTo>
                <a:lnTo>
                  <a:pt x="244117" y="351601"/>
                </a:lnTo>
                <a:lnTo>
                  <a:pt x="241619" y="351170"/>
                </a:lnTo>
                <a:lnTo>
                  <a:pt x="220002" y="350729"/>
                </a:lnTo>
                <a:close/>
                <a:moveTo>
                  <a:pt x="288080" y="351356"/>
                </a:moveTo>
                <a:lnTo>
                  <a:pt x="282940" y="352596"/>
                </a:lnTo>
                <a:lnTo>
                  <a:pt x="275966" y="355208"/>
                </a:lnTo>
                <a:lnTo>
                  <a:pt x="272314" y="357238"/>
                </a:lnTo>
                <a:lnTo>
                  <a:pt x="269012" y="360147"/>
                </a:lnTo>
                <a:lnTo>
                  <a:pt x="266194" y="363561"/>
                </a:lnTo>
                <a:lnTo>
                  <a:pt x="262969" y="369466"/>
                </a:lnTo>
                <a:lnTo>
                  <a:pt x="261552" y="373817"/>
                </a:lnTo>
                <a:lnTo>
                  <a:pt x="259875" y="382116"/>
                </a:lnTo>
                <a:lnTo>
                  <a:pt x="259466" y="400248"/>
                </a:lnTo>
                <a:lnTo>
                  <a:pt x="259634" y="451352"/>
                </a:lnTo>
                <a:lnTo>
                  <a:pt x="261816" y="460716"/>
                </a:lnTo>
                <a:lnTo>
                  <a:pt x="265146" y="468552"/>
                </a:lnTo>
                <a:lnTo>
                  <a:pt x="268274" y="472693"/>
                </a:lnTo>
                <a:lnTo>
                  <a:pt x="274511" y="477535"/>
                </a:lnTo>
                <a:lnTo>
                  <a:pt x="281993" y="480878"/>
                </a:lnTo>
                <a:lnTo>
                  <a:pt x="287663" y="482153"/>
                </a:lnTo>
                <a:lnTo>
                  <a:pt x="296313" y="482840"/>
                </a:lnTo>
                <a:lnTo>
                  <a:pt x="310209" y="483120"/>
                </a:lnTo>
                <a:lnTo>
                  <a:pt x="367489" y="483174"/>
                </a:lnTo>
                <a:lnTo>
                  <a:pt x="369321" y="480907"/>
                </a:lnTo>
                <a:lnTo>
                  <a:pt x="369243" y="459994"/>
                </a:lnTo>
                <a:lnTo>
                  <a:pt x="368984" y="456999"/>
                </a:lnTo>
                <a:lnTo>
                  <a:pt x="367995" y="455140"/>
                </a:lnTo>
                <a:lnTo>
                  <a:pt x="366162" y="454684"/>
                </a:lnTo>
                <a:lnTo>
                  <a:pt x="359752" y="454560"/>
                </a:lnTo>
                <a:lnTo>
                  <a:pt x="299652" y="454245"/>
                </a:lnTo>
                <a:lnTo>
                  <a:pt x="294909" y="451901"/>
                </a:lnTo>
                <a:lnTo>
                  <a:pt x="291577" y="448897"/>
                </a:lnTo>
                <a:lnTo>
                  <a:pt x="289806" y="444491"/>
                </a:lnTo>
                <a:lnTo>
                  <a:pt x="289286" y="438045"/>
                </a:lnTo>
                <a:lnTo>
                  <a:pt x="289546" y="433175"/>
                </a:lnTo>
                <a:lnTo>
                  <a:pt x="291311" y="431102"/>
                </a:lnTo>
                <a:lnTo>
                  <a:pt x="367441" y="430234"/>
                </a:lnTo>
                <a:lnTo>
                  <a:pt x="368570" y="428989"/>
                </a:lnTo>
                <a:lnTo>
                  <a:pt x="368996" y="427136"/>
                </a:lnTo>
                <a:lnTo>
                  <a:pt x="369321" y="415722"/>
                </a:lnTo>
                <a:lnTo>
                  <a:pt x="369321" y="403957"/>
                </a:lnTo>
                <a:lnTo>
                  <a:pt x="367489" y="401691"/>
                </a:lnTo>
                <a:lnTo>
                  <a:pt x="291229" y="400849"/>
                </a:lnTo>
                <a:lnTo>
                  <a:pt x="290254" y="400571"/>
                </a:lnTo>
                <a:lnTo>
                  <a:pt x="289750" y="399928"/>
                </a:lnTo>
                <a:lnTo>
                  <a:pt x="289299" y="396122"/>
                </a:lnTo>
                <a:lnTo>
                  <a:pt x="289792" y="388945"/>
                </a:lnTo>
                <a:lnTo>
                  <a:pt x="292207" y="383837"/>
                </a:lnTo>
                <a:lnTo>
                  <a:pt x="293649" y="382159"/>
                </a:lnTo>
                <a:lnTo>
                  <a:pt x="294911" y="381390"/>
                </a:lnTo>
                <a:lnTo>
                  <a:pt x="300809" y="379272"/>
                </a:lnTo>
                <a:lnTo>
                  <a:pt x="366766" y="379272"/>
                </a:lnTo>
                <a:lnTo>
                  <a:pt x="369321" y="377295"/>
                </a:lnTo>
                <a:lnTo>
                  <a:pt x="369321" y="352320"/>
                </a:lnTo>
                <a:lnTo>
                  <a:pt x="367052" y="351258"/>
                </a:lnTo>
                <a:lnTo>
                  <a:pt x="357110" y="350913"/>
                </a:lnTo>
                <a:lnTo>
                  <a:pt x="288080" y="351356"/>
                </a:lnTo>
                <a:close/>
                <a:moveTo>
                  <a:pt x="385570" y="351693"/>
                </a:moveTo>
                <a:lnTo>
                  <a:pt x="384750" y="352609"/>
                </a:lnTo>
                <a:lnTo>
                  <a:pt x="384750" y="481052"/>
                </a:lnTo>
                <a:lnTo>
                  <a:pt x="387113" y="483415"/>
                </a:lnTo>
                <a:lnTo>
                  <a:pt x="405133" y="483375"/>
                </a:lnTo>
                <a:lnTo>
                  <a:pt x="411932" y="482863"/>
                </a:lnTo>
                <a:lnTo>
                  <a:pt x="413524" y="482261"/>
                </a:lnTo>
                <a:lnTo>
                  <a:pt x="414546" y="481341"/>
                </a:lnTo>
                <a:lnTo>
                  <a:pt x="414914" y="479524"/>
                </a:lnTo>
                <a:lnTo>
                  <a:pt x="415274" y="440977"/>
                </a:lnTo>
                <a:lnTo>
                  <a:pt x="415684" y="437163"/>
                </a:lnTo>
                <a:lnTo>
                  <a:pt x="416478" y="435448"/>
                </a:lnTo>
                <a:lnTo>
                  <a:pt x="417777" y="434718"/>
                </a:lnTo>
                <a:lnTo>
                  <a:pt x="420759" y="434518"/>
                </a:lnTo>
                <a:lnTo>
                  <a:pt x="458465" y="434238"/>
                </a:lnTo>
                <a:lnTo>
                  <a:pt x="470297" y="433622"/>
                </a:lnTo>
                <a:lnTo>
                  <a:pt x="480890" y="431101"/>
                </a:lnTo>
                <a:lnTo>
                  <a:pt x="484985" y="429315"/>
                </a:lnTo>
                <a:lnTo>
                  <a:pt x="488622" y="427110"/>
                </a:lnTo>
                <a:lnTo>
                  <a:pt x="493172" y="423052"/>
                </a:lnTo>
                <a:lnTo>
                  <a:pt x="496061" y="419100"/>
                </a:lnTo>
                <a:lnTo>
                  <a:pt x="497645" y="415473"/>
                </a:lnTo>
                <a:lnTo>
                  <a:pt x="500079" y="406995"/>
                </a:lnTo>
                <a:lnTo>
                  <a:pt x="500356" y="383525"/>
                </a:lnTo>
                <a:lnTo>
                  <a:pt x="499903" y="377809"/>
                </a:lnTo>
                <a:lnTo>
                  <a:pt x="497071" y="367867"/>
                </a:lnTo>
                <a:lnTo>
                  <a:pt x="495068" y="364149"/>
                </a:lnTo>
                <a:lnTo>
                  <a:pt x="492400" y="360727"/>
                </a:lnTo>
                <a:lnTo>
                  <a:pt x="489259" y="357809"/>
                </a:lnTo>
                <a:lnTo>
                  <a:pt x="485832" y="355601"/>
                </a:lnTo>
                <a:lnTo>
                  <a:pt x="476739" y="352010"/>
                </a:lnTo>
                <a:lnTo>
                  <a:pt x="469366" y="351115"/>
                </a:lnTo>
                <a:lnTo>
                  <a:pt x="451214" y="350844"/>
                </a:lnTo>
                <a:lnTo>
                  <a:pt x="386341" y="350825"/>
                </a:lnTo>
                <a:lnTo>
                  <a:pt x="385570" y="351693"/>
                </a:lnTo>
                <a:close/>
                <a:moveTo>
                  <a:pt x="460205" y="379802"/>
                </a:moveTo>
                <a:lnTo>
                  <a:pt x="464999" y="381664"/>
                </a:lnTo>
                <a:lnTo>
                  <a:pt x="467202" y="383280"/>
                </a:lnTo>
                <a:lnTo>
                  <a:pt x="468717" y="385294"/>
                </a:lnTo>
                <a:lnTo>
                  <a:pt x="469896" y="389252"/>
                </a:lnTo>
                <a:lnTo>
                  <a:pt x="469987" y="393604"/>
                </a:lnTo>
                <a:lnTo>
                  <a:pt x="469192" y="398375"/>
                </a:lnTo>
                <a:lnTo>
                  <a:pt x="467471" y="400921"/>
                </a:lnTo>
                <a:lnTo>
                  <a:pt x="463881" y="403716"/>
                </a:lnTo>
                <a:lnTo>
                  <a:pt x="461952" y="404392"/>
                </a:lnTo>
                <a:lnTo>
                  <a:pt x="455480" y="404687"/>
                </a:lnTo>
                <a:lnTo>
                  <a:pt x="417102" y="404825"/>
                </a:lnTo>
                <a:lnTo>
                  <a:pt x="415125" y="402270"/>
                </a:lnTo>
                <a:lnTo>
                  <a:pt x="415423" y="384060"/>
                </a:lnTo>
                <a:lnTo>
                  <a:pt x="416242" y="380953"/>
                </a:lnTo>
                <a:lnTo>
                  <a:pt x="417825" y="379513"/>
                </a:lnTo>
                <a:lnTo>
                  <a:pt x="438581" y="379133"/>
                </a:lnTo>
                <a:lnTo>
                  <a:pt x="460205" y="379802"/>
                </a:lnTo>
                <a:close/>
                <a:moveTo>
                  <a:pt x="539759" y="351549"/>
                </a:moveTo>
                <a:lnTo>
                  <a:pt x="535238" y="352710"/>
                </a:lnTo>
                <a:lnTo>
                  <a:pt x="528752" y="355089"/>
                </a:lnTo>
                <a:lnTo>
                  <a:pt x="525446" y="357075"/>
                </a:lnTo>
                <a:lnTo>
                  <a:pt x="522155" y="359847"/>
                </a:lnTo>
                <a:lnTo>
                  <a:pt x="519205" y="363088"/>
                </a:lnTo>
                <a:lnTo>
                  <a:pt x="516923" y="366480"/>
                </a:lnTo>
                <a:lnTo>
                  <a:pt x="513245" y="375866"/>
                </a:lnTo>
                <a:lnTo>
                  <a:pt x="512385" y="385775"/>
                </a:lnTo>
                <a:lnTo>
                  <a:pt x="512132" y="398793"/>
                </a:lnTo>
                <a:lnTo>
                  <a:pt x="512036" y="481052"/>
                </a:lnTo>
                <a:lnTo>
                  <a:pt x="514398" y="483415"/>
                </a:lnTo>
                <a:lnTo>
                  <a:pt x="536458" y="483183"/>
                </a:lnTo>
                <a:lnTo>
                  <a:pt x="539941" y="482493"/>
                </a:lnTo>
                <a:lnTo>
                  <a:pt x="541398" y="481100"/>
                </a:lnTo>
                <a:lnTo>
                  <a:pt x="541808" y="469758"/>
                </a:lnTo>
                <a:lnTo>
                  <a:pt x="542206" y="394254"/>
                </a:lnTo>
                <a:lnTo>
                  <a:pt x="542689" y="388623"/>
                </a:lnTo>
                <a:lnTo>
                  <a:pt x="544469" y="383984"/>
                </a:lnTo>
                <a:lnTo>
                  <a:pt x="547719" y="381549"/>
                </a:lnTo>
                <a:lnTo>
                  <a:pt x="553523" y="379583"/>
                </a:lnTo>
                <a:lnTo>
                  <a:pt x="563369" y="379151"/>
                </a:lnTo>
                <a:lnTo>
                  <a:pt x="599400" y="379031"/>
                </a:lnTo>
                <a:lnTo>
                  <a:pt x="601232" y="376765"/>
                </a:lnTo>
                <a:lnTo>
                  <a:pt x="601100" y="354972"/>
                </a:lnTo>
                <a:lnTo>
                  <a:pt x="600800" y="352629"/>
                </a:lnTo>
                <a:lnTo>
                  <a:pt x="599738" y="350825"/>
                </a:lnTo>
                <a:lnTo>
                  <a:pt x="551864" y="350993"/>
                </a:lnTo>
                <a:lnTo>
                  <a:pt x="539759" y="351549"/>
                </a:lnTo>
                <a:close/>
                <a:moveTo>
                  <a:pt x="839170" y="362927"/>
                </a:moveTo>
                <a:lnTo>
                  <a:pt x="835115" y="365348"/>
                </a:lnTo>
                <a:lnTo>
                  <a:pt x="831061" y="366908"/>
                </a:lnTo>
                <a:lnTo>
                  <a:pt x="828117" y="368773"/>
                </a:lnTo>
                <a:lnTo>
                  <a:pt x="819589" y="376421"/>
                </a:lnTo>
                <a:lnTo>
                  <a:pt x="815303" y="379343"/>
                </a:lnTo>
                <a:lnTo>
                  <a:pt x="813750" y="381414"/>
                </a:lnTo>
                <a:lnTo>
                  <a:pt x="813375" y="383129"/>
                </a:lnTo>
                <a:lnTo>
                  <a:pt x="813753" y="383978"/>
                </a:lnTo>
                <a:lnTo>
                  <a:pt x="820208" y="390960"/>
                </a:lnTo>
                <a:lnTo>
                  <a:pt x="821405" y="393464"/>
                </a:lnTo>
                <a:lnTo>
                  <a:pt x="820330" y="400956"/>
                </a:lnTo>
                <a:lnTo>
                  <a:pt x="819785" y="411825"/>
                </a:lnTo>
                <a:lnTo>
                  <a:pt x="819268" y="413748"/>
                </a:lnTo>
                <a:lnTo>
                  <a:pt x="817804" y="416027"/>
                </a:lnTo>
                <a:lnTo>
                  <a:pt x="814966" y="418904"/>
                </a:lnTo>
                <a:lnTo>
                  <a:pt x="807782" y="417313"/>
                </a:lnTo>
                <a:lnTo>
                  <a:pt x="802004" y="419345"/>
                </a:lnTo>
                <a:lnTo>
                  <a:pt x="799652" y="419633"/>
                </a:lnTo>
                <a:lnTo>
                  <a:pt x="791978" y="417535"/>
                </a:lnTo>
                <a:lnTo>
                  <a:pt x="789040" y="417361"/>
                </a:lnTo>
                <a:lnTo>
                  <a:pt x="787779" y="417699"/>
                </a:lnTo>
                <a:lnTo>
                  <a:pt x="785332" y="419354"/>
                </a:lnTo>
                <a:lnTo>
                  <a:pt x="779499" y="426316"/>
                </a:lnTo>
                <a:lnTo>
                  <a:pt x="775133" y="430466"/>
                </a:lnTo>
                <a:lnTo>
                  <a:pt x="770638" y="433231"/>
                </a:lnTo>
                <a:lnTo>
                  <a:pt x="767839" y="434120"/>
                </a:lnTo>
                <a:lnTo>
                  <a:pt x="765343" y="434382"/>
                </a:lnTo>
                <a:lnTo>
                  <a:pt x="762521" y="436268"/>
                </a:lnTo>
                <a:lnTo>
                  <a:pt x="761515" y="438360"/>
                </a:lnTo>
                <a:lnTo>
                  <a:pt x="761381" y="440772"/>
                </a:lnTo>
                <a:lnTo>
                  <a:pt x="762268" y="443204"/>
                </a:lnTo>
                <a:lnTo>
                  <a:pt x="763763" y="444852"/>
                </a:lnTo>
                <a:lnTo>
                  <a:pt x="765680" y="445983"/>
                </a:lnTo>
                <a:lnTo>
                  <a:pt x="767721" y="446523"/>
                </a:lnTo>
                <a:lnTo>
                  <a:pt x="770370" y="446053"/>
                </a:lnTo>
                <a:lnTo>
                  <a:pt x="772289" y="444498"/>
                </a:lnTo>
                <a:lnTo>
                  <a:pt x="783475" y="437792"/>
                </a:lnTo>
                <a:lnTo>
                  <a:pt x="790022" y="430165"/>
                </a:lnTo>
                <a:lnTo>
                  <a:pt x="792106" y="428559"/>
                </a:lnTo>
                <a:lnTo>
                  <a:pt x="793594" y="428507"/>
                </a:lnTo>
                <a:lnTo>
                  <a:pt x="798994" y="430561"/>
                </a:lnTo>
                <a:lnTo>
                  <a:pt x="801888" y="431048"/>
                </a:lnTo>
                <a:lnTo>
                  <a:pt x="804288" y="430585"/>
                </a:lnTo>
                <a:lnTo>
                  <a:pt x="807204" y="428450"/>
                </a:lnTo>
                <a:lnTo>
                  <a:pt x="815663" y="428866"/>
                </a:lnTo>
                <a:lnTo>
                  <a:pt x="818298" y="428629"/>
                </a:lnTo>
                <a:lnTo>
                  <a:pt x="821476" y="427279"/>
                </a:lnTo>
                <a:lnTo>
                  <a:pt x="831356" y="419073"/>
                </a:lnTo>
                <a:lnTo>
                  <a:pt x="832088" y="417543"/>
                </a:lnTo>
                <a:lnTo>
                  <a:pt x="832102" y="416340"/>
                </a:lnTo>
                <a:lnTo>
                  <a:pt x="830086" y="410888"/>
                </a:lnTo>
                <a:lnTo>
                  <a:pt x="829734" y="404914"/>
                </a:lnTo>
                <a:lnTo>
                  <a:pt x="830676" y="400422"/>
                </a:lnTo>
                <a:lnTo>
                  <a:pt x="833006" y="394452"/>
                </a:lnTo>
                <a:lnTo>
                  <a:pt x="833288" y="392043"/>
                </a:lnTo>
                <a:lnTo>
                  <a:pt x="832319" y="388865"/>
                </a:lnTo>
                <a:lnTo>
                  <a:pt x="829533" y="385128"/>
                </a:lnTo>
                <a:lnTo>
                  <a:pt x="828804" y="383225"/>
                </a:lnTo>
                <a:lnTo>
                  <a:pt x="829866" y="381039"/>
                </a:lnTo>
                <a:lnTo>
                  <a:pt x="832667" y="378386"/>
                </a:lnTo>
                <a:lnTo>
                  <a:pt x="841796" y="372915"/>
                </a:lnTo>
                <a:lnTo>
                  <a:pt x="843331" y="371310"/>
                </a:lnTo>
                <a:lnTo>
                  <a:pt x="844290" y="366830"/>
                </a:lnTo>
                <a:lnTo>
                  <a:pt x="844088" y="363843"/>
                </a:lnTo>
                <a:lnTo>
                  <a:pt x="842008" y="362535"/>
                </a:lnTo>
                <a:lnTo>
                  <a:pt x="839170" y="362927"/>
                </a:lnTo>
                <a:close/>
                <a:moveTo>
                  <a:pt x="639948" y="508438"/>
                </a:moveTo>
                <a:lnTo>
                  <a:pt x="620566" y="508727"/>
                </a:lnTo>
                <a:lnTo>
                  <a:pt x="618348" y="510945"/>
                </a:lnTo>
                <a:lnTo>
                  <a:pt x="618244" y="630942"/>
                </a:lnTo>
                <a:lnTo>
                  <a:pt x="618348" y="638520"/>
                </a:lnTo>
                <a:lnTo>
                  <a:pt x="618916" y="639726"/>
                </a:lnTo>
                <a:lnTo>
                  <a:pt x="621362" y="640762"/>
                </a:lnTo>
                <a:lnTo>
                  <a:pt x="624770" y="641059"/>
                </a:lnTo>
                <a:lnTo>
                  <a:pt x="645830" y="641027"/>
                </a:lnTo>
                <a:lnTo>
                  <a:pt x="648000" y="639002"/>
                </a:lnTo>
                <a:lnTo>
                  <a:pt x="648121" y="552433"/>
                </a:lnTo>
                <a:lnTo>
                  <a:pt x="648327" y="542340"/>
                </a:lnTo>
                <a:lnTo>
                  <a:pt x="648905" y="539545"/>
                </a:lnTo>
                <a:lnTo>
                  <a:pt x="650266" y="538427"/>
                </a:lnTo>
                <a:lnTo>
                  <a:pt x="656561" y="538124"/>
                </a:lnTo>
                <a:lnTo>
                  <a:pt x="701134" y="537933"/>
                </a:lnTo>
                <a:lnTo>
                  <a:pt x="708144" y="538447"/>
                </a:lnTo>
                <a:lnTo>
                  <a:pt x="708991" y="539960"/>
                </a:lnTo>
                <a:lnTo>
                  <a:pt x="709266" y="541867"/>
                </a:lnTo>
                <a:lnTo>
                  <a:pt x="709665" y="556123"/>
                </a:lnTo>
                <a:lnTo>
                  <a:pt x="710100" y="639436"/>
                </a:lnTo>
                <a:lnTo>
                  <a:pt x="711443" y="640428"/>
                </a:lnTo>
                <a:lnTo>
                  <a:pt x="714856" y="640915"/>
                </a:lnTo>
                <a:lnTo>
                  <a:pt x="738498" y="641075"/>
                </a:lnTo>
                <a:lnTo>
                  <a:pt x="740137" y="639243"/>
                </a:lnTo>
                <a:lnTo>
                  <a:pt x="740208" y="537616"/>
                </a:lnTo>
                <a:lnTo>
                  <a:pt x="740053" y="514161"/>
                </a:lnTo>
                <a:lnTo>
                  <a:pt x="739698" y="510089"/>
                </a:lnTo>
                <a:lnTo>
                  <a:pt x="737196" y="508854"/>
                </a:lnTo>
                <a:lnTo>
                  <a:pt x="733145" y="508503"/>
                </a:lnTo>
                <a:lnTo>
                  <a:pt x="639948" y="508438"/>
                </a:lnTo>
                <a:close/>
                <a:moveTo>
                  <a:pt x="155732" y="509691"/>
                </a:moveTo>
                <a:lnTo>
                  <a:pt x="146635" y="511681"/>
                </a:lnTo>
                <a:lnTo>
                  <a:pt x="142742" y="513060"/>
                </a:lnTo>
                <a:lnTo>
                  <a:pt x="136175" y="516646"/>
                </a:lnTo>
                <a:lnTo>
                  <a:pt x="133463" y="518880"/>
                </a:lnTo>
                <a:lnTo>
                  <a:pt x="131106" y="521425"/>
                </a:lnTo>
                <a:lnTo>
                  <a:pt x="127386" y="527497"/>
                </a:lnTo>
                <a:lnTo>
                  <a:pt x="124169" y="537449"/>
                </a:lnTo>
                <a:lnTo>
                  <a:pt x="123576" y="543611"/>
                </a:lnTo>
                <a:lnTo>
                  <a:pt x="123278" y="563284"/>
                </a:lnTo>
                <a:lnTo>
                  <a:pt x="123183" y="629608"/>
                </a:lnTo>
                <a:lnTo>
                  <a:pt x="123477" y="640207"/>
                </a:lnTo>
                <a:lnTo>
                  <a:pt x="124111" y="641162"/>
                </a:lnTo>
                <a:lnTo>
                  <a:pt x="125411" y="641755"/>
                </a:lnTo>
                <a:lnTo>
                  <a:pt x="132307" y="642127"/>
                </a:lnTo>
                <a:lnTo>
                  <a:pt x="151538" y="641799"/>
                </a:lnTo>
                <a:lnTo>
                  <a:pt x="153321" y="639388"/>
                </a:lnTo>
                <a:lnTo>
                  <a:pt x="153843" y="550730"/>
                </a:lnTo>
                <a:lnTo>
                  <a:pt x="154141" y="546238"/>
                </a:lnTo>
                <a:lnTo>
                  <a:pt x="156371" y="542652"/>
                </a:lnTo>
                <a:lnTo>
                  <a:pt x="158963" y="540115"/>
                </a:lnTo>
                <a:lnTo>
                  <a:pt x="163467" y="539187"/>
                </a:lnTo>
                <a:lnTo>
                  <a:pt x="175426" y="538517"/>
                </a:lnTo>
                <a:lnTo>
                  <a:pt x="210066" y="538133"/>
                </a:lnTo>
                <a:lnTo>
                  <a:pt x="211422" y="537434"/>
                </a:lnTo>
                <a:lnTo>
                  <a:pt x="212052" y="536087"/>
                </a:lnTo>
                <a:lnTo>
                  <a:pt x="212584" y="529474"/>
                </a:lnTo>
                <a:lnTo>
                  <a:pt x="212625" y="511475"/>
                </a:lnTo>
                <a:lnTo>
                  <a:pt x="210793" y="509209"/>
                </a:lnTo>
                <a:lnTo>
                  <a:pt x="167705" y="509202"/>
                </a:lnTo>
                <a:lnTo>
                  <a:pt x="155732" y="509691"/>
                </a:lnTo>
                <a:close/>
                <a:moveTo>
                  <a:pt x="228680" y="509547"/>
                </a:moveTo>
                <a:lnTo>
                  <a:pt x="227330" y="510849"/>
                </a:lnTo>
                <a:lnTo>
                  <a:pt x="227120" y="519604"/>
                </a:lnTo>
                <a:lnTo>
                  <a:pt x="227798" y="637460"/>
                </a:lnTo>
                <a:lnTo>
                  <a:pt x="228968" y="640558"/>
                </a:lnTo>
                <a:lnTo>
                  <a:pt x="229645" y="641268"/>
                </a:lnTo>
                <a:lnTo>
                  <a:pt x="231035" y="641681"/>
                </a:lnTo>
                <a:lnTo>
                  <a:pt x="255783" y="642059"/>
                </a:lnTo>
                <a:lnTo>
                  <a:pt x="257469" y="640450"/>
                </a:lnTo>
                <a:lnTo>
                  <a:pt x="257852" y="637922"/>
                </a:lnTo>
                <a:lnTo>
                  <a:pt x="258070" y="600426"/>
                </a:lnTo>
                <a:lnTo>
                  <a:pt x="258363" y="596539"/>
                </a:lnTo>
                <a:lnTo>
                  <a:pt x="258923" y="594721"/>
                </a:lnTo>
                <a:lnTo>
                  <a:pt x="259827" y="594018"/>
                </a:lnTo>
                <a:lnTo>
                  <a:pt x="261308" y="593903"/>
                </a:lnTo>
                <a:lnTo>
                  <a:pt x="302407" y="593305"/>
                </a:lnTo>
                <a:lnTo>
                  <a:pt x="312282" y="592731"/>
                </a:lnTo>
                <a:lnTo>
                  <a:pt x="316825" y="591987"/>
                </a:lnTo>
                <a:lnTo>
                  <a:pt x="324011" y="590005"/>
                </a:lnTo>
                <a:lnTo>
                  <a:pt x="328758" y="587937"/>
                </a:lnTo>
                <a:lnTo>
                  <a:pt x="332781" y="585291"/>
                </a:lnTo>
                <a:lnTo>
                  <a:pt x="336139" y="582021"/>
                </a:lnTo>
                <a:lnTo>
                  <a:pt x="338890" y="578079"/>
                </a:lnTo>
                <a:lnTo>
                  <a:pt x="341349" y="572744"/>
                </a:lnTo>
                <a:lnTo>
                  <a:pt x="342169" y="569511"/>
                </a:lnTo>
                <a:lnTo>
                  <a:pt x="342755" y="558710"/>
                </a:lnTo>
                <a:lnTo>
                  <a:pt x="342562" y="532352"/>
                </a:lnTo>
                <a:lnTo>
                  <a:pt x="339042" y="524680"/>
                </a:lnTo>
                <a:lnTo>
                  <a:pt x="337306" y="522060"/>
                </a:lnTo>
                <a:lnTo>
                  <a:pt x="332979" y="517523"/>
                </a:lnTo>
                <a:lnTo>
                  <a:pt x="327534" y="513937"/>
                </a:lnTo>
                <a:lnTo>
                  <a:pt x="324400" y="512506"/>
                </a:lnTo>
                <a:lnTo>
                  <a:pt x="317327" y="510381"/>
                </a:lnTo>
                <a:lnTo>
                  <a:pt x="309625" y="509466"/>
                </a:lnTo>
                <a:lnTo>
                  <a:pt x="292799" y="509144"/>
                </a:lnTo>
                <a:lnTo>
                  <a:pt x="246602" y="509062"/>
                </a:lnTo>
                <a:lnTo>
                  <a:pt x="228680" y="509547"/>
                </a:lnTo>
                <a:close/>
                <a:moveTo>
                  <a:pt x="302593" y="538620"/>
                </a:moveTo>
                <a:lnTo>
                  <a:pt x="306383" y="539715"/>
                </a:lnTo>
                <a:lnTo>
                  <a:pt x="309012" y="541026"/>
                </a:lnTo>
                <a:lnTo>
                  <a:pt x="310776" y="542717"/>
                </a:lnTo>
                <a:lnTo>
                  <a:pt x="312429" y="545466"/>
                </a:lnTo>
                <a:lnTo>
                  <a:pt x="312429" y="557038"/>
                </a:lnTo>
                <a:lnTo>
                  <a:pt x="309879" y="560238"/>
                </a:lnTo>
                <a:lnTo>
                  <a:pt x="305534" y="563209"/>
                </a:lnTo>
                <a:lnTo>
                  <a:pt x="259971" y="563499"/>
                </a:lnTo>
                <a:lnTo>
                  <a:pt x="257946" y="560895"/>
                </a:lnTo>
                <a:lnTo>
                  <a:pt x="258149" y="542498"/>
                </a:lnTo>
                <a:lnTo>
                  <a:pt x="258764" y="539671"/>
                </a:lnTo>
                <a:lnTo>
                  <a:pt x="260020" y="538524"/>
                </a:lnTo>
                <a:lnTo>
                  <a:pt x="288388" y="537918"/>
                </a:lnTo>
                <a:lnTo>
                  <a:pt x="298124" y="538084"/>
                </a:lnTo>
                <a:lnTo>
                  <a:pt x="302593" y="538620"/>
                </a:lnTo>
                <a:close/>
                <a:moveTo>
                  <a:pt x="482095" y="509884"/>
                </a:moveTo>
                <a:lnTo>
                  <a:pt x="480938" y="510800"/>
                </a:lnTo>
                <a:lnTo>
                  <a:pt x="480821" y="619139"/>
                </a:lnTo>
                <a:lnTo>
                  <a:pt x="481004" y="633572"/>
                </a:lnTo>
                <a:lnTo>
                  <a:pt x="481869" y="641074"/>
                </a:lnTo>
                <a:lnTo>
                  <a:pt x="483011" y="641750"/>
                </a:lnTo>
                <a:lnTo>
                  <a:pt x="484990" y="641892"/>
                </a:lnTo>
                <a:lnTo>
                  <a:pt x="504984" y="642104"/>
                </a:lnTo>
                <a:lnTo>
                  <a:pt x="507993" y="641560"/>
                </a:lnTo>
                <a:lnTo>
                  <a:pt x="510348" y="639725"/>
                </a:lnTo>
                <a:lnTo>
                  <a:pt x="510598" y="550531"/>
                </a:lnTo>
                <a:lnTo>
                  <a:pt x="510782" y="540404"/>
                </a:lnTo>
                <a:lnTo>
                  <a:pt x="511439" y="539180"/>
                </a:lnTo>
                <a:lnTo>
                  <a:pt x="515296" y="538210"/>
                </a:lnTo>
                <a:lnTo>
                  <a:pt x="521885" y="537964"/>
                </a:lnTo>
                <a:lnTo>
                  <a:pt x="568929" y="537897"/>
                </a:lnTo>
                <a:lnTo>
                  <a:pt x="571918" y="540597"/>
                </a:lnTo>
                <a:lnTo>
                  <a:pt x="571967" y="613497"/>
                </a:lnTo>
                <a:lnTo>
                  <a:pt x="572400" y="639291"/>
                </a:lnTo>
                <a:lnTo>
                  <a:pt x="575920" y="642040"/>
                </a:lnTo>
                <a:lnTo>
                  <a:pt x="593214" y="641993"/>
                </a:lnTo>
                <a:lnTo>
                  <a:pt x="600158" y="641582"/>
                </a:lnTo>
                <a:lnTo>
                  <a:pt x="602196" y="638954"/>
                </a:lnTo>
                <a:lnTo>
                  <a:pt x="602196" y="511331"/>
                </a:lnTo>
                <a:lnTo>
                  <a:pt x="599834" y="508968"/>
                </a:lnTo>
                <a:lnTo>
                  <a:pt x="483204" y="508968"/>
                </a:lnTo>
                <a:lnTo>
                  <a:pt x="482095" y="509884"/>
                </a:lnTo>
                <a:close/>
                <a:moveTo>
                  <a:pt x="355146" y="511041"/>
                </a:moveTo>
                <a:lnTo>
                  <a:pt x="353816" y="513279"/>
                </a:lnTo>
                <a:lnTo>
                  <a:pt x="353572" y="515731"/>
                </a:lnTo>
                <a:lnTo>
                  <a:pt x="353666" y="556733"/>
                </a:lnTo>
                <a:lnTo>
                  <a:pt x="354098" y="568663"/>
                </a:lnTo>
                <a:lnTo>
                  <a:pt x="355388" y="574098"/>
                </a:lnTo>
                <a:lnTo>
                  <a:pt x="358254" y="578951"/>
                </a:lnTo>
                <a:lnTo>
                  <a:pt x="361049" y="582386"/>
                </a:lnTo>
                <a:lnTo>
                  <a:pt x="364319" y="585340"/>
                </a:lnTo>
                <a:lnTo>
                  <a:pt x="370164" y="588908"/>
                </a:lnTo>
                <a:lnTo>
                  <a:pt x="380461" y="592435"/>
                </a:lnTo>
                <a:lnTo>
                  <a:pt x="391393" y="593346"/>
                </a:lnTo>
                <a:lnTo>
                  <a:pt x="434700" y="594066"/>
                </a:lnTo>
                <a:lnTo>
                  <a:pt x="436641" y="594776"/>
                </a:lnTo>
                <a:lnTo>
                  <a:pt x="437388" y="595778"/>
                </a:lnTo>
                <a:lnTo>
                  <a:pt x="437962" y="600008"/>
                </a:lnTo>
                <a:lnTo>
                  <a:pt x="438027" y="607084"/>
                </a:lnTo>
                <a:lnTo>
                  <a:pt x="433988" y="611699"/>
                </a:lnTo>
                <a:lnTo>
                  <a:pt x="430777" y="613086"/>
                </a:lnTo>
                <a:lnTo>
                  <a:pt x="419506" y="613958"/>
                </a:lnTo>
                <a:lnTo>
                  <a:pt x="370714" y="614208"/>
                </a:lnTo>
                <a:lnTo>
                  <a:pt x="361952" y="614474"/>
                </a:lnTo>
                <a:lnTo>
                  <a:pt x="360729" y="614857"/>
                </a:lnTo>
                <a:lnTo>
                  <a:pt x="359773" y="615848"/>
                </a:lnTo>
                <a:lnTo>
                  <a:pt x="359172" y="617709"/>
                </a:lnTo>
                <a:lnTo>
                  <a:pt x="358768" y="623052"/>
                </a:lnTo>
                <a:lnTo>
                  <a:pt x="358944" y="638745"/>
                </a:lnTo>
                <a:lnTo>
                  <a:pt x="359360" y="641086"/>
                </a:lnTo>
                <a:lnTo>
                  <a:pt x="360091" y="642334"/>
                </a:lnTo>
                <a:lnTo>
                  <a:pt x="361871" y="643064"/>
                </a:lnTo>
                <a:lnTo>
                  <a:pt x="371527" y="643365"/>
                </a:lnTo>
                <a:lnTo>
                  <a:pt x="437545" y="643486"/>
                </a:lnTo>
                <a:lnTo>
                  <a:pt x="450984" y="639346"/>
                </a:lnTo>
                <a:lnTo>
                  <a:pt x="456503" y="636181"/>
                </a:lnTo>
                <a:lnTo>
                  <a:pt x="459773" y="633307"/>
                </a:lnTo>
                <a:lnTo>
                  <a:pt x="463586" y="628534"/>
                </a:lnTo>
                <a:lnTo>
                  <a:pt x="465998" y="623344"/>
                </a:lnTo>
                <a:lnTo>
                  <a:pt x="467293" y="617740"/>
                </a:lnTo>
                <a:lnTo>
                  <a:pt x="467373" y="529513"/>
                </a:lnTo>
                <a:lnTo>
                  <a:pt x="467160" y="517677"/>
                </a:lnTo>
                <a:lnTo>
                  <a:pt x="466215" y="511313"/>
                </a:lnTo>
                <a:lnTo>
                  <a:pt x="463933" y="510268"/>
                </a:lnTo>
                <a:lnTo>
                  <a:pt x="452467" y="509920"/>
                </a:lnTo>
                <a:lnTo>
                  <a:pt x="441093" y="510268"/>
                </a:lnTo>
                <a:lnTo>
                  <a:pt x="440100" y="510463"/>
                </a:lnTo>
                <a:lnTo>
                  <a:pt x="439008" y="511355"/>
                </a:lnTo>
                <a:lnTo>
                  <a:pt x="438123" y="515182"/>
                </a:lnTo>
                <a:lnTo>
                  <a:pt x="437900" y="521123"/>
                </a:lnTo>
                <a:lnTo>
                  <a:pt x="437930" y="562004"/>
                </a:lnTo>
                <a:lnTo>
                  <a:pt x="436590" y="563417"/>
                </a:lnTo>
                <a:lnTo>
                  <a:pt x="433972" y="564310"/>
                </a:lnTo>
                <a:lnTo>
                  <a:pt x="430304" y="564617"/>
                </a:lnTo>
                <a:lnTo>
                  <a:pt x="397334" y="564945"/>
                </a:lnTo>
                <a:lnTo>
                  <a:pt x="390167" y="563186"/>
                </a:lnTo>
                <a:lnTo>
                  <a:pt x="387317" y="561986"/>
                </a:lnTo>
                <a:lnTo>
                  <a:pt x="385176" y="559408"/>
                </a:lnTo>
                <a:lnTo>
                  <a:pt x="383423" y="555038"/>
                </a:lnTo>
                <a:lnTo>
                  <a:pt x="382988" y="550994"/>
                </a:lnTo>
                <a:lnTo>
                  <a:pt x="384310" y="543164"/>
                </a:lnTo>
                <a:lnTo>
                  <a:pt x="384594" y="522332"/>
                </a:lnTo>
                <a:lnTo>
                  <a:pt x="384316" y="515357"/>
                </a:lnTo>
                <a:lnTo>
                  <a:pt x="383361" y="512338"/>
                </a:lnTo>
                <a:lnTo>
                  <a:pt x="380652" y="510174"/>
                </a:lnTo>
                <a:lnTo>
                  <a:pt x="356304" y="509884"/>
                </a:lnTo>
                <a:lnTo>
                  <a:pt x="355146" y="511041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plate"/>
          <p:cNvSpPr/>
          <p:nvPr/>
        </p:nvSpPr>
        <p:spPr>
          <a:xfrm>
            <a:off x="6785055" y="10276252"/>
            <a:ext cx="306945" cy="415747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folio: 21"/>
          <p:cNvSpPr txBox="1"/>
          <p:nvPr/>
        </p:nvSpPr>
        <p:spPr>
          <a:xfrm>
            <a:off x="648000" y="10355540"/>
            <a:ext cx="6336000" cy="1377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75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A39EB0"/>
                </a:solidFill>
                <a:latin typeface="Onest SemiBold"/>
                <a:ea typeface="Onest SemiBold"/>
                <a:cs typeface="Onest SemiBol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3F1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itle: ОСОБАЯ ЭКОНОМИЧЕСКАЯ"/>
          <p:cNvSpPr txBox="1"/>
          <p:nvPr/>
        </p:nvSpPr>
        <p:spPr>
          <a:xfrm>
            <a:off x="576000" y="2614543"/>
            <a:ext cx="6019200" cy="10789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92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spc="108">
                <a:solidFill>
                  <a:srgbClr val="2A2440"/>
                </a:solidFill>
                <a:latin typeface="PT Serif"/>
                <a:ea typeface="PT Serif"/>
                <a:cs typeface="PT Serif"/>
              </a:rPr>
              <a:t>ОСОБАЯ ЭКОНОМИЧЕСКАЯ</a:t>
            </a:r>
          </a:p>
          <a:p>
            <a:pPr algn="l">
              <a:lnSpc>
                <a:spcPts val="2592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spc="108">
                <a:solidFill>
                  <a:srgbClr val="2A2440"/>
                </a:solidFill>
                <a:latin typeface="PT Serif"/>
                <a:ea typeface="PT Serif"/>
                <a:cs typeface="PT Serif"/>
              </a:rPr>
              <a:t>ЗОНА «ЭММАУС»</a:t>
            </a:r>
          </a:p>
          <a:p>
            <a:pPr algn="l">
              <a:lnSpc>
                <a:spcPts val="2592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spc="108">
                <a:solidFill>
                  <a:srgbClr val="2A2440"/>
                </a:solidFill>
                <a:latin typeface="PT Serif"/>
                <a:ea typeface="PT Serif"/>
                <a:cs typeface="PT Serif"/>
              </a:rPr>
              <a:t>ТВЕРСКАЯ ОБЛАСТЬ</a:t>
            </a:r>
          </a:p>
        </p:txBody>
      </p:sp>
      <p:cxnSp>
        <p:nvCxnSpPr>
          <p:cNvPr id="4" name="motif"/>
          <p:cNvCxnSpPr/>
          <p:nvPr/>
        </p:nvCxnSpPr>
        <p:spPr>
          <a:xfrm>
            <a:off x="576000" y="4060308"/>
            <a:ext cx="5195520" cy="0"/>
          </a:xfrm>
          <a:prstGeom prst="line">
            <a:avLst/>
          </a:prstGeom>
          <a:ln w="5080">
            <a:solidFill>
              <a:srgbClr val="C7C4C6"/>
            </a:solidFill>
          </a:ln>
          <a:effectLst/>
        </p:spPr>
      </p:cxnSp>
      <p:sp>
        <p:nvSpPr>
          <p:cNvPr id="5" name="marker"/>
          <p:cNvSpPr/>
          <p:nvPr/>
        </p:nvSpPr>
        <p:spPr>
          <a:xfrm>
            <a:off x="576000" y="4194548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item: Проектирование автомобильной д"/>
          <p:cNvSpPr txBox="1"/>
          <p:nvPr/>
        </p:nvSpPr>
        <p:spPr>
          <a:xfrm>
            <a:off x="792000" y="4137398"/>
            <a:ext cx="4979520" cy="203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A2440"/>
                </a:solidFill>
                <a:latin typeface="Onest"/>
                <a:ea typeface="Onest"/>
                <a:cs typeface="Onest"/>
              </a:rPr>
              <a:t>Проектирование автомобильной дороги и инженерных сетей</a:t>
            </a:r>
          </a:p>
        </p:txBody>
      </p:sp>
      <p:cxnSp>
        <p:nvCxnSpPr>
          <p:cNvPr id="7" name="motif"/>
          <p:cNvCxnSpPr/>
          <p:nvPr/>
        </p:nvCxnSpPr>
        <p:spPr>
          <a:xfrm>
            <a:off x="576000" y="4409433"/>
            <a:ext cx="5195520" cy="0"/>
          </a:xfrm>
          <a:prstGeom prst="line">
            <a:avLst/>
          </a:prstGeom>
          <a:ln w="5080">
            <a:solidFill>
              <a:srgbClr val="C7C4C6"/>
            </a:solidFill>
          </a:ln>
          <a:effectLst/>
        </p:spPr>
      </p:cxnSp>
      <p:sp>
        <p:nvSpPr>
          <p:cNvPr id="8" name="marker"/>
          <p:cNvSpPr/>
          <p:nvPr/>
        </p:nvSpPr>
        <p:spPr>
          <a:xfrm>
            <a:off x="576000" y="4543673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item: Строительство"/>
          <p:cNvSpPr txBox="1"/>
          <p:nvPr/>
        </p:nvSpPr>
        <p:spPr>
          <a:xfrm>
            <a:off x="792000" y="4486523"/>
            <a:ext cx="4979520" cy="203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A2440"/>
                </a:solidFill>
                <a:latin typeface="Onest"/>
                <a:ea typeface="Onest"/>
                <a:cs typeface="Onest"/>
              </a:rPr>
              <a:t>Строительство</a:t>
            </a:r>
          </a:p>
        </p:txBody>
      </p:sp>
      <p:cxnSp>
        <p:nvCxnSpPr>
          <p:cNvPr id="10" name="motif"/>
          <p:cNvCxnSpPr/>
          <p:nvPr/>
        </p:nvCxnSpPr>
        <p:spPr>
          <a:xfrm>
            <a:off x="576000" y="4758558"/>
            <a:ext cx="5195520" cy="0"/>
          </a:xfrm>
          <a:prstGeom prst="line">
            <a:avLst/>
          </a:prstGeom>
          <a:ln w="5080">
            <a:solidFill>
              <a:srgbClr val="C7C4C6"/>
            </a:solidFill>
          </a:ln>
          <a:effectLst/>
        </p:spPr>
      </p:cxnSp>
      <p:sp>
        <p:nvSpPr>
          <p:cNvPr id="11" name="body: Особая экономическая зона пром"/>
          <p:cNvSpPr txBox="1"/>
          <p:nvPr/>
        </p:nvSpPr>
        <p:spPr>
          <a:xfrm>
            <a:off x="576000" y="4942808"/>
            <a:ext cx="5195520" cy="9398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A2440"/>
                </a:solidFill>
                <a:latin typeface="Onest"/>
                <a:ea typeface="Onest"/>
                <a:cs typeface="Onest"/>
              </a:rPr>
              <a:t>Особая экономическая зона промышленно-производственного типа «Эммаус»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A2440"/>
                </a:solidFill>
                <a:latin typeface="Onest"/>
                <a:ea typeface="Onest"/>
                <a:cs typeface="Onest"/>
              </a:rPr>
              <a:t>создана на территориях Калининского и Конаковского муниципального округов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A2440"/>
                </a:solidFill>
                <a:latin typeface="Onest"/>
                <a:ea typeface="Onest"/>
                <a:cs typeface="Onest"/>
              </a:rPr>
              <a:t>Тверской области. Общая площадь территории составляет почти 300 га.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A2440"/>
                </a:solidFill>
                <a:latin typeface="Onest"/>
                <a:ea typeface="Onest"/>
                <a:cs typeface="Onest"/>
              </a:rPr>
              <a:t>Планируется размещение на территории разных типов высокотехнологичных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A2440"/>
                </a:solidFill>
                <a:latin typeface="Onest"/>
                <a:ea typeface="Onest"/>
                <a:cs typeface="Onest"/>
              </a:rPr>
              <a:t>предприятий.</a:t>
            </a:r>
          </a:p>
        </p:txBody>
      </p:sp>
      <p:sp>
        <p:nvSpPr>
          <p:cNvPr id="12" name="body: Мы принимаем активное участие "/>
          <p:cNvSpPr txBox="1"/>
          <p:nvPr/>
        </p:nvSpPr>
        <p:spPr>
          <a:xfrm>
            <a:off x="576000" y="5970093"/>
            <a:ext cx="5195520" cy="398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A2440"/>
                </a:solidFill>
                <a:latin typeface="Onest"/>
                <a:ea typeface="Onest"/>
                <a:cs typeface="Onest"/>
              </a:rPr>
              <a:t>Мы принимаем активное участие в работах по строительству автомобильных дорог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A2440"/>
                </a:solidFill>
                <a:latin typeface="Onest"/>
                <a:ea typeface="Onest"/>
                <a:cs typeface="Onest"/>
              </a:rPr>
              <a:t>и инженерных коммуникаций.</a:t>
            </a:r>
          </a:p>
        </p:txBody>
      </p:sp>
      <p:sp>
        <p:nvSpPr>
          <p:cNvPr id="13" name="folio: 22"/>
          <p:cNvSpPr txBox="1"/>
          <p:nvPr/>
        </p:nvSpPr>
        <p:spPr>
          <a:xfrm>
            <a:off x="576000" y="10332088"/>
            <a:ext cx="6336000" cy="1377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A6672"/>
                </a:solidFill>
                <a:latin typeface="Onest SemiBold"/>
                <a:ea typeface="Onest SemiBold"/>
                <a:cs typeface="Onest SemiBold"/>
              </a:rPr>
              <a:t>22</a:t>
            </a:r>
          </a:p>
        </p:txBody>
      </p:sp>
      <p:sp>
        <p:nvSpPr>
          <p:cNvPr id="14" name="arc"/>
          <p:cNvSpPr/>
          <p:nvPr/>
        </p:nvSpPr>
        <p:spPr>
          <a:xfrm>
            <a:off x="8005" y="9279802"/>
            <a:ext cx="1336056" cy="1395662"/>
          </a:xfrm>
          <a:custGeom>
            <a:avLst/>
            <a:gdLst/>
            <a:ahLst/>
            <a:cxnLst/>
            <a:rect l="0" t="0" r="r" b="b"/>
            <a:pathLst>
              <a:path w="1336056" h="1395662">
                <a:moveTo>
                  <a:pt x="0" y="0"/>
                </a:moveTo>
                <a:lnTo>
                  <a:pt x="23210" y="12211"/>
                </a:lnTo>
                <a:lnTo>
                  <a:pt x="46313" y="24625"/>
                </a:lnTo>
                <a:lnTo>
                  <a:pt x="69306" y="37240"/>
                </a:lnTo>
                <a:lnTo>
                  <a:pt x="92189" y="50055"/>
                </a:lnTo>
                <a:lnTo>
                  <a:pt x="114959" y="63069"/>
                </a:lnTo>
                <a:lnTo>
                  <a:pt x="137614" y="76281"/>
                </a:lnTo>
                <a:lnTo>
                  <a:pt x="160153" y="89690"/>
                </a:lnTo>
                <a:lnTo>
                  <a:pt x="182575" y="103296"/>
                </a:lnTo>
                <a:lnTo>
                  <a:pt x="204877" y="117097"/>
                </a:lnTo>
                <a:lnTo>
                  <a:pt x="227057" y="131092"/>
                </a:lnTo>
                <a:lnTo>
                  <a:pt x="249115" y="145279"/>
                </a:lnTo>
                <a:lnTo>
                  <a:pt x="271048" y="159659"/>
                </a:lnTo>
                <a:lnTo>
                  <a:pt x="292854" y="174230"/>
                </a:lnTo>
                <a:lnTo>
                  <a:pt x="314533" y="188990"/>
                </a:lnTo>
                <a:lnTo>
                  <a:pt x="336082" y="203939"/>
                </a:lnTo>
                <a:lnTo>
                  <a:pt x="357499" y="219076"/>
                </a:lnTo>
                <a:lnTo>
                  <a:pt x="378784" y="234399"/>
                </a:lnTo>
                <a:lnTo>
                  <a:pt x="399934" y="249907"/>
                </a:lnTo>
                <a:lnTo>
                  <a:pt x="420949" y="265599"/>
                </a:lnTo>
                <a:lnTo>
                  <a:pt x="441825" y="281474"/>
                </a:lnTo>
                <a:lnTo>
                  <a:pt x="462562" y="297530"/>
                </a:lnTo>
                <a:lnTo>
                  <a:pt x="483158" y="313767"/>
                </a:lnTo>
                <a:lnTo>
                  <a:pt x="503612" y="330182"/>
                </a:lnTo>
                <a:lnTo>
                  <a:pt x="523921" y="346776"/>
                </a:lnTo>
                <a:lnTo>
                  <a:pt x="544086" y="363546"/>
                </a:lnTo>
                <a:lnTo>
                  <a:pt x="564102" y="380492"/>
                </a:lnTo>
                <a:lnTo>
                  <a:pt x="583971" y="397612"/>
                </a:lnTo>
                <a:lnTo>
                  <a:pt x="603689" y="414904"/>
                </a:lnTo>
                <a:lnTo>
                  <a:pt x="623255" y="432368"/>
                </a:lnTo>
                <a:lnTo>
                  <a:pt x="642669" y="450002"/>
                </a:lnTo>
                <a:lnTo>
                  <a:pt x="661928" y="467804"/>
                </a:lnTo>
                <a:lnTo>
                  <a:pt x="681030" y="485774"/>
                </a:lnTo>
                <a:lnTo>
                  <a:pt x="699975" y="503910"/>
                </a:lnTo>
                <a:lnTo>
                  <a:pt x="718761" y="522211"/>
                </a:lnTo>
                <a:lnTo>
                  <a:pt x="737387" y="540675"/>
                </a:lnTo>
                <a:lnTo>
                  <a:pt x="755851" y="559300"/>
                </a:lnTo>
                <a:lnTo>
                  <a:pt x="774152" y="578086"/>
                </a:lnTo>
                <a:lnTo>
                  <a:pt x="792288" y="597032"/>
                </a:lnTo>
                <a:lnTo>
                  <a:pt x="810258" y="616134"/>
                </a:lnTo>
                <a:lnTo>
                  <a:pt x="828060" y="635393"/>
                </a:lnTo>
                <a:lnTo>
                  <a:pt x="845694" y="654806"/>
                </a:lnTo>
                <a:lnTo>
                  <a:pt x="863158" y="674373"/>
                </a:lnTo>
                <a:lnTo>
                  <a:pt x="880450" y="694091"/>
                </a:lnTo>
                <a:lnTo>
                  <a:pt x="897570" y="713959"/>
                </a:lnTo>
                <a:lnTo>
                  <a:pt x="914515" y="733976"/>
                </a:lnTo>
                <a:lnTo>
                  <a:pt x="931286" y="754140"/>
                </a:lnTo>
                <a:lnTo>
                  <a:pt x="947879" y="774450"/>
                </a:lnTo>
                <a:lnTo>
                  <a:pt x="964295" y="794904"/>
                </a:lnTo>
                <a:lnTo>
                  <a:pt x="980532" y="815500"/>
                </a:lnTo>
                <a:lnTo>
                  <a:pt x="996588" y="836237"/>
                </a:lnTo>
                <a:lnTo>
                  <a:pt x="1012463" y="857113"/>
                </a:lnTo>
                <a:lnTo>
                  <a:pt x="1028155" y="878127"/>
                </a:lnTo>
                <a:lnTo>
                  <a:pt x="1043663" y="899278"/>
                </a:lnTo>
                <a:lnTo>
                  <a:pt x="1058986" y="920562"/>
                </a:lnTo>
                <a:lnTo>
                  <a:pt x="1074122" y="941980"/>
                </a:lnTo>
                <a:lnTo>
                  <a:pt x="1089071" y="963529"/>
                </a:lnTo>
                <a:lnTo>
                  <a:pt x="1103832" y="985208"/>
                </a:lnTo>
                <a:lnTo>
                  <a:pt x="1118402" y="1007014"/>
                </a:lnTo>
                <a:lnTo>
                  <a:pt x="1132782" y="1028947"/>
                </a:lnTo>
                <a:lnTo>
                  <a:pt x="1146970" y="1051005"/>
                </a:lnTo>
                <a:lnTo>
                  <a:pt x="1160965" y="1073185"/>
                </a:lnTo>
                <a:lnTo>
                  <a:pt x="1174766" y="1095487"/>
                </a:lnTo>
                <a:lnTo>
                  <a:pt x="1188371" y="1117908"/>
                </a:lnTo>
                <a:lnTo>
                  <a:pt x="1201781" y="1140448"/>
                </a:lnTo>
                <a:lnTo>
                  <a:pt x="1214993" y="1163103"/>
                </a:lnTo>
                <a:lnTo>
                  <a:pt x="1228007" y="1185873"/>
                </a:lnTo>
                <a:lnTo>
                  <a:pt x="1240822" y="1208755"/>
                </a:lnTo>
                <a:lnTo>
                  <a:pt x="1253437" y="1231749"/>
                </a:lnTo>
                <a:lnTo>
                  <a:pt x="1265850" y="1254852"/>
                </a:lnTo>
                <a:lnTo>
                  <a:pt x="1278062" y="1278062"/>
                </a:lnTo>
                <a:lnTo>
                  <a:pt x="1290070" y="1301378"/>
                </a:lnTo>
                <a:lnTo>
                  <a:pt x="1301875" y="1324797"/>
                </a:lnTo>
                <a:lnTo>
                  <a:pt x="1313474" y="1348319"/>
                </a:lnTo>
                <a:lnTo>
                  <a:pt x="1324868" y="1371941"/>
                </a:lnTo>
                <a:lnTo>
                  <a:pt x="1336056" y="1395662"/>
                </a:lnTo>
              </a:path>
            </a:pathLst>
          </a:custGeom>
          <a:noFill/>
          <a:ln w="11430">
            <a:solidFill>
              <a:srgbClr val="C7C4C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F3F1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3F1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image" descr="03b86658e8f1752f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7560000" cy="5292000"/>
          </a:xfrm>
          <a:prstGeom prst="rect">
            <a:avLst/>
          </a:prstGeom>
        </p:spPr>
      </p:pic>
      <p:pic>
        <p:nvPicPr>
          <p:cNvPr id="5" name="image" descr="101a091ab18697c7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5400000"/>
            <a:ext cx="7560000" cy="5292000"/>
          </a:xfrm>
          <a:prstGeom prst="rect">
            <a:avLst/>
          </a:prstGeom>
        </p:spPr>
      </p:pic>
      <p:sp>
        <p:nvSpPr>
          <p:cNvPr id="6" name="logo"/>
          <p:cNvSpPr/>
          <p:nvPr/>
        </p:nvSpPr>
        <p:spPr>
          <a:xfrm>
            <a:off x="5919911" y="582603"/>
            <a:ext cx="1056269" cy="643486"/>
          </a:xfrm>
          <a:custGeom>
            <a:avLst/>
            <a:gdLst/>
            <a:ahLst/>
            <a:cxnLst/>
            <a:rect l="0" t="0" r="r" b="b"/>
            <a:pathLst>
              <a:path w="1056269" h="643486">
                <a:moveTo>
                  <a:pt x="990129" y="307"/>
                </a:moveTo>
                <a:lnTo>
                  <a:pt x="984765" y="2441"/>
                </a:lnTo>
                <a:lnTo>
                  <a:pt x="980334" y="4783"/>
                </a:lnTo>
                <a:lnTo>
                  <a:pt x="973784" y="15399"/>
                </a:lnTo>
                <a:lnTo>
                  <a:pt x="945108" y="29884"/>
                </a:lnTo>
                <a:lnTo>
                  <a:pt x="936215" y="35779"/>
                </a:lnTo>
                <a:lnTo>
                  <a:pt x="925637" y="44186"/>
                </a:lnTo>
                <a:lnTo>
                  <a:pt x="922678" y="47590"/>
                </a:lnTo>
                <a:lnTo>
                  <a:pt x="919642" y="52792"/>
                </a:lnTo>
                <a:lnTo>
                  <a:pt x="914571" y="59051"/>
                </a:lnTo>
                <a:lnTo>
                  <a:pt x="913179" y="62022"/>
                </a:lnTo>
                <a:lnTo>
                  <a:pt x="913123" y="64251"/>
                </a:lnTo>
                <a:lnTo>
                  <a:pt x="914088" y="66524"/>
                </a:lnTo>
                <a:lnTo>
                  <a:pt x="918250" y="70371"/>
                </a:lnTo>
                <a:lnTo>
                  <a:pt x="918820" y="71628"/>
                </a:lnTo>
                <a:lnTo>
                  <a:pt x="917254" y="72548"/>
                </a:lnTo>
                <a:lnTo>
                  <a:pt x="912540" y="73833"/>
                </a:lnTo>
                <a:lnTo>
                  <a:pt x="910998" y="74930"/>
                </a:lnTo>
                <a:lnTo>
                  <a:pt x="907953" y="81097"/>
                </a:lnTo>
                <a:lnTo>
                  <a:pt x="901179" y="88226"/>
                </a:lnTo>
                <a:lnTo>
                  <a:pt x="898935" y="91512"/>
                </a:lnTo>
                <a:lnTo>
                  <a:pt x="896496" y="96302"/>
                </a:lnTo>
                <a:lnTo>
                  <a:pt x="894904" y="96871"/>
                </a:lnTo>
                <a:lnTo>
                  <a:pt x="892716" y="96691"/>
                </a:lnTo>
                <a:lnTo>
                  <a:pt x="886793" y="93872"/>
                </a:lnTo>
                <a:lnTo>
                  <a:pt x="885232" y="93566"/>
                </a:lnTo>
                <a:lnTo>
                  <a:pt x="879043" y="95049"/>
                </a:lnTo>
                <a:lnTo>
                  <a:pt x="874648" y="96727"/>
                </a:lnTo>
                <a:lnTo>
                  <a:pt x="871795" y="98579"/>
                </a:lnTo>
                <a:lnTo>
                  <a:pt x="870301" y="100254"/>
                </a:lnTo>
                <a:lnTo>
                  <a:pt x="863433" y="110615"/>
                </a:lnTo>
                <a:lnTo>
                  <a:pt x="859275" y="113693"/>
                </a:lnTo>
                <a:lnTo>
                  <a:pt x="856327" y="114619"/>
                </a:lnTo>
                <a:lnTo>
                  <a:pt x="854159" y="114634"/>
                </a:lnTo>
                <a:lnTo>
                  <a:pt x="848178" y="110817"/>
                </a:lnTo>
                <a:lnTo>
                  <a:pt x="844691" y="109921"/>
                </a:lnTo>
                <a:lnTo>
                  <a:pt x="840996" y="110094"/>
                </a:lnTo>
                <a:lnTo>
                  <a:pt x="837278" y="111327"/>
                </a:lnTo>
                <a:lnTo>
                  <a:pt x="830309" y="115701"/>
                </a:lnTo>
                <a:lnTo>
                  <a:pt x="812274" y="124472"/>
                </a:lnTo>
                <a:lnTo>
                  <a:pt x="810392" y="125926"/>
                </a:lnTo>
                <a:lnTo>
                  <a:pt x="808602" y="128847"/>
                </a:lnTo>
                <a:lnTo>
                  <a:pt x="809498" y="136259"/>
                </a:lnTo>
                <a:lnTo>
                  <a:pt x="811743" y="141043"/>
                </a:lnTo>
                <a:lnTo>
                  <a:pt x="811639" y="143299"/>
                </a:lnTo>
                <a:lnTo>
                  <a:pt x="809504" y="144904"/>
                </a:lnTo>
                <a:lnTo>
                  <a:pt x="803387" y="146819"/>
                </a:lnTo>
                <a:lnTo>
                  <a:pt x="799989" y="149218"/>
                </a:lnTo>
                <a:lnTo>
                  <a:pt x="798039" y="148765"/>
                </a:lnTo>
                <a:lnTo>
                  <a:pt x="794559" y="146688"/>
                </a:lnTo>
                <a:lnTo>
                  <a:pt x="786966" y="141660"/>
                </a:lnTo>
                <a:lnTo>
                  <a:pt x="777514" y="134651"/>
                </a:lnTo>
                <a:lnTo>
                  <a:pt x="758690" y="122136"/>
                </a:lnTo>
                <a:lnTo>
                  <a:pt x="747605" y="114310"/>
                </a:lnTo>
                <a:lnTo>
                  <a:pt x="734049" y="103713"/>
                </a:lnTo>
                <a:lnTo>
                  <a:pt x="711398" y="87282"/>
                </a:lnTo>
                <a:lnTo>
                  <a:pt x="707893" y="85299"/>
                </a:lnTo>
                <a:lnTo>
                  <a:pt x="706225" y="85513"/>
                </a:lnTo>
                <a:lnTo>
                  <a:pt x="705447" y="86702"/>
                </a:lnTo>
                <a:lnTo>
                  <a:pt x="706106" y="89234"/>
                </a:lnTo>
                <a:lnTo>
                  <a:pt x="707056" y="90691"/>
                </a:lnTo>
                <a:lnTo>
                  <a:pt x="709522" y="92736"/>
                </a:lnTo>
                <a:lnTo>
                  <a:pt x="728697" y="106781"/>
                </a:lnTo>
                <a:lnTo>
                  <a:pt x="751732" y="122897"/>
                </a:lnTo>
                <a:lnTo>
                  <a:pt x="765770" y="133493"/>
                </a:lnTo>
                <a:lnTo>
                  <a:pt x="771437" y="137312"/>
                </a:lnTo>
                <a:lnTo>
                  <a:pt x="776142" y="139562"/>
                </a:lnTo>
                <a:lnTo>
                  <a:pt x="781474" y="142851"/>
                </a:lnTo>
                <a:lnTo>
                  <a:pt x="785655" y="146180"/>
                </a:lnTo>
                <a:lnTo>
                  <a:pt x="787681" y="148503"/>
                </a:lnTo>
                <a:lnTo>
                  <a:pt x="788375" y="150255"/>
                </a:lnTo>
                <a:lnTo>
                  <a:pt x="789027" y="160620"/>
                </a:lnTo>
                <a:lnTo>
                  <a:pt x="786500" y="160654"/>
                </a:lnTo>
                <a:lnTo>
                  <a:pt x="784862" y="159571"/>
                </a:lnTo>
                <a:lnTo>
                  <a:pt x="783393" y="157474"/>
                </a:lnTo>
                <a:lnTo>
                  <a:pt x="781622" y="153577"/>
                </a:lnTo>
                <a:lnTo>
                  <a:pt x="779910" y="151326"/>
                </a:lnTo>
                <a:lnTo>
                  <a:pt x="771756" y="142974"/>
                </a:lnTo>
                <a:lnTo>
                  <a:pt x="769312" y="140932"/>
                </a:lnTo>
                <a:lnTo>
                  <a:pt x="767499" y="140113"/>
                </a:lnTo>
                <a:lnTo>
                  <a:pt x="765865" y="140315"/>
                </a:lnTo>
                <a:lnTo>
                  <a:pt x="761593" y="142299"/>
                </a:lnTo>
                <a:lnTo>
                  <a:pt x="753204" y="142540"/>
                </a:lnTo>
                <a:lnTo>
                  <a:pt x="749509" y="147584"/>
                </a:lnTo>
                <a:lnTo>
                  <a:pt x="748063" y="153309"/>
                </a:lnTo>
                <a:lnTo>
                  <a:pt x="746768" y="154275"/>
                </a:lnTo>
                <a:lnTo>
                  <a:pt x="743981" y="155306"/>
                </a:lnTo>
                <a:lnTo>
                  <a:pt x="741838" y="155282"/>
                </a:lnTo>
                <a:lnTo>
                  <a:pt x="736928" y="152601"/>
                </a:lnTo>
                <a:lnTo>
                  <a:pt x="734080" y="151761"/>
                </a:lnTo>
                <a:lnTo>
                  <a:pt x="726005" y="153635"/>
                </a:lnTo>
                <a:lnTo>
                  <a:pt x="722608" y="153980"/>
                </a:lnTo>
                <a:lnTo>
                  <a:pt x="720441" y="153701"/>
                </a:lnTo>
                <a:lnTo>
                  <a:pt x="716327" y="150447"/>
                </a:lnTo>
                <a:lnTo>
                  <a:pt x="714536" y="147843"/>
                </a:lnTo>
                <a:lnTo>
                  <a:pt x="716034" y="142306"/>
                </a:lnTo>
                <a:lnTo>
                  <a:pt x="716782" y="133751"/>
                </a:lnTo>
                <a:lnTo>
                  <a:pt x="716512" y="130100"/>
                </a:lnTo>
                <a:lnTo>
                  <a:pt x="714936" y="127653"/>
                </a:lnTo>
                <a:lnTo>
                  <a:pt x="709232" y="122338"/>
                </a:lnTo>
                <a:lnTo>
                  <a:pt x="705776" y="120054"/>
                </a:lnTo>
                <a:lnTo>
                  <a:pt x="702875" y="119395"/>
                </a:lnTo>
                <a:lnTo>
                  <a:pt x="694655" y="119133"/>
                </a:lnTo>
                <a:lnTo>
                  <a:pt x="691652" y="118631"/>
                </a:lnTo>
                <a:lnTo>
                  <a:pt x="690721" y="117815"/>
                </a:lnTo>
                <a:lnTo>
                  <a:pt x="689830" y="114026"/>
                </a:lnTo>
                <a:lnTo>
                  <a:pt x="688886" y="112448"/>
                </a:lnTo>
                <a:lnTo>
                  <a:pt x="687004" y="111273"/>
                </a:lnTo>
                <a:lnTo>
                  <a:pt x="682377" y="109609"/>
                </a:lnTo>
                <a:lnTo>
                  <a:pt x="677103" y="111550"/>
                </a:lnTo>
                <a:lnTo>
                  <a:pt x="673891" y="114190"/>
                </a:lnTo>
                <a:lnTo>
                  <a:pt x="674455" y="125887"/>
                </a:lnTo>
                <a:lnTo>
                  <a:pt x="675211" y="129461"/>
                </a:lnTo>
                <a:lnTo>
                  <a:pt x="675614" y="129920"/>
                </a:lnTo>
                <a:lnTo>
                  <a:pt x="676735" y="129886"/>
                </a:lnTo>
                <a:lnTo>
                  <a:pt x="680641" y="127610"/>
                </a:lnTo>
                <a:lnTo>
                  <a:pt x="682286" y="127672"/>
                </a:lnTo>
                <a:lnTo>
                  <a:pt x="684122" y="128410"/>
                </a:lnTo>
                <a:lnTo>
                  <a:pt x="693709" y="135525"/>
                </a:lnTo>
                <a:lnTo>
                  <a:pt x="700980" y="142389"/>
                </a:lnTo>
                <a:lnTo>
                  <a:pt x="701464" y="144697"/>
                </a:lnTo>
                <a:lnTo>
                  <a:pt x="701117" y="146026"/>
                </a:lnTo>
                <a:lnTo>
                  <a:pt x="699209" y="149325"/>
                </a:lnTo>
                <a:lnTo>
                  <a:pt x="694313" y="155679"/>
                </a:lnTo>
                <a:lnTo>
                  <a:pt x="693043" y="158983"/>
                </a:lnTo>
                <a:lnTo>
                  <a:pt x="693053" y="160668"/>
                </a:lnTo>
                <a:lnTo>
                  <a:pt x="693789" y="163376"/>
                </a:lnTo>
                <a:lnTo>
                  <a:pt x="695126" y="165711"/>
                </a:lnTo>
                <a:lnTo>
                  <a:pt x="696911" y="167504"/>
                </a:lnTo>
                <a:lnTo>
                  <a:pt x="699998" y="168866"/>
                </a:lnTo>
                <a:lnTo>
                  <a:pt x="703861" y="169063"/>
                </a:lnTo>
                <a:lnTo>
                  <a:pt x="709414" y="168253"/>
                </a:lnTo>
                <a:lnTo>
                  <a:pt x="714843" y="166243"/>
                </a:lnTo>
                <a:lnTo>
                  <a:pt x="719020" y="166852"/>
                </a:lnTo>
                <a:lnTo>
                  <a:pt x="724160" y="165624"/>
                </a:lnTo>
                <a:lnTo>
                  <a:pt x="726519" y="166565"/>
                </a:lnTo>
                <a:lnTo>
                  <a:pt x="758636" y="193750"/>
                </a:lnTo>
                <a:lnTo>
                  <a:pt x="760031" y="195403"/>
                </a:lnTo>
                <a:lnTo>
                  <a:pt x="763630" y="197962"/>
                </a:lnTo>
                <a:lnTo>
                  <a:pt x="773369" y="206281"/>
                </a:lnTo>
                <a:lnTo>
                  <a:pt x="782988" y="215012"/>
                </a:lnTo>
                <a:lnTo>
                  <a:pt x="789551" y="219837"/>
                </a:lnTo>
                <a:lnTo>
                  <a:pt x="792119" y="222990"/>
                </a:lnTo>
                <a:lnTo>
                  <a:pt x="799661" y="229348"/>
                </a:lnTo>
                <a:lnTo>
                  <a:pt x="804582" y="232935"/>
                </a:lnTo>
                <a:lnTo>
                  <a:pt x="805727" y="234276"/>
                </a:lnTo>
                <a:lnTo>
                  <a:pt x="808260" y="234750"/>
                </a:lnTo>
                <a:lnTo>
                  <a:pt x="809348" y="233928"/>
                </a:lnTo>
                <a:lnTo>
                  <a:pt x="809290" y="232777"/>
                </a:lnTo>
                <a:lnTo>
                  <a:pt x="805379" y="229009"/>
                </a:lnTo>
                <a:lnTo>
                  <a:pt x="801566" y="226225"/>
                </a:lnTo>
                <a:lnTo>
                  <a:pt x="795704" y="220743"/>
                </a:lnTo>
                <a:lnTo>
                  <a:pt x="790840" y="217943"/>
                </a:lnTo>
                <a:lnTo>
                  <a:pt x="787394" y="215349"/>
                </a:lnTo>
                <a:lnTo>
                  <a:pt x="785465" y="213054"/>
                </a:lnTo>
                <a:lnTo>
                  <a:pt x="777561" y="207340"/>
                </a:lnTo>
                <a:lnTo>
                  <a:pt x="740372" y="172697"/>
                </a:lnTo>
                <a:lnTo>
                  <a:pt x="738770" y="170436"/>
                </a:lnTo>
                <a:lnTo>
                  <a:pt x="738772" y="167988"/>
                </a:lnTo>
                <a:lnTo>
                  <a:pt x="740850" y="166539"/>
                </a:lnTo>
                <a:lnTo>
                  <a:pt x="749328" y="164908"/>
                </a:lnTo>
                <a:lnTo>
                  <a:pt x="753778" y="163198"/>
                </a:lnTo>
                <a:lnTo>
                  <a:pt x="756160" y="161451"/>
                </a:lnTo>
                <a:lnTo>
                  <a:pt x="757962" y="159299"/>
                </a:lnTo>
                <a:lnTo>
                  <a:pt x="760514" y="153798"/>
                </a:lnTo>
                <a:lnTo>
                  <a:pt x="762438" y="152921"/>
                </a:lnTo>
                <a:lnTo>
                  <a:pt x="764667" y="152882"/>
                </a:lnTo>
                <a:lnTo>
                  <a:pt x="768169" y="154153"/>
                </a:lnTo>
                <a:lnTo>
                  <a:pt x="770561" y="156136"/>
                </a:lnTo>
                <a:lnTo>
                  <a:pt x="771670" y="163947"/>
                </a:lnTo>
                <a:lnTo>
                  <a:pt x="782991" y="172282"/>
                </a:lnTo>
                <a:lnTo>
                  <a:pt x="786576" y="173075"/>
                </a:lnTo>
                <a:lnTo>
                  <a:pt x="802334" y="173975"/>
                </a:lnTo>
                <a:lnTo>
                  <a:pt x="803870" y="172444"/>
                </a:lnTo>
                <a:lnTo>
                  <a:pt x="804148" y="171311"/>
                </a:lnTo>
                <a:lnTo>
                  <a:pt x="802065" y="166040"/>
                </a:lnTo>
                <a:lnTo>
                  <a:pt x="801984" y="163519"/>
                </a:lnTo>
                <a:lnTo>
                  <a:pt x="803492" y="162104"/>
                </a:lnTo>
                <a:lnTo>
                  <a:pt x="806984" y="162014"/>
                </a:lnTo>
                <a:lnTo>
                  <a:pt x="814619" y="166384"/>
                </a:lnTo>
                <a:lnTo>
                  <a:pt x="820794" y="170878"/>
                </a:lnTo>
                <a:lnTo>
                  <a:pt x="826670" y="174331"/>
                </a:lnTo>
                <a:lnTo>
                  <a:pt x="852261" y="191465"/>
                </a:lnTo>
                <a:lnTo>
                  <a:pt x="853906" y="192101"/>
                </a:lnTo>
                <a:lnTo>
                  <a:pt x="855421" y="191895"/>
                </a:lnTo>
                <a:lnTo>
                  <a:pt x="855962" y="191491"/>
                </a:lnTo>
                <a:lnTo>
                  <a:pt x="856124" y="190224"/>
                </a:lnTo>
                <a:lnTo>
                  <a:pt x="855175" y="188549"/>
                </a:lnTo>
                <a:lnTo>
                  <a:pt x="853254" y="186715"/>
                </a:lnTo>
                <a:lnTo>
                  <a:pt x="826435" y="168774"/>
                </a:lnTo>
                <a:lnTo>
                  <a:pt x="821312" y="164797"/>
                </a:lnTo>
                <a:lnTo>
                  <a:pt x="815173" y="160983"/>
                </a:lnTo>
                <a:lnTo>
                  <a:pt x="812000" y="157727"/>
                </a:lnTo>
                <a:lnTo>
                  <a:pt x="811394" y="156210"/>
                </a:lnTo>
                <a:lnTo>
                  <a:pt x="811678" y="155542"/>
                </a:lnTo>
                <a:lnTo>
                  <a:pt x="816563" y="153629"/>
                </a:lnTo>
                <a:lnTo>
                  <a:pt x="825911" y="144757"/>
                </a:lnTo>
                <a:lnTo>
                  <a:pt x="825658" y="140881"/>
                </a:lnTo>
                <a:lnTo>
                  <a:pt x="820944" y="134534"/>
                </a:lnTo>
                <a:lnTo>
                  <a:pt x="820596" y="133289"/>
                </a:lnTo>
                <a:lnTo>
                  <a:pt x="821062" y="131777"/>
                </a:lnTo>
                <a:lnTo>
                  <a:pt x="825835" y="128789"/>
                </a:lnTo>
                <a:lnTo>
                  <a:pt x="835070" y="125069"/>
                </a:lnTo>
                <a:lnTo>
                  <a:pt x="845183" y="126055"/>
                </a:lnTo>
                <a:lnTo>
                  <a:pt x="866170" y="122531"/>
                </a:lnTo>
                <a:lnTo>
                  <a:pt x="868213" y="121153"/>
                </a:lnTo>
                <a:lnTo>
                  <a:pt x="869774" y="119457"/>
                </a:lnTo>
                <a:lnTo>
                  <a:pt x="877829" y="107659"/>
                </a:lnTo>
                <a:lnTo>
                  <a:pt x="880442" y="105164"/>
                </a:lnTo>
                <a:lnTo>
                  <a:pt x="881725" y="104474"/>
                </a:lnTo>
                <a:lnTo>
                  <a:pt x="883015" y="104149"/>
                </a:lnTo>
                <a:lnTo>
                  <a:pt x="885685" y="104570"/>
                </a:lnTo>
                <a:lnTo>
                  <a:pt x="889705" y="107005"/>
                </a:lnTo>
                <a:lnTo>
                  <a:pt x="893262" y="107948"/>
                </a:lnTo>
                <a:lnTo>
                  <a:pt x="898907" y="108257"/>
                </a:lnTo>
                <a:lnTo>
                  <a:pt x="901549" y="107410"/>
                </a:lnTo>
                <a:lnTo>
                  <a:pt x="903627" y="105302"/>
                </a:lnTo>
                <a:lnTo>
                  <a:pt x="907161" y="98050"/>
                </a:lnTo>
                <a:lnTo>
                  <a:pt x="909248" y="94850"/>
                </a:lnTo>
                <a:lnTo>
                  <a:pt x="918343" y="84725"/>
                </a:lnTo>
                <a:lnTo>
                  <a:pt x="927375" y="78916"/>
                </a:lnTo>
                <a:lnTo>
                  <a:pt x="931627" y="74867"/>
                </a:lnTo>
                <a:lnTo>
                  <a:pt x="931982" y="73449"/>
                </a:lnTo>
                <a:lnTo>
                  <a:pt x="931494" y="71467"/>
                </a:lnTo>
                <a:lnTo>
                  <a:pt x="927337" y="63639"/>
                </a:lnTo>
                <a:lnTo>
                  <a:pt x="926932" y="61961"/>
                </a:lnTo>
                <a:lnTo>
                  <a:pt x="927731" y="59277"/>
                </a:lnTo>
                <a:lnTo>
                  <a:pt x="931084" y="53724"/>
                </a:lnTo>
                <a:lnTo>
                  <a:pt x="934696" y="49748"/>
                </a:lnTo>
                <a:lnTo>
                  <a:pt x="941721" y="44424"/>
                </a:lnTo>
                <a:lnTo>
                  <a:pt x="952852" y="37291"/>
                </a:lnTo>
                <a:lnTo>
                  <a:pt x="955328" y="36098"/>
                </a:lnTo>
                <a:lnTo>
                  <a:pt x="957475" y="35835"/>
                </a:lnTo>
                <a:lnTo>
                  <a:pt x="959754" y="37122"/>
                </a:lnTo>
                <a:lnTo>
                  <a:pt x="976557" y="51548"/>
                </a:lnTo>
                <a:lnTo>
                  <a:pt x="983320" y="55808"/>
                </a:lnTo>
                <a:lnTo>
                  <a:pt x="984492" y="57662"/>
                </a:lnTo>
                <a:lnTo>
                  <a:pt x="986444" y="63697"/>
                </a:lnTo>
                <a:lnTo>
                  <a:pt x="988321" y="66656"/>
                </a:lnTo>
                <a:lnTo>
                  <a:pt x="991290" y="68432"/>
                </a:lnTo>
                <a:lnTo>
                  <a:pt x="1000573" y="71187"/>
                </a:lnTo>
                <a:lnTo>
                  <a:pt x="1002247" y="72330"/>
                </a:lnTo>
                <a:lnTo>
                  <a:pt x="1003966" y="74316"/>
                </a:lnTo>
                <a:lnTo>
                  <a:pt x="1003816" y="87126"/>
                </a:lnTo>
                <a:lnTo>
                  <a:pt x="1007202" y="108097"/>
                </a:lnTo>
                <a:lnTo>
                  <a:pt x="1009164" y="115745"/>
                </a:lnTo>
                <a:lnTo>
                  <a:pt x="1009300" y="118643"/>
                </a:lnTo>
                <a:lnTo>
                  <a:pt x="1008251" y="120852"/>
                </a:lnTo>
                <a:lnTo>
                  <a:pt x="1004645" y="124036"/>
                </a:lnTo>
                <a:lnTo>
                  <a:pt x="1002363" y="127226"/>
                </a:lnTo>
                <a:lnTo>
                  <a:pt x="1000732" y="132069"/>
                </a:lnTo>
                <a:lnTo>
                  <a:pt x="998428" y="142271"/>
                </a:lnTo>
                <a:lnTo>
                  <a:pt x="997339" y="144283"/>
                </a:lnTo>
                <a:lnTo>
                  <a:pt x="996142" y="144253"/>
                </a:lnTo>
                <a:lnTo>
                  <a:pt x="991792" y="140334"/>
                </a:lnTo>
                <a:lnTo>
                  <a:pt x="988222" y="136254"/>
                </a:lnTo>
                <a:lnTo>
                  <a:pt x="984548" y="130673"/>
                </a:lnTo>
                <a:lnTo>
                  <a:pt x="981872" y="128487"/>
                </a:lnTo>
                <a:lnTo>
                  <a:pt x="980299" y="128780"/>
                </a:lnTo>
                <a:lnTo>
                  <a:pt x="978573" y="129872"/>
                </a:lnTo>
                <a:lnTo>
                  <a:pt x="965721" y="140529"/>
                </a:lnTo>
                <a:lnTo>
                  <a:pt x="965257" y="141779"/>
                </a:lnTo>
                <a:lnTo>
                  <a:pt x="965642" y="143263"/>
                </a:lnTo>
                <a:lnTo>
                  <a:pt x="971040" y="150062"/>
                </a:lnTo>
                <a:lnTo>
                  <a:pt x="971885" y="151887"/>
                </a:lnTo>
                <a:lnTo>
                  <a:pt x="971683" y="153263"/>
                </a:lnTo>
                <a:lnTo>
                  <a:pt x="970422" y="154231"/>
                </a:lnTo>
                <a:lnTo>
                  <a:pt x="965637" y="155621"/>
                </a:lnTo>
                <a:lnTo>
                  <a:pt x="961646" y="158342"/>
                </a:lnTo>
                <a:lnTo>
                  <a:pt x="957525" y="162703"/>
                </a:lnTo>
                <a:lnTo>
                  <a:pt x="952955" y="169299"/>
                </a:lnTo>
                <a:lnTo>
                  <a:pt x="953289" y="180202"/>
                </a:lnTo>
                <a:lnTo>
                  <a:pt x="956837" y="196757"/>
                </a:lnTo>
                <a:lnTo>
                  <a:pt x="959834" y="203914"/>
                </a:lnTo>
                <a:lnTo>
                  <a:pt x="960172" y="206501"/>
                </a:lnTo>
                <a:lnTo>
                  <a:pt x="959922" y="207520"/>
                </a:lnTo>
                <a:lnTo>
                  <a:pt x="959389" y="208369"/>
                </a:lnTo>
                <a:lnTo>
                  <a:pt x="957459" y="209590"/>
                </a:lnTo>
                <a:lnTo>
                  <a:pt x="949273" y="211141"/>
                </a:lnTo>
                <a:lnTo>
                  <a:pt x="945163" y="212781"/>
                </a:lnTo>
                <a:lnTo>
                  <a:pt x="943427" y="213909"/>
                </a:lnTo>
                <a:lnTo>
                  <a:pt x="941881" y="215259"/>
                </a:lnTo>
                <a:lnTo>
                  <a:pt x="939286" y="218681"/>
                </a:lnTo>
                <a:lnTo>
                  <a:pt x="936171" y="225402"/>
                </a:lnTo>
                <a:lnTo>
                  <a:pt x="934175" y="228000"/>
                </a:lnTo>
                <a:lnTo>
                  <a:pt x="933977" y="229446"/>
                </a:lnTo>
                <a:lnTo>
                  <a:pt x="935224" y="230996"/>
                </a:lnTo>
                <a:lnTo>
                  <a:pt x="938038" y="232933"/>
                </a:lnTo>
                <a:lnTo>
                  <a:pt x="940742" y="234095"/>
                </a:lnTo>
                <a:lnTo>
                  <a:pt x="942211" y="234044"/>
                </a:lnTo>
                <a:lnTo>
                  <a:pt x="944437" y="232712"/>
                </a:lnTo>
                <a:lnTo>
                  <a:pt x="947038" y="229991"/>
                </a:lnTo>
                <a:lnTo>
                  <a:pt x="948827" y="223253"/>
                </a:lnTo>
                <a:lnTo>
                  <a:pt x="950779" y="220930"/>
                </a:lnTo>
                <a:lnTo>
                  <a:pt x="953438" y="220309"/>
                </a:lnTo>
                <a:lnTo>
                  <a:pt x="957707" y="223501"/>
                </a:lnTo>
                <a:lnTo>
                  <a:pt x="960380" y="224022"/>
                </a:lnTo>
                <a:lnTo>
                  <a:pt x="962372" y="223783"/>
                </a:lnTo>
                <a:lnTo>
                  <a:pt x="964003" y="223011"/>
                </a:lnTo>
                <a:lnTo>
                  <a:pt x="965944" y="220679"/>
                </a:lnTo>
                <a:lnTo>
                  <a:pt x="968669" y="213961"/>
                </a:lnTo>
                <a:lnTo>
                  <a:pt x="971355" y="209616"/>
                </a:lnTo>
                <a:lnTo>
                  <a:pt x="974525" y="205565"/>
                </a:lnTo>
                <a:lnTo>
                  <a:pt x="975429" y="202803"/>
                </a:lnTo>
                <a:lnTo>
                  <a:pt x="974428" y="200490"/>
                </a:lnTo>
                <a:lnTo>
                  <a:pt x="969425" y="197987"/>
                </a:lnTo>
                <a:lnTo>
                  <a:pt x="967451" y="194844"/>
                </a:lnTo>
                <a:lnTo>
                  <a:pt x="965420" y="187781"/>
                </a:lnTo>
                <a:lnTo>
                  <a:pt x="964068" y="181121"/>
                </a:lnTo>
                <a:lnTo>
                  <a:pt x="963466" y="175631"/>
                </a:lnTo>
                <a:lnTo>
                  <a:pt x="963707" y="172095"/>
                </a:lnTo>
                <a:lnTo>
                  <a:pt x="966359" y="168190"/>
                </a:lnTo>
                <a:lnTo>
                  <a:pt x="968542" y="166430"/>
                </a:lnTo>
                <a:lnTo>
                  <a:pt x="969734" y="166020"/>
                </a:lnTo>
                <a:lnTo>
                  <a:pt x="976397" y="169345"/>
                </a:lnTo>
                <a:lnTo>
                  <a:pt x="980401" y="169485"/>
                </a:lnTo>
                <a:lnTo>
                  <a:pt x="981566" y="168963"/>
                </a:lnTo>
                <a:lnTo>
                  <a:pt x="982340" y="166128"/>
                </a:lnTo>
                <a:lnTo>
                  <a:pt x="983052" y="150993"/>
                </a:lnTo>
                <a:lnTo>
                  <a:pt x="983489" y="149158"/>
                </a:lnTo>
                <a:lnTo>
                  <a:pt x="984594" y="148422"/>
                </a:lnTo>
                <a:lnTo>
                  <a:pt x="986003" y="149217"/>
                </a:lnTo>
                <a:lnTo>
                  <a:pt x="986904" y="151242"/>
                </a:lnTo>
                <a:lnTo>
                  <a:pt x="988168" y="167857"/>
                </a:lnTo>
                <a:lnTo>
                  <a:pt x="991521" y="182744"/>
                </a:lnTo>
                <a:lnTo>
                  <a:pt x="994245" y="192555"/>
                </a:lnTo>
                <a:lnTo>
                  <a:pt x="994503" y="195416"/>
                </a:lnTo>
                <a:lnTo>
                  <a:pt x="993523" y="202005"/>
                </a:lnTo>
                <a:lnTo>
                  <a:pt x="993648" y="204812"/>
                </a:lnTo>
                <a:lnTo>
                  <a:pt x="996505" y="211233"/>
                </a:lnTo>
                <a:lnTo>
                  <a:pt x="999675" y="221274"/>
                </a:lnTo>
                <a:lnTo>
                  <a:pt x="1002880" y="225871"/>
                </a:lnTo>
                <a:lnTo>
                  <a:pt x="1007287" y="230736"/>
                </a:lnTo>
                <a:lnTo>
                  <a:pt x="1010799" y="233904"/>
                </a:lnTo>
                <a:lnTo>
                  <a:pt x="1016344" y="237934"/>
                </a:lnTo>
                <a:lnTo>
                  <a:pt x="1035697" y="249973"/>
                </a:lnTo>
                <a:lnTo>
                  <a:pt x="1048805" y="257434"/>
                </a:lnTo>
                <a:lnTo>
                  <a:pt x="1052359" y="258550"/>
                </a:lnTo>
                <a:lnTo>
                  <a:pt x="1055011" y="258396"/>
                </a:lnTo>
                <a:lnTo>
                  <a:pt x="1055863" y="257476"/>
                </a:lnTo>
                <a:lnTo>
                  <a:pt x="1056269" y="255718"/>
                </a:lnTo>
                <a:lnTo>
                  <a:pt x="1055893" y="245959"/>
                </a:lnTo>
                <a:lnTo>
                  <a:pt x="1049328" y="233369"/>
                </a:lnTo>
                <a:lnTo>
                  <a:pt x="1048700" y="221961"/>
                </a:lnTo>
                <a:lnTo>
                  <a:pt x="1046877" y="219298"/>
                </a:lnTo>
                <a:lnTo>
                  <a:pt x="1041911" y="213704"/>
                </a:lnTo>
                <a:lnTo>
                  <a:pt x="1044916" y="206545"/>
                </a:lnTo>
                <a:lnTo>
                  <a:pt x="1045093" y="202349"/>
                </a:lnTo>
                <a:lnTo>
                  <a:pt x="1043083" y="199144"/>
                </a:lnTo>
                <a:lnTo>
                  <a:pt x="1037812" y="195905"/>
                </a:lnTo>
                <a:lnTo>
                  <a:pt x="1036890" y="194792"/>
                </a:lnTo>
                <a:lnTo>
                  <a:pt x="1036299" y="191974"/>
                </a:lnTo>
                <a:lnTo>
                  <a:pt x="1035884" y="182895"/>
                </a:lnTo>
                <a:lnTo>
                  <a:pt x="1032949" y="181207"/>
                </a:lnTo>
                <a:lnTo>
                  <a:pt x="1027591" y="180050"/>
                </a:lnTo>
                <a:lnTo>
                  <a:pt x="1022239" y="174828"/>
                </a:lnTo>
                <a:lnTo>
                  <a:pt x="1020003" y="173361"/>
                </a:lnTo>
                <a:lnTo>
                  <a:pt x="1018587" y="173199"/>
                </a:lnTo>
                <a:lnTo>
                  <a:pt x="1013665" y="174523"/>
                </a:lnTo>
                <a:lnTo>
                  <a:pt x="1011825" y="174457"/>
                </a:lnTo>
                <a:lnTo>
                  <a:pt x="1008947" y="170186"/>
                </a:lnTo>
                <a:lnTo>
                  <a:pt x="1003146" y="158981"/>
                </a:lnTo>
                <a:lnTo>
                  <a:pt x="1006813" y="152123"/>
                </a:lnTo>
                <a:lnTo>
                  <a:pt x="1009832" y="148630"/>
                </a:lnTo>
                <a:lnTo>
                  <a:pt x="1010740" y="146843"/>
                </a:lnTo>
                <a:lnTo>
                  <a:pt x="1010203" y="136623"/>
                </a:lnTo>
                <a:lnTo>
                  <a:pt x="1011091" y="132293"/>
                </a:lnTo>
                <a:lnTo>
                  <a:pt x="1013223" y="130805"/>
                </a:lnTo>
                <a:lnTo>
                  <a:pt x="1020745" y="127643"/>
                </a:lnTo>
                <a:lnTo>
                  <a:pt x="1022052" y="126303"/>
                </a:lnTo>
                <a:lnTo>
                  <a:pt x="1022273" y="125478"/>
                </a:lnTo>
                <a:lnTo>
                  <a:pt x="1021950" y="123296"/>
                </a:lnTo>
                <a:lnTo>
                  <a:pt x="1019576" y="117126"/>
                </a:lnTo>
                <a:lnTo>
                  <a:pt x="1018282" y="111977"/>
                </a:lnTo>
                <a:lnTo>
                  <a:pt x="1014686" y="90747"/>
                </a:lnTo>
                <a:lnTo>
                  <a:pt x="1013946" y="81597"/>
                </a:lnTo>
                <a:lnTo>
                  <a:pt x="1013946" y="78366"/>
                </a:lnTo>
                <a:lnTo>
                  <a:pt x="1021661" y="70266"/>
                </a:lnTo>
                <a:lnTo>
                  <a:pt x="1021661" y="65975"/>
                </a:lnTo>
                <a:lnTo>
                  <a:pt x="1017652" y="62612"/>
                </a:lnTo>
                <a:lnTo>
                  <a:pt x="1015061" y="61431"/>
                </a:lnTo>
                <a:lnTo>
                  <a:pt x="1011911" y="61161"/>
                </a:lnTo>
                <a:lnTo>
                  <a:pt x="1006376" y="61624"/>
                </a:lnTo>
                <a:lnTo>
                  <a:pt x="1000814" y="61437"/>
                </a:lnTo>
                <a:lnTo>
                  <a:pt x="996975" y="60527"/>
                </a:lnTo>
                <a:lnTo>
                  <a:pt x="995681" y="59156"/>
                </a:lnTo>
                <a:lnTo>
                  <a:pt x="994100" y="50288"/>
                </a:lnTo>
                <a:lnTo>
                  <a:pt x="991424" y="45169"/>
                </a:lnTo>
                <a:lnTo>
                  <a:pt x="992021" y="42520"/>
                </a:lnTo>
                <a:lnTo>
                  <a:pt x="994387" y="38534"/>
                </a:lnTo>
                <a:lnTo>
                  <a:pt x="996361" y="36126"/>
                </a:lnTo>
                <a:lnTo>
                  <a:pt x="1001781" y="34400"/>
                </a:lnTo>
                <a:lnTo>
                  <a:pt x="1007184" y="30062"/>
                </a:lnTo>
                <a:lnTo>
                  <a:pt x="1012292" y="26825"/>
                </a:lnTo>
                <a:lnTo>
                  <a:pt x="1014356" y="24047"/>
                </a:lnTo>
                <a:lnTo>
                  <a:pt x="1014702" y="20788"/>
                </a:lnTo>
                <a:lnTo>
                  <a:pt x="1013946" y="18436"/>
                </a:lnTo>
                <a:lnTo>
                  <a:pt x="1012627" y="16447"/>
                </a:lnTo>
                <a:lnTo>
                  <a:pt x="1004671" y="13209"/>
                </a:lnTo>
                <a:lnTo>
                  <a:pt x="1002453" y="11523"/>
                </a:lnTo>
                <a:lnTo>
                  <a:pt x="1001484" y="9680"/>
                </a:lnTo>
                <a:lnTo>
                  <a:pt x="1000291" y="5309"/>
                </a:lnTo>
                <a:lnTo>
                  <a:pt x="997517" y="1320"/>
                </a:lnTo>
                <a:lnTo>
                  <a:pt x="994565" y="0"/>
                </a:lnTo>
                <a:lnTo>
                  <a:pt x="990129" y="307"/>
                </a:lnTo>
                <a:close/>
                <a:moveTo>
                  <a:pt x="990514" y="16266"/>
                </a:moveTo>
                <a:lnTo>
                  <a:pt x="995471" y="21221"/>
                </a:lnTo>
                <a:lnTo>
                  <a:pt x="996402" y="23975"/>
                </a:lnTo>
                <a:lnTo>
                  <a:pt x="994956" y="25096"/>
                </a:lnTo>
                <a:lnTo>
                  <a:pt x="990189" y="26114"/>
                </a:lnTo>
                <a:lnTo>
                  <a:pt x="988248" y="26934"/>
                </a:lnTo>
                <a:lnTo>
                  <a:pt x="984242" y="33525"/>
                </a:lnTo>
                <a:lnTo>
                  <a:pt x="981860" y="34507"/>
                </a:lnTo>
                <a:lnTo>
                  <a:pt x="975221" y="34579"/>
                </a:lnTo>
                <a:lnTo>
                  <a:pt x="969234" y="33900"/>
                </a:lnTo>
                <a:lnTo>
                  <a:pt x="966459" y="32746"/>
                </a:lnTo>
                <a:lnTo>
                  <a:pt x="966533" y="31760"/>
                </a:lnTo>
                <a:lnTo>
                  <a:pt x="972675" y="26681"/>
                </a:lnTo>
                <a:lnTo>
                  <a:pt x="979603" y="27125"/>
                </a:lnTo>
                <a:lnTo>
                  <a:pt x="982264" y="26566"/>
                </a:lnTo>
                <a:lnTo>
                  <a:pt x="983401" y="24875"/>
                </a:lnTo>
                <a:lnTo>
                  <a:pt x="983999" y="20588"/>
                </a:lnTo>
                <a:lnTo>
                  <a:pt x="987171" y="15733"/>
                </a:lnTo>
                <a:lnTo>
                  <a:pt x="989000" y="14528"/>
                </a:lnTo>
                <a:lnTo>
                  <a:pt x="990514" y="16266"/>
                </a:lnTo>
                <a:close/>
                <a:moveTo>
                  <a:pt x="702771" y="130486"/>
                </a:moveTo>
                <a:lnTo>
                  <a:pt x="704846" y="132106"/>
                </a:lnTo>
                <a:lnTo>
                  <a:pt x="705874" y="134420"/>
                </a:lnTo>
                <a:lnTo>
                  <a:pt x="705702" y="137368"/>
                </a:lnTo>
                <a:lnTo>
                  <a:pt x="704417" y="138586"/>
                </a:lnTo>
                <a:lnTo>
                  <a:pt x="703268" y="138600"/>
                </a:lnTo>
                <a:lnTo>
                  <a:pt x="702100" y="137910"/>
                </a:lnTo>
                <a:lnTo>
                  <a:pt x="697689" y="133916"/>
                </a:lnTo>
                <a:lnTo>
                  <a:pt x="697224" y="132895"/>
                </a:lnTo>
                <a:lnTo>
                  <a:pt x="697413" y="130782"/>
                </a:lnTo>
                <a:lnTo>
                  <a:pt x="698619" y="129636"/>
                </a:lnTo>
                <a:lnTo>
                  <a:pt x="700801" y="129727"/>
                </a:lnTo>
                <a:lnTo>
                  <a:pt x="702771" y="130486"/>
                </a:lnTo>
                <a:close/>
                <a:moveTo>
                  <a:pt x="1007486" y="185450"/>
                </a:moveTo>
                <a:lnTo>
                  <a:pt x="1010097" y="187206"/>
                </a:lnTo>
                <a:lnTo>
                  <a:pt x="1011919" y="187776"/>
                </a:lnTo>
                <a:lnTo>
                  <a:pt x="1015723" y="186116"/>
                </a:lnTo>
                <a:lnTo>
                  <a:pt x="1017256" y="186168"/>
                </a:lnTo>
                <a:lnTo>
                  <a:pt x="1022883" y="188928"/>
                </a:lnTo>
                <a:lnTo>
                  <a:pt x="1025131" y="190865"/>
                </a:lnTo>
                <a:lnTo>
                  <a:pt x="1025757" y="196886"/>
                </a:lnTo>
                <a:lnTo>
                  <a:pt x="1026289" y="198589"/>
                </a:lnTo>
                <a:lnTo>
                  <a:pt x="1027900" y="201000"/>
                </a:lnTo>
                <a:lnTo>
                  <a:pt x="1032798" y="205941"/>
                </a:lnTo>
                <a:lnTo>
                  <a:pt x="1032050" y="212405"/>
                </a:lnTo>
                <a:lnTo>
                  <a:pt x="1032274" y="217001"/>
                </a:lnTo>
                <a:lnTo>
                  <a:pt x="1033865" y="220542"/>
                </a:lnTo>
                <a:lnTo>
                  <a:pt x="1038246" y="225565"/>
                </a:lnTo>
                <a:lnTo>
                  <a:pt x="1038765" y="232156"/>
                </a:lnTo>
                <a:lnTo>
                  <a:pt x="1039792" y="236539"/>
                </a:lnTo>
                <a:lnTo>
                  <a:pt x="1039819" y="237234"/>
                </a:lnTo>
                <a:lnTo>
                  <a:pt x="1039179" y="238140"/>
                </a:lnTo>
                <a:lnTo>
                  <a:pt x="1036884" y="238220"/>
                </a:lnTo>
                <a:lnTo>
                  <a:pt x="1034771" y="237366"/>
                </a:lnTo>
                <a:lnTo>
                  <a:pt x="1019043" y="227401"/>
                </a:lnTo>
                <a:lnTo>
                  <a:pt x="1014466" y="223396"/>
                </a:lnTo>
                <a:lnTo>
                  <a:pt x="1009297" y="216686"/>
                </a:lnTo>
                <a:lnTo>
                  <a:pt x="1007250" y="212068"/>
                </a:lnTo>
                <a:lnTo>
                  <a:pt x="1004559" y="202285"/>
                </a:lnTo>
                <a:lnTo>
                  <a:pt x="1004623" y="194533"/>
                </a:lnTo>
                <a:lnTo>
                  <a:pt x="1002899" y="186981"/>
                </a:lnTo>
                <a:lnTo>
                  <a:pt x="1002992" y="184969"/>
                </a:lnTo>
                <a:lnTo>
                  <a:pt x="1003831" y="183218"/>
                </a:lnTo>
                <a:lnTo>
                  <a:pt x="1004617" y="183369"/>
                </a:lnTo>
                <a:lnTo>
                  <a:pt x="1007486" y="185450"/>
                </a:lnTo>
                <a:close/>
                <a:moveTo>
                  <a:pt x="654316" y="8938"/>
                </a:moveTo>
                <a:lnTo>
                  <a:pt x="653078" y="11174"/>
                </a:lnTo>
                <a:lnTo>
                  <a:pt x="652316" y="14321"/>
                </a:lnTo>
                <a:lnTo>
                  <a:pt x="650451" y="26202"/>
                </a:lnTo>
                <a:lnTo>
                  <a:pt x="648285" y="35328"/>
                </a:lnTo>
                <a:lnTo>
                  <a:pt x="647598" y="44380"/>
                </a:lnTo>
                <a:lnTo>
                  <a:pt x="646633" y="47384"/>
                </a:lnTo>
                <a:lnTo>
                  <a:pt x="644929" y="49680"/>
                </a:lnTo>
                <a:lnTo>
                  <a:pt x="641361" y="52837"/>
                </a:lnTo>
                <a:lnTo>
                  <a:pt x="627014" y="58415"/>
                </a:lnTo>
                <a:lnTo>
                  <a:pt x="625366" y="59589"/>
                </a:lnTo>
                <a:lnTo>
                  <a:pt x="624382" y="61507"/>
                </a:lnTo>
                <a:lnTo>
                  <a:pt x="624864" y="62679"/>
                </a:lnTo>
                <a:lnTo>
                  <a:pt x="626097" y="63427"/>
                </a:lnTo>
                <a:lnTo>
                  <a:pt x="641893" y="65070"/>
                </a:lnTo>
                <a:lnTo>
                  <a:pt x="645011" y="66024"/>
                </a:lnTo>
                <a:lnTo>
                  <a:pt x="646134" y="66807"/>
                </a:lnTo>
                <a:lnTo>
                  <a:pt x="646210" y="67289"/>
                </a:lnTo>
                <a:lnTo>
                  <a:pt x="639562" y="71579"/>
                </a:lnTo>
                <a:lnTo>
                  <a:pt x="631179" y="74136"/>
                </a:lnTo>
                <a:lnTo>
                  <a:pt x="616835" y="79662"/>
                </a:lnTo>
                <a:lnTo>
                  <a:pt x="612988" y="81510"/>
                </a:lnTo>
                <a:lnTo>
                  <a:pt x="611598" y="82802"/>
                </a:lnTo>
                <a:lnTo>
                  <a:pt x="613816" y="84634"/>
                </a:lnTo>
                <a:lnTo>
                  <a:pt x="638801" y="84798"/>
                </a:lnTo>
                <a:lnTo>
                  <a:pt x="641607" y="85082"/>
                </a:lnTo>
                <a:lnTo>
                  <a:pt x="643700" y="85911"/>
                </a:lnTo>
                <a:lnTo>
                  <a:pt x="644317" y="87085"/>
                </a:lnTo>
                <a:lnTo>
                  <a:pt x="644699" y="93646"/>
                </a:lnTo>
                <a:lnTo>
                  <a:pt x="644507" y="106525"/>
                </a:lnTo>
                <a:lnTo>
                  <a:pt x="643508" y="117950"/>
                </a:lnTo>
                <a:lnTo>
                  <a:pt x="644052" y="122228"/>
                </a:lnTo>
                <a:lnTo>
                  <a:pt x="645335" y="122337"/>
                </a:lnTo>
                <a:lnTo>
                  <a:pt x="650508" y="119316"/>
                </a:lnTo>
                <a:lnTo>
                  <a:pt x="652498" y="114781"/>
                </a:lnTo>
                <a:lnTo>
                  <a:pt x="654485" y="113521"/>
                </a:lnTo>
                <a:lnTo>
                  <a:pt x="658173" y="112984"/>
                </a:lnTo>
                <a:lnTo>
                  <a:pt x="660745" y="115621"/>
                </a:lnTo>
                <a:lnTo>
                  <a:pt x="661512" y="117406"/>
                </a:lnTo>
                <a:lnTo>
                  <a:pt x="661012" y="118836"/>
                </a:lnTo>
                <a:lnTo>
                  <a:pt x="659326" y="119821"/>
                </a:lnTo>
                <a:lnTo>
                  <a:pt x="656535" y="120269"/>
                </a:lnTo>
                <a:lnTo>
                  <a:pt x="651616" y="120120"/>
                </a:lnTo>
                <a:lnTo>
                  <a:pt x="650906" y="124905"/>
                </a:lnTo>
                <a:lnTo>
                  <a:pt x="650459" y="125857"/>
                </a:lnTo>
                <a:lnTo>
                  <a:pt x="649616" y="126432"/>
                </a:lnTo>
                <a:lnTo>
                  <a:pt x="646471" y="126376"/>
                </a:lnTo>
                <a:lnTo>
                  <a:pt x="643094" y="124400"/>
                </a:lnTo>
                <a:lnTo>
                  <a:pt x="642455" y="124749"/>
                </a:lnTo>
                <a:lnTo>
                  <a:pt x="641717" y="126175"/>
                </a:lnTo>
                <a:lnTo>
                  <a:pt x="640494" y="133710"/>
                </a:lnTo>
                <a:lnTo>
                  <a:pt x="640623" y="144950"/>
                </a:lnTo>
                <a:lnTo>
                  <a:pt x="638432" y="150216"/>
                </a:lnTo>
                <a:lnTo>
                  <a:pt x="636983" y="156003"/>
                </a:lnTo>
                <a:lnTo>
                  <a:pt x="634722" y="171964"/>
                </a:lnTo>
                <a:lnTo>
                  <a:pt x="632819" y="179677"/>
                </a:lnTo>
                <a:lnTo>
                  <a:pt x="631275" y="193823"/>
                </a:lnTo>
                <a:lnTo>
                  <a:pt x="629920" y="198565"/>
                </a:lnTo>
                <a:lnTo>
                  <a:pt x="632438" y="200226"/>
                </a:lnTo>
                <a:lnTo>
                  <a:pt x="634806" y="199942"/>
                </a:lnTo>
                <a:lnTo>
                  <a:pt x="653255" y="186656"/>
                </a:lnTo>
                <a:lnTo>
                  <a:pt x="655283" y="185639"/>
                </a:lnTo>
                <a:lnTo>
                  <a:pt x="656624" y="185474"/>
                </a:lnTo>
                <a:lnTo>
                  <a:pt x="659292" y="186401"/>
                </a:lnTo>
                <a:lnTo>
                  <a:pt x="664990" y="190778"/>
                </a:lnTo>
                <a:lnTo>
                  <a:pt x="669998" y="193906"/>
                </a:lnTo>
                <a:lnTo>
                  <a:pt x="671358" y="195351"/>
                </a:lnTo>
                <a:lnTo>
                  <a:pt x="676762" y="199323"/>
                </a:lnTo>
                <a:lnTo>
                  <a:pt x="678214" y="200112"/>
                </a:lnTo>
                <a:lnTo>
                  <a:pt x="680140" y="200427"/>
                </a:lnTo>
                <a:lnTo>
                  <a:pt x="681540" y="199680"/>
                </a:lnTo>
                <a:lnTo>
                  <a:pt x="682004" y="198556"/>
                </a:lnTo>
                <a:lnTo>
                  <a:pt x="681840" y="193279"/>
                </a:lnTo>
                <a:lnTo>
                  <a:pt x="679074" y="178875"/>
                </a:lnTo>
                <a:lnTo>
                  <a:pt x="677092" y="163052"/>
                </a:lnTo>
                <a:lnTo>
                  <a:pt x="676268" y="160252"/>
                </a:lnTo>
                <a:lnTo>
                  <a:pt x="675254" y="159026"/>
                </a:lnTo>
                <a:lnTo>
                  <a:pt x="674355" y="158764"/>
                </a:lnTo>
                <a:lnTo>
                  <a:pt x="673782" y="159855"/>
                </a:lnTo>
                <a:lnTo>
                  <a:pt x="673312" y="163995"/>
                </a:lnTo>
                <a:lnTo>
                  <a:pt x="669660" y="164543"/>
                </a:lnTo>
                <a:lnTo>
                  <a:pt x="664152" y="161536"/>
                </a:lnTo>
                <a:lnTo>
                  <a:pt x="663137" y="160498"/>
                </a:lnTo>
                <a:lnTo>
                  <a:pt x="663323" y="158696"/>
                </a:lnTo>
                <a:lnTo>
                  <a:pt x="666129" y="155739"/>
                </a:lnTo>
                <a:lnTo>
                  <a:pt x="666321" y="155268"/>
                </a:lnTo>
                <a:lnTo>
                  <a:pt x="665920" y="154798"/>
                </a:lnTo>
                <a:lnTo>
                  <a:pt x="662572" y="154793"/>
                </a:lnTo>
                <a:lnTo>
                  <a:pt x="657988" y="156335"/>
                </a:lnTo>
                <a:lnTo>
                  <a:pt x="656398" y="156441"/>
                </a:lnTo>
                <a:lnTo>
                  <a:pt x="648859" y="153603"/>
                </a:lnTo>
                <a:lnTo>
                  <a:pt x="647855" y="152954"/>
                </a:lnTo>
                <a:lnTo>
                  <a:pt x="647576" y="151731"/>
                </a:lnTo>
                <a:lnTo>
                  <a:pt x="648536" y="149470"/>
                </a:lnTo>
                <a:lnTo>
                  <a:pt x="650811" y="147184"/>
                </a:lnTo>
                <a:lnTo>
                  <a:pt x="654683" y="145058"/>
                </a:lnTo>
                <a:lnTo>
                  <a:pt x="657393" y="144630"/>
                </a:lnTo>
                <a:lnTo>
                  <a:pt x="660825" y="145915"/>
                </a:lnTo>
                <a:lnTo>
                  <a:pt x="664160" y="148069"/>
                </a:lnTo>
                <a:lnTo>
                  <a:pt x="665777" y="149986"/>
                </a:lnTo>
                <a:lnTo>
                  <a:pt x="667588" y="153903"/>
                </a:lnTo>
                <a:lnTo>
                  <a:pt x="673405" y="156125"/>
                </a:lnTo>
                <a:lnTo>
                  <a:pt x="674169" y="155834"/>
                </a:lnTo>
                <a:lnTo>
                  <a:pt x="674567" y="154944"/>
                </a:lnTo>
                <a:lnTo>
                  <a:pt x="674725" y="151759"/>
                </a:lnTo>
                <a:lnTo>
                  <a:pt x="673837" y="144715"/>
                </a:lnTo>
                <a:lnTo>
                  <a:pt x="673767" y="140236"/>
                </a:lnTo>
                <a:lnTo>
                  <a:pt x="672117" y="132209"/>
                </a:lnTo>
                <a:lnTo>
                  <a:pt x="670724" y="127874"/>
                </a:lnTo>
                <a:lnTo>
                  <a:pt x="669377" y="113026"/>
                </a:lnTo>
                <a:lnTo>
                  <a:pt x="667538" y="105256"/>
                </a:lnTo>
                <a:lnTo>
                  <a:pt x="667241" y="99212"/>
                </a:lnTo>
                <a:lnTo>
                  <a:pt x="667533" y="94542"/>
                </a:lnTo>
                <a:lnTo>
                  <a:pt x="667049" y="90351"/>
                </a:lnTo>
                <a:lnTo>
                  <a:pt x="667706" y="87831"/>
                </a:lnTo>
                <a:lnTo>
                  <a:pt x="669341" y="86454"/>
                </a:lnTo>
                <a:lnTo>
                  <a:pt x="672348" y="84924"/>
                </a:lnTo>
                <a:lnTo>
                  <a:pt x="698468" y="84715"/>
                </a:lnTo>
                <a:lnTo>
                  <a:pt x="700698" y="84249"/>
                </a:lnTo>
                <a:lnTo>
                  <a:pt x="701538" y="82945"/>
                </a:lnTo>
                <a:lnTo>
                  <a:pt x="701090" y="82109"/>
                </a:lnTo>
                <a:lnTo>
                  <a:pt x="698762" y="80762"/>
                </a:lnTo>
                <a:lnTo>
                  <a:pt x="691613" y="78278"/>
                </a:lnTo>
                <a:lnTo>
                  <a:pt x="685955" y="76950"/>
                </a:lnTo>
                <a:lnTo>
                  <a:pt x="682112" y="74491"/>
                </a:lnTo>
                <a:lnTo>
                  <a:pt x="674754" y="71760"/>
                </a:lnTo>
                <a:lnTo>
                  <a:pt x="671076" y="69652"/>
                </a:lnTo>
                <a:lnTo>
                  <a:pt x="668902" y="67767"/>
                </a:lnTo>
                <a:lnTo>
                  <a:pt x="668753" y="67243"/>
                </a:lnTo>
                <a:lnTo>
                  <a:pt x="669196" y="66771"/>
                </a:lnTo>
                <a:lnTo>
                  <a:pt x="671610" y="65593"/>
                </a:lnTo>
                <a:lnTo>
                  <a:pt x="687240" y="65511"/>
                </a:lnTo>
                <a:lnTo>
                  <a:pt x="689131" y="64876"/>
                </a:lnTo>
                <a:lnTo>
                  <a:pt x="689711" y="63789"/>
                </a:lnTo>
                <a:lnTo>
                  <a:pt x="687710" y="61408"/>
                </a:lnTo>
                <a:lnTo>
                  <a:pt x="677212" y="55134"/>
                </a:lnTo>
                <a:lnTo>
                  <a:pt x="673234" y="53186"/>
                </a:lnTo>
                <a:lnTo>
                  <a:pt x="670661" y="51270"/>
                </a:lnTo>
                <a:lnTo>
                  <a:pt x="668235" y="48730"/>
                </a:lnTo>
                <a:lnTo>
                  <a:pt x="666621" y="44871"/>
                </a:lnTo>
                <a:lnTo>
                  <a:pt x="666008" y="37758"/>
                </a:lnTo>
                <a:lnTo>
                  <a:pt x="663967" y="29913"/>
                </a:lnTo>
                <a:lnTo>
                  <a:pt x="662253" y="18776"/>
                </a:lnTo>
                <a:lnTo>
                  <a:pt x="660579" y="11580"/>
                </a:lnTo>
                <a:lnTo>
                  <a:pt x="659716" y="9551"/>
                </a:lnTo>
                <a:lnTo>
                  <a:pt x="658456" y="8359"/>
                </a:lnTo>
                <a:lnTo>
                  <a:pt x="656265" y="8070"/>
                </a:lnTo>
                <a:lnTo>
                  <a:pt x="654316" y="8938"/>
                </a:lnTo>
                <a:close/>
                <a:moveTo>
                  <a:pt x="658366" y="37674"/>
                </a:moveTo>
                <a:lnTo>
                  <a:pt x="657983" y="39530"/>
                </a:lnTo>
                <a:lnTo>
                  <a:pt x="657130" y="39782"/>
                </a:lnTo>
                <a:lnTo>
                  <a:pt x="656159" y="39481"/>
                </a:lnTo>
                <a:lnTo>
                  <a:pt x="655262" y="37879"/>
                </a:lnTo>
                <a:lnTo>
                  <a:pt x="655467" y="36024"/>
                </a:lnTo>
                <a:lnTo>
                  <a:pt x="656368" y="35559"/>
                </a:lnTo>
                <a:lnTo>
                  <a:pt x="657889" y="35793"/>
                </a:lnTo>
                <a:lnTo>
                  <a:pt x="658366" y="37674"/>
                </a:lnTo>
                <a:close/>
                <a:moveTo>
                  <a:pt x="650121" y="54597"/>
                </a:moveTo>
                <a:lnTo>
                  <a:pt x="650881" y="55556"/>
                </a:lnTo>
                <a:lnTo>
                  <a:pt x="650095" y="56871"/>
                </a:lnTo>
                <a:lnTo>
                  <a:pt x="647474" y="57116"/>
                </a:lnTo>
                <a:lnTo>
                  <a:pt x="646375" y="56414"/>
                </a:lnTo>
                <a:lnTo>
                  <a:pt x="646517" y="55701"/>
                </a:lnTo>
                <a:lnTo>
                  <a:pt x="647903" y="54739"/>
                </a:lnTo>
                <a:lnTo>
                  <a:pt x="648964" y="54350"/>
                </a:lnTo>
                <a:lnTo>
                  <a:pt x="650121" y="54597"/>
                </a:lnTo>
                <a:close/>
                <a:moveTo>
                  <a:pt x="673505" y="57441"/>
                </a:moveTo>
                <a:lnTo>
                  <a:pt x="674766" y="58513"/>
                </a:lnTo>
                <a:lnTo>
                  <a:pt x="674711" y="60196"/>
                </a:lnTo>
                <a:lnTo>
                  <a:pt x="672833" y="61266"/>
                </a:lnTo>
                <a:lnTo>
                  <a:pt x="670854" y="61250"/>
                </a:lnTo>
                <a:lnTo>
                  <a:pt x="669232" y="60585"/>
                </a:lnTo>
                <a:lnTo>
                  <a:pt x="667986" y="59362"/>
                </a:lnTo>
                <a:lnTo>
                  <a:pt x="667334" y="57832"/>
                </a:lnTo>
                <a:lnTo>
                  <a:pt x="667286" y="56091"/>
                </a:lnTo>
                <a:lnTo>
                  <a:pt x="670931" y="56592"/>
                </a:lnTo>
                <a:lnTo>
                  <a:pt x="673505" y="57441"/>
                </a:lnTo>
                <a:close/>
                <a:moveTo>
                  <a:pt x="644143" y="57200"/>
                </a:moveTo>
                <a:lnTo>
                  <a:pt x="644551" y="57819"/>
                </a:lnTo>
                <a:lnTo>
                  <a:pt x="644411" y="58632"/>
                </a:lnTo>
                <a:lnTo>
                  <a:pt x="642975" y="60138"/>
                </a:lnTo>
                <a:lnTo>
                  <a:pt x="641259" y="60509"/>
                </a:lnTo>
                <a:lnTo>
                  <a:pt x="639773" y="59894"/>
                </a:lnTo>
                <a:lnTo>
                  <a:pt x="640302" y="58423"/>
                </a:lnTo>
                <a:lnTo>
                  <a:pt x="642010" y="57073"/>
                </a:lnTo>
                <a:lnTo>
                  <a:pt x="642948" y="56771"/>
                </a:lnTo>
                <a:lnTo>
                  <a:pt x="644143" y="57200"/>
                </a:lnTo>
                <a:close/>
                <a:moveTo>
                  <a:pt x="644046" y="74365"/>
                </a:moveTo>
                <a:lnTo>
                  <a:pt x="645087" y="75861"/>
                </a:lnTo>
                <a:lnTo>
                  <a:pt x="644295" y="77080"/>
                </a:lnTo>
                <a:lnTo>
                  <a:pt x="641736" y="77266"/>
                </a:lnTo>
                <a:lnTo>
                  <a:pt x="640549" y="76325"/>
                </a:lnTo>
                <a:lnTo>
                  <a:pt x="640292" y="74659"/>
                </a:lnTo>
                <a:lnTo>
                  <a:pt x="640661" y="73738"/>
                </a:lnTo>
                <a:lnTo>
                  <a:pt x="642366" y="73678"/>
                </a:lnTo>
                <a:lnTo>
                  <a:pt x="644046" y="74365"/>
                </a:lnTo>
                <a:close/>
                <a:moveTo>
                  <a:pt x="671480" y="75329"/>
                </a:moveTo>
                <a:lnTo>
                  <a:pt x="671531" y="76349"/>
                </a:lnTo>
                <a:lnTo>
                  <a:pt x="670721" y="77400"/>
                </a:lnTo>
                <a:lnTo>
                  <a:pt x="669283" y="77653"/>
                </a:lnTo>
                <a:lnTo>
                  <a:pt x="668513" y="77148"/>
                </a:lnTo>
                <a:lnTo>
                  <a:pt x="668369" y="75939"/>
                </a:lnTo>
                <a:lnTo>
                  <a:pt x="669296" y="74823"/>
                </a:lnTo>
                <a:lnTo>
                  <a:pt x="670582" y="74618"/>
                </a:lnTo>
                <a:lnTo>
                  <a:pt x="671480" y="75329"/>
                </a:lnTo>
                <a:close/>
                <a:moveTo>
                  <a:pt x="649929" y="88540"/>
                </a:moveTo>
                <a:lnTo>
                  <a:pt x="649495" y="89504"/>
                </a:lnTo>
                <a:lnTo>
                  <a:pt x="648834" y="89161"/>
                </a:lnTo>
                <a:lnTo>
                  <a:pt x="648609" y="88430"/>
                </a:lnTo>
                <a:lnTo>
                  <a:pt x="649356" y="87581"/>
                </a:lnTo>
                <a:lnTo>
                  <a:pt x="649929" y="88540"/>
                </a:lnTo>
                <a:close/>
                <a:moveTo>
                  <a:pt x="659957" y="92204"/>
                </a:moveTo>
                <a:lnTo>
                  <a:pt x="660839" y="93363"/>
                </a:lnTo>
                <a:lnTo>
                  <a:pt x="660974" y="94866"/>
                </a:lnTo>
                <a:lnTo>
                  <a:pt x="660370" y="96354"/>
                </a:lnTo>
                <a:lnTo>
                  <a:pt x="659254" y="97293"/>
                </a:lnTo>
                <a:lnTo>
                  <a:pt x="657086" y="97538"/>
                </a:lnTo>
                <a:lnTo>
                  <a:pt x="654904" y="97035"/>
                </a:lnTo>
                <a:lnTo>
                  <a:pt x="653319" y="96270"/>
                </a:lnTo>
                <a:lnTo>
                  <a:pt x="652562" y="95103"/>
                </a:lnTo>
                <a:lnTo>
                  <a:pt x="652677" y="92927"/>
                </a:lnTo>
                <a:lnTo>
                  <a:pt x="654337" y="91875"/>
                </a:lnTo>
                <a:lnTo>
                  <a:pt x="657780" y="91525"/>
                </a:lnTo>
                <a:lnTo>
                  <a:pt x="659957" y="92204"/>
                </a:lnTo>
                <a:close/>
                <a:moveTo>
                  <a:pt x="650411" y="109561"/>
                </a:moveTo>
                <a:lnTo>
                  <a:pt x="650772" y="110415"/>
                </a:lnTo>
                <a:lnTo>
                  <a:pt x="650039" y="111228"/>
                </a:lnTo>
                <a:lnTo>
                  <a:pt x="649125" y="111447"/>
                </a:lnTo>
                <a:lnTo>
                  <a:pt x="648157" y="110869"/>
                </a:lnTo>
                <a:lnTo>
                  <a:pt x="648039" y="109842"/>
                </a:lnTo>
                <a:lnTo>
                  <a:pt x="648543" y="108967"/>
                </a:lnTo>
                <a:lnTo>
                  <a:pt x="649422" y="108842"/>
                </a:lnTo>
                <a:lnTo>
                  <a:pt x="650411" y="109561"/>
                </a:lnTo>
                <a:close/>
                <a:moveTo>
                  <a:pt x="666707" y="109609"/>
                </a:moveTo>
                <a:lnTo>
                  <a:pt x="665237" y="110628"/>
                </a:lnTo>
                <a:lnTo>
                  <a:pt x="664183" y="110532"/>
                </a:lnTo>
                <a:lnTo>
                  <a:pt x="663911" y="110091"/>
                </a:lnTo>
                <a:lnTo>
                  <a:pt x="664164" y="109217"/>
                </a:lnTo>
                <a:lnTo>
                  <a:pt x="665009" y="108832"/>
                </a:lnTo>
                <a:lnTo>
                  <a:pt x="666468" y="108911"/>
                </a:lnTo>
                <a:lnTo>
                  <a:pt x="666707" y="109609"/>
                </a:lnTo>
                <a:close/>
                <a:moveTo>
                  <a:pt x="666466" y="121229"/>
                </a:moveTo>
                <a:lnTo>
                  <a:pt x="667446" y="123145"/>
                </a:lnTo>
                <a:lnTo>
                  <a:pt x="667595" y="124776"/>
                </a:lnTo>
                <a:lnTo>
                  <a:pt x="666530" y="126694"/>
                </a:lnTo>
                <a:lnTo>
                  <a:pt x="663037" y="128588"/>
                </a:lnTo>
                <a:lnTo>
                  <a:pt x="664379" y="132535"/>
                </a:lnTo>
                <a:lnTo>
                  <a:pt x="663560" y="134554"/>
                </a:lnTo>
                <a:lnTo>
                  <a:pt x="660445" y="136446"/>
                </a:lnTo>
                <a:lnTo>
                  <a:pt x="657565" y="137453"/>
                </a:lnTo>
                <a:lnTo>
                  <a:pt x="655124" y="136516"/>
                </a:lnTo>
                <a:lnTo>
                  <a:pt x="651570" y="133917"/>
                </a:lnTo>
                <a:lnTo>
                  <a:pt x="651178" y="131999"/>
                </a:lnTo>
                <a:lnTo>
                  <a:pt x="653289" y="128873"/>
                </a:lnTo>
                <a:lnTo>
                  <a:pt x="656105" y="127421"/>
                </a:lnTo>
                <a:lnTo>
                  <a:pt x="661941" y="126947"/>
                </a:lnTo>
                <a:lnTo>
                  <a:pt x="663477" y="120988"/>
                </a:lnTo>
                <a:lnTo>
                  <a:pt x="664917" y="120403"/>
                </a:lnTo>
                <a:lnTo>
                  <a:pt x="666466" y="121229"/>
                </a:lnTo>
                <a:close/>
                <a:moveTo>
                  <a:pt x="648964" y="137911"/>
                </a:moveTo>
                <a:lnTo>
                  <a:pt x="651113" y="140123"/>
                </a:lnTo>
                <a:lnTo>
                  <a:pt x="651106" y="141171"/>
                </a:lnTo>
                <a:lnTo>
                  <a:pt x="650374" y="142390"/>
                </a:lnTo>
                <a:lnTo>
                  <a:pt x="646096" y="146204"/>
                </a:lnTo>
                <a:lnTo>
                  <a:pt x="644903" y="146249"/>
                </a:lnTo>
                <a:lnTo>
                  <a:pt x="643181" y="145362"/>
                </a:lnTo>
                <a:lnTo>
                  <a:pt x="642510" y="144492"/>
                </a:lnTo>
                <a:lnTo>
                  <a:pt x="642419" y="142539"/>
                </a:lnTo>
                <a:lnTo>
                  <a:pt x="643064" y="138888"/>
                </a:lnTo>
                <a:lnTo>
                  <a:pt x="643924" y="137074"/>
                </a:lnTo>
                <a:lnTo>
                  <a:pt x="644486" y="136573"/>
                </a:lnTo>
                <a:lnTo>
                  <a:pt x="645919" y="136355"/>
                </a:lnTo>
                <a:lnTo>
                  <a:pt x="648964" y="137911"/>
                </a:lnTo>
                <a:close/>
                <a:moveTo>
                  <a:pt x="670564" y="137332"/>
                </a:moveTo>
                <a:lnTo>
                  <a:pt x="671149" y="140193"/>
                </a:lnTo>
                <a:lnTo>
                  <a:pt x="670845" y="144062"/>
                </a:lnTo>
                <a:lnTo>
                  <a:pt x="670057" y="145415"/>
                </a:lnTo>
                <a:lnTo>
                  <a:pt x="668278" y="145820"/>
                </a:lnTo>
                <a:lnTo>
                  <a:pt x="663706" y="142454"/>
                </a:lnTo>
                <a:lnTo>
                  <a:pt x="662874" y="141141"/>
                </a:lnTo>
                <a:lnTo>
                  <a:pt x="662772" y="139777"/>
                </a:lnTo>
                <a:lnTo>
                  <a:pt x="663595" y="138423"/>
                </a:lnTo>
                <a:lnTo>
                  <a:pt x="665892" y="137253"/>
                </a:lnTo>
                <a:lnTo>
                  <a:pt x="668626" y="136795"/>
                </a:lnTo>
                <a:lnTo>
                  <a:pt x="670564" y="137332"/>
                </a:lnTo>
                <a:close/>
                <a:moveTo>
                  <a:pt x="645589" y="156136"/>
                </a:moveTo>
                <a:lnTo>
                  <a:pt x="649157" y="159897"/>
                </a:lnTo>
                <a:lnTo>
                  <a:pt x="646873" y="161675"/>
                </a:lnTo>
                <a:lnTo>
                  <a:pt x="641588" y="163465"/>
                </a:lnTo>
                <a:lnTo>
                  <a:pt x="640428" y="161876"/>
                </a:lnTo>
                <a:lnTo>
                  <a:pt x="640006" y="160507"/>
                </a:lnTo>
                <a:lnTo>
                  <a:pt x="639800" y="158034"/>
                </a:lnTo>
                <a:lnTo>
                  <a:pt x="640140" y="156029"/>
                </a:lnTo>
                <a:lnTo>
                  <a:pt x="640704" y="155414"/>
                </a:lnTo>
                <a:lnTo>
                  <a:pt x="642111" y="155095"/>
                </a:lnTo>
                <a:lnTo>
                  <a:pt x="645589" y="156136"/>
                </a:lnTo>
                <a:close/>
                <a:moveTo>
                  <a:pt x="660005" y="163995"/>
                </a:moveTo>
                <a:lnTo>
                  <a:pt x="665581" y="166732"/>
                </a:lnTo>
                <a:lnTo>
                  <a:pt x="666568" y="168098"/>
                </a:lnTo>
                <a:lnTo>
                  <a:pt x="666668" y="170566"/>
                </a:lnTo>
                <a:lnTo>
                  <a:pt x="664971" y="172674"/>
                </a:lnTo>
                <a:lnTo>
                  <a:pt x="660151" y="176232"/>
                </a:lnTo>
                <a:lnTo>
                  <a:pt x="657122" y="177614"/>
                </a:lnTo>
                <a:lnTo>
                  <a:pt x="654380" y="177414"/>
                </a:lnTo>
                <a:lnTo>
                  <a:pt x="652749" y="176393"/>
                </a:lnTo>
                <a:lnTo>
                  <a:pt x="647458" y="171916"/>
                </a:lnTo>
                <a:lnTo>
                  <a:pt x="645171" y="168294"/>
                </a:lnTo>
                <a:lnTo>
                  <a:pt x="645175" y="167372"/>
                </a:lnTo>
                <a:lnTo>
                  <a:pt x="645784" y="166634"/>
                </a:lnTo>
                <a:lnTo>
                  <a:pt x="653891" y="162486"/>
                </a:lnTo>
                <a:lnTo>
                  <a:pt x="656374" y="162387"/>
                </a:lnTo>
                <a:lnTo>
                  <a:pt x="660005" y="163995"/>
                </a:lnTo>
                <a:close/>
                <a:moveTo>
                  <a:pt x="644288" y="175036"/>
                </a:moveTo>
                <a:lnTo>
                  <a:pt x="649309" y="179122"/>
                </a:lnTo>
                <a:lnTo>
                  <a:pt x="650603" y="181441"/>
                </a:lnTo>
                <a:lnTo>
                  <a:pt x="650652" y="183040"/>
                </a:lnTo>
                <a:lnTo>
                  <a:pt x="649798" y="184001"/>
                </a:lnTo>
                <a:lnTo>
                  <a:pt x="646886" y="185662"/>
                </a:lnTo>
                <a:lnTo>
                  <a:pt x="640552" y="190384"/>
                </a:lnTo>
                <a:lnTo>
                  <a:pt x="638502" y="191618"/>
                </a:lnTo>
                <a:lnTo>
                  <a:pt x="637679" y="191566"/>
                </a:lnTo>
                <a:lnTo>
                  <a:pt x="636892" y="190450"/>
                </a:lnTo>
                <a:lnTo>
                  <a:pt x="636449" y="187250"/>
                </a:lnTo>
                <a:lnTo>
                  <a:pt x="637935" y="179032"/>
                </a:lnTo>
                <a:lnTo>
                  <a:pt x="638086" y="175892"/>
                </a:lnTo>
                <a:lnTo>
                  <a:pt x="639503" y="174186"/>
                </a:lnTo>
                <a:lnTo>
                  <a:pt x="641059" y="173467"/>
                </a:lnTo>
                <a:lnTo>
                  <a:pt x="642641" y="173753"/>
                </a:lnTo>
                <a:lnTo>
                  <a:pt x="644288" y="175036"/>
                </a:lnTo>
                <a:close/>
                <a:moveTo>
                  <a:pt x="673698" y="174554"/>
                </a:moveTo>
                <a:lnTo>
                  <a:pt x="674484" y="178158"/>
                </a:lnTo>
                <a:lnTo>
                  <a:pt x="675172" y="189141"/>
                </a:lnTo>
                <a:lnTo>
                  <a:pt x="674894" y="190935"/>
                </a:lnTo>
                <a:lnTo>
                  <a:pt x="673215" y="191608"/>
                </a:lnTo>
                <a:lnTo>
                  <a:pt x="671332" y="190683"/>
                </a:lnTo>
                <a:lnTo>
                  <a:pt x="666150" y="186140"/>
                </a:lnTo>
                <a:lnTo>
                  <a:pt x="663285" y="184336"/>
                </a:lnTo>
                <a:lnTo>
                  <a:pt x="662633" y="182370"/>
                </a:lnTo>
                <a:lnTo>
                  <a:pt x="663454" y="180346"/>
                </a:lnTo>
                <a:lnTo>
                  <a:pt x="668680" y="175912"/>
                </a:lnTo>
                <a:lnTo>
                  <a:pt x="672204" y="173879"/>
                </a:lnTo>
                <a:lnTo>
                  <a:pt x="673698" y="174554"/>
                </a:lnTo>
                <a:close/>
                <a:moveTo>
                  <a:pt x="322120" y="11300"/>
                </a:moveTo>
                <a:lnTo>
                  <a:pt x="320780" y="12225"/>
                </a:lnTo>
                <a:lnTo>
                  <a:pt x="319992" y="13963"/>
                </a:lnTo>
                <a:lnTo>
                  <a:pt x="318620" y="23022"/>
                </a:lnTo>
                <a:lnTo>
                  <a:pt x="316436" y="32985"/>
                </a:lnTo>
                <a:lnTo>
                  <a:pt x="315068" y="43607"/>
                </a:lnTo>
                <a:lnTo>
                  <a:pt x="313347" y="50860"/>
                </a:lnTo>
                <a:lnTo>
                  <a:pt x="311483" y="62283"/>
                </a:lnTo>
                <a:lnTo>
                  <a:pt x="310598" y="64264"/>
                </a:lnTo>
                <a:lnTo>
                  <a:pt x="308317" y="66874"/>
                </a:lnTo>
                <a:lnTo>
                  <a:pt x="306271" y="68255"/>
                </a:lnTo>
                <a:lnTo>
                  <a:pt x="301261" y="70284"/>
                </a:lnTo>
                <a:lnTo>
                  <a:pt x="296974" y="72754"/>
                </a:lnTo>
                <a:lnTo>
                  <a:pt x="284517" y="77829"/>
                </a:lnTo>
                <a:lnTo>
                  <a:pt x="282525" y="79286"/>
                </a:lnTo>
                <a:lnTo>
                  <a:pt x="281113" y="81568"/>
                </a:lnTo>
                <a:lnTo>
                  <a:pt x="281517" y="82775"/>
                </a:lnTo>
                <a:lnTo>
                  <a:pt x="284348" y="83547"/>
                </a:lnTo>
                <a:lnTo>
                  <a:pt x="308021" y="84971"/>
                </a:lnTo>
                <a:lnTo>
                  <a:pt x="310546" y="85972"/>
                </a:lnTo>
                <a:lnTo>
                  <a:pt x="311416" y="86804"/>
                </a:lnTo>
                <a:lnTo>
                  <a:pt x="311408" y="87737"/>
                </a:lnTo>
                <a:lnTo>
                  <a:pt x="308941" y="90414"/>
                </a:lnTo>
                <a:lnTo>
                  <a:pt x="306122" y="92083"/>
                </a:lnTo>
                <a:lnTo>
                  <a:pt x="297940" y="95488"/>
                </a:lnTo>
                <a:lnTo>
                  <a:pt x="291956" y="97345"/>
                </a:lnTo>
                <a:lnTo>
                  <a:pt x="286921" y="99549"/>
                </a:lnTo>
                <a:lnTo>
                  <a:pt x="270719" y="105274"/>
                </a:lnTo>
                <a:lnTo>
                  <a:pt x="267086" y="107243"/>
                </a:lnTo>
                <a:lnTo>
                  <a:pt x="266058" y="108122"/>
                </a:lnTo>
                <a:lnTo>
                  <a:pt x="265544" y="109687"/>
                </a:lnTo>
                <a:lnTo>
                  <a:pt x="266835" y="110697"/>
                </a:lnTo>
                <a:lnTo>
                  <a:pt x="270235" y="110983"/>
                </a:lnTo>
                <a:lnTo>
                  <a:pt x="304576" y="111441"/>
                </a:lnTo>
                <a:lnTo>
                  <a:pt x="307975" y="112157"/>
                </a:lnTo>
                <a:lnTo>
                  <a:pt x="309198" y="113032"/>
                </a:lnTo>
                <a:lnTo>
                  <a:pt x="309700" y="114260"/>
                </a:lnTo>
                <a:lnTo>
                  <a:pt x="309983" y="121248"/>
                </a:lnTo>
                <a:lnTo>
                  <a:pt x="309108" y="128918"/>
                </a:lnTo>
                <a:lnTo>
                  <a:pt x="307525" y="155496"/>
                </a:lnTo>
                <a:lnTo>
                  <a:pt x="305583" y="160665"/>
                </a:lnTo>
                <a:lnTo>
                  <a:pt x="303681" y="178137"/>
                </a:lnTo>
                <a:lnTo>
                  <a:pt x="301282" y="187090"/>
                </a:lnTo>
                <a:lnTo>
                  <a:pt x="299766" y="201512"/>
                </a:lnTo>
                <a:lnTo>
                  <a:pt x="297548" y="210642"/>
                </a:lnTo>
                <a:lnTo>
                  <a:pt x="295855" y="224986"/>
                </a:lnTo>
                <a:lnTo>
                  <a:pt x="293643" y="235146"/>
                </a:lnTo>
                <a:lnTo>
                  <a:pt x="291240" y="254038"/>
                </a:lnTo>
                <a:lnTo>
                  <a:pt x="289911" y="259107"/>
                </a:lnTo>
                <a:lnTo>
                  <a:pt x="289881" y="261497"/>
                </a:lnTo>
                <a:lnTo>
                  <a:pt x="290395" y="262834"/>
                </a:lnTo>
                <a:lnTo>
                  <a:pt x="292120" y="263446"/>
                </a:lnTo>
                <a:lnTo>
                  <a:pt x="295397" y="262325"/>
                </a:lnTo>
                <a:lnTo>
                  <a:pt x="314938" y="248753"/>
                </a:lnTo>
                <a:lnTo>
                  <a:pt x="321329" y="243812"/>
                </a:lnTo>
                <a:lnTo>
                  <a:pt x="323144" y="243042"/>
                </a:lnTo>
                <a:lnTo>
                  <a:pt x="324901" y="242883"/>
                </a:lnTo>
                <a:lnTo>
                  <a:pt x="327402" y="243800"/>
                </a:lnTo>
                <a:lnTo>
                  <a:pt x="341652" y="254710"/>
                </a:lnTo>
                <a:lnTo>
                  <a:pt x="351859" y="261941"/>
                </a:lnTo>
                <a:lnTo>
                  <a:pt x="354393" y="263244"/>
                </a:lnTo>
                <a:lnTo>
                  <a:pt x="356289" y="263454"/>
                </a:lnTo>
                <a:lnTo>
                  <a:pt x="357171" y="262979"/>
                </a:lnTo>
                <a:lnTo>
                  <a:pt x="357583" y="261991"/>
                </a:lnTo>
                <a:lnTo>
                  <a:pt x="357591" y="257737"/>
                </a:lnTo>
                <a:lnTo>
                  <a:pt x="355267" y="243564"/>
                </a:lnTo>
                <a:lnTo>
                  <a:pt x="353733" y="230515"/>
                </a:lnTo>
                <a:lnTo>
                  <a:pt x="351641" y="220470"/>
                </a:lnTo>
                <a:lnTo>
                  <a:pt x="349730" y="204646"/>
                </a:lnTo>
                <a:lnTo>
                  <a:pt x="347255" y="193136"/>
                </a:lnTo>
                <a:lnTo>
                  <a:pt x="345853" y="181117"/>
                </a:lnTo>
                <a:lnTo>
                  <a:pt x="343316" y="166576"/>
                </a:lnTo>
                <a:lnTo>
                  <a:pt x="341755" y="152785"/>
                </a:lnTo>
                <a:lnTo>
                  <a:pt x="341049" y="149933"/>
                </a:lnTo>
                <a:lnTo>
                  <a:pt x="339452" y="146836"/>
                </a:lnTo>
                <a:lnTo>
                  <a:pt x="339079" y="144534"/>
                </a:lnTo>
                <a:lnTo>
                  <a:pt x="338609" y="113900"/>
                </a:lnTo>
                <a:lnTo>
                  <a:pt x="340872" y="112088"/>
                </a:lnTo>
                <a:lnTo>
                  <a:pt x="344672" y="111459"/>
                </a:lnTo>
                <a:lnTo>
                  <a:pt x="381147" y="111733"/>
                </a:lnTo>
                <a:lnTo>
                  <a:pt x="382550" y="111210"/>
                </a:lnTo>
                <a:lnTo>
                  <a:pt x="383575" y="109350"/>
                </a:lnTo>
                <a:lnTo>
                  <a:pt x="381646" y="107861"/>
                </a:lnTo>
                <a:lnTo>
                  <a:pt x="376374" y="105301"/>
                </a:lnTo>
                <a:lnTo>
                  <a:pt x="365203" y="100693"/>
                </a:lnTo>
                <a:lnTo>
                  <a:pt x="350012" y="95259"/>
                </a:lnTo>
                <a:lnTo>
                  <a:pt x="341612" y="91704"/>
                </a:lnTo>
                <a:lnTo>
                  <a:pt x="339809" y="90147"/>
                </a:lnTo>
                <a:lnTo>
                  <a:pt x="339563" y="87207"/>
                </a:lnTo>
                <a:lnTo>
                  <a:pt x="340109" y="86261"/>
                </a:lnTo>
                <a:lnTo>
                  <a:pt x="341282" y="85692"/>
                </a:lnTo>
                <a:lnTo>
                  <a:pt x="350276" y="85272"/>
                </a:lnTo>
                <a:lnTo>
                  <a:pt x="365415" y="86542"/>
                </a:lnTo>
                <a:lnTo>
                  <a:pt x="367345" y="85695"/>
                </a:lnTo>
                <a:lnTo>
                  <a:pt x="368195" y="84573"/>
                </a:lnTo>
                <a:lnTo>
                  <a:pt x="368348" y="83534"/>
                </a:lnTo>
                <a:lnTo>
                  <a:pt x="366417" y="81438"/>
                </a:lnTo>
                <a:lnTo>
                  <a:pt x="358329" y="77083"/>
                </a:lnTo>
                <a:lnTo>
                  <a:pt x="346833" y="69830"/>
                </a:lnTo>
                <a:lnTo>
                  <a:pt x="342749" y="67801"/>
                </a:lnTo>
                <a:lnTo>
                  <a:pt x="339047" y="64456"/>
                </a:lnTo>
                <a:lnTo>
                  <a:pt x="338570" y="63384"/>
                </a:lnTo>
                <a:lnTo>
                  <a:pt x="338187" y="58978"/>
                </a:lnTo>
                <a:lnTo>
                  <a:pt x="336380" y="51508"/>
                </a:lnTo>
                <a:lnTo>
                  <a:pt x="334256" y="38217"/>
                </a:lnTo>
                <a:lnTo>
                  <a:pt x="331973" y="28236"/>
                </a:lnTo>
                <a:lnTo>
                  <a:pt x="329750" y="15314"/>
                </a:lnTo>
                <a:lnTo>
                  <a:pt x="328482" y="12571"/>
                </a:lnTo>
                <a:lnTo>
                  <a:pt x="326321" y="10887"/>
                </a:lnTo>
                <a:lnTo>
                  <a:pt x="324354" y="10496"/>
                </a:lnTo>
                <a:lnTo>
                  <a:pt x="322120" y="11300"/>
                </a:lnTo>
                <a:close/>
                <a:moveTo>
                  <a:pt x="326363" y="34250"/>
                </a:moveTo>
                <a:lnTo>
                  <a:pt x="326809" y="35608"/>
                </a:lnTo>
                <a:lnTo>
                  <a:pt x="326519" y="37319"/>
                </a:lnTo>
                <a:lnTo>
                  <a:pt x="324964" y="37674"/>
                </a:lnTo>
                <a:lnTo>
                  <a:pt x="323423" y="37340"/>
                </a:lnTo>
                <a:lnTo>
                  <a:pt x="323131" y="35792"/>
                </a:lnTo>
                <a:lnTo>
                  <a:pt x="323818" y="34289"/>
                </a:lnTo>
                <a:lnTo>
                  <a:pt x="325088" y="33650"/>
                </a:lnTo>
                <a:lnTo>
                  <a:pt x="326363" y="34250"/>
                </a:lnTo>
                <a:close/>
                <a:moveTo>
                  <a:pt x="326989" y="46931"/>
                </a:moveTo>
                <a:lnTo>
                  <a:pt x="327839" y="49203"/>
                </a:lnTo>
                <a:lnTo>
                  <a:pt x="327568" y="52090"/>
                </a:lnTo>
                <a:lnTo>
                  <a:pt x="325416" y="52861"/>
                </a:lnTo>
                <a:lnTo>
                  <a:pt x="322650" y="52475"/>
                </a:lnTo>
                <a:lnTo>
                  <a:pt x="321577" y="50232"/>
                </a:lnTo>
                <a:lnTo>
                  <a:pt x="321725" y="48031"/>
                </a:lnTo>
                <a:lnTo>
                  <a:pt x="322282" y="46872"/>
                </a:lnTo>
                <a:lnTo>
                  <a:pt x="324382" y="46129"/>
                </a:lnTo>
                <a:lnTo>
                  <a:pt x="326989" y="46931"/>
                </a:lnTo>
                <a:close/>
                <a:moveTo>
                  <a:pt x="319179" y="55031"/>
                </a:moveTo>
                <a:lnTo>
                  <a:pt x="319534" y="56234"/>
                </a:lnTo>
                <a:lnTo>
                  <a:pt x="319050" y="57416"/>
                </a:lnTo>
                <a:lnTo>
                  <a:pt x="318010" y="58061"/>
                </a:lnTo>
                <a:lnTo>
                  <a:pt x="316858" y="57775"/>
                </a:lnTo>
                <a:lnTo>
                  <a:pt x="316369" y="55951"/>
                </a:lnTo>
                <a:lnTo>
                  <a:pt x="316915" y="54694"/>
                </a:lnTo>
                <a:lnTo>
                  <a:pt x="317997" y="54312"/>
                </a:lnTo>
                <a:lnTo>
                  <a:pt x="319179" y="55031"/>
                </a:lnTo>
                <a:close/>
                <a:moveTo>
                  <a:pt x="332871" y="55899"/>
                </a:moveTo>
                <a:lnTo>
                  <a:pt x="333788" y="56574"/>
                </a:lnTo>
                <a:lnTo>
                  <a:pt x="332335" y="56965"/>
                </a:lnTo>
                <a:lnTo>
                  <a:pt x="330954" y="56568"/>
                </a:lnTo>
                <a:lnTo>
                  <a:pt x="330268" y="55754"/>
                </a:lnTo>
                <a:lnTo>
                  <a:pt x="331190" y="55302"/>
                </a:lnTo>
                <a:lnTo>
                  <a:pt x="332871" y="55899"/>
                </a:lnTo>
                <a:close/>
                <a:moveTo>
                  <a:pt x="327375" y="61781"/>
                </a:moveTo>
                <a:lnTo>
                  <a:pt x="328116" y="63685"/>
                </a:lnTo>
                <a:lnTo>
                  <a:pt x="327301" y="64666"/>
                </a:lnTo>
                <a:lnTo>
                  <a:pt x="325674" y="65483"/>
                </a:lnTo>
                <a:lnTo>
                  <a:pt x="324436" y="65503"/>
                </a:lnTo>
                <a:lnTo>
                  <a:pt x="322587" y="64839"/>
                </a:lnTo>
                <a:lnTo>
                  <a:pt x="321204" y="63131"/>
                </a:lnTo>
                <a:lnTo>
                  <a:pt x="321535" y="61893"/>
                </a:lnTo>
                <a:lnTo>
                  <a:pt x="323458" y="60828"/>
                </a:lnTo>
                <a:lnTo>
                  <a:pt x="325979" y="60935"/>
                </a:lnTo>
                <a:lnTo>
                  <a:pt x="327375" y="61781"/>
                </a:lnTo>
                <a:close/>
                <a:moveTo>
                  <a:pt x="334029" y="71279"/>
                </a:moveTo>
                <a:lnTo>
                  <a:pt x="334614" y="73168"/>
                </a:lnTo>
                <a:lnTo>
                  <a:pt x="334246" y="75354"/>
                </a:lnTo>
                <a:lnTo>
                  <a:pt x="333363" y="76090"/>
                </a:lnTo>
                <a:lnTo>
                  <a:pt x="332166" y="75930"/>
                </a:lnTo>
                <a:lnTo>
                  <a:pt x="330945" y="74757"/>
                </a:lnTo>
                <a:lnTo>
                  <a:pt x="330971" y="72646"/>
                </a:lnTo>
                <a:lnTo>
                  <a:pt x="332333" y="71004"/>
                </a:lnTo>
                <a:lnTo>
                  <a:pt x="333206" y="70851"/>
                </a:lnTo>
                <a:lnTo>
                  <a:pt x="334029" y="71279"/>
                </a:lnTo>
                <a:close/>
                <a:moveTo>
                  <a:pt x="318407" y="72774"/>
                </a:moveTo>
                <a:lnTo>
                  <a:pt x="318565" y="74355"/>
                </a:lnTo>
                <a:lnTo>
                  <a:pt x="317277" y="75329"/>
                </a:lnTo>
                <a:lnTo>
                  <a:pt x="314708" y="74877"/>
                </a:lnTo>
                <a:lnTo>
                  <a:pt x="313113" y="73765"/>
                </a:lnTo>
                <a:lnTo>
                  <a:pt x="314031" y="71866"/>
                </a:lnTo>
                <a:lnTo>
                  <a:pt x="315620" y="71166"/>
                </a:lnTo>
                <a:lnTo>
                  <a:pt x="317297" y="71492"/>
                </a:lnTo>
                <a:lnTo>
                  <a:pt x="318407" y="72774"/>
                </a:lnTo>
                <a:close/>
                <a:moveTo>
                  <a:pt x="343864" y="73738"/>
                </a:moveTo>
                <a:lnTo>
                  <a:pt x="350210" y="77862"/>
                </a:lnTo>
                <a:lnTo>
                  <a:pt x="350962" y="78791"/>
                </a:lnTo>
                <a:lnTo>
                  <a:pt x="350736" y="79735"/>
                </a:lnTo>
                <a:lnTo>
                  <a:pt x="349367" y="80446"/>
                </a:lnTo>
                <a:lnTo>
                  <a:pt x="345786" y="80764"/>
                </a:lnTo>
                <a:lnTo>
                  <a:pt x="342279" y="80518"/>
                </a:lnTo>
                <a:lnTo>
                  <a:pt x="340085" y="79716"/>
                </a:lnTo>
                <a:lnTo>
                  <a:pt x="339317" y="78736"/>
                </a:lnTo>
                <a:lnTo>
                  <a:pt x="338983" y="77303"/>
                </a:lnTo>
                <a:lnTo>
                  <a:pt x="339380" y="73754"/>
                </a:lnTo>
                <a:lnTo>
                  <a:pt x="340696" y="72699"/>
                </a:lnTo>
                <a:lnTo>
                  <a:pt x="343864" y="73738"/>
                </a:lnTo>
                <a:close/>
                <a:moveTo>
                  <a:pt x="309584" y="73690"/>
                </a:moveTo>
                <a:lnTo>
                  <a:pt x="311072" y="74353"/>
                </a:lnTo>
                <a:lnTo>
                  <a:pt x="311285" y="75196"/>
                </a:lnTo>
                <a:lnTo>
                  <a:pt x="309584" y="76775"/>
                </a:lnTo>
                <a:lnTo>
                  <a:pt x="307370" y="77889"/>
                </a:lnTo>
                <a:lnTo>
                  <a:pt x="305269" y="78351"/>
                </a:lnTo>
                <a:lnTo>
                  <a:pt x="303499" y="78178"/>
                </a:lnTo>
                <a:lnTo>
                  <a:pt x="301940" y="76770"/>
                </a:lnTo>
                <a:lnTo>
                  <a:pt x="301927" y="75296"/>
                </a:lnTo>
                <a:lnTo>
                  <a:pt x="303360" y="73745"/>
                </a:lnTo>
                <a:lnTo>
                  <a:pt x="306079" y="73163"/>
                </a:lnTo>
                <a:lnTo>
                  <a:pt x="309584" y="73690"/>
                </a:lnTo>
                <a:close/>
                <a:moveTo>
                  <a:pt x="334029" y="88395"/>
                </a:moveTo>
                <a:lnTo>
                  <a:pt x="333212" y="90233"/>
                </a:lnTo>
                <a:lnTo>
                  <a:pt x="332244" y="90490"/>
                </a:lnTo>
                <a:lnTo>
                  <a:pt x="331680" y="90010"/>
                </a:lnTo>
                <a:lnTo>
                  <a:pt x="331450" y="88343"/>
                </a:lnTo>
                <a:lnTo>
                  <a:pt x="332529" y="86792"/>
                </a:lnTo>
                <a:lnTo>
                  <a:pt x="333893" y="86795"/>
                </a:lnTo>
                <a:lnTo>
                  <a:pt x="334029" y="88395"/>
                </a:lnTo>
                <a:close/>
                <a:moveTo>
                  <a:pt x="317636" y="88732"/>
                </a:moveTo>
                <a:lnTo>
                  <a:pt x="317577" y="89780"/>
                </a:lnTo>
                <a:lnTo>
                  <a:pt x="317011" y="90243"/>
                </a:lnTo>
                <a:lnTo>
                  <a:pt x="315804" y="89745"/>
                </a:lnTo>
                <a:lnTo>
                  <a:pt x="315158" y="88780"/>
                </a:lnTo>
                <a:lnTo>
                  <a:pt x="315650" y="87976"/>
                </a:lnTo>
                <a:lnTo>
                  <a:pt x="316455" y="87695"/>
                </a:lnTo>
                <a:lnTo>
                  <a:pt x="317208" y="87965"/>
                </a:lnTo>
                <a:lnTo>
                  <a:pt x="317636" y="88732"/>
                </a:lnTo>
                <a:close/>
                <a:moveTo>
                  <a:pt x="326411" y="96977"/>
                </a:moveTo>
                <a:lnTo>
                  <a:pt x="326773" y="98220"/>
                </a:lnTo>
                <a:lnTo>
                  <a:pt x="325857" y="99028"/>
                </a:lnTo>
                <a:lnTo>
                  <a:pt x="323165" y="98942"/>
                </a:lnTo>
                <a:lnTo>
                  <a:pt x="322103" y="98127"/>
                </a:lnTo>
                <a:lnTo>
                  <a:pt x="322421" y="97104"/>
                </a:lnTo>
                <a:lnTo>
                  <a:pt x="323843" y="96405"/>
                </a:lnTo>
                <a:lnTo>
                  <a:pt x="325552" y="96448"/>
                </a:lnTo>
                <a:lnTo>
                  <a:pt x="326411" y="96977"/>
                </a:lnTo>
                <a:close/>
                <a:moveTo>
                  <a:pt x="310066" y="98182"/>
                </a:moveTo>
                <a:lnTo>
                  <a:pt x="310973" y="99816"/>
                </a:lnTo>
                <a:lnTo>
                  <a:pt x="311145" y="101137"/>
                </a:lnTo>
                <a:lnTo>
                  <a:pt x="310006" y="102558"/>
                </a:lnTo>
                <a:lnTo>
                  <a:pt x="305625" y="103394"/>
                </a:lnTo>
                <a:lnTo>
                  <a:pt x="303913" y="102811"/>
                </a:lnTo>
                <a:lnTo>
                  <a:pt x="303196" y="101987"/>
                </a:lnTo>
                <a:lnTo>
                  <a:pt x="302910" y="98733"/>
                </a:lnTo>
                <a:lnTo>
                  <a:pt x="304067" y="97139"/>
                </a:lnTo>
                <a:lnTo>
                  <a:pt x="308209" y="96984"/>
                </a:lnTo>
                <a:lnTo>
                  <a:pt x="310066" y="98182"/>
                </a:lnTo>
                <a:close/>
                <a:moveTo>
                  <a:pt x="345262" y="98616"/>
                </a:moveTo>
                <a:lnTo>
                  <a:pt x="346666" y="100980"/>
                </a:lnTo>
                <a:lnTo>
                  <a:pt x="346143" y="102853"/>
                </a:lnTo>
                <a:lnTo>
                  <a:pt x="344536" y="103632"/>
                </a:lnTo>
                <a:lnTo>
                  <a:pt x="342514" y="103942"/>
                </a:lnTo>
                <a:lnTo>
                  <a:pt x="339525" y="103390"/>
                </a:lnTo>
                <a:lnTo>
                  <a:pt x="338952" y="100690"/>
                </a:lnTo>
                <a:lnTo>
                  <a:pt x="339718" y="97990"/>
                </a:lnTo>
                <a:lnTo>
                  <a:pt x="340619" y="97402"/>
                </a:lnTo>
                <a:lnTo>
                  <a:pt x="342346" y="97218"/>
                </a:lnTo>
                <a:lnTo>
                  <a:pt x="345262" y="98616"/>
                </a:lnTo>
                <a:close/>
                <a:moveTo>
                  <a:pt x="334559" y="100786"/>
                </a:moveTo>
                <a:lnTo>
                  <a:pt x="335017" y="102384"/>
                </a:lnTo>
                <a:lnTo>
                  <a:pt x="334597" y="103839"/>
                </a:lnTo>
                <a:lnTo>
                  <a:pt x="333311" y="104499"/>
                </a:lnTo>
                <a:lnTo>
                  <a:pt x="331882" y="104117"/>
                </a:lnTo>
                <a:lnTo>
                  <a:pt x="331060" y="102538"/>
                </a:lnTo>
                <a:lnTo>
                  <a:pt x="331549" y="100783"/>
                </a:lnTo>
                <a:lnTo>
                  <a:pt x="332966" y="100011"/>
                </a:lnTo>
                <a:lnTo>
                  <a:pt x="334559" y="100786"/>
                </a:lnTo>
                <a:close/>
                <a:moveTo>
                  <a:pt x="317250" y="102281"/>
                </a:moveTo>
                <a:lnTo>
                  <a:pt x="316641" y="102994"/>
                </a:lnTo>
                <a:lnTo>
                  <a:pt x="315828" y="102648"/>
                </a:lnTo>
                <a:lnTo>
                  <a:pt x="316614" y="101577"/>
                </a:lnTo>
                <a:lnTo>
                  <a:pt x="317250" y="102281"/>
                </a:lnTo>
                <a:close/>
                <a:moveTo>
                  <a:pt x="361993" y="104499"/>
                </a:moveTo>
                <a:lnTo>
                  <a:pt x="363517" y="105392"/>
                </a:lnTo>
                <a:lnTo>
                  <a:pt x="363771" y="106053"/>
                </a:lnTo>
                <a:lnTo>
                  <a:pt x="363417" y="106704"/>
                </a:lnTo>
                <a:lnTo>
                  <a:pt x="361074" y="107658"/>
                </a:lnTo>
                <a:lnTo>
                  <a:pt x="359880" y="107418"/>
                </a:lnTo>
                <a:lnTo>
                  <a:pt x="359040" y="106722"/>
                </a:lnTo>
                <a:lnTo>
                  <a:pt x="358808" y="105328"/>
                </a:lnTo>
                <a:lnTo>
                  <a:pt x="359582" y="104499"/>
                </a:lnTo>
                <a:lnTo>
                  <a:pt x="360450" y="103968"/>
                </a:lnTo>
                <a:lnTo>
                  <a:pt x="361993" y="104499"/>
                </a:lnTo>
                <a:close/>
                <a:moveTo>
                  <a:pt x="334704" y="113949"/>
                </a:moveTo>
                <a:lnTo>
                  <a:pt x="335519" y="115800"/>
                </a:lnTo>
                <a:lnTo>
                  <a:pt x="335050" y="118602"/>
                </a:lnTo>
                <a:lnTo>
                  <a:pt x="333252" y="119779"/>
                </a:lnTo>
                <a:lnTo>
                  <a:pt x="331143" y="119529"/>
                </a:lnTo>
                <a:lnTo>
                  <a:pt x="330284" y="117576"/>
                </a:lnTo>
                <a:lnTo>
                  <a:pt x="330974" y="114835"/>
                </a:lnTo>
                <a:lnTo>
                  <a:pt x="332956" y="113189"/>
                </a:lnTo>
                <a:lnTo>
                  <a:pt x="334704" y="113949"/>
                </a:lnTo>
                <a:close/>
                <a:moveTo>
                  <a:pt x="318696" y="115588"/>
                </a:moveTo>
                <a:lnTo>
                  <a:pt x="319110" y="117536"/>
                </a:lnTo>
                <a:lnTo>
                  <a:pt x="318148" y="118674"/>
                </a:lnTo>
                <a:lnTo>
                  <a:pt x="316913" y="118840"/>
                </a:lnTo>
                <a:lnTo>
                  <a:pt x="315321" y="118432"/>
                </a:lnTo>
                <a:lnTo>
                  <a:pt x="313664" y="117028"/>
                </a:lnTo>
                <a:lnTo>
                  <a:pt x="314029" y="115752"/>
                </a:lnTo>
                <a:lnTo>
                  <a:pt x="315826" y="114706"/>
                </a:lnTo>
                <a:lnTo>
                  <a:pt x="317744" y="114776"/>
                </a:lnTo>
                <a:lnTo>
                  <a:pt x="318696" y="115588"/>
                </a:lnTo>
                <a:close/>
                <a:moveTo>
                  <a:pt x="328773" y="121566"/>
                </a:moveTo>
                <a:lnTo>
                  <a:pt x="330545" y="124147"/>
                </a:lnTo>
                <a:lnTo>
                  <a:pt x="330750" y="125460"/>
                </a:lnTo>
                <a:lnTo>
                  <a:pt x="330168" y="126507"/>
                </a:lnTo>
                <a:lnTo>
                  <a:pt x="328794" y="127339"/>
                </a:lnTo>
                <a:lnTo>
                  <a:pt x="326088" y="128130"/>
                </a:lnTo>
                <a:lnTo>
                  <a:pt x="323995" y="128219"/>
                </a:lnTo>
                <a:lnTo>
                  <a:pt x="319752" y="127463"/>
                </a:lnTo>
                <a:lnTo>
                  <a:pt x="318100" y="126532"/>
                </a:lnTo>
                <a:lnTo>
                  <a:pt x="317892" y="125564"/>
                </a:lnTo>
                <a:lnTo>
                  <a:pt x="318696" y="123254"/>
                </a:lnTo>
                <a:lnTo>
                  <a:pt x="319850" y="121194"/>
                </a:lnTo>
                <a:lnTo>
                  <a:pt x="321154" y="120213"/>
                </a:lnTo>
                <a:lnTo>
                  <a:pt x="327279" y="119879"/>
                </a:lnTo>
                <a:lnTo>
                  <a:pt x="328773" y="121566"/>
                </a:lnTo>
                <a:close/>
                <a:moveTo>
                  <a:pt x="334655" y="128943"/>
                </a:moveTo>
                <a:lnTo>
                  <a:pt x="335704" y="131185"/>
                </a:lnTo>
                <a:lnTo>
                  <a:pt x="335089" y="133572"/>
                </a:lnTo>
                <a:lnTo>
                  <a:pt x="333135" y="134333"/>
                </a:lnTo>
                <a:lnTo>
                  <a:pt x="331189" y="133927"/>
                </a:lnTo>
                <a:lnTo>
                  <a:pt x="330497" y="132170"/>
                </a:lnTo>
                <a:lnTo>
                  <a:pt x="331832" y="128979"/>
                </a:lnTo>
                <a:lnTo>
                  <a:pt x="333058" y="128146"/>
                </a:lnTo>
                <a:lnTo>
                  <a:pt x="334655" y="128943"/>
                </a:lnTo>
                <a:close/>
                <a:moveTo>
                  <a:pt x="316527" y="129522"/>
                </a:moveTo>
                <a:lnTo>
                  <a:pt x="318256" y="131251"/>
                </a:lnTo>
                <a:lnTo>
                  <a:pt x="318432" y="132552"/>
                </a:lnTo>
                <a:lnTo>
                  <a:pt x="318070" y="133234"/>
                </a:lnTo>
                <a:lnTo>
                  <a:pt x="315231" y="133939"/>
                </a:lnTo>
                <a:lnTo>
                  <a:pt x="312573" y="133090"/>
                </a:lnTo>
                <a:lnTo>
                  <a:pt x="312001" y="131511"/>
                </a:lnTo>
                <a:lnTo>
                  <a:pt x="313220" y="129714"/>
                </a:lnTo>
                <a:lnTo>
                  <a:pt x="314429" y="129112"/>
                </a:lnTo>
                <a:lnTo>
                  <a:pt x="316527" y="129522"/>
                </a:lnTo>
                <a:close/>
                <a:moveTo>
                  <a:pt x="316768" y="142781"/>
                </a:moveTo>
                <a:lnTo>
                  <a:pt x="318136" y="144144"/>
                </a:lnTo>
                <a:lnTo>
                  <a:pt x="317626" y="145655"/>
                </a:lnTo>
                <a:lnTo>
                  <a:pt x="315160" y="147094"/>
                </a:lnTo>
                <a:lnTo>
                  <a:pt x="313940" y="147228"/>
                </a:lnTo>
                <a:lnTo>
                  <a:pt x="313037" y="146817"/>
                </a:lnTo>
                <a:lnTo>
                  <a:pt x="312333" y="145211"/>
                </a:lnTo>
                <a:lnTo>
                  <a:pt x="312751" y="142769"/>
                </a:lnTo>
                <a:lnTo>
                  <a:pt x="314630" y="142093"/>
                </a:lnTo>
                <a:lnTo>
                  <a:pt x="316768" y="142781"/>
                </a:lnTo>
                <a:close/>
                <a:moveTo>
                  <a:pt x="335475" y="142829"/>
                </a:moveTo>
                <a:lnTo>
                  <a:pt x="336142" y="143496"/>
                </a:lnTo>
                <a:lnTo>
                  <a:pt x="336409" y="144631"/>
                </a:lnTo>
                <a:lnTo>
                  <a:pt x="334993" y="146397"/>
                </a:lnTo>
                <a:lnTo>
                  <a:pt x="333196" y="146792"/>
                </a:lnTo>
                <a:lnTo>
                  <a:pt x="331923" y="146125"/>
                </a:lnTo>
                <a:lnTo>
                  <a:pt x="331055" y="145072"/>
                </a:lnTo>
                <a:lnTo>
                  <a:pt x="330871" y="143461"/>
                </a:lnTo>
                <a:lnTo>
                  <a:pt x="331840" y="142298"/>
                </a:lnTo>
                <a:lnTo>
                  <a:pt x="333620" y="142115"/>
                </a:lnTo>
                <a:lnTo>
                  <a:pt x="335475" y="142829"/>
                </a:lnTo>
                <a:close/>
                <a:moveTo>
                  <a:pt x="328966" y="149579"/>
                </a:moveTo>
                <a:lnTo>
                  <a:pt x="331651" y="151573"/>
                </a:lnTo>
                <a:lnTo>
                  <a:pt x="331962" y="153658"/>
                </a:lnTo>
                <a:lnTo>
                  <a:pt x="330834" y="155233"/>
                </a:lnTo>
                <a:lnTo>
                  <a:pt x="328629" y="157052"/>
                </a:lnTo>
                <a:lnTo>
                  <a:pt x="325414" y="158447"/>
                </a:lnTo>
                <a:lnTo>
                  <a:pt x="322123" y="158159"/>
                </a:lnTo>
                <a:lnTo>
                  <a:pt x="320030" y="157064"/>
                </a:lnTo>
                <a:lnTo>
                  <a:pt x="317420" y="154412"/>
                </a:lnTo>
                <a:lnTo>
                  <a:pt x="316378" y="152502"/>
                </a:lnTo>
                <a:lnTo>
                  <a:pt x="316618" y="151547"/>
                </a:lnTo>
                <a:lnTo>
                  <a:pt x="317664" y="150633"/>
                </a:lnTo>
                <a:lnTo>
                  <a:pt x="322646" y="148242"/>
                </a:lnTo>
                <a:lnTo>
                  <a:pt x="325108" y="148051"/>
                </a:lnTo>
                <a:lnTo>
                  <a:pt x="328966" y="149579"/>
                </a:lnTo>
                <a:close/>
                <a:moveTo>
                  <a:pt x="316527" y="158257"/>
                </a:moveTo>
                <a:lnTo>
                  <a:pt x="318202" y="160837"/>
                </a:lnTo>
                <a:lnTo>
                  <a:pt x="318474" y="162713"/>
                </a:lnTo>
                <a:lnTo>
                  <a:pt x="318108" y="163879"/>
                </a:lnTo>
                <a:lnTo>
                  <a:pt x="311561" y="168093"/>
                </a:lnTo>
                <a:lnTo>
                  <a:pt x="309808" y="168428"/>
                </a:lnTo>
                <a:lnTo>
                  <a:pt x="308853" y="167072"/>
                </a:lnTo>
                <a:lnTo>
                  <a:pt x="308731" y="164646"/>
                </a:lnTo>
                <a:lnTo>
                  <a:pt x="310187" y="160364"/>
                </a:lnTo>
                <a:lnTo>
                  <a:pt x="311613" y="158587"/>
                </a:lnTo>
                <a:lnTo>
                  <a:pt x="313159" y="157657"/>
                </a:lnTo>
                <a:lnTo>
                  <a:pt x="314811" y="157545"/>
                </a:lnTo>
                <a:lnTo>
                  <a:pt x="316527" y="158257"/>
                </a:lnTo>
                <a:close/>
                <a:moveTo>
                  <a:pt x="337982" y="158209"/>
                </a:moveTo>
                <a:lnTo>
                  <a:pt x="338999" y="161910"/>
                </a:lnTo>
                <a:lnTo>
                  <a:pt x="339341" y="166034"/>
                </a:lnTo>
                <a:lnTo>
                  <a:pt x="338146" y="168055"/>
                </a:lnTo>
                <a:lnTo>
                  <a:pt x="336729" y="168523"/>
                </a:lnTo>
                <a:lnTo>
                  <a:pt x="331632" y="164646"/>
                </a:lnTo>
                <a:lnTo>
                  <a:pt x="331106" y="163874"/>
                </a:lnTo>
                <a:lnTo>
                  <a:pt x="330991" y="162387"/>
                </a:lnTo>
                <a:lnTo>
                  <a:pt x="331697" y="160235"/>
                </a:lnTo>
                <a:lnTo>
                  <a:pt x="333636" y="158310"/>
                </a:lnTo>
                <a:lnTo>
                  <a:pt x="336059" y="157499"/>
                </a:lnTo>
                <a:lnTo>
                  <a:pt x="337982" y="158209"/>
                </a:lnTo>
                <a:close/>
                <a:moveTo>
                  <a:pt x="328773" y="167322"/>
                </a:moveTo>
                <a:lnTo>
                  <a:pt x="333355" y="170124"/>
                </a:lnTo>
                <a:lnTo>
                  <a:pt x="334935" y="171591"/>
                </a:lnTo>
                <a:lnTo>
                  <a:pt x="335650" y="174132"/>
                </a:lnTo>
                <a:lnTo>
                  <a:pt x="334287" y="176429"/>
                </a:lnTo>
                <a:lnTo>
                  <a:pt x="328139" y="180373"/>
                </a:lnTo>
                <a:lnTo>
                  <a:pt x="325477" y="180918"/>
                </a:lnTo>
                <a:lnTo>
                  <a:pt x="322984" y="180161"/>
                </a:lnTo>
                <a:lnTo>
                  <a:pt x="316732" y="175627"/>
                </a:lnTo>
                <a:lnTo>
                  <a:pt x="316296" y="173926"/>
                </a:lnTo>
                <a:lnTo>
                  <a:pt x="316650" y="171519"/>
                </a:lnTo>
                <a:lnTo>
                  <a:pt x="321059" y="168045"/>
                </a:lnTo>
                <a:lnTo>
                  <a:pt x="322917" y="166901"/>
                </a:lnTo>
                <a:lnTo>
                  <a:pt x="325458" y="166110"/>
                </a:lnTo>
                <a:lnTo>
                  <a:pt x="327610" y="166453"/>
                </a:lnTo>
                <a:lnTo>
                  <a:pt x="328773" y="167322"/>
                </a:lnTo>
                <a:close/>
                <a:moveTo>
                  <a:pt x="312043" y="179134"/>
                </a:moveTo>
                <a:lnTo>
                  <a:pt x="316199" y="181919"/>
                </a:lnTo>
                <a:lnTo>
                  <a:pt x="317607" y="183319"/>
                </a:lnTo>
                <a:lnTo>
                  <a:pt x="318160" y="184842"/>
                </a:lnTo>
                <a:lnTo>
                  <a:pt x="317851" y="186358"/>
                </a:lnTo>
                <a:lnTo>
                  <a:pt x="316673" y="187741"/>
                </a:lnTo>
                <a:lnTo>
                  <a:pt x="310668" y="191802"/>
                </a:lnTo>
                <a:lnTo>
                  <a:pt x="307544" y="193159"/>
                </a:lnTo>
                <a:lnTo>
                  <a:pt x="305777" y="193322"/>
                </a:lnTo>
                <a:lnTo>
                  <a:pt x="305025" y="192456"/>
                </a:lnTo>
                <a:lnTo>
                  <a:pt x="304787" y="189738"/>
                </a:lnTo>
                <a:lnTo>
                  <a:pt x="305594" y="184135"/>
                </a:lnTo>
                <a:lnTo>
                  <a:pt x="306672" y="180726"/>
                </a:lnTo>
                <a:lnTo>
                  <a:pt x="307993" y="178652"/>
                </a:lnTo>
                <a:lnTo>
                  <a:pt x="309214" y="177894"/>
                </a:lnTo>
                <a:lnTo>
                  <a:pt x="310263" y="177895"/>
                </a:lnTo>
                <a:lnTo>
                  <a:pt x="312043" y="179134"/>
                </a:lnTo>
                <a:close/>
                <a:moveTo>
                  <a:pt x="342177" y="178797"/>
                </a:moveTo>
                <a:lnTo>
                  <a:pt x="342789" y="182664"/>
                </a:lnTo>
                <a:lnTo>
                  <a:pt x="343286" y="191670"/>
                </a:lnTo>
                <a:lnTo>
                  <a:pt x="340831" y="192620"/>
                </a:lnTo>
                <a:lnTo>
                  <a:pt x="332992" y="187303"/>
                </a:lnTo>
                <a:lnTo>
                  <a:pt x="332102" y="186136"/>
                </a:lnTo>
                <a:lnTo>
                  <a:pt x="331714" y="184052"/>
                </a:lnTo>
                <a:lnTo>
                  <a:pt x="332640" y="182154"/>
                </a:lnTo>
                <a:lnTo>
                  <a:pt x="336313" y="179508"/>
                </a:lnTo>
                <a:lnTo>
                  <a:pt x="340441" y="178242"/>
                </a:lnTo>
                <a:lnTo>
                  <a:pt x="342177" y="178797"/>
                </a:lnTo>
                <a:close/>
                <a:moveTo>
                  <a:pt x="328870" y="190609"/>
                </a:moveTo>
                <a:lnTo>
                  <a:pt x="337164" y="196565"/>
                </a:lnTo>
                <a:lnTo>
                  <a:pt x="338814" y="198462"/>
                </a:lnTo>
                <a:lnTo>
                  <a:pt x="338199" y="199877"/>
                </a:lnTo>
                <a:lnTo>
                  <a:pt x="331097" y="203707"/>
                </a:lnTo>
                <a:lnTo>
                  <a:pt x="325616" y="205897"/>
                </a:lnTo>
                <a:lnTo>
                  <a:pt x="323803" y="206108"/>
                </a:lnTo>
                <a:lnTo>
                  <a:pt x="316289" y="202887"/>
                </a:lnTo>
                <a:lnTo>
                  <a:pt x="312856" y="200612"/>
                </a:lnTo>
                <a:lnTo>
                  <a:pt x="311292" y="199022"/>
                </a:lnTo>
                <a:lnTo>
                  <a:pt x="311320" y="197793"/>
                </a:lnTo>
                <a:lnTo>
                  <a:pt x="312483" y="196617"/>
                </a:lnTo>
                <a:lnTo>
                  <a:pt x="322955" y="189054"/>
                </a:lnTo>
                <a:lnTo>
                  <a:pt x="325382" y="188789"/>
                </a:lnTo>
                <a:lnTo>
                  <a:pt x="328870" y="190609"/>
                </a:lnTo>
                <a:close/>
                <a:moveTo>
                  <a:pt x="309439" y="204206"/>
                </a:moveTo>
                <a:lnTo>
                  <a:pt x="314299" y="207872"/>
                </a:lnTo>
                <a:lnTo>
                  <a:pt x="315694" y="209607"/>
                </a:lnTo>
                <a:lnTo>
                  <a:pt x="315660" y="210430"/>
                </a:lnTo>
                <a:lnTo>
                  <a:pt x="314543" y="211304"/>
                </a:lnTo>
                <a:lnTo>
                  <a:pt x="310325" y="212969"/>
                </a:lnTo>
                <a:lnTo>
                  <a:pt x="306296" y="215171"/>
                </a:lnTo>
                <a:lnTo>
                  <a:pt x="304977" y="215264"/>
                </a:lnTo>
                <a:lnTo>
                  <a:pt x="303034" y="214510"/>
                </a:lnTo>
                <a:lnTo>
                  <a:pt x="302157" y="213378"/>
                </a:lnTo>
                <a:lnTo>
                  <a:pt x="302082" y="211470"/>
                </a:lnTo>
                <a:lnTo>
                  <a:pt x="303312" y="206805"/>
                </a:lnTo>
                <a:lnTo>
                  <a:pt x="304690" y="203661"/>
                </a:lnTo>
                <a:lnTo>
                  <a:pt x="306444" y="202979"/>
                </a:lnTo>
                <a:lnTo>
                  <a:pt x="309439" y="204206"/>
                </a:lnTo>
                <a:close/>
                <a:moveTo>
                  <a:pt x="344443" y="204399"/>
                </a:moveTo>
                <a:lnTo>
                  <a:pt x="345583" y="206447"/>
                </a:lnTo>
                <a:lnTo>
                  <a:pt x="346414" y="211028"/>
                </a:lnTo>
                <a:lnTo>
                  <a:pt x="346086" y="215348"/>
                </a:lnTo>
                <a:lnTo>
                  <a:pt x="345166" y="216934"/>
                </a:lnTo>
                <a:lnTo>
                  <a:pt x="343637" y="216938"/>
                </a:lnTo>
                <a:lnTo>
                  <a:pt x="340127" y="215553"/>
                </a:lnTo>
                <a:lnTo>
                  <a:pt x="331995" y="210406"/>
                </a:lnTo>
                <a:lnTo>
                  <a:pt x="331823" y="209696"/>
                </a:lnTo>
                <a:lnTo>
                  <a:pt x="332544" y="208383"/>
                </a:lnTo>
                <a:lnTo>
                  <a:pt x="337496" y="204518"/>
                </a:lnTo>
                <a:lnTo>
                  <a:pt x="339863" y="203561"/>
                </a:lnTo>
                <a:lnTo>
                  <a:pt x="341975" y="203327"/>
                </a:lnTo>
                <a:lnTo>
                  <a:pt x="344443" y="204399"/>
                </a:lnTo>
                <a:close/>
                <a:moveTo>
                  <a:pt x="329786" y="215584"/>
                </a:moveTo>
                <a:lnTo>
                  <a:pt x="338097" y="220321"/>
                </a:lnTo>
                <a:lnTo>
                  <a:pt x="339210" y="221322"/>
                </a:lnTo>
                <a:lnTo>
                  <a:pt x="339328" y="222461"/>
                </a:lnTo>
                <a:lnTo>
                  <a:pt x="338350" y="224317"/>
                </a:lnTo>
                <a:lnTo>
                  <a:pt x="336291" y="226394"/>
                </a:lnTo>
                <a:lnTo>
                  <a:pt x="325491" y="234133"/>
                </a:lnTo>
                <a:lnTo>
                  <a:pt x="323011" y="233790"/>
                </a:lnTo>
                <a:lnTo>
                  <a:pt x="320396" y="232373"/>
                </a:lnTo>
                <a:lnTo>
                  <a:pt x="310761" y="225058"/>
                </a:lnTo>
                <a:lnTo>
                  <a:pt x="307685" y="221775"/>
                </a:lnTo>
                <a:lnTo>
                  <a:pt x="308055" y="220529"/>
                </a:lnTo>
                <a:lnTo>
                  <a:pt x="310311" y="218823"/>
                </a:lnTo>
                <a:lnTo>
                  <a:pt x="320849" y="213208"/>
                </a:lnTo>
                <a:lnTo>
                  <a:pt x="322544" y="212894"/>
                </a:lnTo>
                <a:lnTo>
                  <a:pt x="324503" y="213170"/>
                </a:lnTo>
                <a:lnTo>
                  <a:pt x="329786" y="215584"/>
                </a:lnTo>
                <a:close/>
                <a:moveTo>
                  <a:pt x="304666" y="227011"/>
                </a:moveTo>
                <a:lnTo>
                  <a:pt x="315811" y="235386"/>
                </a:lnTo>
                <a:lnTo>
                  <a:pt x="317448" y="236972"/>
                </a:lnTo>
                <a:lnTo>
                  <a:pt x="317554" y="238028"/>
                </a:lnTo>
                <a:lnTo>
                  <a:pt x="316453" y="240187"/>
                </a:lnTo>
                <a:lnTo>
                  <a:pt x="314855" y="241752"/>
                </a:lnTo>
                <a:lnTo>
                  <a:pt x="303478" y="250271"/>
                </a:lnTo>
                <a:lnTo>
                  <a:pt x="300004" y="252304"/>
                </a:lnTo>
                <a:lnTo>
                  <a:pt x="298617" y="252623"/>
                </a:lnTo>
                <a:lnTo>
                  <a:pt x="297436" y="251276"/>
                </a:lnTo>
                <a:lnTo>
                  <a:pt x="297247" y="248782"/>
                </a:lnTo>
                <a:lnTo>
                  <a:pt x="298965" y="240728"/>
                </a:lnTo>
                <a:lnTo>
                  <a:pt x="300512" y="228188"/>
                </a:lnTo>
                <a:lnTo>
                  <a:pt x="301698" y="226229"/>
                </a:lnTo>
                <a:lnTo>
                  <a:pt x="302943" y="226187"/>
                </a:lnTo>
                <a:lnTo>
                  <a:pt x="304666" y="227011"/>
                </a:lnTo>
                <a:close/>
                <a:moveTo>
                  <a:pt x="347288" y="228940"/>
                </a:moveTo>
                <a:lnTo>
                  <a:pt x="348214" y="231686"/>
                </a:lnTo>
                <a:lnTo>
                  <a:pt x="349933" y="245905"/>
                </a:lnTo>
                <a:lnTo>
                  <a:pt x="349631" y="251026"/>
                </a:lnTo>
                <a:lnTo>
                  <a:pt x="349216" y="252034"/>
                </a:lnTo>
                <a:lnTo>
                  <a:pt x="348367" y="252399"/>
                </a:lnTo>
                <a:lnTo>
                  <a:pt x="346203" y="251709"/>
                </a:lnTo>
                <a:lnTo>
                  <a:pt x="343977" y="250323"/>
                </a:lnTo>
                <a:lnTo>
                  <a:pt x="331473" y="241090"/>
                </a:lnTo>
                <a:lnTo>
                  <a:pt x="331473" y="236895"/>
                </a:lnTo>
                <a:lnTo>
                  <a:pt x="343834" y="227741"/>
                </a:lnTo>
                <a:lnTo>
                  <a:pt x="345435" y="227554"/>
                </a:lnTo>
                <a:lnTo>
                  <a:pt x="347288" y="228940"/>
                </a:lnTo>
                <a:close/>
                <a:moveTo>
                  <a:pt x="464545" y="82368"/>
                </a:moveTo>
                <a:lnTo>
                  <a:pt x="449711" y="83090"/>
                </a:lnTo>
                <a:lnTo>
                  <a:pt x="406409" y="83600"/>
                </a:lnTo>
                <a:lnTo>
                  <a:pt x="393182" y="85158"/>
                </a:lnTo>
                <a:lnTo>
                  <a:pt x="388982" y="86094"/>
                </a:lnTo>
                <a:lnTo>
                  <a:pt x="388986" y="86537"/>
                </a:lnTo>
                <a:lnTo>
                  <a:pt x="395405" y="88523"/>
                </a:lnTo>
                <a:lnTo>
                  <a:pt x="396484" y="89480"/>
                </a:lnTo>
                <a:lnTo>
                  <a:pt x="396678" y="90691"/>
                </a:lnTo>
                <a:lnTo>
                  <a:pt x="392057" y="99990"/>
                </a:lnTo>
                <a:lnTo>
                  <a:pt x="390840" y="101078"/>
                </a:lnTo>
                <a:lnTo>
                  <a:pt x="387593" y="102546"/>
                </a:lnTo>
                <a:lnTo>
                  <a:pt x="386317" y="104306"/>
                </a:lnTo>
                <a:lnTo>
                  <a:pt x="386343" y="106430"/>
                </a:lnTo>
                <a:lnTo>
                  <a:pt x="388102" y="109262"/>
                </a:lnTo>
                <a:lnTo>
                  <a:pt x="388497" y="110783"/>
                </a:lnTo>
                <a:lnTo>
                  <a:pt x="388345" y="112496"/>
                </a:lnTo>
                <a:lnTo>
                  <a:pt x="387398" y="115048"/>
                </a:lnTo>
                <a:lnTo>
                  <a:pt x="386763" y="115835"/>
                </a:lnTo>
                <a:lnTo>
                  <a:pt x="385563" y="116340"/>
                </a:lnTo>
                <a:lnTo>
                  <a:pt x="371352" y="115612"/>
                </a:lnTo>
                <a:lnTo>
                  <a:pt x="367200" y="116016"/>
                </a:lnTo>
                <a:lnTo>
                  <a:pt x="365684" y="116752"/>
                </a:lnTo>
                <a:lnTo>
                  <a:pt x="364802" y="117961"/>
                </a:lnTo>
                <a:lnTo>
                  <a:pt x="362786" y="122786"/>
                </a:lnTo>
                <a:lnTo>
                  <a:pt x="361378" y="124724"/>
                </a:lnTo>
                <a:lnTo>
                  <a:pt x="359704" y="126130"/>
                </a:lnTo>
                <a:lnTo>
                  <a:pt x="355449" y="127810"/>
                </a:lnTo>
                <a:lnTo>
                  <a:pt x="353802" y="129196"/>
                </a:lnTo>
                <a:lnTo>
                  <a:pt x="352160" y="131838"/>
                </a:lnTo>
                <a:lnTo>
                  <a:pt x="350108" y="137983"/>
                </a:lnTo>
                <a:lnTo>
                  <a:pt x="343105" y="144360"/>
                </a:lnTo>
                <a:lnTo>
                  <a:pt x="342696" y="145359"/>
                </a:lnTo>
                <a:lnTo>
                  <a:pt x="342900" y="146975"/>
                </a:lnTo>
                <a:lnTo>
                  <a:pt x="345791" y="149422"/>
                </a:lnTo>
                <a:lnTo>
                  <a:pt x="349982" y="151691"/>
                </a:lnTo>
                <a:lnTo>
                  <a:pt x="356574" y="154467"/>
                </a:lnTo>
                <a:lnTo>
                  <a:pt x="360751" y="157136"/>
                </a:lnTo>
                <a:lnTo>
                  <a:pt x="364844" y="158348"/>
                </a:lnTo>
                <a:lnTo>
                  <a:pt x="367803" y="160584"/>
                </a:lnTo>
                <a:lnTo>
                  <a:pt x="372754" y="162491"/>
                </a:lnTo>
                <a:lnTo>
                  <a:pt x="387478" y="170879"/>
                </a:lnTo>
                <a:lnTo>
                  <a:pt x="394447" y="174078"/>
                </a:lnTo>
                <a:lnTo>
                  <a:pt x="398606" y="176797"/>
                </a:lnTo>
                <a:lnTo>
                  <a:pt x="429555" y="192392"/>
                </a:lnTo>
                <a:lnTo>
                  <a:pt x="453321" y="203246"/>
                </a:lnTo>
                <a:lnTo>
                  <a:pt x="463669" y="207318"/>
                </a:lnTo>
                <a:lnTo>
                  <a:pt x="504247" y="220590"/>
                </a:lnTo>
                <a:lnTo>
                  <a:pt x="518816" y="226698"/>
                </a:lnTo>
                <a:lnTo>
                  <a:pt x="541163" y="234195"/>
                </a:lnTo>
                <a:lnTo>
                  <a:pt x="548359" y="236190"/>
                </a:lnTo>
                <a:lnTo>
                  <a:pt x="564800" y="241777"/>
                </a:lnTo>
                <a:lnTo>
                  <a:pt x="572273" y="243850"/>
                </a:lnTo>
                <a:lnTo>
                  <a:pt x="589348" y="249620"/>
                </a:lnTo>
                <a:lnTo>
                  <a:pt x="596523" y="251574"/>
                </a:lnTo>
                <a:lnTo>
                  <a:pt x="624917" y="260982"/>
                </a:lnTo>
                <a:lnTo>
                  <a:pt x="657866" y="270995"/>
                </a:lnTo>
                <a:lnTo>
                  <a:pt x="687033" y="280523"/>
                </a:lnTo>
                <a:lnTo>
                  <a:pt x="694726" y="282463"/>
                </a:lnTo>
                <a:lnTo>
                  <a:pt x="700674" y="284720"/>
                </a:lnTo>
                <a:lnTo>
                  <a:pt x="706383" y="285994"/>
                </a:lnTo>
                <a:lnTo>
                  <a:pt x="708259" y="285837"/>
                </a:lnTo>
                <a:lnTo>
                  <a:pt x="709036" y="284737"/>
                </a:lnTo>
                <a:lnTo>
                  <a:pt x="709060" y="283288"/>
                </a:lnTo>
                <a:lnTo>
                  <a:pt x="707185" y="281722"/>
                </a:lnTo>
                <a:lnTo>
                  <a:pt x="702440" y="280505"/>
                </a:lnTo>
                <a:lnTo>
                  <a:pt x="673649" y="270502"/>
                </a:lnTo>
                <a:lnTo>
                  <a:pt x="534835" y="224674"/>
                </a:lnTo>
                <a:lnTo>
                  <a:pt x="459182" y="199120"/>
                </a:lnTo>
                <a:lnTo>
                  <a:pt x="425405" y="184186"/>
                </a:lnTo>
                <a:lnTo>
                  <a:pt x="400076" y="172072"/>
                </a:lnTo>
                <a:lnTo>
                  <a:pt x="399334" y="171146"/>
                </a:lnTo>
                <a:lnTo>
                  <a:pt x="399737" y="170290"/>
                </a:lnTo>
                <a:lnTo>
                  <a:pt x="402388" y="169363"/>
                </a:lnTo>
                <a:lnTo>
                  <a:pt x="407025" y="168913"/>
                </a:lnTo>
                <a:lnTo>
                  <a:pt x="408958" y="166094"/>
                </a:lnTo>
                <a:lnTo>
                  <a:pt x="410822" y="165140"/>
                </a:lnTo>
                <a:lnTo>
                  <a:pt x="413082" y="165538"/>
                </a:lnTo>
                <a:lnTo>
                  <a:pt x="415718" y="167278"/>
                </a:lnTo>
                <a:lnTo>
                  <a:pt x="421489" y="173879"/>
                </a:lnTo>
                <a:lnTo>
                  <a:pt x="428191" y="173252"/>
                </a:lnTo>
                <a:lnTo>
                  <a:pt x="451287" y="184420"/>
                </a:lnTo>
                <a:lnTo>
                  <a:pt x="468775" y="191521"/>
                </a:lnTo>
                <a:lnTo>
                  <a:pt x="495528" y="199290"/>
                </a:lnTo>
                <a:lnTo>
                  <a:pt x="504719" y="201319"/>
                </a:lnTo>
                <a:lnTo>
                  <a:pt x="510481" y="203229"/>
                </a:lnTo>
                <a:lnTo>
                  <a:pt x="519191" y="205054"/>
                </a:lnTo>
                <a:lnTo>
                  <a:pt x="523113" y="206821"/>
                </a:lnTo>
                <a:lnTo>
                  <a:pt x="530609" y="209244"/>
                </a:lnTo>
                <a:lnTo>
                  <a:pt x="534571" y="211255"/>
                </a:lnTo>
                <a:lnTo>
                  <a:pt x="545484" y="215418"/>
                </a:lnTo>
                <a:lnTo>
                  <a:pt x="575960" y="226289"/>
                </a:lnTo>
                <a:lnTo>
                  <a:pt x="604070" y="235655"/>
                </a:lnTo>
                <a:lnTo>
                  <a:pt x="618330" y="239848"/>
                </a:lnTo>
                <a:lnTo>
                  <a:pt x="623585" y="241861"/>
                </a:lnTo>
                <a:lnTo>
                  <a:pt x="650268" y="249916"/>
                </a:lnTo>
                <a:lnTo>
                  <a:pt x="677736" y="257627"/>
                </a:lnTo>
                <a:lnTo>
                  <a:pt x="738371" y="272788"/>
                </a:lnTo>
                <a:lnTo>
                  <a:pt x="776484" y="280930"/>
                </a:lnTo>
                <a:lnTo>
                  <a:pt x="780878" y="280930"/>
                </a:lnTo>
                <a:lnTo>
                  <a:pt x="782286" y="280287"/>
                </a:lnTo>
                <a:lnTo>
                  <a:pt x="783153" y="279349"/>
                </a:lnTo>
                <a:lnTo>
                  <a:pt x="783902" y="276650"/>
                </a:lnTo>
                <a:lnTo>
                  <a:pt x="783386" y="275707"/>
                </a:lnTo>
                <a:lnTo>
                  <a:pt x="782402" y="275296"/>
                </a:lnTo>
                <a:lnTo>
                  <a:pt x="750988" y="268942"/>
                </a:lnTo>
                <a:lnTo>
                  <a:pt x="726339" y="262594"/>
                </a:lnTo>
                <a:lnTo>
                  <a:pt x="686387" y="253427"/>
                </a:lnTo>
                <a:lnTo>
                  <a:pt x="670275" y="249224"/>
                </a:lnTo>
                <a:lnTo>
                  <a:pt x="637509" y="239393"/>
                </a:lnTo>
                <a:lnTo>
                  <a:pt x="579283" y="220273"/>
                </a:lnTo>
                <a:lnTo>
                  <a:pt x="560101" y="214483"/>
                </a:lnTo>
                <a:lnTo>
                  <a:pt x="544063" y="209017"/>
                </a:lnTo>
                <a:lnTo>
                  <a:pt x="537399" y="207470"/>
                </a:lnTo>
                <a:lnTo>
                  <a:pt x="535866" y="206659"/>
                </a:lnTo>
                <a:lnTo>
                  <a:pt x="535588" y="206170"/>
                </a:lnTo>
                <a:lnTo>
                  <a:pt x="536003" y="204985"/>
                </a:lnTo>
                <a:lnTo>
                  <a:pt x="542055" y="200393"/>
                </a:lnTo>
                <a:lnTo>
                  <a:pt x="543128" y="199143"/>
                </a:lnTo>
                <a:lnTo>
                  <a:pt x="543786" y="196779"/>
                </a:lnTo>
                <a:lnTo>
                  <a:pt x="543857" y="190609"/>
                </a:lnTo>
                <a:lnTo>
                  <a:pt x="547996" y="185495"/>
                </a:lnTo>
                <a:lnTo>
                  <a:pt x="548623" y="183361"/>
                </a:lnTo>
                <a:lnTo>
                  <a:pt x="548598" y="179351"/>
                </a:lnTo>
                <a:lnTo>
                  <a:pt x="549616" y="178215"/>
                </a:lnTo>
                <a:lnTo>
                  <a:pt x="551523" y="177768"/>
                </a:lnTo>
                <a:lnTo>
                  <a:pt x="554253" y="178021"/>
                </a:lnTo>
                <a:lnTo>
                  <a:pt x="561950" y="180147"/>
                </a:lnTo>
                <a:lnTo>
                  <a:pt x="571520" y="182124"/>
                </a:lnTo>
                <a:lnTo>
                  <a:pt x="592927" y="188030"/>
                </a:lnTo>
                <a:lnTo>
                  <a:pt x="621604" y="195132"/>
                </a:lnTo>
                <a:lnTo>
                  <a:pt x="623917" y="195430"/>
                </a:lnTo>
                <a:lnTo>
                  <a:pt x="625641" y="195063"/>
                </a:lnTo>
                <a:lnTo>
                  <a:pt x="626612" y="194112"/>
                </a:lnTo>
                <a:lnTo>
                  <a:pt x="626669" y="192657"/>
                </a:lnTo>
                <a:lnTo>
                  <a:pt x="625697" y="190959"/>
                </a:lnTo>
                <a:lnTo>
                  <a:pt x="624098" y="189940"/>
                </a:lnTo>
                <a:lnTo>
                  <a:pt x="610298" y="186336"/>
                </a:lnTo>
                <a:lnTo>
                  <a:pt x="597231" y="183667"/>
                </a:lnTo>
                <a:lnTo>
                  <a:pt x="595421" y="182706"/>
                </a:lnTo>
                <a:lnTo>
                  <a:pt x="594945" y="181567"/>
                </a:lnTo>
                <a:lnTo>
                  <a:pt x="595513" y="180382"/>
                </a:lnTo>
                <a:lnTo>
                  <a:pt x="597046" y="179237"/>
                </a:lnTo>
                <a:lnTo>
                  <a:pt x="605276" y="176133"/>
                </a:lnTo>
                <a:lnTo>
                  <a:pt x="606101" y="174464"/>
                </a:lnTo>
                <a:lnTo>
                  <a:pt x="607221" y="168815"/>
                </a:lnTo>
                <a:lnTo>
                  <a:pt x="609203" y="166803"/>
                </a:lnTo>
                <a:lnTo>
                  <a:pt x="611362" y="166306"/>
                </a:lnTo>
                <a:lnTo>
                  <a:pt x="626277" y="166127"/>
                </a:lnTo>
                <a:lnTo>
                  <a:pt x="630217" y="165588"/>
                </a:lnTo>
                <a:lnTo>
                  <a:pt x="631513" y="164990"/>
                </a:lnTo>
                <a:lnTo>
                  <a:pt x="631987" y="164090"/>
                </a:lnTo>
                <a:lnTo>
                  <a:pt x="631269" y="157448"/>
                </a:lnTo>
                <a:lnTo>
                  <a:pt x="631603" y="154496"/>
                </a:lnTo>
                <a:lnTo>
                  <a:pt x="632718" y="151450"/>
                </a:lnTo>
                <a:lnTo>
                  <a:pt x="635478" y="146474"/>
                </a:lnTo>
                <a:lnTo>
                  <a:pt x="636007" y="143636"/>
                </a:lnTo>
                <a:lnTo>
                  <a:pt x="635450" y="140453"/>
                </a:lnTo>
                <a:lnTo>
                  <a:pt x="633823" y="139236"/>
                </a:lnTo>
                <a:lnTo>
                  <a:pt x="631619" y="139677"/>
                </a:lnTo>
                <a:lnTo>
                  <a:pt x="627161" y="143659"/>
                </a:lnTo>
                <a:lnTo>
                  <a:pt x="621096" y="150760"/>
                </a:lnTo>
                <a:lnTo>
                  <a:pt x="620187" y="152487"/>
                </a:lnTo>
                <a:lnTo>
                  <a:pt x="619602" y="154906"/>
                </a:lnTo>
                <a:lnTo>
                  <a:pt x="617524" y="156890"/>
                </a:lnTo>
                <a:lnTo>
                  <a:pt x="615014" y="157297"/>
                </a:lnTo>
                <a:lnTo>
                  <a:pt x="609788" y="156270"/>
                </a:lnTo>
                <a:lnTo>
                  <a:pt x="606307" y="156166"/>
                </a:lnTo>
                <a:lnTo>
                  <a:pt x="602956" y="156804"/>
                </a:lnTo>
                <a:lnTo>
                  <a:pt x="599120" y="158658"/>
                </a:lnTo>
                <a:lnTo>
                  <a:pt x="597996" y="160541"/>
                </a:lnTo>
                <a:lnTo>
                  <a:pt x="596725" y="166199"/>
                </a:lnTo>
                <a:lnTo>
                  <a:pt x="596164" y="167093"/>
                </a:lnTo>
                <a:lnTo>
                  <a:pt x="595412" y="167350"/>
                </a:lnTo>
                <a:lnTo>
                  <a:pt x="591915" y="165954"/>
                </a:lnTo>
                <a:lnTo>
                  <a:pt x="585754" y="164849"/>
                </a:lnTo>
                <a:lnTo>
                  <a:pt x="581332" y="161777"/>
                </a:lnTo>
                <a:lnTo>
                  <a:pt x="576788" y="160222"/>
                </a:lnTo>
                <a:lnTo>
                  <a:pt x="569799" y="155448"/>
                </a:lnTo>
                <a:lnTo>
                  <a:pt x="563484" y="153224"/>
                </a:lnTo>
                <a:lnTo>
                  <a:pt x="561043" y="153274"/>
                </a:lnTo>
                <a:lnTo>
                  <a:pt x="559021" y="154111"/>
                </a:lnTo>
                <a:lnTo>
                  <a:pt x="549202" y="163204"/>
                </a:lnTo>
                <a:lnTo>
                  <a:pt x="542288" y="167866"/>
                </a:lnTo>
                <a:lnTo>
                  <a:pt x="540420" y="168744"/>
                </a:lnTo>
                <a:lnTo>
                  <a:pt x="538439" y="169088"/>
                </a:lnTo>
                <a:lnTo>
                  <a:pt x="534908" y="168619"/>
                </a:lnTo>
                <a:lnTo>
                  <a:pt x="528755" y="166687"/>
                </a:lnTo>
                <a:lnTo>
                  <a:pt x="518846" y="164598"/>
                </a:lnTo>
                <a:lnTo>
                  <a:pt x="511493" y="162356"/>
                </a:lnTo>
                <a:lnTo>
                  <a:pt x="502843" y="160886"/>
                </a:lnTo>
                <a:lnTo>
                  <a:pt x="496437" y="158843"/>
                </a:lnTo>
                <a:lnTo>
                  <a:pt x="486458" y="157239"/>
                </a:lnTo>
                <a:lnTo>
                  <a:pt x="479681" y="155014"/>
                </a:lnTo>
                <a:lnTo>
                  <a:pt x="470007" y="153745"/>
                </a:lnTo>
                <a:lnTo>
                  <a:pt x="469612" y="154281"/>
                </a:lnTo>
                <a:lnTo>
                  <a:pt x="469843" y="155419"/>
                </a:lnTo>
                <a:lnTo>
                  <a:pt x="471919" y="156721"/>
                </a:lnTo>
                <a:lnTo>
                  <a:pt x="480715" y="158565"/>
                </a:lnTo>
                <a:lnTo>
                  <a:pt x="486653" y="161237"/>
                </a:lnTo>
                <a:lnTo>
                  <a:pt x="494468" y="162609"/>
                </a:lnTo>
                <a:lnTo>
                  <a:pt x="502666" y="165007"/>
                </a:lnTo>
                <a:lnTo>
                  <a:pt x="511554" y="166207"/>
                </a:lnTo>
                <a:lnTo>
                  <a:pt x="516366" y="168866"/>
                </a:lnTo>
                <a:lnTo>
                  <a:pt x="521950" y="169684"/>
                </a:lnTo>
                <a:lnTo>
                  <a:pt x="535021" y="173935"/>
                </a:lnTo>
                <a:lnTo>
                  <a:pt x="535918" y="174513"/>
                </a:lnTo>
                <a:lnTo>
                  <a:pt x="536950" y="176061"/>
                </a:lnTo>
                <a:lnTo>
                  <a:pt x="536563" y="179253"/>
                </a:lnTo>
                <a:lnTo>
                  <a:pt x="532650" y="184928"/>
                </a:lnTo>
                <a:lnTo>
                  <a:pt x="530387" y="186951"/>
                </a:lnTo>
                <a:lnTo>
                  <a:pt x="529831" y="186989"/>
                </a:lnTo>
                <a:lnTo>
                  <a:pt x="528814" y="186175"/>
                </a:lnTo>
                <a:lnTo>
                  <a:pt x="526332" y="182051"/>
                </a:lnTo>
                <a:lnTo>
                  <a:pt x="522186" y="177417"/>
                </a:lnTo>
                <a:lnTo>
                  <a:pt x="518625" y="174510"/>
                </a:lnTo>
                <a:lnTo>
                  <a:pt x="512921" y="170975"/>
                </a:lnTo>
                <a:lnTo>
                  <a:pt x="510774" y="171085"/>
                </a:lnTo>
                <a:lnTo>
                  <a:pt x="504545" y="175102"/>
                </a:lnTo>
                <a:lnTo>
                  <a:pt x="502126" y="175705"/>
                </a:lnTo>
                <a:lnTo>
                  <a:pt x="498909" y="174578"/>
                </a:lnTo>
                <a:lnTo>
                  <a:pt x="491613" y="173649"/>
                </a:lnTo>
                <a:lnTo>
                  <a:pt x="486964" y="171854"/>
                </a:lnTo>
                <a:lnTo>
                  <a:pt x="486877" y="168214"/>
                </a:lnTo>
                <a:lnTo>
                  <a:pt x="486139" y="166671"/>
                </a:lnTo>
                <a:lnTo>
                  <a:pt x="479491" y="162066"/>
                </a:lnTo>
                <a:lnTo>
                  <a:pt x="464020" y="161337"/>
                </a:lnTo>
                <a:lnTo>
                  <a:pt x="458301" y="160739"/>
                </a:lnTo>
                <a:lnTo>
                  <a:pt x="455672" y="160042"/>
                </a:lnTo>
                <a:lnTo>
                  <a:pt x="454202" y="158543"/>
                </a:lnTo>
                <a:lnTo>
                  <a:pt x="453842" y="156523"/>
                </a:lnTo>
                <a:lnTo>
                  <a:pt x="454661" y="154256"/>
                </a:lnTo>
                <a:lnTo>
                  <a:pt x="456227" y="152403"/>
                </a:lnTo>
                <a:lnTo>
                  <a:pt x="457915" y="152005"/>
                </a:lnTo>
                <a:lnTo>
                  <a:pt x="461067" y="152989"/>
                </a:lnTo>
                <a:lnTo>
                  <a:pt x="465735" y="153480"/>
                </a:lnTo>
                <a:lnTo>
                  <a:pt x="467347" y="153101"/>
                </a:lnTo>
                <a:lnTo>
                  <a:pt x="467402" y="152314"/>
                </a:lnTo>
                <a:lnTo>
                  <a:pt x="457762" y="149397"/>
                </a:lnTo>
                <a:lnTo>
                  <a:pt x="447520" y="141101"/>
                </a:lnTo>
                <a:lnTo>
                  <a:pt x="445675" y="140081"/>
                </a:lnTo>
                <a:lnTo>
                  <a:pt x="443974" y="139894"/>
                </a:lnTo>
                <a:lnTo>
                  <a:pt x="439352" y="141284"/>
                </a:lnTo>
                <a:lnTo>
                  <a:pt x="437967" y="141262"/>
                </a:lnTo>
                <a:lnTo>
                  <a:pt x="434808" y="136730"/>
                </a:lnTo>
                <a:lnTo>
                  <a:pt x="431711" y="133473"/>
                </a:lnTo>
                <a:lnTo>
                  <a:pt x="431701" y="131825"/>
                </a:lnTo>
                <a:lnTo>
                  <a:pt x="432709" y="131137"/>
                </a:lnTo>
                <a:lnTo>
                  <a:pt x="437263" y="130578"/>
                </a:lnTo>
                <a:lnTo>
                  <a:pt x="460880" y="129731"/>
                </a:lnTo>
                <a:lnTo>
                  <a:pt x="489982" y="127378"/>
                </a:lnTo>
                <a:lnTo>
                  <a:pt x="503546" y="126022"/>
                </a:lnTo>
                <a:lnTo>
                  <a:pt x="509336" y="123640"/>
                </a:lnTo>
                <a:lnTo>
                  <a:pt x="521998" y="124598"/>
                </a:lnTo>
                <a:lnTo>
                  <a:pt x="530624" y="123459"/>
                </a:lnTo>
                <a:lnTo>
                  <a:pt x="547521" y="122680"/>
                </a:lnTo>
                <a:lnTo>
                  <a:pt x="560065" y="121179"/>
                </a:lnTo>
                <a:lnTo>
                  <a:pt x="568628" y="119539"/>
                </a:lnTo>
                <a:lnTo>
                  <a:pt x="588313" y="118692"/>
                </a:lnTo>
                <a:lnTo>
                  <a:pt x="591855" y="118016"/>
                </a:lnTo>
                <a:lnTo>
                  <a:pt x="593085" y="117136"/>
                </a:lnTo>
                <a:lnTo>
                  <a:pt x="591751" y="116618"/>
                </a:lnTo>
                <a:lnTo>
                  <a:pt x="586757" y="116379"/>
                </a:lnTo>
                <a:lnTo>
                  <a:pt x="568945" y="116795"/>
                </a:lnTo>
                <a:lnTo>
                  <a:pt x="552388" y="118699"/>
                </a:lnTo>
                <a:lnTo>
                  <a:pt x="521120" y="120058"/>
                </a:lnTo>
                <a:lnTo>
                  <a:pt x="512483" y="121546"/>
                </a:lnTo>
                <a:lnTo>
                  <a:pt x="505177" y="121452"/>
                </a:lnTo>
                <a:lnTo>
                  <a:pt x="497819" y="122663"/>
                </a:lnTo>
                <a:lnTo>
                  <a:pt x="454481" y="124577"/>
                </a:lnTo>
                <a:lnTo>
                  <a:pt x="444913" y="126071"/>
                </a:lnTo>
                <a:lnTo>
                  <a:pt x="441498" y="125857"/>
                </a:lnTo>
                <a:lnTo>
                  <a:pt x="438735" y="122704"/>
                </a:lnTo>
                <a:lnTo>
                  <a:pt x="437490" y="121934"/>
                </a:lnTo>
                <a:lnTo>
                  <a:pt x="432397" y="123579"/>
                </a:lnTo>
                <a:lnTo>
                  <a:pt x="431204" y="123634"/>
                </a:lnTo>
                <a:lnTo>
                  <a:pt x="429901" y="123056"/>
                </a:lnTo>
                <a:lnTo>
                  <a:pt x="429154" y="121213"/>
                </a:lnTo>
                <a:lnTo>
                  <a:pt x="429806" y="118335"/>
                </a:lnTo>
                <a:lnTo>
                  <a:pt x="432401" y="115915"/>
                </a:lnTo>
                <a:lnTo>
                  <a:pt x="435128" y="114649"/>
                </a:lnTo>
                <a:lnTo>
                  <a:pt x="442000" y="113155"/>
                </a:lnTo>
                <a:lnTo>
                  <a:pt x="452456" y="111895"/>
                </a:lnTo>
                <a:lnTo>
                  <a:pt x="467438" y="112924"/>
                </a:lnTo>
                <a:lnTo>
                  <a:pt x="478121" y="111760"/>
                </a:lnTo>
                <a:lnTo>
                  <a:pt x="512787" y="111106"/>
                </a:lnTo>
                <a:lnTo>
                  <a:pt x="530387" y="109947"/>
                </a:lnTo>
                <a:lnTo>
                  <a:pt x="546479" y="109579"/>
                </a:lnTo>
                <a:lnTo>
                  <a:pt x="556018" y="108198"/>
                </a:lnTo>
                <a:lnTo>
                  <a:pt x="582847" y="107677"/>
                </a:lnTo>
                <a:lnTo>
                  <a:pt x="607385" y="106595"/>
                </a:lnTo>
                <a:lnTo>
                  <a:pt x="613075" y="106156"/>
                </a:lnTo>
                <a:lnTo>
                  <a:pt x="615938" y="105316"/>
                </a:lnTo>
                <a:lnTo>
                  <a:pt x="615572" y="104291"/>
                </a:lnTo>
                <a:lnTo>
                  <a:pt x="614431" y="103902"/>
                </a:lnTo>
                <a:lnTo>
                  <a:pt x="599762" y="103221"/>
                </a:lnTo>
                <a:lnTo>
                  <a:pt x="586412" y="104119"/>
                </a:lnTo>
                <a:lnTo>
                  <a:pt x="539784" y="104771"/>
                </a:lnTo>
                <a:lnTo>
                  <a:pt x="536112" y="105067"/>
                </a:lnTo>
                <a:lnTo>
                  <a:pt x="530014" y="106288"/>
                </a:lnTo>
                <a:lnTo>
                  <a:pt x="511023" y="106548"/>
                </a:lnTo>
                <a:lnTo>
                  <a:pt x="498504" y="107748"/>
                </a:lnTo>
                <a:lnTo>
                  <a:pt x="470728" y="108211"/>
                </a:lnTo>
                <a:lnTo>
                  <a:pt x="449717" y="109935"/>
                </a:lnTo>
                <a:lnTo>
                  <a:pt x="430302" y="109569"/>
                </a:lnTo>
                <a:lnTo>
                  <a:pt x="429204" y="109320"/>
                </a:lnTo>
                <a:lnTo>
                  <a:pt x="427796" y="108117"/>
                </a:lnTo>
                <a:lnTo>
                  <a:pt x="426799" y="106352"/>
                </a:lnTo>
                <a:lnTo>
                  <a:pt x="426274" y="104273"/>
                </a:lnTo>
                <a:lnTo>
                  <a:pt x="426283" y="102126"/>
                </a:lnTo>
                <a:lnTo>
                  <a:pt x="427594" y="98108"/>
                </a:lnTo>
                <a:lnTo>
                  <a:pt x="428031" y="94926"/>
                </a:lnTo>
                <a:lnTo>
                  <a:pt x="427689" y="93451"/>
                </a:lnTo>
                <a:lnTo>
                  <a:pt x="425684" y="90324"/>
                </a:lnTo>
                <a:lnTo>
                  <a:pt x="427564" y="88395"/>
                </a:lnTo>
                <a:lnTo>
                  <a:pt x="479704" y="88054"/>
                </a:lnTo>
                <a:lnTo>
                  <a:pt x="539499" y="86545"/>
                </a:lnTo>
                <a:lnTo>
                  <a:pt x="558575" y="85110"/>
                </a:lnTo>
                <a:lnTo>
                  <a:pt x="591086" y="84205"/>
                </a:lnTo>
                <a:lnTo>
                  <a:pt x="597313" y="83385"/>
                </a:lnTo>
                <a:lnTo>
                  <a:pt x="597616" y="82754"/>
                </a:lnTo>
                <a:lnTo>
                  <a:pt x="596063" y="82268"/>
                </a:lnTo>
                <a:lnTo>
                  <a:pt x="579745" y="81747"/>
                </a:lnTo>
                <a:lnTo>
                  <a:pt x="487803" y="81639"/>
                </a:lnTo>
                <a:lnTo>
                  <a:pt x="464545" y="82368"/>
                </a:lnTo>
                <a:close/>
                <a:moveTo>
                  <a:pt x="410111" y="101413"/>
                </a:moveTo>
                <a:lnTo>
                  <a:pt x="411579" y="103683"/>
                </a:lnTo>
                <a:lnTo>
                  <a:pt x="415031" y="107549"/>
                </a:lnTo>
                <a:lnTo>
                  <a:pt x="415352" y="108946"/>
                </a:lnTo>
                <a:lnTo>
                  <a:pt x="414691" y="110284"/>
                </a:lnTo>
                <a:lnTo>
                  <a:pt x="413775" y="111441"/>
                </a:lnTo>
                <a:lnTo>
                  <a:pt x="405621" y="111782"/>
                </a:lnTo>
                <a:lnTo>
                  <a:pt x="402701" y="111141"/>
                </a:lnTo>
                <a:lnTo>
                  <a:pt x="401818" y="108500"/>
                </a:lnTo>
                <a:lnTo>
                  <a:pt x="401789" y="105763"/>
                </a:lnTo>
                <a:lnTo>
                  <a:pt x="402440" y="103336"/>
                </a:lnTo>
                <a:lnTo>
                  <a:pt x="403665" y="101391"/>
                </a:lnTo>
                <a:lnTo>
                  <a:pt x="406345" y="99750"/>
                </a:lnTo>
                <a:lnTo>
                  <a:pt x="409387" y="99629"/>
                </a:lnTo>
                <a:lnTo>
                  <a:pt x="410111" y="101413"/>
                </a:lnTo>
                <a:close/>
                <a:moveTo>
                  <a:pt x="412473" y="114865"/>
                </a:moveTo>
                <a:lnTo>
                  <a:pt x="415876" y="115952"/>
                </a:lnTo>
                <a:lnTo>
                  <a:pt x="417578" y="117336"/>
                </a:lnTo>
                <a:lnTo>
                  <a:pt x="418765" y="119170"/>
                </a:lnTo>
                <a:lnTo>
                  <a:pt x="419384" y="121392"/>
                </a:lnTo>
                <a:lnTo>
                  <a:pt x="419395" y="124175"/>
                </a:lnTo>
                <a:lnTo>
                  <a:pt x="418966" y="125348"/>
                </a:lnTo>
                <a:lnTo>
                  <a:pt x="417774" y="126224"/>
                </a:lnTo>
                <a:lnTo>
                  <a:pt x="416335" y="126420"/>
                </a:lnTo>
                <a:lnTo>
                  <a:pt x="415298" y="125999"/>
                </a:lnTo>
                <a:lnTo>
                  <a:pt x="410490" y="121639"/>
                </a:lnTo>
                <a:lnTo>
                  <a:pt x="404701" y="119809"/>
                </a:lnTo>
                <a:lnTo>
                  <a:pt x="403077" y="118661"/>
                </a:lnTo>
                <a:lnTo>
                  <a:pt x="402131" y="117340"/>
                </a:lnTo>
                <a:lnTo>
                  <a:pt x="402008" y="115989"/>
                </a:lnTo>
                <a:lnTo>
                  <a:pt x="403023" y="114238"/>
                </a:lnTo>
                <a:lnTo>
                  <a:pt x="412473" y="114865"/>
                </a:lnTo>
                <a:close/>
                <a:moveTo>
                  <a:pt x="383545" y="124218"/>
                </a:moveTo>
                <a:lnTo>
                  <a:pt x="383993" y="124871"/>
                </a:lnTo>
                <a:lnTo>
                  <a:pt x="384090" y="126976"/>
                </a:lnTo>
                <a:lnTo>
                  <a:pt x="382593" y="131283"/>
                </a:lnTo>
                <a:lnTo>
                  <a:pt x="379697" y="135615"/>
                </a:lnTo>
                <a:lnTo>
                  <a:pt x="377049" y="138113"/>
                </a:lnTo>
                <a:lnTo>
                  <a:pt x="373692" y="140692"/>
                </a:lnTo>
                <a:lnTo>
                  <a:pt x="372077" y="141405"/>
                </a:lnTo>
                <a:lnTo>
                  <a:pt x="370696" y="141426"/>
                </a:lnTo>
                <a:lnTo>
                  <a:pt x="367230" y="140226"/>
                </a:lnTo>
                <a:lnTo>
                  <a:pt x="364741" y="140611"/>
                </a:lnTo>
                <a:lnTo>
                  <a:pt x="364908" y="141997"/>
                </a:lnTo>
                <a:lnTo>
                  <a:pt x="366126" y="143940"/>
                </a:lnTo>
                <a:lnTo>
                  <a:pt x="371043" y="148472"/>
                </a:lnTo>
                <a:lnTo>
                  <a:pt x="372899" y="154700"/>
                </a:lnTo>
                <a:lnTo>
                  <a:pt x="373007" y="156491"/>
                </a:lnTo>
                <a:lnTo>
                  <a:pt x="372616" y="157624"/>
                </a:lnTo>
                <a:lnTo>
                  <a:pt x="371269" y="158298"/>
                </a:lnTo>
                <a:lnTo>
                  <a:pt x="368857" y="157932"/>
                </a:lnTo>
                <a:lnTo>
                  <a:pt x="364265" y="155208"/>
                </a:lnTo>
                <a:lnTo>
                  <a:pt x="358991" y="152994"/>
                </a:lnTo>
                <a:lnTo>
                  <a:pt x="357926" y="150556"/>
                </a:lnTo>
                <a:lnTo>
                  <a:pt x="358166" y="146403"/>
                </a:lnTo>
                <a:lnTo>
                  <a:pt x="360033" y="142679"/>
                </a:lnTo>
                <a:lnTo>
                  <a:pt x="363162" y="140352"/>
                </a:lnTo>
                <a:lnTo>
                  <a:pt x="363137" y="137722"/>
                </a:lnTo>
                <a:lnTo>
                  <a:pt x="364084" y="135916"/>
                </a:lnTo>
                <a:lnTo>
                  <a:pt x="367851" y="132891"/>
                </a:lnTo>
                <a:lnTo>
                  <a:pt x="371815" y="128364"/>
                </a:lnTo>
                <a:lnTo>
                  <a:pt x="377420" y="123916"/>
                </a:lnTo>
                <a:lnTo>
                  <a:pt x="380531" y="123465"/>
                </a:lnTo>
                <a:lnTo>
                  <a:pt x="383545" y="124218"/>
                </a:lnTo>
                <a:close/>
                <a:moveTo>
                  <a:pt x="397864" y="139888"/>
                </a:moveTo>
                <a:lnTo>
                  <a:pt x="400486" y="144256"/>
                </a:lnTo>
                <a:lnTo>
                  <a:pt x="402517" y="149123"/>
                </a:lnTo>
                <a:lnTo>
                  <a:pt x="402046" y="151730"/>
                </a:lnTo>
                <a:lnTo>
                  <a:pt x="400211" y="153102"/>
                </a:lnTo>
                <a:lnTo>
                  <a:pt x="398805" y="153038"/>
                </a:lnTo>
                <a:lnTo>
                  <a:pt x="397810" y="152369"/>
                </a:lnTo>
                <a:lnTo>
                  <a:pt x="396214" y="146848"/>
                </a:lnTo>
                <a:lnTo>
                  <a:pt x="395085" y="145172"/>
                </a:lnTo>
                <a:lnTo>
                  <a:pt x="393205" y="144021"/>
                </a:lnTo>
                <a:lnTo>
                  <a:pt x="389812" y="142781"/>
                </a:lnTo>
                <a:lnTo>
                  <a:pt x="390103" y="140228"/>
                </a:lnTo>
                <a:lnTo>
                  <a:pt x="390883" y="139227"/>
                </a:lnTo>
                <a:lnTo>
                  <a:pt x="392681" y="138134"/>
                </a:lnTo>
                <a:lnTo>
                  <a:pt x="395878" y="138013"/>
                </a:lnTo>
                <a:lnTo>
                  <a:pt x="397864" y="139888"/>
                </a:lnTo>
                <a:close/>
                <a:moveTo>
                  <a:pt x="436532" y="143793"/>
                </a:moveTo>
                <a:lnTo>
                  <a:pt x="436796" y="146937"/>
                </a:lnTo>
                <a:lnTo>
                  <a:pt x="436068" y="148741"/>
                </a:lnTo>
                <a:lnTo>
                  <a:pt x="431025" y="151663"/>
                </a:lnTo>
                <a:lnTo>
                  <a:pt x="426581" y="157265"/>
                </a:lnTo>
                <a:lnTo>
                  <a:pt x="425687" y="157341"/>
                </a:lnTo>
                <a:lnTo>
                  <a:pt x="424940" y="156887"/>
                </a:lnTo>
                <a:lnTo>
                  <a:pt x="423823" y="155026"/>
                </a:lnTo>
                <a:lnTo>
                  <a:pt x="423562" y="151990"/>
                </a:lnTo>
                <a:lnTo>
                  <a:pt x="427167" y="149718"/>
                </a:lnTo>
                <a:lnTo>
                  <a:pt x="429460" y="145462"/>
                </a:lnTo>
                <a:lnTo>
                  <a:pt x="431208" y="143844"/>
                </a:lnTo>
                <a:lnTo>
                  <a:pt x="434121" y="143022"/>
                </a:lnTo>
                <a:lnTo>
                  <a:pt x="435815" y="143209"/>
                </a:lnTo>
                <a:lnTo>
                  <a:pt x="436532" y="143793"/>
                </a:lnTo>
                <a:close/>
                <a:moveTo>
                  <a:pt x="562179" y="169588"/>
                </a:moveTo>
                <a:lnTo>
                  <a:pt x="562649" y="172113"/>
                </a:lnTo>
                <a:lnTo>
                  <a:pt x="561304" y="173649"/>
                </a:lnTo>
                <a:lnTo>
                  <a:pt x="558699" y="173727"/>
                </a:lnTo>
                <a:lnTo>
                  <a:pt x="556231" y="172242"/>
                </a:lnTo>
                <a:lnTo>
                  <a:pt x="556122" y="171402"/>
                </a:lnTo>
                <a:lnTo>
                  <a:pt x="556678" y="170498"/>
                </a:lnTo>
                <a:lnTo>
                  <a:pt x="559290" y="168813"/>
                </a:lnTo>
                <a:lnTo>
                  <a:pt x="561224" y="168554"/>
                </a:lnTo>
                <a:lnTo>
                  <a:pt x="562179" y="169588"/>
                </a:lnTo>
                <a:close/>
                <a:moveTo>
                  <a:pt x="463339" y="170938"/>
                </a:moveTo>
                <a:lnTo>
                  <a:pt x="466320" y="171431"/>
                </a:lnTo>
                <a:lnTo>
                  <a:pt x="467974" y="172278"/>
                </a:lnTo>
                <a:lnTo>
                  <a:pt x="471453" y="178246"/>
                </a:lnTo>
                <a:lnTo>
                  <a:pt x="473911" y="180228"/>
                </a:lnTo>
                <a:lnTo>
                  <a:pt x="477604" y="181677"/>
                </a:lnTo>
                <a:lnTo>
                  <a:pt x="485108" y="182768"/>
                </a:lnTo>
                <a:lnTo>
                  <a:pt x="493966" y="184837"/>
                </a:lnTo>
                <a:lnTo>
                  <a:pt x="495448" y="185669"/>
                </a:lnTo>
                <a:lnTo>
                  <a:pt x="499201" y="189024"/>
                </a:lnTo>
                <a:lnTo>
                  <a:pt x="502055" y="190368"/>
                </a:lnTo>
                <a:lnTo>
                  <a:pt x="508462" y="188371"/>
                </a:lnTo>
                <a:lnTo>
                  <a:pt x="513422" y="185312"/>
                </a:lnTo>
                <a:lnTo>
                  <a:pt x="514871" y="185071"/>
                </a:lnTo>
                <a:lnTo>
                  <a:pt x="517859" y="187947"/>
                </a:lnTo>
                <a:lnTo>
                  <a:pt x="523662" y="197292"/>
                </a:lnTo>
                <a:lnTo>
                  <a:pt x="524080" y="199192"/>
                </a:lnTo>
                <a:lnTo>
                  <a:pt x="523770" y="201662"/>
                </a:lnTo>
                <a:lnTo>
                  <a:pt x="522788" y="202513"/>
                </a:lnTo>
                <a:lnTo>
                  <a:pt x="521744" y="202452"/>
                </a:lnTo>
                <a:lnTo>
                  <a:pt x="507126" y="197577"/>
                </a:lnTo>
                <a:lnTo>
                  <a:pt x="500079" y="195822"/>
                </a:lnTo>
                <a:lnTo>
                  <a:pt x="493934" y="193478"/>
                </a:lnTo>
                <a:lnTo>
                  <a:pt x="474423" y="187789"/>
                </a:lnTo>
                <a:lnTo>
                  <a:pt x="463586" y="183871"/>
                </a:lnTo>
                <a:lnTo>
                  <a:pt x="451334" y="178411"/>
                </a:lnTo>
                <a:lnTo>
                  <a:pt x="447985" y="176511"/>
                </a:lnTo>
                <a:lnTo>
                  <a:pt x="446988" y="175082"/>
                </a:lnTo>
                <a:lnTo>
                  <a:pt x="448115" y="173632"/>
                </a:lnTo>
                <a:lnTo>
                  <a:pt x="452202" y="170841"/>
                </a:lnTo>
                <a:lnTo>
                  <a:pt x="455131" y="170166"/>
                </a:lnTo>
                <a:lnTo>
                  <a:pt x="463339" y="170938"/>
                </a:lnTo>
                <a:close/>
                <a:moveTo>
                  <a:pt x="588889" y="177881"/>
                </a:moveTo>
                <a:lnTo>
                  <a:pt x="589613" y="179472"/>
                </a:lnTo>
                <a:lnTo>
                  <a:pt x="588120" y="180461"/>
                </a:lnTo>
                <a:lnTo>
                  <a:pt x="584673" y="180187"/>
                </a:lnTo>
                <a:lnTo>
                  <a:pt x="583393" y="178990"/>
                </a:lnTo>
                <a:lnTo>
                  <a:pt x="583802" y="178143"/>
                </a:lnTo>
                <a:lnTo>
                  <a:pt x="585508" y="177368"/>
                </a:lnTo>
                <a:lnTo>
                  <a:pt x="587670" y="177362"/>
                </a:lnTo>
                <a:lnTo>
                  <a:pt x="588889" y="177881"/>
                </a:lnTo>
                <a:close/>
                <a:moveTo>
                  <a:pt x="432338" y="100931"/>
                </a:moveTo>
                <a:lnTo>
                  <a:pt x="432042" y="102431"/>
                </a:lnTo>
                <a:lnTo>
                  <a:pt x="432723" y="103968"/>
                </a:lnTo>
                <a:lnTo>
                  <a:pt x="433716" y="104340"/>
                </a:lnTo>
                <a:lnTo>
                  <a:pt x="435116" y="103709"/>
                </a:lnTo>
                <a:lnTo>
                  <a:pt x="435747" y="102310"/>
                </a:lnTo>
                <a:lnTo>
                  <a:pt x="435375" y="101316"/>
                </a:lnTo>
                <a:lnTo>
                  <a:pt x="433838" y="100635"/>
                </a:lnTo>
                <a:lnTo>
                  <a:pt x="432338" y="100931"/>
                </a:lnTo>
                <a:close/>
                <a:moveTo>
                  <a:pt x="634259" y="111441"/>
                </a:moveTo>
                <a:lnTo>
                  <a:pt x="625104" y="112473"/>
                </a:lnTo>
                <a:lnTo>
                  <a:pt x="622861" y="113248"/>
                </a:lnTo>
                <a:lnTo>
                  <a:pt x="622624" y="113909"/>
                </a:lnTo>
                <a:lnTo>
                  <a:pt x="623555" y="114624"/>
                </a:lnTo>
                <a:lnTo>
                  <a:pt x="625772" y="114938"/>
                </a:lnTo>
                <a:lnTo>
                  <a:pt x="631505" y="114768"/>
                </a:lnTo>
                <a:lnTo>
                  <a:pt x="636912" y="114077"/>
                </a:lnTo>
                <a:lnTo>
                  <a:pt x="638654" y="113295"/>
                </a:lnTo>
                <a:lnTo>
                  <a:pt x="638828" y="112477"/>
                </a:lnTo>
                <a:lnTo>
                  <a:pt x="638331" y="111490"/>
                </a:lnTo>
                <a:lnTo>
                  <a:pt x="637055" y="110905"/>
                </a:lnTo>
                <a:lnTo>
                  <a:pt x="634259" y="111441"/>
                </a:lnTo>
                <a:close/>
                <a:moveTo>
                  <a:pt x="611357" y="113852"/>
                </a:moveTo>
                <a:lnTo>
                  <a:pt x="611213" y="115076"/>
                </a:lnTo>
                <a:lnTo>
                  <a:pt x="613238" y="115540"/>
                </a:lnTo>
                <a:lnTo>
                  <a:pt x="615381" y="115131"/>
                </a:lnTo>
                <a:lnTo>
                  <a:pt x="616560" y="113958"/>
                </a:lnTo>
                <a:lnTo>
                  <a:pt x="616227" y="113489"/>
                </a:lnTo>
                <a:lnTo>
                  <a:pt x="614669" y="113154"/>
                </a:lnTo>
                <a:lnTo>
                  <a:pt x="612689" y="113283"/>
                </a:lnTo>
                <a:lnTo>
                  <a:pt x="611357" y="113852"/>
                </a:lnTo>
                <a:close/>
                <a:moveTo>
                  <a:pt x="597279" y="116118"/>
                </a:moveTo>
                <a:lnTo>
                  <a:pt x="595978" y="117138"/>
                </a:lnTo>
                <a:lnTo>
                  <a:pt x="597566" y="117843"/>
                </a:lnTo>
                <a:lnTo>
                  <a:pt x="601471" y="117762"/>
                </a:lnTo>
                <a:lnTo>
                  <a:pt x="602378" y="117367"/>
                </a:lnTo>
                <a:lnTo>
                  <a:pt x="602679" y="116745"/>
                </a:lnTo>
                <a:lnTo>
                  <a:pt x="602358" y="116129"/>
                </a:lnTo>
                <a:lnTo>
                  <a:pt x="600919" y="115636"/>
                </a:lnTo>
                <a:lnTo>
                  <a:pt x="597279" y="116118"/>
                </a:lnTo>
                <a:close/>
                <a:moveTo>
                  <a:pt x="276027" y="116986"/>
                </a:moveTo>
                <a:lnTo>
                  <a:pt x="275915" y="117692"/>
                </a:lnTo>
                <a:lnTo>
                  <a:pt x="276593" y="118309"/>
                </a:lnTo>
                <a:lnTo>
                  <a:pt x="280602" y="119845"/>
                </a:lnTo>
                <a:lnTo>
                  <a:pt x="284079" y="122169"/>
                </a:lnTo>
                <a:lnTo>
                  <a:pt x="288406" y="123917"/>
                </a:lnTo>
                <a:lnTo>
                  <a:pt x="292245" y="126068"/>
                </a:lnTo>
                <a:lnTo>
                  <a:pt x="296807" y="127810"/>
                </a:lnTo>
                <a:lnTo>
                  <a:pt x="300429" y="130181"/>
                </a:lnTo>
                <a:lnTo>
                  <a:pt x="302755" y="130551"/>
                </a:lnTo>
                <a:lnTo>
                  <a:pt x="304079" y="129687"/>
                </a:lnTo>
                <a:lnTo>
                  <a:pt x="304133" y="128647"/>
                </a:lnTo>
                <a:lnTo>
                  <a:pt x="303364" y="127575"/>
                </a:lnTo>
                <a:lnTo>
                  <a:pt x="297879" y="124238"/>
                </a:lnTo>
                <a:lnTo>
                  <a:pt x="293452" y="122864"/>
                </a:lnTo>
                <a:lnTo>
                  <a:pt x="289788" y="120603"/>
                </a:lnTo>
                <a:lnTo>
                  <a:pt x="284689" y="118935"/>
                </a:lnTo>
                <a:lnTo>
                  <a:pt x="280773" y="117035"/>
                </a:lnTo>
                <a:lnTo>
                  <a:pt x="277881" y="116460"/>
                </a:lnTo>
                <a:lnTo>
                  <a:pt x="276027" y="116986"/>
                </a:lnTo>
                <a:close/>
                <a:moveTo>
                  <a:pt x="875668" y="132945"/>
                </a:moveTo>
                <a:lnTo>
                  <a:pt x="872953" y="134908"/>
                </a:lnTo>
                <a:lnTo>
                  <a:pt x="871929" y="137160"/>
                </a:lnTo>
                <a:lnTo>
                  <a:pt x="866567" y="167063"/>
                </a:lnTo>
                <a:lnTo>
                  <a:pt x="864155" y="178223"/>
                </a:lnTo>
                <a:lnTo>
                  <a:pt x="862680" y="189850"/>
                </a:lnTo>
                <a:lnTo>
                  <a:pt x="860336" y="199306"/>
                </a:lnTo>
                <a:lnTo>
                  <a:pt x="858275" y="212816"/>
                </a:lnTo>
                <a:lnTo>
                  <a:pt x="857232" y="215837"/>
                </a:lnTo>
                <a:lnTo>
                  <a:pt x="855616" y="217898"/>
                </a:lnTo>
                <a:lnTo>
                  <a:pt x="853128" y="219577"/>
                </a:lnTo>
                <a:lnTo>
                  <a:pt x="815399" y="236724"/>
                </a:lnTo>
                <a:lnTo>
                  <a:pt x="811606" y="239150"/>
                </a:lnTo>
                <a:lnTo>
                  <a:pt x="810482" y="240656"/>
                </a:lnTo>
                <a:lnTo>
                  <a:pt x="811805" y="242280"/>
                </a:lnTo>
                <a:lnTo>
                  <a:pt x="814094" y="243127"/>
                </a:lnTo>
                <a:lnTo>
                  <a:pt x="851223" y="244079"/>
                </a:lnTo>
                <a:lnTo>
                  <a:pt x="854449" y="245810"/>
                </a:lnTo>
                <a:lnTo>
                  <a:pt x="855915" y="247869"/>
                </a:lnTo>
                <a:lnTo>
                  <a:pt x="856032" y="252247"/>
                </a:lnTo>
                <a:lnTo>
                  <a:pt x="855125" y="254674"/>
                </a:lnTo>
                <a:lnTo>
                  <a:pt x="853853" y="255894"/>
                </a:lnTo>
                <a:lnTo>
                  <a:pt x="851878" y="256948"/>
                </a:lnTo>
                <a:lnTo>
                  <a:pt x="841320" y="261164"/>
                </a:lnTo>
                <a:lnTo>
                  <a:pt x="815860" y="270012"/>
                </a:lnTo>
                <a:lnTo>
                  <a:pt x="810193" y="272604"/>
                </a:lnTo>
                <a:lnTo>
                  <a:pt x="791910" y="279165"/>
                </a:lnTo>
                <a:lnTo>
                  <a:pt x="788100" y="281027"/>
                </a:lnTo>
                <a:lnTo>
                  <a:pt x="786409" y="282838"/>
                </a:lnTo>
                <a:lnTo>
                  <a:pt x="786843" y="284219"/>
                </a:lnTo>
                <a:lnTo>
                  <a:pt x="788304" y="285736"/>
                </a:lnTo>
                <a:lnTo>
                  <a:pt x="854213" y="285929"/>
                </a:lnTo>
                <a:lnTo>
                  <a:pt x="855539" y="286942"/>
                </a:lnTo>
                <a:lnTo>
                  <a:pt x="855914" y="289090"/>
                </a:lnTo>
                <a:lnTo>
                  <a:pt x="856181" y="298934"/>
                </a:lnTo>
                <a:lnTo>
                  <a:pt x="855600" y="303148"/>
                </a:lnTo>
                <a:lnTo>
                  <a:pt x="853451" y="304940"/>
                </a:lnTo>
                <a:lnTo>
                  <a:pt x="848902" y="307370"/>
                </a:lnTo>
                <a:lnTo>
                  <a:pt x="821041" y="318184"/>
                </a:lnTo>
                <a:lnTo>
                  <a:pt x="810506" y="315671"/>
                </a:lnTo>
                <a:lnTo>
                  <a:pt x="803977" y="312745"/>
                </a:lnTo>
                <a:lnTo>
                  <a:pt x="774615" y="303649"/>
                </a:lnTo>
                <a:lnTo>
                  <a:pt x="754602" y="296944"/>
                </a:lnTo>
                <a:lnTo>
                  <a:pt x="747692" y="295924"/>
                </a:lnTo>
                <a:lnTo>
                  <a:pt x="746598" y="296391"/>
                </a:lnTo>
                <a:lnTo>
                  <a:pt x="746424" y="297323"/>
                </a:lnTo>
                <a:lnTo>
                  <a:pt x="746975" y="298781"/>
                </a:lnTo>
                <a:lnTo>
                  <a:pt x="748288" y="299850"/>
                </a:lnTo>
                <a:lnTo>
                  <a:pt x="755289" y="301797"/>
                </a:lnTo>
                <a:lnTo>
                  <a:pt x="769813" y="307680"/>
                </a:lnTo>
                <a:lnTo>
                  <a:pt x="779989" y="311210"/>
                </a:lnTo>
                <a:lnTo>
                  <a:pt x="794951" y="315351"/>
                </a:lnTo>
                <a:lnTo>
                  <a:pt x="808274" y="318458"/>
                </a:lnTo>
                <a:lnTo>
                  <a:pt x="810300" y="319609"/>
                </a:lnTo>
                <a:lnTo>
                  <a:pt x="811801" y="321316"/>
                </a:lnTo>
                <a:lnTo>
                  <a:pt x="811720" y="322192"/>
                </a:lnTo>
                <a:lnTo>
                  <a:pt x="810060" y="325290"/>
                </a:lnTo>
                <a:lnTo>
                  <a:pt x="810316" y="326221"/>
                </a:lnTo>
                <a:lnTo>
                  <a:pt x="811387" y="327041"/>
                </a:lnTo>
                <a:lnTo>
                  <a:pt x="847052" y="328277"/>
                </a:lnTo>
                <a:lnTo>
                  <a:pt x="853806" y="328842"/>
                </a:lnTo>
                <a:lnTo>
                  <a:pt x="854669" y="329358"/>
                </a:lnTo>
                <a:lnTo>
                  <a:pt x="854954" y="331198"/>
                </a:lnTo>
                <a:lnTo>
                  <a:pt x="854703" y="334111"/>
                </a:lnTo>
                <a:lnTo>
                  <a:pt x="852948" y="342605"/>
                </a:lnTo>
                <a:lnTo>
                  <a:pt x="850412" y="360789"/>
                </a:lnTo>
                <a:lnTo>
                  <a:pt x="848728" y="369177"/>
                </a:lnTo>
                <a:lnTo>
                  <a:pt x="847341" y="381259"/>
                </a:lnTo>
                <a:lnTo>
                  <a:pt x="844901" y="392416"/>
                </a:lnTo>
                <a:lnTo>
                  <a:pt x="839228" y="431063"/>
                </a:lnTo>
                <a:lnTo>
                  <a:pt x="833139" y="467029"/>
                </a:lnTo>
                <a:lnTo>
                  <a:pt x="828244" y="500323"/>
                </a:lnTo>
                <a:lnTo>
                  <a:pt x="825675" y="513904"/>
                </a:lnTo>
                <a:lnTo>
                  <a:pt x="825648" y="516110"/>
                </a:lnTo>
                <a:lnTo>
                  <a:pt x="826425" y="518263"/>
                </a:lnTo>
                <a:lnTo>
                  <a:pt x="828023" y="518902"/>
                </a:lnTo>
                <a:lnTo>
                  <a:pt x="831225" y="517655"/>
                </a:lnTo>
                <a:lnTo>
                  <a:pt x="873940" y="486961"/>
                </a:lnTo>
                <a:lnTo>
                  <a:pt x="875983" y="485744"/>
                </a:lnTo>
                <a:lnTo>
                  <a:pt x="877886" y="485343"/>
                </a:lnTo>
                <a:lnTo>
                  <a:pt x="879935" y="485676"/>
                </a:lnTo>
                <a:lnTo>
                  <a:pt x="881471" y="486491"/>
                </a:lnTo>
                <a:lnTo>
                  <a:pt x="915396" y="512048"/>
                </a:lnTo>
                <a:lnTo>
                  <a:pt x="922326" y="516807"/>
                </a:lnTo>
                <a:lnTo>
                  <a:pt x="926871" y="519190"/>
                </a:lnTo>
                <a:lnTo>
                  <a:pt x="928040" y="517641"/>
                </a:lnTo>
                <a:lnTo>
                  <a:pt x="928451" y="516215"/>
                </a:lnTo>
                <a:lnTo>
                  <a:pt x="928364" y="510736"/>
                </a:lnTo>
                <a:lnTo>
                  <a:pt x="925919" y="498679"/>
                </a:lnTo>
                <a:lnTo>
                  <a:pt x="924509" y="486169"/>
                </a:lnTo>
                <a:lnTo>
                  <a:pt x="922466" y="475092"/>
                </a:lnTo>
                <a:lnTo>
                  <a:pt x="920597" y="460041"/>
                </a:lnTo>
                <a:lnTo>
                  <a:pt x="918838" y="451286"/>
                </a:lnTo>
                <a:lnTo>
                  <a:pt x="916583" y="432517"/>
                </a:lnTo>
                <a:lnTo>
                  <a:pt x="914715" y="424340"/>
                </a:lnTo>
                <a:lnTo>
                  <a:pt x="912582" y="407700"/>
                </a:lnTo>
                <a:lnTo>
                  <a:pt x="910708" y="399575"/>
                </a:lnTo>
                <a:lnTo>
                  <a:pt x="908894" y="384190"/>
                </a:lnTo>
                <a:lnTo>
                  <a:pt x="906913" y="373296"/>
                </a:lnTo>
                <a:lnTo>
                  <a:pt x="905374" y="359546"/>
                </a:lnTo>
                <a:lnTo>
                  <a:pt x="902814" y="345320"/>
                </a:lnTo>
                <a:lnTo>
                  <a:pt x="901463" y="332986"/>
                </a:lnTo>
                <a:lnTo>
                  <a:pt x="903198" y="331057"/>
                </a:lnTo>
                <a:lnTo>
                  <a:pt x="925479" y="331164"/>
                </a:lnTo>
                <a:lnTo>
                  <a:pt x="941952" y="331887"/>
                </a:lnTo>
                <a:lnTo>
                  <a:pt x="945407" y="331073"/>
                </a:lnTo>
                <a:lnTo>
                  <a:pt x="947025" y="329177"/>
                </a:lnTo>
                <a:lnTo>
                  <a:pt x="942254" y="325754"/>
                </a:lnTo>
                <a:lnTo>
                  <a:pt x="904745" y="307098"/>
                </a:lnTo>
                <a:lnTo>
                  <a:pt x="899196" y="302949"/>
                </a:lnTo>
                <a:lnTo>
                  <a:pt x="899542" y="288269"/>
                </a:lnTo>
                <a:lnTo>
                  <a:pt x="900068" y="287079"/>
                </a:lnTo>
                <a:lnTo>
                  <a:pt x="901472" y="286310"/>
                </a:lnTo>
                <a:lnTo>
                  <a:pt x="908322" y="285756"/>
                </a:lnTo>
                <a:lnTo>
                  <a:pt x="966262" y="285832"/>
                </a:lnTo>
                <a:lnTo>
                  <a:pt x="967753" y="284353"/>
                </a:lnTo>
                <a:lnTo>
                  <a:pt x="968126" y="283062"/>
                </a:lnTo>
                <a:lnTo>
                  <a:pt x="967564" y="281975"/>
                </a:lnTo>
                <a:lnTo>
                  <a:pt x="963587" y="280137"/>
                </a:lnTo>
                <a:lnTo>
                  <a:pt x="954878" y="276959"/>
                </a:lnTo>
                <a:lnTo>
                  <a:pt x="940091" y="270574"/>
                </a:lnTo>
                <a:lnTo>
                  <a:pt x="933718" y="268602"/>
                </a:lnTo>
                <a:lnTo>
                  <a:pt x="904680" y="257135"/>
                </a:lnTo>
                <a:lnTo>
                  <a:pt x="901494" y="255201"/>
                </a:lnTo>
                <a:lnTo>
                  <a:pt x="899504" y="252890"/>
                </a:lnTo>
                <a:lnTo>
                  <a:pt x="898873" y="250498"/>
                </a:lnTo>
                <a:lnTo>
                  <a:pt x="899119" y="249364"/>
                </a:lnTo>
                <a:lnTo>
                  <a:pt x="900836" y="247406"/>
                </a:lnTo>
                <a:lnTo>
                  <a:pt x="902644" y="246776"/>
                </a:lnTo>
                <a:lnTo>
                  <a:pt x="910873" y="246612"/>
                </a:lnTo>
                <a:lnTo>
                  <a:pt x="943795" y="247309"/>
                </a:lnTo>
                <a:lnTo>
                  <a:pt x="945516" y="245785"/>
                </a:lnTo>
                <a:lnTo>
                  <a:pt x="945863" y="244758"/>
                </a:lnTo>
                <a:lnTo>
                  <a:pt x="941348" y="241173"/>
                </a:lnTo>
                <a:lnTo>
                  <a:pt x="902426" y="218674"/>
                </a:lnTo>
                <a:lnTo>
                  <a:pt x="900013" y="216404"/>
                </a:lnTo>
                <a:lnTo>
                  <a:pt x="898657" y="213114"/>
                </a:lnTo>
                <a:lnTo>
                  <a:pt x="897545" y="201661"/>
                </a:lnTo>
                <a:lnTo>
                  <a:pt x="895605" y="193523"/>
                </a:lnTo>
                <a:lnTo>
                  <a:pt x="893658" y="181418"/>
                </a:lnTo>
                <a:lnTo>
                  <a:pt x="889333" y="158584"/>
                </a:lnTo>
                <a:lnTo>
                  <a:pt x="887517" y="151037"/>
                </a:lnTo>
                <a:lnTo>
                  <a:pt x="885296" y="137924"/>
                </a:lnTo>
                <a:lnTo>
                  <a:pt x="883886" y="135049"/>
                </a:lnTo>
                <a:lnTo>
                  <a:pt x="881044" y="132313"/>
                </a:lnTo>
                <a:lnTo>
                  <a:pt x="879034" y="131918"/>
                </a:lnTo>
                <a:lnTo>
                  <a:pt x="875668" y="132945"/>
                </a:lnTo>
                <a:close/>
                <a:moveTo>
                  <a:pt x="878705" y="152182"/>
                </a:moveTo>
                <a:lnTo>
                  <a:pt x="877880" y="153545"/>
                </a:lnTo>
                <a:lnTo>
                  <a:pt x="877101" y="153471"/>
                </a:lnTo>
                <a:lnTo>
                  <a:pt x="876729" y="152954"/>
                </a:lnTo>
                <a:lnTo>
                  <a:pt x="876668" y="151652"/>
                </a:lnTo>
                <a:lnTo>
                  <a:pt x="877329" y="150868"/>
                </a:lnTo>
                <a:lnTo>
                  <a:pt x="878393" y="151127"/>
                </a:lnTo>
                <a:lnTo>
                  <a:pt x="878705" y="152182"/>
                </a:lnTo>
                <a:close/>
                <a:moveTo>
                  <a:pt x="880779" y="167370"/>
                </a:moveTo>
                <a:lnTo>
                  <a:pt x="882833" y="169918"/>
                </a:lnTo>
                <a:lnTo>
                  <a:pt x="882948" y="172341"/>
                </a:lnTo>
                <a:lnTo>
                  <a:pt x="881967" y="173748"/>
                </a:lnTo>
                <a:lnTo>
                  <a:pt x="880152" y="174891"/>
                </a:lnTo>
                <a:lnTo>
                  <a:pt x="878181" y="175540"/>
                </a:lnTo>
                <a:lnTo>
                  <a:pt x="876673" y="175339"/>
                </a:lnTo>
                <a:lnTo>
                  <a:pt x="873500" y="172108"/>
                </a:lnTo>
                <a:lnTo>
                  <a:pt x="873275" y="171318"/>
                </a:lnTo>
                <a:lnTo>
                  <a:pt x="873751" y="169879"/>
                </a:lnTo>
                <a:lnTo>
                  <a:pt x="875137" y="167678"/>
                </a:lnTo>
                <a:lnTo>
                  <a:pt x="876835" y="166287"/>
                </a:lnTo>
                <a:lnTo>
                  <a:pt x="878710" y="166187"/>
                </a:lnTo>
                <a:lnTo>
                  <a:pt x="880779" y="167370"/>
                </a:lnTo>
                <a:close/>
                <a:moveTo>
                  <a:pt x="872582" y="178797"/>
                </a:moveTo>
                <a:lnTo>
                  <a:pt x="873076" y="179912"/>
                </a:lnTo>
                <a:lnTo>
                  <a:pt x="872184" y="181206"/>
                </a:lnTo>
                <a:lnTo>
                  <a:pt x="870350" y="182745"/>
                </a:lnTo>
                <a:lnTo>
                  <a:pt x="869046" y="182773"/>
                </a:lnTo>
                <a:lnTo>
                  <a:pt x="868317" y="180769"/>
                </a:lnTo>
                <a:lnTo>
                  <a:pt x="868802" y="178693"/>
                </a:lnTo>
                <a:lnTo>
                  <a:pt x="870385" y="177918"/>
                </a:lnTo>
                <a:lnTo>
                  <a:pt x="872582" y="178797"/>
                </a:lnTo>
                <a:close/>
                <a:moveTo>
                  <a:pt x="886082" y="178797"/>
                </a:moveTo>
                <a:lnTo>
                  <a:pt x="886599" y="180824"/>
                </a:lnTo>
                <a:lnTo>
                  <a:pt x="886175" y="181642"/>
                </a:lnTo>
                <a:lnTo>
                  <a:pt x="885379" y="181793"/>
                </a:lnTo>
                <a:lnTo>
                  <a:pt x="884072" y="180726"/>
                </a:lnTo>
                <a:lnTo>
                  <a:pt x="883803" y="179294"/>
                </a:lnTo>
                <a:lnTo>
                  <a:pt x="884788" y="178210"/>
                </a:lnTo>
                <a:lnTo>
                  <a:pt x="886082" y="178797"/>
                </a:lnTo>
                <a:close/>
                <a:moveTo>
                  <a:pt x="882659" y="188488"/>
                </a:moveTo>
                <a:lnTo>
                  <a:pt x="884732" y="190980"/>
                </a:lnTo>
                <a:lnTo>
                  <a:pt x="885183" y="192910"/>
                </a:lnTo>
                <a:lnTo>
                  <a:pt x="883382" y="195527"/>
                </a:lnTo>
                <a:lnTo>
                  <a:pt x="880672" y="197451"/>
                </a:lnTo>
                <a:lnTo>
                  <a:pt x="877596" y="198613"/>
                </a:lnTo>
                <a:lnTo>
                  <a:pt x="873421" y="196029"/>
                </a:lnTo>
                <a:lnTo>
                  <a:pt x="871795" y="194458"/>
                </a:lnTo>
                <a:lnTo>
                  <a:pt x="871299" y="192205"/>
                </a:lnTo>
                <a:lnTo>
                  <a:pt x="871710" y="190354"/>
                </a:lnTo>
                <a:lnTo>
                  <a:pt x="876747" y="186215"/>
                </a:lnTo>
                <a:lnTo>
                  <a:pt x="878021" y="185853"/>
                </a:lnTo>
                <a:lnTo>
                  <a:pt x="879397" y="186106"/>
                </a:lnTo>
                <a:lnTo>
                  <a:pt x="882659" y="188488"/>
                </a:lnTo>
                <a:close/>
                <a:moveTo>
                  <a:pt x="890229" y="199047"/>
                </a:moveTo>
                <a:lnTo>
                  <a:pt x="891461" y="202042"/>
                </a:lnTo>
                <a:lnTo>
                  <a:pt x="892375" y="206049"/>
                </a:lnTo>
                <a:lnTo>
                  <a:pt x="891805" y="207369"/>
                </a:lnTo>
                <a:lnTo>
                  <a:pt x="890744" y="207655"/>
                </a:lnTo>
                <a:lnTo>
                  <a:pt x="888549" y="207020"/>
                </a:lnTo>
                <a:lnTo>
                  <a:pt x="886927" y="205941"/>
                </a:lnTo>
                <a:lnTo>
                  <a:pt x="885014" y="203972"/>
                </a:lnTo>
                <a:lnTo>
                  <a:pt x="884365" y="202500"/>
                </a:lnTo>
                <a:lnTo>
                  <a:pt x="884952" y="201042"/>
                </a:lnTo>
                <a:lnTo>
                  <a:pt x="887642" y="198446"/>
                </a:lnTo>
                <a:lnTo>
                  <a:pt x="888898" y="198055"/>
                </a:lnTo>
                <a:lnTo>
                  <a:pt x="890229" y="199047"/>
                </a:lnTo>
                <a:close/>
                <a:moveTo>
                  <a:pt x="870895" y="200300"/>
                </a:moveTo>
                <a:lnTo>
                  <a:pt x="872097" y="202120"/>
                </a:lnTo>
                <a:lnTo>
                  <a:pt x="871374" y="204097"/>
                </a:lnTo>
                <a:lnTo>
                  <a:pt x="868124" y="207362"/>
                </a:lnTo>
                <a:lnTo>
                  <a:pt x="866320" y="208298"/>
                </a:lnTo>
                <a:lnTo>
                  <a:pt x="864943" y="208226"/>
                </a:lnTo>
                <a:lnTo>
                  <a:pt x="864076" y="207150"/>
                </a:lnTo>
                <a:lnTo>
                  <a:pt x="863807" y="205074"/>
                </a:lnTo>
                <a:lnTo>
                  <a:pt x="864243" y="201906"/>
                </a:lnTo>
                <a:lnTo>
                  <a:pt x="865295" y="199755"/>
                </a:lnTo>
                <a:lnTo>
                  <a:pt x="866838" y="198710"/>
                </a:lnTo>
                <a:lnTo>
                  <a:pt x="867754" y="198631"/>
                </a:lnTo>
                <a:lnTo>
                  <a:pt x="870895" y="200300"/>
                </a:lnTo>
                <a:close/>
                <a:moveTo>
                  <a:pt x="881261" y="208256"/>
                </a:moveTo>
                <a:lnTo>
                  <a:pt x="885774" y="213111"/>
                </a:lnTo>
                <a:lnTo>
                  <a:pt x="886179" y="213897"/>
                </a:lnTo>
                <a:lnTo>
                  <a:pt x="885647" y="214738"/>
                </a:lnTo>
                <a:lnTo>
                  <a:pt x="883700" y="215160"/>
                </a:lnTo>
                <a:lnTo>
                  <a:pt x="877982" y="215247"/>
                </a:lnTo>
                <a:lnTo>
                  <a:pt x="872156" y="214934"/>
                </a:lnTo>
                <a:lnTo>
                  <a:pt x="870527" y="214385"/>
                </a:lnTo>
                <a:lnTo>
                  <a:pt x="870321" y="213941"/>
                </a:lnTo>
                <a:lnTo>
                  <a:pt x="871010" y="212605"/>
                </a:lnTo>
                <a:lnTo>
                  <a:pt x="875957" y="207629"/>
                </a:lnTo>
                <a:lnTo>
                  <a:pt x="879136" y="207722"/>
                </a:lnTo>
                <a:lnTo>
                  <a:pt x="881261" y="208256"/>
                </a:lnTo>
                <a:close/>
                <a:moveTo>
                  <a:pt x="880875" y="221418"/>
                </a:moveTo>
                <a:lnTo>
                  <a:pt x="881153" y="221973"/>
                </a:lnTo>
                <a:lnTo>
                  <a:pt x="880708" y="222967"/>
                </a:lnTo>
                <a:lnTo>
                  <a:pt x="878501" y="223866"/>
                </a:lnTo>
                <a:lnTo>
                  <a:pt x="875985" y="223566"/>
                </a:lnTo>
                <a:lnTo>
                  <a:pt x="874782" y="222165"/>
                </a:lnTo>
                <a:lnTo>
                  <a:pt x="875089" y="221370"/>
                </a:lnTo>
                <a:lnTo>
                  <a:pt x="876546" y="220743"/>
                </a:lnTo>
                <a:lnTo>
                  <a:pt x="879419" y="220770"/>
                </a:lnTo>
                <a:lnTo>
                  <a:pt x="880875" y="221418"/>
                </a:lnTo>
                <a:close/>
                <a:moveTo>
                  <a:pt x="893893" y="222865"/>
                </a:moveTo>
                <a:lnTo>
                  <a:pt x="894652" y="226123"/>
                </a:lnTo>
                <a:lnTo>
                  <a:pt x="894741" y="231117"/>
                </a:lnTo>
                <a:lnTo>
                  <a:pt x="893634" y="234219"/>
                </a:lnTo>
                <a:lnTo>
                  <a:pt x="892154" y="234606"/>
                </a:lnTo>
                <a:lnTo>
                  <a:pt x="890063" y="233665"/>
                </a:lnTo>
                <a:lnTo>
                  <a:pt x="885864" y="230662"/>
                </a:lnTo>
                <a:lnTo>
                  <a:pt x="885039" y="228822"/>
                </a:lnTo>
                <a:lnTo>
                  <a:pt x="886273" y="226402"/>
                </a:lnTo>
                <a:lnTo>
                  <a:pt x="889312" y="223732"/>
                </a:lnTo>
                <a:lnTo>
                  <a:pt x="892254" y="222178"/>
                </a:lnTo>
                <a:lnTo>
                  <a:pt x="893001" y="222195"/>
                </a:lnTo>
                <a:lnTo>
                  <a:pt x="893893" y="222865"/>
                </a:lnTo>
                <a:close/>
                <a:moveTo>
                  <a:pt x="867713" y="224022"/>
                </a:moveTo>
                <a:lnTo>
                  <a:pt x="870479" y="227104"/>
                </a:lnTo>
                <a:lnTo>
                  <a:pt x="871179" y="228509"/>
                </a:lnTo>
                <a:lnTo>
                  <a:pt x="871101" y="229442"/>
                </a:lnTo>
                <a:lnTo>
                  <a:pt x="869347" y="231121"/>
                </a:lnTo>
                <a:lnTo>
                  <a:pt x="865509" y="233287"/>
                </a:lnTo>
                <a:lnTo>
                  <a:pt x="864132" y="233598"/>
                </a:lnTo>
                <a:lnTo>
                  <a:pt x="862751" y="233194"/>
                </a:lnTo>
                <a:lnTo>
                  <a:pt x="861829" y="232258"/>
                </a:lnTo>
                <a:lnTo>
                  <a:pt x="861344" y="230426"/>
                </a:lnTo>
                <a:lnTo>
                  <a:pt x="861454" y="224565"/>
                </a:lnTo>
                <a:lnTo>
                  <a:pt x="862880" y="223219"/>
                </a:lnTo>
                <a:lnTo>
                  <a:pt x="864387" y="222744"/>
                </a:lnTo>
                <a:lnTo>
                  <a:pt x="866008" y="223009"/>
                </a:lnTo>
                <a:lnTo>
                  <a:pt x="867713" y="224022"/>
                </a:lnTo>
                <a:close/>
                <a:moveTo>
                  <a:pt x="906091" y="227059"/>
                </a:moveTo>
                <a:lnTo>
                  <a:pt x="921000" y="236271"/>
                </a:lnTo>
                <a:lnTo>
                  <a:pt x="922444" y="238189"/>
                </a:lnTo>
                <a:lnTo>
                  <a:pt x="922291" y="239547"/>
                </a:lnTo>
                <a:lnTo>
                  <a:pt x="919342" y="240356"/>
                </a:lnTo>
                <a:lnTo>
                  <a:pt x="913347" y="240304"/>
                </a:lnTo>
                <a:lnTo>
                  <a:pt x="902970" y="239036"/>
                </a:lnTo>
                <a:lnTo>
                  <a:pt x="900113" y="238052"/>
                </a:lnTo>
                <a:lnTo>
                  <a:pt x="899052" y="237184"/>
                </a:lnTo>
                <a:lnTo>
                  <a:pt x="899677" y="225741"/>
                </a:lnTo>
                <a:lnTo>
                  <a:pt x="900437" y="225165"/>
                </a:lnTo>
                <a:lnTo>
                  <a:pt x="902029" y="225227"/>
                </a:lnTo>
                <a:lnTo>
                  <a:pt x="906091" y="227059"/>
                </a:lnTo>
                <a:close/>
                <a:moveTo>
                  <a:pt x="855032" y="226722"/>
                </a:moveTo>
                <a:lnTo>
                  <a:pt x="856099" y="228849"/>
                </a:lnTo>
                <a:lnTo>
                  <a:pt x="856244" y="231589"/>
                </a:lnTo>
                <a:lnTo>
                  <a:pt x="855643" y="235330"/>
                </a:lnTo>
                <a:lnTo>
                  <a:pt x="854544" y="236322"/>
                </a:lnTo>
                <a:lnTo>
                  <a:pt x="850561" y="236980"/>
                </a:lnTo>
                <a:lnTo>
                  <a:pt x="842619" y="237270"/>
                </a:lnTo>
                <a:lnTo>
                  <a:pt x="837000" y="237199"/>
                </a:lnTo>
                <a:lnTo>
                  <a:pt x="835647" y="236709"/>
                </a:lnTo>
                <a:lnTo>
                  <a:pt x="836298" y="234967"/>
                </a:lnTo>
                <a:lnTo>
                  <a:pt x="839315" y="232169"/>
                </a:lnTo>
                <a:lnTo>
                  <a:pt x="844780" y="230129"/>
                </a:lnTo>
                <a:lnTo>
                  <a:pt x="853629" y="226041"/>
                </a:lnTo>
                <a:lnTo>
                  <a:pt x="855032" y="226722"/>
                </a:lnTo>
                <a:close/>
                <a:moveTo>
                  <a:pt x="880393" y="234243"/>
                </a:moveTo>
                <a:lnTo>
                  <a:pt x="882425" y="236201"/>
                </a:lnTo>
                <a:lnTo>
                  <a:pt x="882593" y="237251"/>
                </a:lnTo>
                <a:lnTo>
                  <a:pt x="881840" y="238016"/>
                </a:lnTo>
                <a:lnTo>
                  <a:pt x="878002" y="238436"/>
                </a:lnTo>
                <a:lnTo>
                  <a:pt x="876372" y="238053"/>
                </a:lnTo>
                <a:lnTo>
                  <a:pt x="875373" y="237323"/>
                </a:lnTo>
                <a:lnTo>
                  <a:pt x="875132" y="235666"/>
                </a:lnTo>
                <a:lnTo>
                  <a:pt x="876489" y="233595"/>
                </a:lnTo>
                <a:lnTo>
                  <a:pt x="878187" y="233271"/>
                </a:lnTo>
                <a:lnTo>
                  <a:pt x="880393" y="234243"/>
                </a:lnTo>
                <a:close/>
                <a:moveTo>
                  <a:pt x="878946" y="247116"/>
                </a:moveTo>
                <a:lnTo>
                  <a:pt x="877831" y="247916"/>
                </a:lnTo>
                <a:lnTo>
                  <a:pt x="877025" y="247297"/>
                </a:lnTo>
                <a:lnTo>
                  <a:pt x="877725" y="246698"/>
                </a:lnTo>
                <a:lnTo>
                  <a:pt x="878946" y="247116"/>
                </a:lnTo>
                <a:close/>
                <a:moveTo>
                  <a:pt x="893893" y="247647"/>
                </a:moveTo>
                <a:lnTo>
                  <a:pt x="894740" y="249288"/>
                </a:lnTo>
                <a:lnTo>
                  <a:pt x="894795" y="250947"/>
                </a:lnTo>
                <a:lnTo>
                  <a:pt x="894005" y="253634"/>
                </a:lnTo>
                <a:lnTo>
                  <a:pt x="893086" y="254713"/>
                </a:lnTo>
                <a:lnTo>
                  <a:pt x="891064" y="255363"/>
                </a:lnTo>
                <a:lnTo>
                  <a:pt x="889320" y="255144"/>
                </a:lnTo>
                <a:lnTo>
                  <a:pt x="886462" y="253979"/>
                </a:lnTo>
                <a:lnTo>
                  <a:pt x="885414" y="253121"/>
                </a:lnTo>
                <a:lnTo>
                  <a:pt x="885178" y="252173"/>
                </a:lnTo>
                <a:lnTo>
                  <a:pt x="885764" y="251057"/>
                </a:lnTo>
                <a:lnTo>
                  <a:pt x="889939" y="247691"/>
                </a:lnTo>
                <a:lnTo>
                  <a:pt x="892244" y="246776"/>
                </a:lnTo>
                <a:lnTo>
                  <a:pt x="893893" y="247647"/>
                </a:lnTo>
                <a:close/>
                <a:moveTo>
                  <a:pt x="868484" y="249141"/>
                </a:moveTo>
                <a:lnTo>
                  <a:pt x="870244" y="250655"/>
                </a:lnTo>
                <a:lnTo>
                  <a:pt x="871013" y="252001"/>
                </a:lnTo>
                <a:lnTo>
                  <a:pt x="870796" y="253165"/>
                </a:lnTo>
                <a:lnTo>
                  <a:pt x="869598" y="254129"/>
                </a:lnTo>
                <a:lnTo>
                  <a:pt x="867423" y="254879"/>
                </a:lnTo>
                <a:lnTo>
                  <a:pt x="864644" y="255065"/>
                </a:lnTo>
                <a:lnTo>
                  <a:pt x="862532" y="254178"/>
                </a:lnTo>
                <a:lnTo>
                  <a:pt x="861540" y="253014"/>
                </a:lnTo>
                <a:lnTo>
                  <a:pt x="860759" y="250227"/>
                </a:lnTo>
                <a:lnTo>
                  <a:pt x="860882" y="249237"/>
                </a:lnTo>
                <a:lnTo>
                  <a:pt x="861850" y="247860"/>
                </a:lnTo>
                <a:lnTo>
                  <a:pt x="864680" y="247426"/>
                </a:lnTo>
                <a:lnTo>
                  <a:pt x="868484" y="249141"/>
                </a:lnTo>
                <a:close/>
                <a:moveTo>
                  <a:pt x="885021" y="261870"/>
                </a:moveTo>
                <a:lnTo>
                  <a:pt x="886001" y="262311"/>
                </a:lnTo>
                <a:lnTo>
                  <a:pt x="886460" y="263028"/>
                </a:lnTo>
                <a:lnTo>
                  <a:pt x="885862" y="264769"/>
                </a:lnTo>
                <a:lnTo>
                  <a:pt x="880651" y="267948"/>
                </a:lnTo>
                <a:lnTo>
                  <a:pt x="878174" y="268844"/>
                </a:lnTo>
                <a:lnTo>
                  <a:pt x="872998" y="266896"/>
                </a:lnTo>
                <a:lnTo>
                  <a:pt x="869894" y="265035"/>
                </a:lnTo>
                <a:lnTo>
                  <a:pt x="868886" y="263829"/>
                </a:lnTo>
                <a:lnTo>
                  <a:pt x="869438" y="262366"/>
                </a:lnTo>
                <a:lnTo>
                  <a:pt x="871443" y="261545"/>
                </a:lnTo>
                <a:lnTo>
                  <a:pt x="885021" y="261870"/>
                </a:lnTo>
                <a:close/>
                <a:moveTo>
                  <a:pt x="855080" y="262882"/>
                </a:moveTo>
                <a:lnTo>
                  <a:pt x="855989" y="263718"/>
                </a:lnTo>
                <a:lnTo>
                  <a:pt x="856322" y="264781"/>
                </a:lnTo>
                <a:lnTo>
                  <a:pt x="856416" y="268591"/>
                </a:lnTo>
                <a:lnTo>
                  <a:pt x="855616" y="274344"/>
                </a:lnTo>
                <a:lnTo>
                  <a:pt x="854289" y="276323"/>
                </a:lnTo>
                <a:lnTo>
                  <a:pt x="853035" y="276350"/>
                </a:lnTo>
                <a:lnTo>
                  <a:pt x="844866" y="272168"/>
                </a:lnTo>
                <a:lnTo>
                  <a:pt x="842037" y="270244"/>
                </a:lnTo>
                <a:lnTo>
                  <a:pt x="840695" y="268484"/>
                </a:lnTo>
                <a:lnTo>
                  <a:pt x="840901" y="267490"/>
                </a:lnTo>
                <a:lnTo>
                  <a:pt x="842258" y="266621"/>
                </a:lnTo>
                <a:lnTo>
                  <a:pt x="847788" y="264877"/>
                </a:lnTo>
                <a:lnTo>
                  <a:pt x="852584" y="262782"/>
                </a:lnTo>
                <a:lnTo>
                  <a:pt x="855080" y="262882"/>
                </a:lnTo>
                <a:close/>
                <a:moveTo>
                  <a:pt x="906670" y="264907"/>
                </a:moveTo>
                <a:lnTo>
                  <a:pt x="914478" y="267876"/>
                </a:lnTo>
                <a:lnTo>
                  <a:pt x="914962" y="269123"/>
                </a:lnTo>
                <a:lnTo>
                  <a:pt x="914288" y="270886"/>
                </a:lnTo>
                <a:lnTo>
                  <a:pt x="912607" y="272559"/>
                </a:lnTo>
                <a:lnTo>
                  <a:pt x="904802" y="276494"/>
                </a:lnTo>
                <a:lnTo>
                  <a:pt x="901890" y="277088"/>
                </a:lnTo>
                <a:lnTo>
                  <a:pt x="900156" y="276754"/>
                </a:lnTo>
                <a:lnTo>
                  <a:pt x="899520" y="275930"/>
                </a:lnTo>
                <a:lnTo>
                  <a:pt x="899152" y="272060"/>
                </a:lnTo>
                <a:lnTo>
                  <a:pt x="899335" y="267180"/>
                </a:lnTo>
                <a:lnTo>
                  <a:pt x="900016" y="264281"/>
                </a:lnTo>
                <a:lnTo>
                  <a:pt x="902439" y="263690"/>
                </a:lnTo>
                <a:lnTo>
                  <a:pt x="906670" y="264907"/>
                </a:lnTo>
                <a:close/>
                <a:moveTo>
                  <a:pt x="893555" y="268765"/>
                </a:moveTo>
                <a:lnTo>
                  <a:pt x="894574" y="271582"/>
                </a:lnTo>
                <a:lnTo>
                  <a:pt x="894431" y="275796"/>
                </a:lnTo>
                <a:lnTo>
                  <a:pt x="893693" y="276888"/>
                </a:lnTo>
                <a:lnTo>
                  <a:pt x="892369" y="277432"/>
                </a:lnTo>
                <a:lnTo>
                  <a:pt x="889885" y="276938"/>
                </a:lnTo>
                <a:lnTo>
                  <a:pt x="888179" y="275814"/>
                </a:lnTo>
                <a:lnTo>
                  <a:pt x="886661" y="274116"/>
                </a:lnTo>
                <a:lnTo>
                  <a:pt x="885921" y="272534"/>
                </a:lnTo>
                <a:lnTo>
                  <a:pt x="886082" y="271627"/>
                </a:lnTo>
                <a:lnTo>
                  <a:pt x="887374" y="270323"/>
                </a:lnTo>
                <a:lnTo>
                  <a:pt x="891240" y="268302"/>
                </a:lnTo>
                <a:lnTo>
                  <a:pt x="892464" y="268020"/>
                </a:lnTo>
                <a:lnTo>
                  <a:pt x="893555" y="268765"/>
                </a:lnTo>
                <a:close/>
                <a:moveTo>
                  <a:pt x="867857" y="270741"/>
                </a:moveTo>
                <a:lnTo>
                  <a:pt x="868897" y="271826"/>
                </a:lnTo>
                <a:lnTo>
                  <a:pt x="869149" y="273064"/>
                </a:lnTo>
                <a:lnTo>
                  <a:pt x="868603" y="274557"/>
                </a:lnTo>
                <a:lnTo>
                  <a:pt x="867287" y="276223"/>
                </a:lnTo>
                <a:lnTo>
                  <a:pt x="866223" y="276948"/>
                </a:lnTo>
                <a:lnTo>
                  <a:pt x="864013" y="277384"/>
                </a:lnTo>
                <a:lnTo>
                  <a:pt x="862095" y="276625"/>
                </a:lnTo>
                <a:lnTo>
                  <a:pt x="861396" y="275857"/>
                </a:lnTo>
                <a:lnTo>
                  <a:pt x="860817" y="273663"/>
                </a:lnTo>
                <a:lnTo>
                  <a:pt x="861381" y="271483"/>
                </a:lnTo>
                <a:lnTo>
                  <a:pt x="862354" y="270293"/>
                </a:lnTo>
                <a:lnTo>
                  <a:pt x="863681" y="269669"/>
                </a:lnTo>
                <a:lnTo>
                  <a:pt x="865256" y="269635"/>
                </a:lnTo>
                <a:lnTo>
                  <a:pt x="867857" y="270741"/>
                </a:lnTo>
                <a:close/>
                <a:moveTo>
                  <a:pt x="828032" y="273490"/>
                </a:moveTo>
                <a:lnTo>
                  <a:pt x="828640" y="274505"/>
                </a:lnTo>
                <a:lnTo>
                  <a:pt x="828726" y="275725"/>
                </a:lnTo>
                <a:lnTo>
                  <a:pt x="828032" y="277443"/>
                </a:lnTo>
                <a:lnTo>
                  <a:pt x="827153" y="278212"/>
                </a:lnTo>
                <a:lnTo>
                  <a:pt x="820589" y="278344"/>
                </a:lnTo>
                <a:lnTo>
                  <a:pt x="818628" y="277848"/>
                </a:lnTo>
                <a:lnTo>
                  <a:pt x="817770" y="276993"/>
                </a:lnTo>
                <a:lnTo>
                  <a:pt x="818307" y="275287"/>
                </a:lnTo>
                <a:lnTo>
                  <a:pt x="820417" y="274190"/>
                </a:lnTo>
                <a:lnTo>
                  <a:pt x="825613" y="272847"/>
                </a:lnTo>
                <a:lnTo>
                  <a:pt x="827079" y="272895"/>
                </a:lnTo>
                <a:lnTo>
                  <a:pt x="828032" y="273490"/>
                </a:lnTo>
                <a:close/>
                <a:moveTo>
                  <a:pt x="937768" y="275707"/>
                </a:moveTo>
                <a:lnTo>
                  <a:pt x="944450" y="278475"/>
                </a:lnTo>
                <a:lnTo>
                  <a:pt x="945640" y="279754"/>
                </a:lnTo>
                <a:lnTo>
                  <a:pt x="944904" y="280481"/>
                </a:lnTo>
                <a:lnTo>
                  <a:pt x="942956" y="280933"/>
                </a:lnTo>
                <a:lnTo>
                  <a:pt x="935784" y="281345"/>
                </a:lnTo>
                <a:lnTo>
                  <a:pt x="930584" y="280915"/>
                </a:lnTo>
                <a:lnTo>
                  <a:pt x="928752" y="278624"/>
                </a:lnTo>
                <a:lnTo>
                  <a:pt x="927643" y="275756"/>
                </a:lnTo>
                <a:lnTo>
                  <a:pt x="928145" y="274501"/>
                </a:lnTo>
                <a:lnTo>
                  <a:pt x="930608" y="273779"/>
                </a:lnTo>
                <a:lnTo>
                  <a:pt x="934581" y="274463"/>
                </a:lnTo>
                <a:lnTo>
                  <a:pt x="937768" y="275707"/>
                </a:lnTo>
                <a:close/>
                <a:moveTo>
                  <a:pt x="839314" y="274743"/>
                </a:moveTo>
                <a:lnTo>
                  <a:pt x="839855" y="276750"/>
                </a:lnTo>
                <a:lnTo>
                  <a:pt x="838665" y="278228"/>
                </a:lnTo>
                <a:lnTo>
                  <a:pt x="836978" y="277892"/>
                </a:lnTo>
                <a:lnTo>
                  <a:pt x="835114" y="276224"/>
                </a:lnTo>
                <a:lnTo>
                  <a:pt x="835402" y="275225"/>
                </a:lnTo>
                <a:lnTo>
                  <a:pt x="836759" y="274400"/>
                </a:lnTo>
                <a:lnTo>
                  <a:pt x="838429" y="274291"/>
                </a:lnTo>
                <a:lnTo>
                  <a:pt x="839314" y="274743"/>
                </a:lnTo>
                <a:close/>
                <a:moveTo>
                  <a:pt x="920411" y="275129"/>
                </a:moveTo>
                <a:lnTo>
                  <a:pt x="921364" y="276134"/>
                </a:lnTo>
                <a:lnTo>
                  <a:pt x="922028" y="278177"/>
                </a:lnTo>
                <a:lnTo>
                  <a:pt x="921857" y="279516"/>
                </a:lnTo>
                <a:lnTo>
                  <a:pt x="920998" y="280471"/>
                </a:lnTo>
                <a:lnTo>
                  <a:pt x="919741" y="281110"/>
                </a:lnTo>
                <a:lnTo>
                  <a:pt x="917453" y="281398"/>
                </a:lnTo>
                <a:lnTo>
                  <a:pt x="915890" y="281089"/>
                </a:lnTo>
                <a:lnTo>
                  <a:pt x="914040" y="279978"/>
                </a:lnTo>
                <a:lnTo>
                  <a:pt x="914469" y="278598"/>
                </a:lnTo>
                <a:lnTo>
                  <a:pt x="918347" y="275278"/>
                </a:lnTo>
                <a:lnTo>
                  <a:pt x="919339" y="274740"/>
                </a:lnTo>
                <a:lnTo>
                  <a:pt x="920411" y="275129"/>
                </a:lnTo>
                <a:close/>
                <a:moveTo>
                  <a:pt x="879188" y="278166"/>
                </a:moveTo>
                <a:lnTo>
                  <a:pt x="879760" y="279211"/>
                </a:lnTo>
                <a:lnTo>
                  <a:pt x="878629" y="279857"/>
                </a:lnTo>
                <a:lnTo>
                  <a:pt x="876005" y="279786"/>
                </a:lnTo>
                <a:lnTo>
                  <a:pt x="875213" y="279095"/>
                </a:lnTo>
                <a:lnTo>
                  <a:pt x="875828" y="278015"/>
                </a:lnTo>
                <a:lnTo>
                  <a:pt x="876830" y="277597"/>
                </a:lnTo>
                <a:lnTo>
                  <a:pt x="879188" y="278166"/>
                </a:lnTo>
                <a:close/>
                <a:moveTo>
                  <a:pt x="882514" y="286797"/>
                </a:moveTo>
                <a:lnTo>
                  <a:pt x="882702" y="287372"/>
                </a:lnTo>
                <a:lnTo>
                  <a:pt x="882175" y="288448"/>
                </a:lnTo>
                <a:lnTo>
                  <a:pt x="878861" y="289772"/>
                </a:lnTo>
                <a:lnTo>
                  <a:pt x="875909" y="289449"/>
                </a:lnTo>
                <a:lnTo>
                  <a:pt x="873922" y="288254"/>
                </a:lnTo>
                <a:lnTo>
                  <a:pt x="873475" y="287377"/>
                </a:lnTo>
                <a:lnTo>
                  <a:pt x="874421" y="286202"/>
                </a:lnTo>
                <a:lnTo>
                  <a:pt x="877210" y="285762"/>
                </a:lnTo>
                <a:lnTo>
                  <a:pt x="880530" y="285984"/>
                </a:lnTo>
                <a:lnTo>
                  <a:pt x="882514" y="286797"/>
                </a:lnTo>
                <a:close/>
                <a:moveTo>
                  <a:pt x="893700" y="288677"/>
                </a:moveTo>
                <a:lnTo>
                  <a:pt x="894572" y="291614"/>
                </a:lnTo>
                <a:lnTo>
                  <a:pt x="894560" y="297405"/>
                </a:lnTo>
                <a:lnTo>
                  <a:pt x="893700" y="300007"/>
                </a:lnTo>
                <a:lnTo>
                  <a:pt x="892266" y="300621"/>
                </a:lnTo>
                <a:lnTo>
                  <a:pt x="885052" y="295962"/>
                </a:lnTo>
                <a:lnTo>
                  <a:pt x="884586" y="295412"/>
                </a:lnTo>
                <a:lnTo>
                  <a:pt x="884437" y="294030"/>
                </a:lnTo>
                <a:lnTo>
                  <a:pt x="886005" y="291561"/>
                </a:lnTo>
                <a:lnTo>
                  <a:pt x="889457" y="289111"/>
                </a:lnTo>
                <a:lnTo>
                  <a:pt x="892410" y="287791"/>
                </a:lnTo>
                <a:lnTo>
                  <a:pt x="893700" y="288677"/>
                </a:lnTo>
                <a:close/>
                <a:moveTo>
                  <a:pt x="867713" y="289641"/>
                </a:moveTo>
                <a:lnTo>
                  <a:pt x="870535" y="292589"/>
                </a:lnTo>
                <a:lnTo>
                  <a:pt x="871184" y="294218"/>
                </a:lnTo>
                <a:lnTo>
                  <a:pt x="870947" y="295433"/>
                </a:lnTo>
                <a:lnTo>
                  <a:pt x="868912" y="297068"/>
                </a:lnTo>
                <a:lnTo>
                  <a:pt x="864496" y="299536"/>
                </a:lnTo>
                <a:lnTo>
                  <a:pt x="862442" y="300156"/>
                </a:lnTo>
                <a:lnTo>
                  <a:pt x="861064" y="299895"/>
                </a:lnTo>
                <a:lnTo>
                  <a:pt x="860351" y="298414"/>
                </a:lnTo>
                <a:lnTo>
                  <a:pt x="860166" y="293443"/>
                </a:lnTo>
                <a:lnTo>
                  <a:pt x="860513" y="289982"/>
                </a:lnTo>
                <a:lnTo>
                  <a:pt x="861300" y="288050"/>
                </a:lnTo>
                <a:lnTo>
                  <a:pt x="864929" y="288559"/>
                </a:lnTo>
                <a:lnTo>
                  <a:pt x="867713" y="289641"/>
                </a:lnTo>
                <a:close/>
                <a:moveTo>
                  <a:pt x="882755" y="299815"/>
                </a:moveTo>
                <a:lnTo>
                  <a:pt x="885516" y="302718"/>
                </a:lnTo>
                <a:lnTo>
                  <a:pt x="885504" y="303117"/>
                </a:lnTo>
                <a:lnTo>
                  <a:pt x="884586" y="303636"/>
                </a:lnTo>
                <a:lnTo>
                  <a:pt x="876556" y="303948"/>
                </a:lnTo>
                <a:lnTo>
                  <a:pt x="873818" y="303570"/>
                </a:lnTo>
                <a:lnTo>
                  <a:pt x="872540" y="302750"/>
                </a:lnTo>
                <a:lnTo>
                  <a:pt x="872411" y="302150"/>
                </a:lnTo>
                <a:lnTo>
                  <a:pt x="873098" y="300523"/>
                </a:lnTo>
                <a:lnTo>
                  <a:pt x="875620" y="297307"/>
                </a:lnTo>
                <a:lnTo>
                  <a:pt x="879541" y="297565"/>
                </a:lnTo>
                <a:lnTo>
                  <a:pt x="882755" y="299815"/>
                </a:lnTo>
                <a:close/>
                <a:moveTo>
                  <a:pt x="882225" y="309457"/>
                </a:moveTo>
                <a:lnTo>
                  <a:pt x="882878" y="310545"/>
                </a:lnTo>
                <a:lnTo>
                  <a:pt x="882187" y="311596"/>
                </a:lnTo>
                <a:lnTo>
                  <a:pt x="877018" y="313411"/>
                </a:lnTo>
                <a:lnTo>
                  <a:pt x="873757" y="311735"/>
                </a:lnTo>
                <a:lnTo>
                  <a:pt x="872706" y="310538"/>
                </a:lnTo>
                <a:lnTo>
                  <a:pt x="873257" y="309554"/>
                </a:lnTo>
                <a:lnTo>
                  <a:pt x="875717" y="308844"/>
                </a:lnTo>
                <a:lnTo>
                  <a:pt x="880008" y="308801"/>
                </a:lnTo>
                <a:lnTo>
                  <a:pt x="882225" y="309457"/>
                </a:lnTo>
                <a:close/>
                <a:moveTo>
                  <a:pt x="866604" y="312640"/>
                </a:moveTo>
                <a:lnTo>
                  <a:pt x="868169" y="313584"/>
                </a:lnTo>
                <a:lnTo>
                  <a:pt x="870021" y="315466"/>
                </a:lnTo>
                <a:lnTo>
                  <a:pt x="870922" y="317413"/>
                </a:lnTo>
                <a:lnTo>
                  <a:pt x="870798" y="318474"/>
                </a:lnTo>
                <a:lnTo>
                  <a:pt x="869569" y="319554"/>
                </a:lnTo>
                <a:lnTo>
                  <a:pt x="866405" y="320384"/>
                </a:lnTo>
                <a:lnTo>
                  <a:pt x="862967" y="320134"/>
                </a:lnTo>
                <a:lnTo>
                  <a:pt x="861252" y="319293"/>
                </a:lnTo>
                <a:lnTo>
                  <a:pt x="860294" y="318192"/>
                </a:lnTo>
                <a:lnTo>
                  <a:pt x="859974" y="316666"/>
                </a:lnTo>
                <a:lnTo>
                  <a:pt x="860188" y="313229"/>
                </a:lnTo>
                <a:lnTo>
                  <a:pt x="860862" y="311897"/>
                </a:lnTo>
                <a:lnTo>
                  <a:pt x="862931" y="311427"/>
                </a:lnTo>
                <a:lnTo>
                  <a:pt x="866604" y="312640"/>
                </a:lnTo>
                <a:close/>
                <a:moveTo>
                  <a:pt x="894375" y="313507"/>
                </a:moveTo>
                <a:lnTo>
                  <a:pt x="894824" y="316454"/>
                </a:lnTo>
                <a:lnTo>
                  <a:pt x="894588" y="319771"/>
                </a:lnTo>
                <a:lnTo>
                  <a:pt x="893983" y="321334"/>
                </a:lnTo>
                <a:lnTo>
                  <a:pt x="892964" y="322137"/>
                </a:lnTo>
                <a:lnTo>
                  <a:pt x="890965" y="322014"/>
                </a:lnTo>
                <a:lnTo>
                  <a:pt x="886254" y="319492"/>
                </a:lnTo>
                <a:lnTo>
                  <a:pt x="885130" y="318335"/>
                </a:lnTo>
                <a:lnTo>
                  <a:pt x="885065" y="317411"/>
                </a:lnTo>
                <a:lnTo>
                  <a:pt x="885938" y="315629"/>
                </a:lnTo>
                <a:lnTo>
                  <a:pt x="889572" y="312567"/>
                </a:lnTo>
                <a:lnTo>
                  <a:pt x="892531" y="311687"/>
                </a:lnTo>
                <a:lnTo>
                  <a:pt x="893484" y="312184"/>
                </a:lnTo>
                <a:lnTo>
                  <a:pt x="894375" y="313507"/>
                </a:lnTo>
                <a:close/>
                <a:moveTo>
                  <a:pt x="854839" y="313218"/>
                </a:moveTo>
                <a:lnTo>
                  <a:pt x="855698" y="314853"/>
                </a:lnTo>
                <a:lnTo>
                  <a:pt x="855773" y="316870"/>
                </a:lnTo>
                <a:lnTo>
                  <a:pt x="855088" y="318716"/>
                </a:lnTo>
                <a:lnTo>
                  <a:pt x="853586" y="320306"/>
                </a:lnTo>
                <a:lnTo>
                  <a:pt x="839133" y="320842"/>
                </a:lnTo>
                <a:lnTo>
                  <a:pt x="837605" y="320614"/>
                </a:lnTo>
                <a:lnTo>
                  <a:pt x="836373" y="319534"/>
                </a:lnTo>
                <a:lnTo>
                  <a:pt x="837334" y="318126"/>
                </a:lnTo>
                <a:lnTo>
                  <a:pt x="838513" y="317274"/>
                </a:lnTo>
                <a:lnTo>
                  <a:pt x="845272" y="315161"/>
                </a:lnTo>
                <a:lnTo>
                  <a:pt x="850672" y="312807"/>
                </a:lnTo>
                <a:lnTo>
                  <a:pt x="852882" y="312349"/>
                </a:lnTo>
                <a:lnTo>
                  <a:pt x="854839" y="313218"/>
                </a:lnTo>
                <a:close/>
                <a:moveTo>
                  <a:pt x="906911" y="313749"/>
                </a:moveTo>
                <a:lnTo>
                  <a:pt x="920859" y="321034"/>
                </a:lnTo>
                <a:lnTo>
                  <a:pt x="921990" y="321975"/>
                </a:lnTo>
                <a:lnTo>
                  <a:pt x="922083" y="323254"/>
                </a:lnTo>
                <a:lnTo>
                  <a:pt x="920481" y="324056"/>
                </a:lnTo>
                <a:lnTo>
                  <a:pt x="912504" y="324018"/>
                </a:lnTo>
                <a:lnTo>
                  <a:pt x="904047" y="323420"/>
                </a:lnTo>
                <a:lnTo>
                  <a:pt x="901210" y="322481"/>
                </a:lnTo>
                <a:lnTo>
                  <a:pt x="900259" y="321430"/>
                </a:lnTo>
                <a:lnTo>
                  <a:pt x="899457" y="319141"/>
                </a:lnTo>
                <a:lnTo>
                  <a:pt x="899236" y="315491"/>
                </a:lnTo>
                <a:lnTo>
                  <a:pt x="899694" y="313413"/>
                </a:lnTo>
                <a:lnTo>
                  <a:pt x="900415" y="312672"/>
                </a:lnTo>
                <a:lnTo>
                  <a:pt x="902294" y="312211"/>
                </a:lnTo>
                <a:lnTo>
                  <a:pt x="904615" y="312593"/>
                </a:lnTo>
                <a:lnTo>
                  <a:pt x="906911" y="313749"/>
                </a:lnTo>
                <a:close/>
                <a:moveTo>
                  <a:pt x="880441" y="329611"/>
                </a:moveTo>
                <a:lnTo>
                  <a:pt x="881303" y="330871"/>
                </a:lnTo>
                <a:lnTo>
                  <a:pt x="880104" y="332456"/>
                </a:lnTo>
                <a:lnTo>
                  <a:pt x="878104" y="333387"/>
                </a:lnTo>
                <a:lnTo>
                  <a:pt x="876970" y="333257"/>
                </a:lnTo>
                <a:lnTo>
                  <a:pt x="876113" y="332578"/>
                </a:lnTo>
                <a:lnTo>
                  <a:pt x="875571" y="330624"/>
                </a:lnTo>
                <a:lnTo>
                  <a:pt x="876268" y="329627"/>
                </a:lnTo>
                <a:lnTo>
                  <a:pt x="878560" y="329149"/>
                </a:lnTo>
                <a:lnTo>
                  <a:pt x="880441" y="329611"/>
                </a:lnTo>
                <a:close/>
                <a:moveTo>
                  <a:pt x="864482" y="332022"/>
                </a:moveTo>
                <a:lnTo>
                  <a:pt x="869839" y="335534"/>
                </a:lnTo>
                <a:lnTo>
                  <a:pt x="870638" y="337659"/>
                </a:lnTo>
                <a:lnTo>
                  <a:pt x="869685" y="338907"/>
                </a:lnTo>
                <a:lnTo>
                  <a:pt x="863624" y="342465"/>
                </a:lnTo>
                <a:lnTo>
                  <a:pt x="860947" y="342906"/>
                </a:lnTo>
                <a:lnTo>
                  <a:pt x="859890" y="341893"/>
                </a:lnTo>
                <a:lnTo>
                  <a:pt x="859389" y="339800"/>
                </a:lnTo>
                <a:lnTo>
                  <a:pt x="860000" y="332843"/>
                </a:lnTo>
                <a:lnTo>
                  <a:pt x="861249" y="331260"/>
                </a:lnTo>
                <a:lnTo>
                  <a:pt x="862604" y="331267"/>
                </a:lnTo>
                <a:lnTo>
                  <a:pt x="864482" y="332022"/>
                </a:lnTo>
                <a:close/>
                <a:moveTo>
                  <a:pt x="895580" y="332697"/>
                </a:moveTo>
                <a:lnTo>
                  <a:pt x="896963" y="334809"/>
                </a:lnTo>
                <a:lnTo>
                  <a:pt x="897640" y="337294"/>
                </a:lnTo>
                <a:lnTo>
                  <a:pt x="897332" y="340661"/>
                </a:lnTo>
                <a:lnTo>
                  <a:pt x="896244" y="341962"/>
                </a:lnTo>
                <a:lnTo>
                  <a:pt x="894900" y="342066"/>
                </a:lnTo>
                <a:lnTo>
                  <a:pt x="892169" y="341065"/>
                </a:lnTo>
                <a:lnTo>
                  <a:pt x="888005" y="338956"/>
                </a:lnTo>
                <a:lnTo>
                  <a:pt x="886436" y="337707"/>
                </a:lnTo>
                <a:lnTo>
                  <a:pt x="886316" y="336435"/>
                </a:lnTo>
                <a:lnTo>
                  <a:pt x="887175" y="334897"/>
                </a:lnTo>
                <a:lnTo>
                  <a:pt x="890489" y="332209"/>
                </a:lnTo>
                <a:lnTo>
                  <a:pt x="893266" y="331537"/>
                </a:lnTo>
                <a:lnTo>
                  <a:pt x="895580" y="332697"/>
                </a:lnTo>
                <a:close/>
                <a:moveTo>
                  <a:pt x="882032" y="342436"/>
                </a:moveTo>
                <a:lnTo>
                  <a:pt x="889737" y="347159"/>
                </a:lnTo>
                <a:lnTo>
                  <a:pt x="891193" y="348511"/>
                </a:lnTo>
                <a:lnTo>
                  <a:pt x="891420" y="349365"/>
                </a:lnTo>
                <a:lnTo>
                  <a:pt x="890777" y="350904"/>
                </a:lnTo>
                <a:lnTo>
                  <a:pt x="888976" y="352715"/>
                </a:lnTo>
                <a:lnTo>
                  <a:pt x="882645" y="357411"/>
                </a:lnTo>
                <a:lnTo>
                  <a:pt x="880148" y="358689"/>
                </a:lnTo>
                <a:lnTo>
                  <a:pt x="877476" y="359285"/>
                </a:lnTo>
                <a:lnTo>
                  <a:pt x="874598" y="358463"/>
                </a:lnTo>
                <a:lnTo>
                  <a:pt x="867339" y="353383"/>
                </a:lnTo>
                <a:lnTo>
                  <a:pt x="863825" y="349475"/>
                </a:lnTo>
                <a:lnTo>
                  <a:pt x="863819" y="348513"/>
                </a:lnTo>
                <a:lnTo>
                  <a:pt x="865019" y="347245"/>
                </a:lnTo>
                <a:lnTo>
                  <a:pt x="876373" y="341042"/>
                </a:lnTo>
                <a:lnTo>
                  <a:pt x="878007" y="340813"/>
                </a:lnTo>
                <a:lnTo>
                  <a:pt x="882032" y="342436"/>
                </a:lnTo>
                <a:close/>
                <a:moveTo>
                  <a:pt x="861734" y="355213"/>
                </a:moveTo>
                <a:lnTo>
                  <a:pt x="869326" y="360640"/>
                </a:lnTo>
                <a:lnTo>
                  <a:pt x="870946" y="362996"/>
                </a:lnTo>
                <a:lnTo>
                  <a:pt x="871088" y="364470"/>
                </a:lnTo>
                <a:lnTo>
                  <a:pt x="859299" y="373100"/>
                </a:lnTo>
                <a:lnTo>
                  <a:pt x="854598" y="374932"/>
                </a:lnTo>
                <a:lnTo>
                  <a:pt x="853230" y="373150"/>
                </a:lnTo>
                <a:lnTo>
                  <a:pt x="852971" y="371877"/>
                </a:lnTo>
                <a:lnTo>
                  <a:pt x="855098" y="364548"/>
                </a:lnTo>
                <a:lnTo>
                  <a:pt x="856538" y="356338"/>
                </a:lnTo>
                <a:lnTo>
                  <a:pt x="857877" y="354809"/>
                </a:lnTo>
                <a:lnTo>
                  <a:pt x="859568" y="354710"/>
                </a:lnTo>
                <a:lnTo>
                  <a:pt x="861734" y="355213"/>
                </a:lnTo>
                <a:close/>
                <a:moveTo>
                  <a:pt x="897895" y="355550"/>
                </a:moveTo>
                <a:lnTo>
                  <a:pt x="899894" y="359983"/>
                </a:lnTo>
                <a:lnTo>
                  <a:pt x="901647" y="368084"/>
                </a:lnTo>
                <a:lnTo>
                  <a:pt x="901958" y="373519"/>
                </a:lnTo>
                <a:lnTo>
                  <a:pt x="901679" y="374517"/>
                </a:lnTo>
                <a:lnTo>
                  <a:pt x="900529" y="375335"/>
                </a:lnTo>
                <a:lnTo>
                  <a:pt x="898564" y="374631"/>
                </a:lnTo>
                <a:lnTo>
                  <a:pt x="887474" y="366915"/>
                </a:lnTo>
                <a:lnTo>
                  <a:pt x="884732" y="364325"/>
                </a:lnTo>
                <a:lnTo>
                  <a:pt x="887502" y="360968"/>
                </a:lnTo>
                <a:lnTo>
                  <a:pt x="894806" y="355087"/>
                </a:lnTo>
                <a:lnTo>
                  <a:pt x="896415" y="354740"/>
                </a:lnTo>
                <a:lnTo>
                  <a:pt x="897895" y="355550"/>
                </a:lnTo>
                <a:close/>
                <a:moveTo>
                  <a:pt x="882707" y="369581"/>
                </a:moveTo>
                <a:lnTo>
                  <a:pt x="892949" y="376659"/>
                </a:lnTo>
                <a:lnTo>
                  <a:pt x="896977" y="378623"/>
                </a:lnTo>
                <a:lnTo>
                  <a:pt x="897540" y="379488"/>
                </a:lnTo>
                <a:lnTo>
                  <a:pt x="897663" y="381330"/>
                </a:lnTo>
                <a:lnTo>
                  <a:pt x="897099" y="382791"/>
                </a:lnTo>
                <a:lnTo>
                  <a:pt x="895702" y="384045"/>
                </a:lnTo>
                <a:lnTo>
                  <a:pt x="891228" y="386653"/>
                </a:lnTo>
                <a:lnTo>
                  <a:pt x="882617" y="392755"/>
                </a:lnTo>
                <a:lnTo>
                  <a:pt x="879634" y="393371"/>
                </a:lnTo>
                <a:lnTo>
                  <a:pt x="876955" y="392281"/>
                </a:lnTo>
                <a:lnTo>
                  <a:pt x="865763" y="384521"/>
                </a:lnTo>
                <a:lnTo>
                  <a:pt x="863209" y="381827"/>
                </a:lnTo>
                <a:lnTo>
                  <a:pt x="862912" y="380225"/>
                </a:lnTo>
                <a:lnTo>
                  <a:pt x="864546" y="377899"/>
                </a:lnTo>
                <a:lnTo>
                  <a:pt x="876668" y="369014"/>
                </a:lnTo>
                <a:lnTo>
                  <a:pt x="879091" y="368182"/>
                </a:lnTo>
                <a:lnTo>
                  <a:pt x="882707" y="369581"/>
                </a:lnTo>
                <a:close/>
                <a:moveTo>
                  <a:pt x="856382" y="386890"/>
                </a:moveTo>
                <a:lnTo>
                  <a:pt x="868399" y="395429"/>
                </a:lnTo>
                <a:lnTo>
                  <a:pt x="870750" y="397617"/>
                </a:lnTo>
                <a:lnTo>
                  <a:pt x="871272" y="399204"/>
                </a:lnTo>
                <a:lnTo>
                  <a:pt x="869255" y="401306"/>
                </a:lnTo>
                <a:lnTo>
                  <a:pt x="852610" y="412349"/>
                </a:lnTo>
                <a:lnTo>
                  <a:pt x="849395" y="413473"/>
                </a:lnTo>
                <a:lnTo>
                  <a:pt x="848249" y="412414"/>
                </a:lnTo>
                <a:lnTo>
                  <a:pt x="847854" y="407940"/>
                </a:lnTo>
                <a:lnTo>
                  <a:pt x="849189" y="396461"/>
                </a:lnTo>
                <a:lnTo>
                  <a:pt x="850454" y="390392"/>
                </a:lnTo>
                <a:lnTo>
                  <a:pt x="851953" y="386983"/>
                </a:lnTo>
                <a:lnTo>
                  <a:pt x="853269" y="385817"/>
                </a:lnTo>
                <a:lnTo>
                  <a:pt x="854622" y="385682"/>
                </a:lnTo>
                <a:lnTo>
                  <a:pt x="856382" y="386890"/>
                </a:lnTo>
                <a:close/>
                <a:moveTo>
                  <a:pt x="904404" y="387179"/>
                </a:moveTo>
                <a:lnTo>
                  <a:pt x="905138" y="389069"/>
                </a:lnTo>
                <a:lnTo>
                  <a:pt x="906493" y="401775"/>
                </a:lnTo>
                <a:lnTo>
                  <a:pt x="908116" y="409599"/>
                </a:lnTo>
                <a:lnTo>
                  <a:pt x="907590" y="411456"/>
                </a:lnTo>
                <a:lnTo>
                  <a:pt x="906210" y="412076"/>
                </a:lnTo>
                <a:lnTo>
                  <a:pt x="903086" y="411133"/>
                </a:lnTo>
                <a:lnTo>
                  <a:pt x="888724" y="400864"/>
                </a:lnTo>
                <a:lnTo>
                  <a:pt x="887103" y="399344"/>
                </a:lnTo>
                <a:lnTo>
                  <a:pt x="886796" y="398456"/>
                </a:lnTo>
                <a:lnTo>
                  <a:pt x="887252" y="396706"/>
                </a:lnTo>
                <a:lnTo>
                  <a:pt x="888786" y="394848"/>
                </a:lnTo>
                <a:lnTo>
                  <a:pt x="896587" y="389686"/>
                </a:lnTo>
                <a:lnTo>
                  <a:pt x="900398" y="386406"/>
                </a:lnTo>
                <a:lnTo>
                  <a:pt x="902234" y="386215"/>
                </a:lnTo>
                <a:lnTo>
                  <a:pt x="904404" y="387179"/>
                </a:lnTo>
                <a:close/>
                <a:moveTo>
                  <a:pt x="881598" y="404247"/>
                </a:moveTo>
                <a:lnTo>
                  <a:pt x="901597" y="417831"/>
                </a:lnTo>
                <a:lnTo>
                  <a:pt x="901818" y="418582"/>
                </a:lnTo>
                <a:lnTo>
                  <a:pt x="901190" y="419754"/>
                </a:lnTo>
                <a:lnTo>
                  <a:pt x="897199" y="423009"/>
                </a:lnTo>
                <a:lnTo>
                  <a:pt x="880529" y="430849"/>
                </a:lnTo>
                <a:lnTo>
                  <a:pt x="876666" y="431393"/>
                </a:lnTo>
                <a:lnTo>
                  <a:pt x="873736" y="430525"/>
                </a:lnTo>
                <a:lnTo>
                  <a:pt x="860594" y="423560"/>
                </a:lnTo>
                <a:lnTo>
                  <a:pt x="857977" y="421862"/>
                </a:lnTo>
                <a:lnTo>
                  <a:pt x="855663" y="419670"/>
                </a:lnTo>
                <a:lnTo>
                  <a:pt x="855368" y="418597"/>
                </a:lnTo>
                <a:lnTo>
                  <a:pt x="856659" y="417144"/>
                </a:lnTo>
                <a:lnTo>
                  <a:pt x="874486" y="404597"/>
                </a:lnTo>
                <a:lnTo>
                  <a:pt x="878042" y="403269"/>
                </a:lnTo>
                <a:lnTo>
                  <a:pt x="881598" y="404247"/>
                </a:lnTo>
                <a:close/>
                <a:moveTo>
                  <a:pt x="908887" y="424400"/>
                </a:moveTo>
                <a:lnTo>
                  <a:pt x="909660" y="426833"/>
                </a:lnTo>
                <a:lnTo>
                  <a:pt x="911093" y="437617"/>
                </a:lnTo>
                <a:lnTo>
                  <a:pt x="912644" y="444604"/>
                </a:lnTo>
                <a:lnTo>
                  <a:pt x="912369" y="447465"/>
                </a:lnTo>
                <a:lnTo>
                  <a:pt x="911225" y="449061"/>
                </a:lnTo>
                <a:lnTo>
                  <a:pt x="909573" y="448929"/>
                </a:lnTo>
                <a:lnTo>
                  <a:pt x="906525" y="447609"/>
                </a:lnTo>
                <a:lnTo>
                  <a:pt x="889092" y="438726"/>
                </a:lnTo>
                <a:lnTo>
                  <a:pt x="887173" y="437291"/>
                </a:lnTo>
                <a:lnTo>
                  <a:pt x="886692" y="434872"/>
                </a:lnTo>
                <a:lnTo>
                  <a:pt x="887218" y="433599"/>
                </a:lnTo>
                <a:lnTo>
                  <a:pt x="887994" y="432939"/>
                </a:lnTo>
                <a:lnTo>
                  <a:pt x="892939" y="431040"/>
                </a:lnTo>
                <a:lnTo>
                  <a:pt x="901179" y="426797"/>
                </a:lnTo>
                <a:lnTo>
                  <a:pt x="905423" y="424095"/>
                </a:lnTo>
                <a:lnTo>
                  <a:pt x="907465" y="423731"/>
                </a:lnTo>
                <a:lnTo>
                  <a:pt x="908887" y="424400"/>
                </a:lnTo>
                <a:close/>
                <a:moveTo>
                  <a:pt x="852429" y="425847"/>
                </a:moveTo>
                <a:lnTo>
                  <a:pt x="865477" y="433105"/>
                </a:lnTo>
                <a:lnTo>
                  <a:pt x="866693" y="434388"/>
                </a:lnTo>
                <a:lnTo>
                  <a:pt x="866708" y="435895"/>
                </a:lnTo>
                <a:lnTo>
                  <a:pt x="865748" y="437430"/>
                </a:lnTo>
                <a:lnTo>
                  <a:pt x="863876" y="438679"/>
                </a:lnTo>
                <a:lnTo>
                  <a:pt x="858081" y="440828"/>
                </a:lnTo>
                <a:lnTo>
                  <a:pt x="847223" y="446347"/>
                </a:lnTo>
                <a:lnTo>
                  <a:pt x="844762" y="446609"/>
                </a:lnTo>
                <a:lnTo>
                  <a:pt x="843745" y="445477"/>
                </a:lnTo>
                <a:lnTo>
                  <a:pt x="843557" y="444120"/>
                </a:lnTo>
                <a:lnTo>
                  <a:pt x="844473" y="432669"/>
                </a:lnTo>
                <a:lnTo>
                  <a:pt x="845679" y="424834"/>
                </a:lnTo>
                <a:lnTo>
                  <a:pt x="846543" y="424259"/>
                </a:lnTo>
                <a:lnTo>
                  <a:pt x="848439" y="424147"/>
                </a:lnTo>
                <a:lnTo>
                  <a:pt x="852429" y="425847"/>
                </a:lnTo>
                <a:close/>
                <a:moveTo>
                  <a:pt x="880634" y="441420"/>
                </a:moveTo>
                <a:lnTo>
                  <a:pt x="900753" y="452479"/>
                </a:lnTo>
                <a:lnTo>
                  <a:pt x="902095" y="453666"/>
                </a:lnTo>
                <a:lnTo>
                  <a:pt x="902556" y="455779"/>
                </a:lnTo>
                <a:lnTo>
                  <a:pt x="902274" y="457103"/>
                </a:lnTo>
                <a:lnTo>
                  <a:pt x="901185" y="458277"/>
                </a:lnTo>
                <a:lnTo>
                  <a:pt x="880850" y="473370"/>
                </a:lnTo>
                <a:lnTo>
                  <a:pt x="878969" y="474428"/>
                </a:lnTo>
                <a:lnTo>
                  <a:pt x="877163" y="474561"/>
                </a:lnTo>
                <a:lnTo>
                  <a:pt x="873771" y="472861"/>
                </a:lnTo>
                <a:lnTo>
                  <a:pt x="857048" y="459942"/>
                </a:lnTo>
                <a:lnTo>
                  <a:pt x="852091" y="455709"/>
                </a:lnTo>
                <a:lnTo>
                  <a:pt x="850571" y="453391"/>
                </a:lnTo>
                <a:lnTo>
                  <a:pt x="850934" y="452365"/>
                </a:lnTo>
                <a:lnTo>
                  <a:pt x="852297" y="451432"/>
                </a:lnTo>
                <a:lnTo>
                  <a:pt x="869595" y="442738"/>
                </a:lnTo>
                <a:lnTo>
                  <a:pt x="873668" y="440241"/>
                </a:lnTo>
                <a:lnTo>
                  <a:pt x="877035" y="439849"/>
                </a:lnTo>
                <a:lnTo>
                  <a:pt x="880634" y="441420"/>
                </a:lnTo>
                <a:close/>
                <a:moveTo>
                  <a:pt x="848571" y="462297"/>
                </a:moveTo>
                <a:lnTo>
                  <a:pt x="867306" y="476144"/>
                </a:lnTo>
                <a:lnTo>
                  <a:pt x="869527" y="478216"/>
                </a:lnTo>
                <a:lnTo>
                  <a:pt x="870268" y="479799"/>
                </a:lnTo>
                <a:lnTo>
                  <a:pt x="869329" y="481295"/>
                </a:lnTo>
                <a:lnTo>
                  <a:pt x="866188" y="484086"/>
                </a:lnTo>
                <a:lnTo>
                  <a:pt x="860824" y="487604"/>
                </a:lnTo>
                <a:lnTo>
                  <a:pt x="839208" y="503677"/>
                </a:lnTo>
                <a:lnTo>
                  <a:pt x="837698" y="503954"/>
                </a:lnTo>
                <a:lnTo>
                  <a:pt x="836376" y="503082"/>
                </a:lnTo>
                <a:lnTo>
                  <a:pt x="836211" y="500021"/>
                </a:lnTo>
                <a:lnTo>
                  <a:pt x="840846" y="462286"/>
                </a:lnTo>
                <a:lnTo>
                  <a:pt x="841695" y="459915"/>
                </a:lnTo>
                <a:lnTo>
                  <a:pt x="843107" y="459209"/>
                </a:lnTo>
                <a:lnTo>
                  <a:pt x="845321" y="460043"/>
                </a:lnTo>
                <a:lnTo>
                  <a:pt x="848571" y="462297"/>
                </a:lnTo>
                <a:close/>
                <a:moveTo>
                  <a:pt x="913516" y="462827"/>
                </a:moveTo>
                <a:lnTo>
                  <a:pt x="914399" y="466918"/>
                </a:lnTo>
                <a:lnTo>
                  <a:pt x="916715" y="487166"/>
                </a:lnTo>
                <a:lnTo>
                  <a:pt x="917734" y="501086"/>
                </a:lnTo>
                <a:lnTo>
                  <a:pt x="917610" y="503344"/>
                </a:lnTo>
                <a:lnTo>
                  <a:pt x="916885" y="504545"/>
                </a:lnTo>
                <a:lnTo>
                  <a:pt x="916302" y="504742"/>
                </a:lnTo>
                <a:lnTo>
                  <a:pt x="913698" y="503698"/>
                </a:lnTo>
                <a:lnTo>
                  <a:pt x="890312" y="485390"/>
                </a:lnTo>
                <a:lnTo>
                  <a:pt x="886569" y="482029"/>
                </a:lnTo>
                <a:lnTo>
                  <a:pt x="885214" y="479991"/>
                </a:lnTo>
                <a:lnTo>
                  <a:pt x="886944" y="478026"/>
                </a:lnTo>
                <a:lnTo>
                  <a:pt x="892405" y="473840"/>
                </a:lnTo>
                <a:lnTo>
                  <a:pt x="908758" y="462383"/>
                </a:lnTo>
                <a:lnTo>
                  <a:pt x="912070" y="461091"/>
                </a:lnTo>
                <a:lnTo>
                  <a:pt x="913516" y="462827"/>
                </a:lnTo>
                <a:close/>
                <a:moveTo>
                  <a:pt x="297482" y="149097"/>
                </a:moveTo>
                <a:lnTo>
                  <a:pt x="294233" y="150770"/>
                </a:lnTo>
                <a:lnTo>
                  <a:pt x="290859" y="153798"/>
                </a:lnTo>
                <a:lnTo>
                  <a:pt x="286218" y="155319"/>
                </a:lnTo>
                <a:lnTo>
                  <a:pt x="283246" y="157133"/>
                </a:lnTo>
                <a:lnTo>
                  <a:pt x="274091" y="169045"/>
                </a:lnTo>
                <a:lnTo>
                  <a:pt x="273075" y="170919"/>
                </a:lnTo>
                <a:lnTo>
                  <a:pt x="272918" y="172740"/>
                </a:lnTo>
                <a:lnTo>
                  <a:pt x="276534" y="185216"/>
                </a:lnTo>
                <a:lnTo>
                  <a:pt x="276474" y="187264"/>
                </a:lnTo>
                <a:lnTo>
                  <a:pt x="268837" y="196509"/>
                </a:lnTo>
                <a:lnTo>
                  <a:pt x="264537" y="204918"/>
                </a:lnTo>
                <a:lnTo>
                  <a:pt x="263194" y="205862"/>
                </a:lnTo>
                <a:lnTo>
                  <a:pt x="259503" y="206072"/>
                </a:lnTo>
                <a:lnTo>
                  <a:pt x="256288" y="207945"/>
                </a:lnTo>
                <a:lnTo>
                  <a:pt x="251058" y="213830"/>
                </a:lnTo>
                <a:lnTo>
                  <a:pt x="249426" y="217722"/>
                </a:lnTo>
                <a:lnTo>
                  <a:pt x="249362" y="219620"/>
                </a:lnTo>
                <a:lnTo>
                  <a:pt x="250601" y="222949"/>
                </a:lnTo>
                <a:lnTo>
                  <a:pt x="256396" y="232885"/>
                </a:lnTo>
                <a:lnTo>
                  <a:pt x="255955" y="233928"/>
                </a:lnTo>
                <a:lnTo>
                  <a:pt x="252871" y="236449"/>
                </a:lnTo>
                <a:lnTo>
                  <a:pt x="251600" y="238444"/>
                </a:lnTo>
                <a:lnTo>
                  <a:pt x="251410" y="240660"/>
                </a:lnTo>
                <a:lnTo>
                  <a:pt x="252552" y="245435"/>
                </a:lnTo>
                <a:lnTo>
                  <a:pt x="250699" y="251181"/>
                </a:lnTo>
                <a:lnTo>
                  <a:pt x="250626" y="254532"/>
                </a:lnTo>
                <a:lnTo>
                  <a:pt x="254330" y="261399"/>
                </a:lnTo>
                <a:lnTo>
                  <a:pt x="258424" y="267281"/>
                </a:lnTo>
                <a:lnTo>
                  <a:pt x="259181" y="269741"/>
                </a:lnTo>
                <a:lnTo>
                  <a:pt x="259712" y="275635"/>
                </a:lnTo>
                <a:lnTo>
                  <a:pt x="262111" y="281505"/>
                </a:lnTo>
                <a:lnTo>
                  <a:pt x="262940" y="285845"/>
                </a:lnTo>
                <a:lnTo>
                  <a:pt x="263883" y="287381"/>
                </a:lnTo>
                <a:lnTo>
                  <a:pt x="265044" y="287903"/>
                </a:lnTo>
                <a:lnTo>
                  <a:pt x="268951" y="288115"/>
                </a:lnTo>
                <a:lnTo>
                  <a:pt x="272001" y="287237"/>
                </a:lnTo>
                <a:lnTo>
                  <a:pt x="273280" y="285586"/>
                </a:lnTo>
                <a:lnTo>
                  <a:pt x="274027" y="282072"/>
                </a:lnTo>
                <a:lnTo>
                  <a:pt x="273145" y="277542"/>
                </a:lnTo>
                <a:lnTo>
                  <a:pt x="270115" y="272007"/>
                </a:lnTo>
                <a:lnTo>
                  <a:pt x="268892" y="265547"/>
                </a:lnTo>
                <a:lnTo>
                  <a:pt x="267119" y="260586"/>
                </a:lnTo>
                <a:lnTo>
                  <a:pt x="264799" y="256185"/>
                </a:lnTo>
                <a:lnTo>
                  <a:pt x="261804" y="252324"/>
                </a:lnTo>
                <a:lnTo>
                  <a:pt x="262720" y="243163"/>
                </a:lnTo>
                <a:lnTo>
                  <a:pt x="268010" y="234745"/>
                </a:lnTo>
                <a:lnTo>
                  <a:pt x="269934" y="229657"/>
                </a:lnTo>
                <a:lnTo>
                  <a:pt x="269944" y="225597"/>
                </a:lnTo>
                <a:lnTo>
                  <a:pt x="267541" y="221659"/>
                </a:lnTo>
                <a:lnTo>
                  <a:pt x="273730" y="218575"/>
                </a:lnTo>
                <a:lnTo>
                  <a:pt x="276796" y="215728"/>
                </a:lnTo>
                <a:lnTo>
                  <a:pt x="277122" y="213075"/>
                </a:lnTo>
                <a:lnTo>
                  <a:pt x="275159" y="207677"/>
                </a:lnTo>
                <a:lnTo>
                  <a:pt x="277550" y="202122"/>
                </a:lnTo>
                <a:lnTo>
                  <a:pt x="284202" y="194493"/>
                </a:lnTo>
                <a:lnTo>
                  <a:pt x="286574" y="190038"/>
                </a:lnTo>
                <a:lnTo>
                  <a:pt x="287015" y="187809"/>
                </a:lnTo>
                <a:lnTo>
                  <a:pt x="286932" y="184604"/>
                </a:lnTo>
                <a:lnTo>
                  <a:pt x="285377" y="179810"/>
                </a:lnTo>
                <a:lnTo>
                  <a:pt x="284851" y="175831"/>
                </a:lnTo>
                <a:lnTo>
                  <a:pt x="285043" y="173252"/>
                </a:lnTo>
                <a:lnTo>
                  <a:pt x="285682" y="171535"/>
                </a:lnTo>
                <a:lnTo>
                  <a:pt x="287435" y="168762"/>
                </a:lnTo>
                <a:lnTo>
                  <a:pt x="289567" y="166497"/>
                </a:lnTo>
                <a:lnTo>
                  <a:pt x="295150" y="163730"/>
                </a:lnTo>
                <a:lnTo>
                  <a:pt x="298302" y="161343"/>
                </a:lnTo>
                <a:lnTo>
                  <a:pt x="302008" y="157351"/>
                </a:lnTo>
                <a:lnTo>
                  <a:pt x="303839" y="154352"/>
                </a:lnTo>
                <a:lnTo>
                  <a:pt x="304211" y="152544"/>
                </a:lnTo>
                <a:lnTo>
                  <a:pt x="304039" y="150640"/>
                </a:lnTo>
                <a:lnTo>
                  <a:pt x="302863" y="148215"/>
                </a:lnTo>
                <a:lnTo>
                  <a:pt x="300928" y="148030"/>
                </a:lnTo>
                <a:lnTo>
                  <a:pt x="297482" y="149097"/>
                </a:lnTo>
                <a:close/>
                <a:moveTo>
                  <a:pt x="717525" y="285254"/>
                </a:moveTo>
                <a:lnTo>
                  <a:pt x="716127" y="286507"/>
                </a:lnTo>
                <a:lnTo>
                  <a:pt x="716741" y="289170"/>
                </a:lnTo>
                <a:lnTo>
                  <a:pt x="719183" y="292692"/>
                </a:lnTo>
                <a:lnTo>
                  <a:pt x="721172" y="293269"/>
                </a:lnTo>
                <a:lnTo>
                  <a:pt x="727424" y="293363"/>
                </a:lnTo>
                <a:lnTo>
                  <a:pt x="730969" y="292722"/>
                </a:lnTo>
                <a:lnTo>
                  <a:pt x="734384" y="289806"/>
                </a:lnTo>
                <a:lnTo>
                  <a:pt x="735750" y="287327"/>
                </a:lnTo>
                <a:lnTo>
                  <a:pt x="735293" y="286011"/>
                </a:lnTo>
                <a:lnTo>
                  <a:pt x="733225" y="284934"/>
                </a:lnTo>
                <a:lnTo>
                  <a:pt x="730336" y="285095"/>
                </a:lnTo>
                <a:lnTo>
                  <a:pt x="725908" y="287098"/>
                </a:lnTo>
                <a:lnTo>
                  <a:pt x="720136" y="284966"/>
                </a:lnTo>
                <a:lnTo>
                  <a:pt x="717525" y="285254"/>
                </a:lnTo>
                <a:close/>
                <a:moveTo>
                  <a:pt x="10221" y="295331"/>
                </a:moveTo>
                <a:lnTo>
                  <a:pt x="6935" y="295755"/>
                </a:lnTo>
                <a:lnTo>
                  <a:pt x="4968" y="297012"/>
                </a:lnTo>
                <a:lnTo>
                  <a:pt x="4381" y="298272"/>
                </a:lnTo>
                <a:lnTo>
                  <a:pt x="3807" y="302688"/>
                </a:lnTo>
                <a:lnTo>
                  <a:pt x="4098" y="329563"/>
                </a:lnTo>
                <a:lnTo>
                  <a:pt x="6279" y="331292"/>
                </a:lnTo>
                <a:lnTo>
                  <a:pt x="8721" y="331745"/>
                </a:lnTo>
                <a:lnTo>
                  <a:pt x="11306" y="331494"/>
                </a:lnTo>
                <a:lnTo>
                  <a:pt x="13982" y="330093"/>
                </a:lnTo>
                <a:lnTo>
                  <a:pt x="13982" y="306082"/>
                </a:lnTo>
                <a:lnTo>
                  <a:pt x="15814" y="303816"/>
                </a:lnTo>
                <a:lnTo>
                  <a:pt x="24407" y="303360"/>
                </a:lnTo>
                <a:lnTo>
                  <a:pt x="26646" y="302897"/>
                </a:lnTo>
                <a:lnTo>
                  <a:pt x="28268" y="301541"/>
                </a:lnTo>
                <a:lnTo>
                  <a:pt x="29216" y="299488"/>
                </a:lnTo>
                <a:lnTo>
                  <a:pt x="28732" y="297580"/>
                </a:lnTo>
                <a:lnTo>
                  <a:pt x="26153" y="295749"/>
                </a:lnTo>
                <a:lnTo>
                  <a:pt x="18534" y="295055"/>
                </a:lnTo>
                <a:lnTo>
                  <a:pt x="10221" y="295331"/>
                </a:lnTo>
                <a:close/>
                <a:moveTo>
                  <a:pt x="51734" y="295427"/>
                </a:moveTo>
                <a:lnTo>
                  <a:pt x="50342" y="296468"/>
                </a:lnTo>
                <a:lnTo>
                  <a:pt x="48986" y="298416"/>
                </a:lnTo>
                <a:lnTo>
                  <a:pt x="49179" y="329852"/>
                </a:lnTo>
                <a:lnTo>
                  <a:pt x="51427" y="331572"/>
                </a:lnTo>
                <a:lnTo>
                  <a:pt x="54025" y="331979"/>
                </a:lnTo>
                <a:lnTo>
                  <a:pt x="58580" y="330334"/>
                </a:lnTo>
                <a:lnTo>
                  <a:pt x="59062" y="321270"/>
                </a:lnTo>
                <a:lnTo>
                  <a:pt x="61666" y="319784"/>
                </a:lnTo>
                <a:lnTo>
                  <a:pt x="67462" y="318640"/>
                </a:lnTo>
                <a:lnTo>
                  <a:pt x="71032" y="317443"/>
                </a:lnTo>
                <a:lnTo>
                  <a:pt x="75311" y="314809"/>
                </a:lnTo>
                <a:lnTo>
                  <a:pt x="77053" y="311626"/>
                </a:lnTo>
                <a:lnTo>
                  <a:pt x="77489" y="309715"/>
                </a:lnTo>
                <a:lnTo>
                  <a:pt x="77535" y="305643"/>
                </a:lnTo>
                <a:lnTo>
                  <a:pt x="76545" y="301749"/>
                </a:lnTo>
                <a:lnTo>
                  <a:pt x="75686" y="300063"/>
                </a:lnTo>
                <a:lnTo>
                  <a:pt x="74596" y="298653"/>
                </a:lnTo>
                <a:lnTo>
                  <a:pt x="71956" y="297020"/>
                </a:lnTo>
                <a:lnTo>
                  <a:pt x="67798" y="296010"/>
                </a:lnTo>
                <a:lnTo>
                  <a:pt x="59848" y="295059"/>
                </a:lnTo>
                <a:lnTo>
                  <a:pt x="54984" y="294963"/>
                </a:lnTo>
                <a:lnTo>
                  <a:pt x="51734" y="295427"/>
                </a:lnTo>
                <a:close/>
                <a:moveTo>
                  <a:pt x="66054" y="304057"/>
                </a:moveTo>
                <a:lnTo>
                  <a:pt x="67889" y="305448"/>
                </a:lnTo>
                <a:lnTo>
                  <a:pt x="68299" y="306656"/>
                </a:lnTo>
                <a:lnTo>
                  <a:pt x="67934" y="308107"/>
                </a:lnTo>
                <a:lnTo>
                  <a:pt x="66209" y="310185"/>
                </a:lnTo>
                <a:lnTo>
                  <a:pt x="65073" y="310794"/>
                </a:lnTo>
                <a:lnTo>
                  <a:pt x="62618" y="311175"/>
                </a:lnTo>
                <a:lnTo>
                  <a:pt x="60407" y="310474"/>
                </a:lnTo>
                <a:lnTo>
                  <a:pt x="59575" y="309731"/>
                </a:lnTo>
                <a:lnTo>
                  <a:pt x="59022" y="308731"/>
                </a:lnTo>
                <a:lnTo>
                  <a:pt x="58918" y="306394"/>
                </a:lnTo>
                <a:lnTo>
                  <a:pt x="60242" y="304040"/>
                </a:lnTo>
                <a:lnTo>
                  <a:pt x="62769" y="303196"/>
                </a:lnTo>
                <a:lnTo>
                  <a:pt x="66054" y="304057"/>
                </a:lnTo>
                <a:close/>
                <a:moveTo>
                  <a:pt x="98357" y="295186"/>
                </a:moveTo>
                <a:lnTo>
                  <a:pt x="96841" y="296529"/>
                </a:lnTo>
                <a:lnTo>
                  <a:pt x="96471" y="297874"/>
                </a:lnTo>
                <a:lnTo>
                  <a:pt x="96627" y="299439"/>
                </a:lnTo>
                <a:lnTo>
                  <a:pt x="104394" y="314969"/>
                </a:lnTo>
                <a:lnTo>
                  <a:pt x="107036" y="321463"/>
                </a:lnTo>
                <a:lnTo>
                  <a:pt x="106644" y="322800"/>
                </a:lnTo>
                <a:lnTo>
                  <a:pt x="105567" y="323778"/>
                </a:lnTo>
                <a:lnTo>
                  <a:pt x="102068" y="324479"/>
                </a:lnTo>
                <a:lnTo>
                  <a:pt x="100696" y="325362"/>
                </a:lnTo>
                <a:lnTo>
                  <a:pt x="99947" y="326961"/>
                </a:lnTo>
                <a:lnTo>
                  <a:pt x="99894" y="329539"/>
                </a:lnTo>
                <a:lnTo>
                  <a:pt x="100603" y="331311"/>
                </a:lnTo>
                <a:lnTo>
                  <a:pt x="101985" y="332407"/>
                </a:lnTo>
                <a:lnTo>
                  <a:pt x="104004" y="332809"/>
                </a:lnTo>
                <a:lnTo>
                  <a:pt x="106622" y="332498"/>
                </a:lnTo>
                <a:lnTo>
                  <a:pt x="111120" y="330662"/>
                </a:lnTo>
                <a:lnTo>
                  <a:pt x="113459" y="328668"/>
                </a:lnTo>
                <a:lnTo>
                  <a:pt x="114674" y="326994"/>
                </a:lnTo>
                <a:lnTo>
                  <a:pt x="125972" y="301716"/>
                </a:lnTo>
                <a:lnTo>
                  <a:pt x="126691" y="299286"/>
                </a:lnTo>
                <a:lnTo>
                  <a:pt x="126629" y="297271"/>
                </a:lnTo>
                <a:lnTo>
                  <a:pt x="125820" y="295800"/>
                </a:lnTo>
                <a:lnTo>
                  <a:pt x="124300" y="295003"/>
                </a:lnTo>
                <a:lnTo>
                  <a:pt x="122420" y="294979"/>
                </a:lnTo>
                <a:lnTo>
                  <a:pt x="120791" y="295647"/>
                </a:lnTo>
                <a:lnTo>
                  <a:pt x="119270" y="297018"/>
                </a:lnTo>
                <a:lnTo>
                  <a:pt x="117831" y="299130"/>
                </a:lnTo>
                <a:lnTo>
                  <a:pt x="114558" y="306519"/>
                </a:lnTo>
                <a:lnTo>
                  <a:pt x="113424" y="307736"/>
                </a:lnTo>
                <a:lnTo>
                  <a:pt x="112827" y="307752"/>
                </a:lnTo>
                <a:lnTo>
                  <a:pt x="110642" y="305353"/>
                </a:lnTo>
                <a:lnTo>
                  <a:pt x="105751" y="297009"/>
                </a:lnTo>
                <a:lnTo>
                  <a:pt x="102651" y="295541"/>
                </a:lnTo>
                <a:lnTo>
                  <a:pt x="98357" y="295186"/>
                </a:lnTo>
                <a:close/>
                <a:moveTo>
                  <a:pt x="153466" y="295379"/>
                </a:moveTo>
                <a:lnTo>
                  <a:pt x="149606" y="295969"/>
                </a:lnTo>
                <a:lnTo>
                  <a:pt x="147054" y="297934"/>
                </a:lnTo>
                <a:lnTo>
                  <a:pt x="147103" y="321280"/>
                </a:lnTo>
                <a:lnTo>
                  <a:pt x="147536" y="330093"/>
                </a:lnTo>
                <a:lnTo>
                  <a:pt x="149604" y="331520"/>
                </a:lnTo>
                <a:lnTo>
                  <a:pt x="152833" y="331982"/>
                </a:lnTo>
                <a:lnTo>
                  <a:pt x="155755" y="331344"/>
                </a:lnTo>
                <a:lnTo>
                  <a:pt x="157564" y="329756"/>
                </a:lnTo>
                <a:lnTo>
                  <a:pt x="157468" y="305407"/>
                </a:lnTo>
                <a:lnTo>
                  <a:pt x="159281" y="304061"/>
                </a:lnTo>
                <a:lnTo>
                  <a:pt x="162037" y="303613"/>
                </a:lnTo>
                <a:lnTo>
                  <a:pt x="164844" y="304274"/>
                </a:lnTo>
                <a:lnTo>
                  <a:pt x="166166" y="305231"/>
                </a:lnTo>
                <a:lnTo>
                  <a:pt x="166587" y="306134"/>
                </a:lnTo>
                <a:lnTo>
                  <a:pt x="166629" y="329756"/>
                </a:lnTo>
                <a:lnTo>
                  <a:pt x="168483" y="331104"/>
                </a:lnTo>
                <a:lnTo>
                  <a:pt x="171469" y="331891"/>
                </a:lnTo>
                <a:lnTo>
                  <a:pt x="174564" y="331710"/>
                </a:lnTo>
                <a:lnTo>
                  <a:pt x="176044" y="331058"/>
                </a:lnTo>
                <a:lnTo>
                  <a:pt x="176548" y="330233"/>
                </a:lnTo>
                <a:lnTo>
                  <a:pt x="176814" y="325519"/>
                </a:lnTo>
                <a:lnTo>
                  <a:pt x="176946" y="297452"/>
                </a:lnTo>
                <a:lnTo>
                  <a:pt x="174777" y="295475"/>
                </a:lnTo>
                <a:lnTo>
                  <a:pt x="153466" y="295379"/>
                </a:lnTo>
                <a:close/>
                <a:moveTo>
                  <a:pt x="204284" y="295331"/>
                </a:moveTo>
                <a:lnTo>
                  <a:pt x="202096" y="296239"/>
                </a:lnTo>
                <a:lnTo>
                  <a:pt x="200427" y="297741"/>
                </a:lnTo>
                <a:lnTo>
                  <a:pt x="200475" y="329659"/>
                </a:lnTo>
                <a:lnTo>
                  <a:pt x="201978" y="331110"/>
                </a:lnTo>
                <a:lnTo>
                  <a:pt x="205119" y="331868"/>
                </a:lnTo>
                <a:lnTo>
                  <a:pt x="208542" y="331445"/>
                </a:lnTo>
                <a:lnTo>
                  <a:pt x="210504" y="329949"/>
                </a:lnTo>
                <a:lnTo>
                  <a:pt x="210938" y="305407"/>
                </a:lnTo>
                <a:lnTo>
                  <a:pt x="212968" y="303935"/>
                </a:lnTo>
                <a:lnTo>
                  <a:pt x="215993" y="303473"/>
                </a:lnTo>
                <a:lnTo>
                  <a:pt x="218691" y="304547"/>
                </a:lnTo>
                <a:lnTo>
                  <a:pt x="219857" y="306806"/>
                </a:lnTo>
                <a:lnTo>
                  <a:pt x="219809" y="329563"/>
                </a:lnTo>
                <a:lnTo>
                  <a:pt x="221344" y="330952"/>
                </a:lnTo>
                <a:lnTo>
                  <a:pt x="224059" y="331783"/>
                </a:lnTo>
                <a:lnTo>
                  <a:pt x="227196" y="331702"/>
                </a:lnTo>
                <a:lnTo>
                  <a:pt x="229645" y="330672"/>
                </a:lnTo>
                <a:lnTo>
                  <a:pt x="230464" y="329949"/>
                </a:lnTo>
                <a:lnTo>
                  <a:pt x="230435" y="305331"/>
                </a:lnTo>
                <a:lnTo>
                  <a:pt x="230067" y="298356"/>
                </a:lnTo>
                <a:lnTo>
                  <a:pt x="229401" y="296473"/>
                </a:lnTo>
                <a:lnTo>
                  <a:pt x="228238" y="295809"/>
                </a:lnTo>
                <a:lnTo>
                  <a:pt x="224103" y="295429"/>
                </a:lnTo>
                <a:lnTo>
                  <a:pt x="204284" y="295331"/>
                </a:lnTo>
                <a:close/>
                <a:moveTo>
                  <a:pt x="263154" y="295668"/>
                </a:moveTo>
                <a:lnTo>
                  <a:pt x="261013" y="297898"/>
                </a:lnTo>
                <a:lnTo>
                  <a:pt x="259104" y="302147"/>
                </a:lnTo>
                <a:lnTo>
                  <a:pt x="253339" y="321166"/>
                </a:lnTo>
                <a:lnTo>
                  <a:pt x="250961" y="327372"/>
                </a:lnTo>
                <a:lnTo>
                  <a:pt x="251040" y="330316"/>
                </a:lnTo>
                <a:lnTo>
                  <a:pt x="252915" y="331815"/>
                </a:lnTo>
                <a:lnTo>
                  <a:pt x="256870" y="331454"/>
                </a:lnTo>
                <a:lnTo>
                  <a:pt x="258473" y="330119"/>
                </a:lnTo>
                <a:lnTo>
                  <a:pt x="260602" y="326485"/>
                </a:lnTo>
                <a:lnTo>
                  <a:pt x="262171" y="324814"/>
                </a:lnTo>
                <a:lnTo>
                  <a:pt x="264014" y="323975"/>
                </a:lnTo>
                <a:lnTo>
                  <a:pt x="266328" y="323850"/>
                </a:lnTo>
                <a:lnTo>
                  <a:pt x="268386" y="324276"/>
                </a:lnTo>
                <a:lnTo>
                  <a:pt x="269446" y="324929"/>
                </a:lnTo>
                <a:lnTo>
                  <a:pt x="273857" y="331174"/>
                </a:lnTo>
                <a:lnTo>
                  <a:pt x="276442" y="331952"/>
                </a:lnTo>
                <a:lnTo>
                  <a:pt x="280189" y="331352"/>
                </a:lnTo>
                <a:lnTo>
                  <a:pt x="282102" y="329225"/>
                </a:lnTo>
                <a:lnTo>
                  <a:pt x="281330" y="325947"/>
                </a:lnTo>
                <a:lnTo>
                  <a:pt x="272369" y="298444"/>
                </a:lnTo>
                <a:lnTo>
                  <a:pt x="270643" y="296506"/>
                </a:lnTo>
                <a:lnTo>
                  <a:pt x="267972" y="295298"/>
                </a:lnTo>
                <a:lnTo>
                  <a:pt x="265419" y="294997"/>
                </a:lnTo>
                <a:lnTo>
                  <a:pt x="263154" y="295668"/>
                </a:lnTo>
                <a:close/>
                <a:moveTo>
                  <a:pt x="267011" y="312688"/>
                </a:moveTo>
                <a:lnTo>
                  <a:pt x="267630" y="313528"/>
                </a:lnTo>
                <a:lnTo>
                  <a:pt x="266985" y="314582"/>
                </a:lnTo>
                <a:lnTo>
                  <a:pt x="264998" y="314875"/>
                </a:lnTo>
                <a:lnTo>
                  <a:pt x="263936" y="314344"/>
                </a:lnTo>
                <a:lnTo>
                  <a:pt x="263911" y="313189"/>
                </a:lnTo>
                <a:lnTo>
                  <a:pt x="264697" y="312447"/>
                </a:lnTo>
                <a:lnTo>
                  <a:pt x="265783" y="312260"/>
                </a:lnTo>
                <a:lnTo>
                  <a:pt x="267011" y="312688"/>
                </a:lnTo>
                <a:close/>
                <a:moveTo>
                  <a:pt x="336102" y="295524"/>
                </a:moveTo>
                <a:lnTo>
                  <a:pt x="334538" y="296998"/>
                </a:lnTo>
                <a:lnTo>
                  <a:pt x="333849" y="300706"/>
                </a:lnTo>
                <a:lnTo>
                  <a:pt x="333643" y="329081"/>
                </a:lnTo>
                <a:lnTo>
                  <a:pt x="335299" y="330949"/>
                </a:lnTo>
                <a:lnTo>
                  <a:pt x="336488" y="331577"/>
                </a:lnTo>
                <a:lnTo>
                  <a:pt x="339347" y="331709"/>
                </a:lnTo>
                <a:lnTo>
                  <a:pt x="341398" y="331128"/>
                </a:lnTo>
                <a:lnTo>
                  <a:pt x="342485" y="329615"/>
                </a:lnTo>
                <a:lnTo>
                  <a:pt x="343016" y="324272"/>
                </a:lnTo>
                <a:lnTo>
                  <a:pt x="343668" y="322280"/>
                </a:lnTo>
                <a:lnTo>
                  <a:pt x="344784" y="320975"/>
                </a:lnTo>
                <a:lnTo>
                  <a:pt x="347383" y="320034"/>
                </a:lnTo>
                <a:lnTo>
                  <a:pt x="348505" y="320294"/>
                </a:lnTo>
                <a:lnTo>
                  <a:pt x="349454" y="321143"/>
                </a:lnTo>
                <a:lnTo>
                  <a:pt x="352693" y="327463"/>
                </a:lnTo>
                <a:lnTo>
                  <a:pt x="355809" y="331287"/>
                </a:lnTo>
                <a:lnTo>
                  <a:pt x="358914" y="332035"/>
                </a:lnTo>
                <a:lnTo>
                  <a:pt x="364125" y="331181"/>
                </a:lnTo>
                <a:lnTo>
                  <a:pt x="364795" y="330244"/>
                </a:lnTo>
                <a:lnTo>
                  <a:pt x="364002" y="327465"/>
                </a:lnTo>
                <a:lnTo>
                  <a:pt x="355460" y="311778"/>
                </a:lnTo>
                <a:lnTo>
                  <a:pt x="354995" y="310024"/>
                </a:lnTo>
                <a:lnTo>
                  <a:pt x="355321" y="308077"/>
                </a:lnTo>
                <a:lnTo>
                  <a:pt x="356509" y="305754"/>
                </a:lnTo>
                <a:lnTo>
                  <a:pt x="361199" y="299365"/>
                </a:lnTo>
                <a:lnTo>
                  <a:pt x="361563" y="297667"/>
                </a:lnTo>
                <a:lnTo>
                  <a:pt x="361196" y="296242"/>
                </a:lnTo>
                <a:lnTo>
                  <a:pt x="360137" y="295262"/>
                </a:lnTo>
                <a:lnTo>
                  <a:pt x="358425" y="294897"/>
                </a:lnTo>
                <a:lnTo>
                  <a:pt x="356275" y="295475"/>
                </a:lnTo>
                <a:lnTo>
                  <a:pt x="353721" y="296865"/>
                </a:lnTo>
                <a:lnTo>
                  <a:pt x="351662" y="298552"/>
                </a:lnTo>
                <a:lnTo>
                  <a:pt x="347233" y="304600"/>
                </a:lnTo>
                <a:lnTo>
                  <a:pt x="344491" y="307432"/>
                </a:lnTo>
                <a:lnTo>
                  <a:pt x="343616" y="306949"/>
                </a:lnTo>
                <a:lnTo>
                  <a:pt x="343064" y="305443"/>
                </a:lnTo>
                <a:lnTo>
                  <a:pt x="342694" y="298764"/>
                </a:lnTo>
                <a:lnTo>
                  <a:pt x="341995" y="296895"/>
                </a:lnTo>
                <a:lnTo>
                  <a:pt x="340795" y="295812"/>
                </a:lnTo>
                <a:lnTo>
                  <a:pt x="339031" y="295150"/>
                </a:lnTo>
                <a:lnTo>
                  <a:pt x="336102" y="295524"/>
                </a:lnTo>
                <a:close/>
                <a:moveTo>
                  <a:pt x="395936" y="295620"/>
                </a:moveTo>
                <a:lnTo>
                  <a:pt x="392641" y="296850"/>
                </a:lnTo>
                <a:lnTo>
                  <a:pt x="389900" y="298549"/>
                </a:lnTo>
                <a:lnTo>
                  <a:pt x="386719" y="302096"/>
                </a:lnTo>
                <a:lnTo>
                  <a:pt x="385148" y="305202"/>
                </a:lnTo>
                <a:lnTo>
                  <a:pt x="383808" y="309510"/>
                </a:lnTo>
                <a:lnTo>
                  <a:pt x="383494" y="314876"/>
                </a:lnTo>
                <a:lnTo>
                  <a:pt x="385685" y="323768"/>
                </a:lnTo>
                <a:lnTo>
                  <a:pt x="386969" y="326140"/>
                </a:lnTo>
                <a:lnTo>
                  <a:pt x="388945" y="328406"/>
                </a:lnTo>
                <a:lnTo>
                  <a:pt x="391084" y="330286"/>
                </a:lnTo>
                <a:lnTo>
                  <a:pt x="393538" y="331417"/>
                </a:lnTo>
                <a:lnTo>
                  <a:pt x="398518" y="332741"/>
                </a:lnTo>
                <a:lnTo>
                  <a:pt x="401276" y="332751"/>
                </a:lnTo>
                <a:lnTo>
                  <a:pt x="406688" y="331491"/>
                </a:lnTo>
                <a:lnTo>
                  <a:pt x="408327" y="330720"/>
                </a:lnTo>
                <a:lnTo>
                  <a:pt x="411940" y="327475"/>
                </a:lnTo>
                <a:lnTo>
                  <a:pt x="414312" y="324197"/>
                </a:lnTo>
                <a:lnTo>
                  <a:pt x="416330" y="320209"/>
                </a:lnTo>
                <a:lnTo>
                  <a:pt x="416134" y="308371"/>
                </a:lnTo>
                <a:lnTo>
                  <a:pt x="414684" y="303750"/>
                </a:lnTo>
                <a:lnTo>
                  <a:pt x="411554" y="299508"/>
                </a:lnTo>
                <a:lnTo>
                  <a:pt x="409265" y="297424"/>
                </a:lnTo>
                <a:lnTo>
                  <a:pt x="405628" y="296007"/>
                </a:lnTo>
                <a:lnTo>
                  <a:pt x="402150" y="295266"/>
                </a:lnTo>
                <a:lnTo>
                  <a:pt x="398906" y="295140"/>
                </a:lnTo>
                <a:lnTo>
                  <a:pt x="395936" y="295620"/>
                </a:lnTo>
                <a:close/>
                <a:moveTo>
                  <a:pt x="403216" y="304540"/>
                </a:moveTo>
                <a:lnTo>
                  <a:pt x="404771" y="306473"/>
                </a:lnTo>
                <a:lnTo>
                  <a:pt x="405816" y="309232"/>
                </a:lnTo>
                <a:lnTo>
                  <a:pt x="406328" y="314247"/>
                </a:lnTo>
                <a:lnTo>
                  <a:pt x="405898" y="317725"/>
                </a:lnTo>
                <a:lnTo>
                  <a:pt x="404670" y="321253"/>
                </a:lnTo>
                <a:lnTo>
                  <a:pt x="403312" y="323168"/>
                </a:lnTo>
                <a:lnTo>
                  <a:pt x="401591" y="324134"/>
                </a:lnTo>
                <a:lnTo>
                  <a:pt x="398815" y="324144"/>
                </a:lnTo>
                <a:lnTo>
                  <a:pt x="397099" y="323211"/>
                </a:lnTo>
                <a:lnTo>
                  <a:pt x="396090" y="322063"/>
                </a:lnTo>
                <a:lnTo>
                  <a:pt x="394056" y="318079"/>
                </a:lnTo>
                <a:lnTo>
                  <a:pt x="393461" y="315328"/>
                </a:lnTo>
                <a:lnTo>
                  <a:pt x="393861" y="311108"/>
                </a:lnTo>
                <a:lnTo>
                  <a:pt x="395316" y="307014"/>
                </a:lnTo>
                <a:lnTo>
                  <a:pt x="397382" y="304347"/>
                </a:lnTo>
                <a:lnTo>
                  <a:pt x="400299" y="303611"/>
                </a:lnTo>
                <a:lnTo>
                  <a:pt x="403216" y="304540"/>
                </a:lnTo>
                <a:close/>
                <a:moveTo>
                  <a:pt x="441257" y="295379"/>
                </a:moveTo>
                <a:lnTo>
                  <a:pt x="439822" y="296784"/>
                </a:lnTo>
                <a:lnTo>
                  <a:pt x="439147" y="300892"/>
                </a:lnTo>
                <a:lnTo>
                  <a:pt x="438991" y="330190"/>
                </a:lnTo>
                <a:lnTo>
                  <a:pt x="441126" y="331661"/>
                </a:lnTo>
                <a:lnTo>
                  <a:pt x="442848" y="331974"/>
                </a:lnTo>
                <a:lnTo>
                  <a:pt x="444570" y="331661"/>
                </a:lnTo>
                <a:lnTo>
                  <a:pt x="446705" y="330190"/>
                </a:lnTo>
                <a:lnTo>
                  <a:pt x="447428" y="318483"/>
                </a:lnTo>
                <a:lnTo>
                  <a:pt x="447621" y="317413"/>
                </a:lnTo>
                <a:lnTo>
                  <a:pt x="448495" y="316576"/>
                </a:lnTo>
                <a:lnTo>
                  <a:pt x="449796" y="318336"/>
                </a:lnTo>
                <a:lnTo>
                  <a:pt x="452802" y="327701"/>
                </a:lnTo>
                <a:lnTo>
                  <a:pt x="454281" y="330129"/>
                </a:lnTo>
                <a:lnTo>
                  <a:pt x="455997" y="331435"/>
                </a:lnTo>
                <a:lnTo>
                  <a:pt x="459193" y="331491"/>
                </a:lnTo>
                <a:lnTo>
                  <a:pt x="461127" y="330283"/>
                </a:lnTo>
                <a:lnTo>
                  <a:pt x="462013" y="328427"/>
                </a:lnTo>
                <a:lnTo>
                  <a:pt x="463610" y="322065"/>
                </a:lnTo>
                <a:lnTo>
                  <a:pt x="464843" y="320335"/>
                </a:lnTo>
                <a:lnTo>
                  <a:pt x="466329" y="319582"/>
                </a:lnTo>
                <a:lnTo>
                  <a:pt x="467435" y="319837"/>
                </a:lnTo>
                <a:lnTo>
                  <a:pt x="467835" y="320601"/>
                </a:lnTo>
                <a:lnTo>
                  <a:pt x="467534" y="329177"/>
                </a:lnTo>
                <a:lnTo>
                  <a:pt x="468643" y="330334"/>
                </a:lnTo>
                <a:lnTo>
                  <a:pt x="470337" y="331462"/>
                </a:lnTo>
                <a:lnTo>
                  <a:pt x="472403" y="331913"/>
                </a:lnTo>
                <a:lnTo>
                  <a:pt x="475421" y="331390"/>
                </a:lnTo>
                <a:lnTo>
                  <a:pt x="476860" y="330283"/>
                </a:lnTo>
                <a:lnTo>
                  <a:pt x="477370" y="329078"/>
                </a:lnTo>
                <a:lnTo>
                  <a:pt x="477606" y="326079"/>
                </a:lnTo>
                <a:lnTo>
                  <a:pt x="477803" y="308452"/>
                </a:lnTo>
                <a:lnTo>
                  <a:pt x="477492" y="299273"/>
                </a:lnTo>
                <a:lnTo>
                  <a:pt x="476648" y="296578"/>
                </a:lnTo>
                <a:lnTo>
                  <a:pt x="474940" y="295504"/>
                </a:lnTo>
                <a:lnTo>
                  <a:pt x="469767" y="294993"/>
                </a:lnTo>
                <a:lnTo>
                  <a:pt x="467490" y="295610"/>
                </a:lnTo>
                <a:lnTo>
                  <a:pt x="464932" y="297118"/>
                </a:lnTo>
                <a:lnTo>
                  <a:pt x="463354" y="299726"/>
                </a:lnTo>
                <a:lnTo>
                  <a:pt x="460856" y="308963"/>
                </a:lnTo>
                <a:lnTo>
                  <a:pt x="459782" y="310509"/>
                </a:lnTo>
                <a:lnTo>
                  <a:pt x="457409" y="311868"/>
                </a:lnTo>
                <a:lnTo>
                  <a:pt x="455814" y="309583"/>
                </a:lnTo>
                <a:lnTo>
                  <a:pt x="452829" y="299718"/>
                </a:lnTo>
                <a:lnTo>
                  <a:pt x="450884" y="296662"/>
                </a:lnTo>
                <a:lnTo>
                  <a:pt x="449828" y="295802"/>
                </a:lnTo>
                <a:lnTo>
                  <a:pt x="447179" y="295153"/>
                </a:lnTo>
                <a:lnTo>
                  <a:pt x="443859" y="294973"/>
                </a:lnTo>
                <a:lnTo>
                  <a:pt x="441257" y="295379"/>
                </a:lnTo>
                <a:close/>
                <a:moveTo>
                  <a:pt x="505045" y="295282"/>
                </a:moveTo>
                <a:lnTo>
                  <a:pt x="503188" y="295991"/>
                </a:lnTo>
                <a:lnTo>
                  <a:pt x="501429" y="297452"/>
                </a:lnTo>
                <a:lnTo>
                  <a:pt x="501429" y="329949"/>
                </a:lnTo>
                <a:lnTo>
                  <a:pt x="503615" y="331458"/>
                </a:lnTo>
                <a:lnTo>
                  <a:pt x="505831" y="331817"/>
                </a:lnTo>
                <a:lnTo>
                  <a:pt x="509306" y="330978"/>
                </a:lnTo>
                <a:lnTo>
                  <a:pt x="510301" y="329920"/>
                </a:lnTo>
                <a:lnTo>
                  <a:pt x="511035" y="323810"/>
                </a:lnTo>
                <a:lnTo>
                  <a:pt x="511071" y="306082"/>
                </a:lnTo>
                <a:lnTo>
                  <a:pt x="514187" y="303859"/>
                </a:lnTo>
                <a:lnTo>
                  <a:pt x="517472" y="303604"/>
                </a:lnTo>
                <a:lnTo>
                  <a:pt x="519403" y="304071"/>
                </a:lnTo>
                <a:lnTo>
                  <a:pt x="520048" y="304666"/>
                </a:lnTo>
                <a:lnTo>
                  <a:pt x="520831" y="306970"/>
                </a:lnTo>
                <a:lnTo>
                  <a:pt x="520955" y="329515"/>
                </a:lnTo>
                <a:lnTo>
                  <a:pt x="522496" y="331037"/>
                </a:lnTo>
                <a:lnTo>
                  <a:pt x="524270" y="331694"/>
                </a:lnTo>
                <a:lnTo>
                  <a:pt x="527336" y="331611"/>
                </a:lnTo>
                <a:lnTo>
                  <a:pt x="529130" y="330899"/>
                </a:lnTo>
                <a:lnTo>
                  <a:pt x="530309" y="329707"/>
                </a:lnTo>
                <a:lnTo>
                  <a:pt x="530641" y="326571"/>
                </a:lnTo>
                <a:lnTo>
                  <a:pt x="530839" y="298175"/>
                </a:lnTo>
                <a:lnTo>
                  <a:pt x="528667" y="296134"/>
                </a:lnTo>
                <a:lnTo>
                  <a:pt x="526886" y="295331"/>
                </a:lnTo>
                <a:lnTo>
                  <a:pt x="505045" y="295282"/>
                </a:lnTo>
                <a:close/>
                <a:moveTo>
                  <a:pt x="563625" y="295957"/>
                </a:moveTo>
                <a:lnTo>
                  <a:pt x="561185" y="298346"/>
                </a:lnTo>
                <a:lnTo>
                  <a:pt x="559915" y="301027"/>
                </a:lnTo>
                <a:lnTo>
                  <a:pt x="557564" y="309850"/>
                </a:lnTo>
                <a:lnTo>
                  <a:pt x="551710" y="326686"/>
                </a:lnTo>
                <a:lnTo>
                  <a:pt x="551501" y="329805"/>
                </a:lnTo>
                <a:lnTo>
                  <a:pt x="553319" y="331769"/>
                </a:lnTo>
                <a:lnTo>
                  <a:pt x="557118" y="331760"/>
                </a:lnTo>
                <a:lnTo>
                  <a:pt x="558939" y="330304"/>
                </a:lnTo>
                <a:lnTo>
                  <a:pt x="560962" y="326512"/>
                </a:lnTo>
                <a:lnTo>
                  <a:pt x="562323" y="324964"/>
                </a:lnTo>
                <a:lnTo>
                  <a:pt x="564153" y="324159"/>
                </a:lnTo>
                <a:lnTo>
                  <a:pt x="567560" y="323894"/>
                </a:lnTo>
                <a:lnTo>
                  <a:pt x="569561" y="324458"/>
                </a:lnTo>
                <a:lnTo>
                  <a:pt x="570570" y="325296"/>
                </a:lnTo>
                <a:lnTo>
                  <a:pt x="573057" y="329597"/>
                </a:lnTo>
                <a:lnTo>
                  <a:pt x="574648" y="331039"/>
                </a:lnTo>
                <a:lnTo>
                  <a:pt x="577463" y="331877"/>
                </a:lnTo>
                <a:lnTo>
                  <a:pt x="580964" y="331407"/>
                </a:lnTo>
                <a:lnTo>
                  <a:pt x="582043" y="330327"/>
                </a:lnTo>
                <a:lnTo>
                  <a:pt x="582332" y="329274"/>
                </a:lnTo>
                <a:lnTo>
                  <a:pt x="581699" y="324856"/>
                </a:lnTo>
                <a:lnTo>
                  <a:pt x="575411" y="306229"/>
                </a:lnTo>
                <a:lnTo>
                  <a:pt x="573271" y="298604"/>
                </a:lnTo>
                <a:lnTo>
                  <a:pt x="572207" y="296952"/>
                </a:lnTo>
                <a:lnTo>
                  <a:pt x="569881" y="295528"/>
                </a:lnTo>
                <a:lnTo>
                  <a:pt x="565798" y="295013"/>
                </a:lnTo>
                <a:lnTo>
                  <a:pt x="563625" y="295957"/>
                </a:lnTo>
                <a:close/>
                <a:moveTo>
                  <a:pt x="567675" y="312688"/>
                </a:moveTo>
                <a:lnTo>
                  <a:pt x="568200" y="313989"/>
                </a:lnTo>
                <a:lnTo>
                  <a:pt x="567521" y="315022"/>
                </a:lnTo>
                <a:lnTo>
                  <a:pt x="565421" y="315459"/>
                </a:lnTo>
                <a:lnTo>
                  <a:pt x="564352" y="314796"/>
                </a:lnTo>
                <a:lnTo>
                  <a:pt x="564168" y="313137"/>
                </a:lnTo>
                <a:lnTo>
                  <a:pt x="564946" y="312011"/>
                </a:lnTo>
                <a:lnTo>
                  <a:pt x="566266" y="311822"/>
                </a:lnTo>
                <a:lnTo>
                  <a:pt x="567675" y="312688"/>
                </a:lnTo>
                <a:close/>
                <a:moveTo>
                  <a:pt x="606632" y="295379"/>
                </a:moveTo>
                <a:lnTo>
                  <a:pt x="605091" y="296781"/>
                </a:lnTo>
                <a:lnTo>
                  <a:pt x="604355" y="300767"/>
                </a:lnTo>
                <a:lnTo>
                  <a:pt x="604185" y="322627"/>
                </a:lnTo>
                <a:lnTo>
                  <a:pt x="604371" y="329140"/>
                </a:lnTo>
                <a:lnTo>
                  <a:pt x="604729" y="330180"/>
                </a:lnTo>
                <a:lnTo>
                  <a:pt x="606718" y="331592"/>
                </a:lnTo>
                <a:lnTo>
                  <a:pt x="609477" y="331957"/>
                </a:lnTo>
                <a:lnTo>
                  <a:pt x="611240" y="331512"/>
                </a:lnTo>
                <a:lnTo>
                  <a:pt x="613189" y="330093"/>
                </a:lnTo>
                <a:lnTo>
                  <a:pt x="613507" y="321391"/>
                </a:lnTo>
                <a:lnTo>
                  <a:pt x="614021" y="318678"/>
                </a:lnTo>
                <a:lnTo>
                  <a:pt x="615892" y="317237"/>
                </a:lnTo>
                <a:lnTo>
                  <a:pt x="619138" y="316828"/>
                </a:lnTo>
                <a:lnTo>
                  <a:pt x="622214" y="317500"/>
                </a:lnTo>
                <a:lnTo>
                  <a:pt x="623411" y="318522"/>
                </a:lnTo>
                <a:lnTo>
                  <a:pt x="623893" y="329659"/>
                </a:lnTo>
                <a:lnTo>
                  <a:pt x="625691" y="331338"/>
                </a:lnTo>
                <a:lnTo>
                  <a:pt x="627095" y="331879"/>
                </a:lnTo>
                <a:lnTo>
                  <a:pt x="629541" y="331923"/>
                </a:lnTo>
                <a:lnTo>
                  <a:pt x="631680" y="331061"/>
                </a:lnTo>
                <a:lnTo>
                  <a:pt x="633054" y="329515"/>
                </a:lnTo>
                <a:lnTo>
                  <a:pt x="633054" y="298513"/>
                </a:lnTo>
                <a:lnTo>
                  <a:pt x="631897" y="296666"/>
                </a:lnTo>
                <a:lnTo>
                  <a:pt x="630763" y="295561"/>
                </a:lnTo>
                <a:lnTo>
                  <a:pt x="629582" y="295138"/>
                </a:lnTo>
                <a:lnTo>
                  <a:pt x="627460" y="295112"/>
                </a:lnTo>
                <a:lnTo>
                  <a:pt x="625804" y="295871"/>
                </a:lnTo>
                <a:lnTo>
                  <a:pt x="624284" y="298375"/>
                </a:lnTo>
                <a:lnTo>
                  <a:pt x="624053" y="305166"/>
                </a:lnTo>
                <a:lnTo>
                  <a:pt x="623470" y="307124"/>
                </a:lnTo>
                <a:lnTo>
                  <a:pt x="622208" y="308320"/>
                </a:lnTo>
                <a:lnTo>
                  <a:pt x="618872" y="308854"/>
                </a:lnTo>
                <a:lnTo>
                  <a:pt x="615544" y="308423"/>
                </a:lnTo>
                <a:lnTo>
                  <a:pt x="613973" y="307348"/>
                </a:lnTo>
                <a:lnTo>
                  <a:pt x="613364" y="304945"/>
                </a:lnTo>
                <a:lnTo>
                  <a:pt x="613286" y="297693"/>
                </a:lnTo>
                <a:lnTo>
                  <a:pt x="610003" y="295112"/>
                </a:lnTo>
                <a:lnTo>
                  <a:pt x="608420" y="294942"/>
                </a:lnTo>
                <a:lnTo>
                  <a:pt x="606632" y="295379"/>
                </a:lnTo>
                <a:close/>
                <a:moveTo>
                  <a:pt x="659716" y="295861"/>
                </a:moveTo>
                <a:lnTo>
                  <a:pt x="657959" y="297321"/>
                </a:lnTo>
                <a:lnTo>
                  <a:pt x="657578" y="298673"/>
                </a:lnTo>
                <a:lnTo>
                  <a:pt x="657257" y="329177"/>
                </a:lnTo>
                <a:lnTo>
                  <a:pt x="658755" y="330837"/>
                </a:lnTo>
                <a:lnTo>
                  <a:pt x="660623" y="331690"/>
                </a:lnTo>
                <a:lnTo>
                  <a:pt x="662850" y="331923"/>
                </a:lnTo>
                <a:lnTo>
                  <a:pt x="664827" y="331443"/>
                </a:lnTo>
                <a:lnTo>
                  <a:pt x="667430" y="328400"/>
                </a:lnTo>
                <a:lnTo>
                  <a:pt x="671528" y="321632"/>
                </a:lnTo>
                <a:lnTo>
                  <a:pt x="676157" y="316449"/>
                </a:lnTo>
                <a:lnTo>
                  <a:pt x="677500" y="318224"/>
                </a:lnTo>
                <a:lnTo>
                  <a:pt x="677827" y="319402"/>
                </a:lnTo>
                <a:lnTo>
                  <a:pt x="677653" y="327030"/>
                </a:lnTo>
                <a:lnTo>
                  <a:pt x="677989" y="329852"/>
                </a:lnTo>
                <a:lnTo>
                  <a:pt x="679051" y="331056"/>
                </a:lnTo>
                <a:lnTo>
                  <a:pt x="680687" y="331756"/>
                </a:lnTo>
                <a:lnTo>
                  <a:pt x="683498" y="331794"/>
                </a:lnTo>
                <a:lnTo>
                  <a:pt x="685131" y="331101"/>
                </a:lnTo>
                <a:lnTo>
                  <a:pt x="686571" y="329515"/>
                </a:lnTo>
                <a:lnTo>
                  <a:pt x="686571" y="297693"/>
                </a:lnTo>
                <a:lnTo>
                  <a:pt x="683298" y="295048"/>
                </a:lnTo>
                <a:lnTo>
                  <a:pt x="681337" y="294940"/>
                </a:lnTo>
                <a:lnTo>
                  <a:pt x="679320" y="295951"/>
                </a:lnTo>
                <a:lnTo>
                  <a:pt x="676257" y="299529"/>
                </a:lnTo>
                <a:lnTo>
                  <a:pt x="670295" y="308915"/>
                </a:lnTo>
                <a:lnTo>
                  <a:pt x="668510" y="310614"/>
                </a:lnTo>
                <a:lnTo>
                  <a:pt x="667800" y="310304"/>
                </a:lnTo>
                <a:lnTo>
                  <a:pt x="667061" y="308415"/>
                </a:lnTo>
                <a:lnTo>
                  <a:pt x="666636" y="299454"/>
                </a:lnTo>
                <a:lnTo>
                  <a:pt x="665829" y="296488"/>
                </a:lnTo>
                <a:lnTo>
                  <a:pt x="664586" y="295427"/>
                </a:lnTo>
                <a:lnTo>
                  <a:pt x="663096" y="294971"/>
                </a:lnTo>
                <a:lnTo>
                  <a:pt x="661680" y="295007"/>
                </a:lnTo>
                <a:lnTo>
                  <a:pt x="659716" y="295861"/>
                </a:lnTo>
                <a:close/>
                <a:moveTo>
                  <a:pt x="712077" y="296777"/>
                </a:moveTo>
                <a:lnTo>
                  <a:pt x="710679" y="298224"/>
                </a:lnTo>
                <a:lnTo>
                  <a:pt x="710920" y="324693"/>
                </a:lnTo>
                <a:lnTo>
                  <a:pt x="711185" y="329417"/>
                </a:lnTo>
                <a:lnTo>
                  <a:pt x="711743" y="330406"/>
                </a:lnTo>
                <a:lnTo>
                  <a:pt x="713309" y="331344"/>
                </a:lnTo>
                <a:lnTo>
                  <a:pt x="715325" y="331775"/>
                </a:lnTo>
                <a:lnTo>
                  <a:pt x="717382" y="331667"/>
                </a:lnTo>
                <a:lnTo>
                  <a:pt x="719069" y="330991"/>
                </a:lnTo>
                <a:lnTo>
                  <a:pt x="725565" y="320121"/>
                </a:lnTo>
                <a:lnTo>
                  <a:pt x="727391" y="318600"/>
                </a:lnTo>
                <a:lnTo>
                  <a:pt x="729517" y="317658"/>
                </a:lnTo>
                <a:lnTo>
                  <a:pt x="730237" y="317861"/>
                </a:lnTo>
                <a:lnTo>
                  <a:pt x="730597" y="318877"/>
                </a:lnTo>
                <a:lnTo>
                  <a:pt x="731555" y="330431"/>
                </a:lnTo>
                <a:lnTo>
                  <a:pt x="733363" y="331543"/>
                </a:lnTo>
                <a:lnTo>
                  <a:pt x="736120" y="331882"/>
                </a:lnTo>
                <a:lnTo>
                  <a:pt x="738696" y="331377"/>
                </a:lnTo>
                <a:lnTo>
                  <a:pt x="740571" y="330045"/>
                </a:lnTo>
                <a:lnTo>
                  <a:pt x="740432" y="301937"/>
                </a:lnTo>
                <a:lnTo>
                  <a:pt x="739509" y="296622"/>
                </a:lnTo>
                <a:lnTo>
                  <a:pt x="738084" y="295540"/>
                </a:lnTo>
                <a:lnTo>
                  <a:pt x="735750" y="295379"/>
                </a:lnTo>
                <a:lnTo>
                  <a:pt x="734304" y="295622"/>
                </a:lnTo>
                <a:lnTo>
                  <a:pt x="732194" y="296837"/>
                </a:lnTo>
                <a:lnTo>
                  <a:pt x="730267" y="298964"/>
                </a:lnTo>
                <a:lnTo>
                  <a:pt x="723938" y="309216"/>
                </a:lnTo>
                <a:lnTo>
                  <a:pt x="722262" y="310289"/>
                </a:lnTo>
                <a:lnTo>
                  <a:pt x="721296" y="310000"/>
                </a:lnTo>
                <a:lnTo>
                  <a:pt x="720661" y="308831"/>
                </a:lnTo>
                <a:lnTo>
                  <a:pt x="720321" y="297741"/>
                </a:lnTo>
                <a:lnTo>
                  <a:pt x="718538" y="296105"/>
                </a:lnTo>
                <a:lnTo>
                  <a:pt x="716423" y="295340"/>
                </a:lnTo>
                <a:lnTo>
                  <a:pt x="714111" y="295569"/>
                </a:lnTo>
                <a:lnTo>
                  <a:pt x="712077" y="296777"/>
                </a:lnTo>
                <a:close/>
                <a:moveTo>
                  <a:pt x="952039" y="298320"/>
                </a:moveTo>
                <a:lnTo>
                  <a:pt x="951702" y="300249"/>
                </a:lnTo>
                <a:lnTo>
                  <a:pt x="954512" y="306484"/>
                </a:lnTo>
                <a:lnTo>
                  <a:pt x="953908" y="307749"/>
                </a:lnTo>
                <a:lnTo>
                  <a:pt x="950526" y="308599"/>
                </a:lnTo>
                <a:lnTo>
                  <a:pt x="941771" y="307873"/>
                </a:lnTo>
                <a:lnTo>
                  <a:pt x="936673" y="308532"/>
                </a:lnTo>
                <a:lnTo>
                  <a:pt x="933621" y="310201"/>
                </a:lnTo>
                <a:lnTo>
                  <a:pt x="933176" y="312428"/>
                </a:lnTo>
                <a:lnTo>
                  <a:pt x="934217" y="314684"/>
                </a:lnTo>
                <a:lnTo>
                  <a:pt x="936527" y="316120"/>
                </a:lnTo>
                <a:lnTo>
                  <a:pt x="941879" y="317702"/>
                </a:lnTo>
                <a:lnTo>
                  <a:pt x="948194" y="318410"/>
                </a:lnTo>
                <a:lnTo>
                  <a:pt x="949882" y="319046"/>
                </a:lnTo>
                <a:lnTo>
                  <a:pt x="951710" y="320649"/>
                </a:lnTo>
                <a:lnTo>
                  <a:pt x="955237" y="328258"/>
                </a:lnTo>
                <a:lnTo>
                  <a:pt x="960063" y="341840"/>
                </a:lnTo>
                <a:lnTo>
                  <a:pt x="966865" y="351696"/>
                </a:lnTo>
                <a:lnTo>
                  <a:pt x="971351" y="362236"/>
                </a:lnTo>
                <a:lnTo>
                  <a:pt x="972331" y="368231"/>
                </a:lnTo>
                <a:lnTo>
                  <a:pt x="972673" y="388370"/>
                </a:lnTo>
                <a:lnTo>
                  <a:pt x="974073" y="395327"/>
                </a:lnTo>
                <a:lnTo>
                  <a:pt x="972452" y="405573"/>
                </a:lnTo>
                <a:lnTo>
                  <a:pt x="970429" y="428035"/>
                </a:lnTo>
                <a:lnTo>
                  <a:pt x="969435" y="432623"/>
                </a:lnTo>
                <a:lnTo>
                  <a:pt x="967187" y="438068"/>
                </a:lnTo>
                <a:lnTo>
                  <a:pt x="965715" y="440326"/>
                </a:lnTo>
                <a:lnTo>
                  <a:pt x="963695" y="442047"/>
                </a:lnTo>
                <a:lnTo>
                  <a:pt x="961154" y="443212"/>
                </a:lnTo>
                <a:lnTo>
                  <a:pt x="958120" y="443804"/>
                </a:lnTo>
                <a:lnTo>
                  <a:pt x="953775" y="443879"/>
                </a:lnTo>
                <a:lnTo>
                  <a:pt x="948983" y="437837"/>
                </a:lnTo>
                <a:lnTo>
                  <a:pt x="949025" y="436694"/>
                </a:lnTo>
                <a:lnTo>
                  <a:pt x="949858" y="435809"/>
                </a:lnTo>
                <a:lnTo>
                  <a:pt x="955627" y="434734"/>
                </a:lnTo>
                <a:lnTo>
                  <a:pt x="957373" y="433873"/>
                </a:lnTo>
                <a:lnTo>
                  <a:pt x="958307" y="432693"/>
                </a:lnTo>
                <a:lnTo>
                  <a:pt x="958452" y="410370"/>
                </a:lnTo>
                <a:lnTo>
                  <a:pt x="955903" y="403724"/>
                </a:lnTo>
                <a:lnTo>
                  <a:pt x="954493" y="394445"/>
                </a:lnTo>
                <a:lnTo>
                  <a:pt x="953276" y="390689"/>
                </a:lnTo>
                <a:lnTo>
                  <a:pt x="950109" y="385758"/>
                </a:lnTo>
                <a:lnTo>
                  <a:pt x="943794" y="380241"/>
                </a:lnTo>
                <a:lnTo>
                  <a:pt x="940859" y="378942"/>
                </a:lnTo>
                <a:lnTo>
                  <a:pt x="938632" y="379626"/>
                </a:lnTo>
                <a:lnTo>
                  <a:pt x="928242" y="395003"/>
                </a:lnTo>
                <a:lnTo>
                  <a:pt x="925921" y="397095"/>
                </a:lnTo>
                <a:lnTo>
                  <a:pt x="923591" y="397292"/>
                </a:lnTo>
                <a:lnTo>
                  <a:pt x="919775" y="394537"/>
                </a:lnTo>
                <a:lnTo>
                  <a:pt x="917861" y="393670"/>
                </a:lnTo>
                <a:lnTo>
                  <a:pt x="916169" y="393753"/>
                </a:lnTo>
                <a:lnTo>
                  <a:pt x="914480" y="395086"/>
                </a:lnTo>
                <a:lnTo>
                  <a:pt x="918386" y="407604"/>
                </a:lnTo>
                <a:lnTo>
                  <a:pt x="919844" y="408686"/>
                </a:lnTo>
                <a:lnTo>
                  <a:pt x="923549" y="409385"/>
                </a:lnTo>
                <a:lnTo>
                  <a:pt x="926904" y="408908"/>
                </a:lnTo>
                <a:lnTo>
                  <a:pt x="929600" y="407322"/>
                </a:lnTo>
                <a:lnTo>
                  <a:pt x="934356" y="402835"/>
                </a:lnTo>
                <a:lnTo>
                  <a:pt x="941963" y="394598"/>
                </a:lnTo>
                <a:lnTo>
                  <a:pt x="943011" y="394569"/>
                </a:lnTo>
                <a:lnTo>
                  <a:pt x="943999" y="395729"/>
                </a:lnTo>
                <a:lnTo>
                  <a:pt x="944458" y="397995"/>
                </a:lnTo>
                <a:lnTo>
                  <a:pt x="944518" y="404488"/>
                </a:lnTo>
                <a:lnTo>
                  <a:pt x="948134" y="410852"/>
                </a:lnTo>
                <a:lnTo>
                  <a:pt x="948471" y="422134"/>
                </a:lnTo>
                <a:lnTo>
                  <a:pt x="946129" y="424197"/>
                </a:lnTo>
                <a:lnTo>
                  <a:pt x="941421" y="425018"/>
                </a:lnTo>
                <a:lnTo>
                  <a:pt x="939388" y="426478"/>
                </a:lnTo>
                <a:lnTo>
                  <a:pt x="936056" y="432313"/>
                </a:lnTo>
                <a:lnTo>
                  <a:pt x="934967" y="435013"/>
                </a:lnTo>
                <a:lnTo>
                  <a:pt x="934718" y="436954"/>
                </a:lnTo>
                <a:lnTo>
                  <a:pt x="936031" y="439534"/>
                </a:lnTo>
                <a:lnTo>
                  <a:pt x="942905" y="447489"/>
                </a:lnTo>
                <a:lnTo>
                  <a:pt x="944845" y="452017"/>
                </a:lnTo>
                <a:lnTo>
                  <a:pt x="944393" y="454696"/>
                </a:lnTo>
                <a:lnTo>
                  <a:pt x="939622" y="460715"/>
                </a:lnTo>
                <a:lnTo>
                  <a:pt x="939576" y="462815"/>
                </a:lnTo>
                <a:lnTo>
                  <a:pt x="942042" y="465387"/>
                </a:lnTo>
                <a:lnTo>
                  <a:pt x="944263" y="466301"/>
                </a:lnTo>
                <a:lnTo>
                  <a:pt x="948117" y="466942"/>
                </a:lnTo>
                <a:lnTo>
                  <a:pt x="951345" y="466547"/>
                </a:lnTo>
                <a:lnTo>
                  <a:pt x="952596" y="465652"/>
                </a:lnTo>
                <a:lnTo>
                  <a:pt x="955254" y="462037"/>
                </a:lnTo>
                <a:lnTo>
                  <a:pt x="957376" y="456899"/>
                </a:lnTo>
                <a:lnTo>
                  <a:pt x="959766" y="454595"/>
                </a:lnTo>
                <a:lnTo>
                  <a:pt x="963587" y="452993"/>
                </a:lnTo>
                <a:lnTo>
                  <a:pt x="970373" y="451344"/>
                </a:lnTo>
                <a:lnTo>
                  <a:pt x="974342" y="445898"/>
                </a:lnTo>
                <a:lnTo>
                  <a:pt x="978798" y="438624"/>
                </a:lnTo>
                <a:lnTo>
                  <a:pt x="981818" y="417633"/>
                </a:lnTo>
                <a:lnTo>
                  <a:pt x="983030" y="402124"/>
                </a:lnTo>
                <a:lnTo>
                  <a:pt x="982848" y="361674"/>
                </a:lnTo>
                <a:lnTo>
                  <a:pt x="977767" y="350301"/>
                </a:lnTo>
                <a:lnTo>
                  <a:pt x="974933" y="345720"/>
                </a:lnTo>
                <a:lnTo>
                  <a:pt x="972127" y="342237"/>
                </a:lnTo>
                <a:lnTo>
                  <a:pt x="968186" y="335286"/>
                </a:lnTo>
                <a:lnTo>
                  <a:pt x="967720" y="333377"/>
                </a:lnTo>
                <a:lnTo>
                  <a:pt x="968195" y="330669"/>
                </a:lnTo>
                <a:lnTo>
                  <a:pt x="969177" y="330235"/>
                </a:lnTo>
                <a:lnTo>
                  <a:pt x="971719" y="332137"/>
                </a:lnTo>
                <a:lnTo>
                  <a:pt x="980672" y="343931"/>
                </a:lnTo>
                <a:lnTo>
                  <a:pt x="985130" y="350555"/>
                </a:lnTo>
                <a:lnTo>
                  <a:pt x="988240" y="354028"/>
                </a:lnTo>
                <a:lnTo>
                  <a:pt x="990951" y="356331"/>
                </a:lnTo>
                <a:lnTo>
                  <a:pt x="993265" y="360060"/>
                </a:lnTo>
                <a:lnTo>
                  <a:pt x="995450" y="365096"/>
                </a:lnTo>
                <a:lnTo>
                  <a:pt x="997891" y="369372"/>
                </a:lnTo>
                <a:lnTo>
                  <a:pt x="1000941" y="373245"/>
                </a:lnTo>
                <a:lnTo>
                  <a:pt x="1004257" y="376331"/>
                </a:lnTo>
                <a:lnTo>
                  <a:pt x="1007496" y="378247"/>
                </a:lnTo>
                <a:lnTo>
                  <a:pt x="1008980" y="378645"/>
                </a:lnTo>
                <a:lnTo>
                  <a:pt x="1011563" y="378289"/>
                </a:lnTo>
                <a:lnTo>
                  <a:pt x="1012979" y="376240"/>
                </a:lnTo>
                <a:lnTo>
                  <a:pt x="1013609" y="371943"/>
                </a:lnTo>
                <a:lnTo>
                  <a:pt x="1016405" y="370864"/>
                </a:lnTo>
                <a:lnTo>
                  <a:pt x="1019815" y="370272"/>
                </a:lnTo>
                <a:lnTo>
                  <a:pt x="1020751" y="368779"/>
                </a:lnTo>
                <a:lnTo>
                  <a:pt x="1019877" y="366440"/>
                </a:lnTo>
                <a:lnTo>
                  <a:pt x="1016771" y="363313"/>
                </a:lnTo>
                <a:lnTo>
                  <a:pt x="1004080" y="357046"/>
                </a:lnTo>
                <a:lnTo>
                  <a:pt x="1001547" y="355065"/>
                </a:lnTo>
                <a:lnTo>
                  <a:pt x="999645" y="352447"/>
                </a:lnTo>
                <a:lnTo>
                  <a:pt x="998036" y="347016"/>
                </a:lnTo>
                <a:lnTo>
                  <a:pt x="997420" y="342500"/>
                </a:lnTo>
                <a:lnTo>
                  <a:pt x="998207" y="340682"/>
                </a:lnTo>
                <a:lnTo>
                  <a:pt x="1002592" y="337428"/>
                </a:lnTo>
                <a:lnTo>
                  <a:pt x="1002664" y="334625"/>
                </a:lnTo>
                <a:lnTo>
                  <a:pt x="1001705" y="332775"/>
                </a:lnTo>
                <a:lnTo>
                  <a:pt x="975254" y="314213"/>
                </a:lnTo>
                <a:lnTo>
                  <a:pt x="972896" y="311775"/>
                </a:lnTo>
                <a:lnTo>
                  <a:pt x="968273" y="305690"/>
                </a:lnTo>
                <a:lnTo>
                  <a:pt x="960959" y="298706"/>
                </a:lnTo>
                <a:lnTo>
                  <a:pt x="959050" y="297805"/>
                </a:lnTo>
                <a:lnTo>
                  <a:pt x="955866" y="297211"/>
                </a:lnTo>
                <a:lnTo>
                  <a:pt x="953138" y="297555"/>
                </a:lnTo>
                <a:lnTo>
                  <a:pt x="952039" y="298320"/>
                </a:lnTo>
                <a:close/>
                <a:moveTo>
                  <a:pt x="648241" y="347932"/>
                </a:moveTo>
                <a:lnTo>
                  <a:pt x="642794" y="348762"/>
                </a:lnTo>
                <a:lnTo>
                  <a:pt x="637670" y="350133"/>
                </a:lnTo>
                <a:lnTo>
                  <a:pt x="632905" y="352017"/>
                </a:lnTo>
                <a:lnTo>
                  <a:pt x="628532" y="354385"/>
                </a:lnTo>
                <a:lnTo>
                  <a:pt x="624586" y="357208"/>
                </a:lnTo>
                <a:lnTo>
                  <a:pt x="621101" y="360457"/>
                </a:lnTo>
                <a:lnTo>
                  <a:pt x="618113" y="364105"/>
                </a:lnTo>
                <a:lnTo>
                  <a:pt x="615654" y="368122"/>
                </a:lnTo>
                <a:lnTo>
                  <a:pt x="613761" y="372480"/>
                </a:lnTo>
                <a:lnTo>
                  <a:pt x="612466" y="377150"/>
                </a:lnTo>
                <a:lnTo>
                  <a:pt x="611598" y="381441"/>
                </a:lnTo>
                <a:lnTo>
                  <a:pt x="611598" y="451352"/>
                </a:lnTo>
                <a:lnTo>
                  <a:pt x="613317" y="459657"/>
                </a:lnTo>
                <a:lnTo>
                  <a:pt x="616071" y="466314"/>
                </a:lnTo>
                <a:lnTo>
                  <a:pt x="617931" y="469386"/>
                </a:lnTo>
                <a:lnTo>
                  <a:pt x="622509" y="474888"/>
                </a:lnTo>
                <a:lnTo>
                  <a:pt x="628089" y="479361"/>
                </a:lnTo>
                <a:lnTo>
                  <a:pt x="634500" y="482595"/>
                </a:lnTo>
                <a:lnTo>
                  <a:pt x="642274" y="485017"/>
                </a:lnTo>
                <a:lnTo>
                  <a:pt x="657769" y="485634"/>
                </a:lnTo>
                <a:lnTo>
                  <a:pt x="704356" y="485548"/>
                </a:lnTo>
                <a:lnTo>
                  <a:pt x="710843" y="484724"/>
                </a:lnTo>
                <a:lnTo>
                  <a:pt x="720089" y="481248"/>
                </a:lnTo>
                <a:lnTo>
                  <a:pt x="726366" y="477026"/>
                </a:lnTo>
                <a:lnTo>
                  <a:pt x="731603" y="472064"/>
                </a:lnTo>
                <a:lnTo>
                  <a:pt x="736078" y="465049"/>
                </a:lnTo>
                <a:lnTo>
                  <a:pt x="739418" y="454961"/>
                </a:lnTo>
                <a:lnTo>
                  <a:pt x="740071" y="445910"/>
                </a:lnTo>
                <a:lnTo>
                  <a:pt x="740217" y="435217"/>
                </a:lnTo>
                <a:lnTo>
                  <a:pt x="739848" y="378066"/>
                </a:lnTo>
                <a:lnTo>
                  <a:pt x="735483" y="367532"/>
                </a:lnTo>
                <a:lnTo>
                  <a:pt x="732875" y="363548"/>
                </a:lnTo>
                <a:lnTo>
                  <a:pt x="729578" y="359551"/>
                </a:lnTo>
                <a:lnTo>
                  <a:pt x="723745" y="354700"/>
                </a:lnTo>
                <a:lnTo>
                  <a:pt x="717348" y="351338"/>
                </a:lnTo>
                <a:lnTo>
                  <a:pt x="705616" y="347740"/>
                </a:lnTo>
                <a:lnTo>
                  <a:pt x="648241" y="347932"/>
                </a:lnTo>
                <a:close/>
                <a:moveTo>
                  <a:pt x="701566" y="378066"/>
                </a:moveTo>
                <a:lnTo>
                  <a:pt x="704329" y="379657"/>
                </a:lnTo>
                <a:lnTo>
                  <a:pt x="707757" y="383127"/>
                </a:lnTo>
                <a:lnTo>
                  <a:pt x="709184" y="385781"/>
                </a:lnTo>
                <a:lnTo>
                  <a:pt x="709391" y="388140"/>
                </a:lnTo>
                <a:lnTo>
                  <a:pt x="709722" y="408119"/>
                </a:lnTo>
                <a:lnTo>
                  <a:pt x="709511" y="440696"/>
                </a:lnTo>
                <a:lnTo>
                  <a:pt x="709136" y="447881"/>
                </a:lnTo>
                <a:lnTo>
                  <a:pt x="707395" y="450942"/>
                </a:lnTo>
                <a:lnTo>
                  <a:pt x="703977" y="454775"/>
                </a:lnTo>
                <a:lnTo>
                  <a:pt x="695395" y="457427"/>
                </a:lnTo>
                <a:lnTo>
                  <a:pt x="654027" y="457138"/>
                </a:lnTo>
                <a:lnTo>
                  <a:pt x="646795" y="454155"/>
                </a:lnTo>
                <a:lnTo>
                  <a:pt x="644080" y="451198"/>
                </a:lnTo>
                <a:lnTo>
                  <a:pt x="641105" y="445566"/>
                </a:lnTo>
                <a:lnTo>
                  <a:pt x="641202" y="388529"/>
                </a:lnTo>
                <a:lnTo>
                  <a:pt x="644507" y="382038"/>
                </a:lnTo>
                <a:lnTo>
                  <a:pt x="648056" y="378824"/>
                </a:lnTo>
                <a:lnTo>
                  <a:pt x="649880" y="378018"/>
                </a:lnTo>
                <a:lnTo>
                  <a:pt x="651928" y="377747"/>
                </a:lnTo>
                <a:lnTo>
                  <a:pt x="682908" y="377341"/>
                </a:lnTo>
                <a:lnTo>
                  <a:pt x="701566" y="378066"/>
                </a:lnTo>
                <a:close/>
                <a:moveTo>
                  <a:pt x="29266" y="350825"/>
                </a:moveTo>
                <a:lnTo>
                  <a:pt x="1832" y="351066"/>
                </a:lnTo>
                <a:lnTo>
                  <a:pt x="0" y="353332"/>
                </a:lnTo>
                <a:lnTo>
                  <a:pt x="0" y="376765"/>
                </a:lnTo>
                <a:lnTo>
                  <a:pt x="1832" y="379031"/>
                </a:lnTo>
                <a:lnTo>
                  <a:pt x="69959" y="379272"/>
                </a:lnTo>
                <a:lnTo>
                  <a:pt x="74599" y="381245"/>
                </a:lnTo>
                <a:lnTo>
                  <a:pt x="76550" y="382535"/>
                </a:lnTo>
                <a:lnTo>
                  <a:pt x="80036" y="387131"/>
                </a:lnTo>
                <a:lnTo>
                  <a:pt x="79915" y="397647"/>
                </a:lnTo>
                <a:lnTo>
                  <a:pt x="79312" y="400232"/>
                </a:lnTo>
                <a:lnTo>
                  <a:pt x="76999" y="401055"/>
                </a:lnTo>
                <a:lnTo>
                  <a:pt x="73266" y="401318"/>
                </a:lnTo>
                <a:lnTo>
                  <a:pt x="35341" y="401836"/>
                </a:lnTo>
                <a:lnTo>
                  <a:pt x="34423" y="403197"/>
                </a:lnTo>
                <a:lnTo>
                  <a:pt x="33935" y="406477"/>
                </a:lnTo>
                <a:lnTo>
                  <a:pt x="33875" y="423531"/>
                </a:lnTo>
                <a:lnTo>
                  <a:pt x="34582" y="428925"/>
                </a:lnTo>
                <a:lnTo>
                  <a:pt x="35250" y="430066"/>
                </a:lnTo>
                <a:lnTo>
                  <a:pt x="36072" y="430463"/>
                </a:lnTo>
                <a:lnTo>
                  <a:pt x="78011" y="430861"/>
                </a:lnTo>
                <a:lnTo>
                  <a:pt x="80277" y="432693"/>
                </a:lnTo>
                <a:lnTo>
                  <a:pt x="79550" y="447009"/>
                </a:lnTo>
                <a:lnTo>
                  <a:pt x="78522" y="448922"/>
                </a:lnTo>
                <a:lnTo>
                  <a:pt x="76084" y="451270"/>
                </a:lnTo>
                <a:lnTo>
                  <a:pt x="70634" y="454245"/>
                </a:lnTo>
                <a:lnTo>
                  <a:pt x="2025" y="454727"/>
                </a:lnTo>
                <a:lnTo>
                  <a:pt x="0" y="456559"/>
                </a:lnTo>
                <a:lnTo>
                  <a:pt x="0" y="480907"/>
                </a:lnTo>
                <a:lnTo>
                  <a:pt x="1832" y="483174"/>
                </a:lnTo>
                <a:lnTo>
                  <a:pt x="68296" y="483210"/>
                </a:lnTo>
                <a:lnTo>
                  <a:pt x="77628" y="482610"/>
                </a:lnTo>
                <a:lnTo>
                  <a:pt x="84714" y="481646"/>
                </a:lnTo>
                <a:lnTo>
                  <a:pt x="89438" y="480275"/>
                </a:lnTo>
                <a:lnTo>
                  <a:pt x="95899" y="477539"/>
                </a:lnTo>
                <a:lnTo>
                  <a:pt x="101748" y="472575"/>
                </a:lnTo>
                <a:lnTo>
                  <a:pt x="105541" y="467039"/>
                </a:lnTo>
                <a:lnTo>
                  <a:pt x="107538" y="462347"/>
                </a:lnTo>
                <a:lnTo>
                  <a:pt x="109850" y="454768"/>
                </a:lnTo>
                <a:lnTo>
                  <a:pt x="110438" y="450441"/>
                </a:lnTo>
                <a:lnTo>
                  <a:pt x="111158" y="427596"/>
                </a:lnTo>
                <a:lnTo>
                  <a:pt x="110640" y="387299"/>
                </a:lnTo>
                <a:lnTo>
                  <a:pt x="109783" y="378229"/>
                </a:lnTo>
                <a:lnTo>
                  <a:pt x="106276" y="367275"/>
                </a:lnTo>
                <a:lnTo>
                  <a:pt x="103724" y="363007"/>
                </a:lnTo>
                <a:lnTo>
                  <a:pt x="102112" y="361107"/>
                </a:lnTo>
                <a:lnTo>
                  <a:pt x="98204" y="357766"/>
                </a:lnTo>
                <a:lnTo>
                  <a:pt x="93368" y="355019"/>
                </a:lnTo>
                <a:lnTo>
                  <a:pt x="85591" y="352246"/>
                </a:lnTo>
                <a:lnTo>
                  <a:pt x="79310" y="351252"/>
                </a:lnTo>
                <a:lnTo>
                  <a:pt x="69398" y="350763"/>
                </a:lnTo>
                <a:lnTo>
                  <a:pt x="29266" y="350825"/>
                </a:lnTo>
                <a:close/>
                <a:moveTo>
                  <a:pt x="220002" y="350729"/>
                </a:moveTo>
                <a:lnTo>
                  <a:pt x="216985" y="351231"/>
                </a:lnTo>
                <a:lnTo>
                  <a:pt x="216386" y="351645"/>
                </a:lnTo>
                <a:lnTo>
                  <a:pt x="216129" y="352606"/>
                </a:lnTo>
                <a:lnTo>
                  <a:pt x="215277" y="397979"/>
                </a:lnTo>
                <a:lnTo>
                  <a:pt x="213445" y="400004"/>
                </a:lnTo>
                <a:lnTo>
                  <a:pt x="170408" y="399954"/>
                </a:lnTo>
                <a:lnTo>
                  <a:pt x="155250" y="399522"/>
                </a:lnTo>
                <a:lnTo>
                  <a:pt x="154068" y="397769"/>
                </a:lnTo>
                <a:lnTo>
                  <a:pt x="153500" y="392218"/>
                </a:lnTo>
                <a:lnTo>
                  <a:pt x="153321" y="352320"/>
                </a:lnTo>
                <a:lnTo>
                  <a:pt x="151494" y="351257"/>
                </a:lnTo>
                <a:lnTo>
                  <a:pt x="148964" y="350958"/>
                </a:lnTo>
                <a:lnTo>
                  <a:pt x="124875" y="350825"/>
                </a:lnTo>
                <a:lnTo>
                  <a:pt x="122946" y="352754"/>
                </a:lnTo>
                <a:lnTo>
                  <a:pt x="122946" y="481004"/>
                </a:lnTo>
                <a:lnTo>
                  <a:pt x="124310" y="482292"/>
                </a:lnTo>
                <a:lnTo>
                  <a:pt x="126586" y="483051"/>
                </a:lnTo>
                <a:lnTo>
                  <a:pt x="129417" y="483298"/>
                </a:lnTo>
                <a:lnTo>
                  <a:pt x="151345" y="483174"/>
                </a:lnTo>
                <a:lnTo>
                  <a:pt x="153418" y="481100"/>
                </a:lnTo>
                <a:lnTo>
                  <a:pt x="153396" y="440774"/>
                </a:lnTo>
                <a:lnTo>
                  <a:pt x="154039" y="431263"/>
                </a:lnTo>
                <a:lnTo>
                  <a:pt x="154761" y="429772"/>
                </a:lnTo>
                <a:lnTo>
                  <a:pt x="155718" y="429331"/>
                </a:lnTo>
                <a:lnTo>
                  <a:pt x="166581" y="429019"/>
                </a:lnTo>
                <a:lnTo>
                  <a:pt x="213541" y="428932"/>
                </a:lnTo>
                <a:lnTo>
                  <a:pt x="215518" y="431488"/>
                </a:lnTo>
                <a:lnTo>
                  <a:pt x="215518" y="481052"/>
                </a:lnTo>
                <a:lnTo>
                  <a:pt x="217929" y="483463"/>
                </a:lnTo>
                <a:lnTo>
                  <a:pt x="243434" y="483174"/>
                </a:lnTo>
                <a:lnTo>
                  <a:pt x="245604" y="481004"/>
                </a:lnTo>
                <a:lnTo>
                  <a:pt x="245411" y="353236"/>
                </a:lnTo>
                <a:lnTo>
                  <a:pt x="244117" y="351601"/>
                </a:lnTo>
                <a:lnTo>
                  <a:pt x="241619" y="351170"/>
                </a:lnTo>
                <a:lnTo>
                  <a:pt x="220002" y="350729"/>
                </a:lnTo>
                <a:close/>
                <a:moveTo>
                  <a:pt x="288080" y="351356"/>
                </a:moveTo>
                <a:lnTo>
                  <a:pt x="282940" y="352596"/>
                </a:lnTo>
                <a:lnTo>
                  <a:pt x="275966" y="355208"/>
                </a:lnTo>
                <a:lnTo>
                  <a:pt x="272314" y="357238"/>
                </a:lnTo>
                <a:lnTo>
                  <a:pt x="269012" y="360147"/>
                </a:lnTo>
                <a:lnTo>
                  <a:pt x="266194" y="363561"/>
                </a:lnTo>
                <a:lnTo>
                  <a:pt x="262969" y="369466"/>
                </a:lnTo>
                <a:lnTo>
                  <a:pt x="261552" y="373817"/>
                </a:lnTo>
                <a:lnTo>
                  <a:pt x="259875" y="382116"/>
                </a:lnTo>
                <a:lnTo>
                  <a:pt x="259466" y="400248"/>
                </a:lnTo>
                <a:lnTo>
                  <a:pt x="259634" y="451352"/>
                </a:lnTo>
                <a:lnTo>
                  <a:pt x="261816" y="460716"/>
                </a:lnTo>
                <a:lnTo>
                  <a:pt x="265146" y="468552"/>
                </a:lnTo>
                <a:lnTo>
                  <a:pt x="268274" y="472693"/>
                </a:lnTo>
                <a:lnTo>
                  <a:pt x="274511" y="477535"/>
                </a:lnTo>
                <a:lnTo>
                  <a:pt x="281993" y="480878"/>
                </a:lnTo>
                <a:lnTo>
                  <a:pt x="287663" y="482153"/>
                </a:lnTo>
                <a:lnTo>
                  <a:pt x="296313" y="482840"/>
                </a:lnTo>
                <a:lnTo>
                  <a:pt x="310209" y="483120"/>
                </a:lnTo>
                <a:lnTo>
                  <a:pt x="367489" y="483174"/>
                </a:lnTo>
                <a:lnTo>
                  <a:pt x="369321" y="480907"/>
                </a:lnTo>
                <a:lnTo>
                  <a:pt x="369243" y="459994"/>
                </a:lnTo>
                <a:lnTo>
                  <a:pt x="368984" y="456999"/>
                </a:lnTo>
                <a:lnTo>
                  <a:pt x="367995" y="455140"/>
                </a:lnTo>
                <a:lnTo>
                  <a:pt x="366162" y="454684"/>
                </a:lnTo>
                <a:lnTo>
                  <a:pt x="359752" y="454560"/>
                </a:lnTo>
                <a:lnTo>
                  <a:pt x="299652" y="454245"/>
                </a:lnTo>
                <a:lnTo>
                  <a:pt x="294909" y="451901"/>
                </a:lnTo>
                <a:lnTo>
                  <a:pt x="291577" y="448897"/>
                </a:lnTo>
                <a:lnTo>
                  <a:pt x="289806" y="444491"/>
                </a:lnTo>
                <a:lnTo>
                  <a:pt x="289286" y="438045"/>
                </a:lnTo>
                <a:lnTo>
                  <a:pt x="289546" y="433175"/>
                </a:lnTo>
                <a:lnTo>
                  <a:pt x="291311" y="431102"/>
                </a:lnTo>
                <a:lnTo>
                  <a:pt x="367441" y="430234"/>
                </a:lnTo>
                <a:lnTo>
                  <a:pt x="368570" y="428989"/>
                </a:lnTo>
                <a:lnTo>
                  <a:pt x="368996" y="427136"/>
                </a:lnTo>
                <a:lnTo>
                  <a:pt x="369321" y="415722"/>
                </a:lnTo>
                <a:lnTo>
                  <a:pt x="369321" y="403957"/>
                </a:lnTo>
                <a:lnTo>
                  <a:pt x="367489" y="401691"/>
                </a:lnTo>
                <a:lnTo>
                  <a:pt x="291229" y="400849"/>
                </a:lnTo>
                <a:lnTo>
                  <a:pt x="290254" y="400571"/>
                </a:lnTo>
                <a:lnTo>
                  <a:pt x="289750" y="399928"/>
                </a:lnTo>
                <a:lnTo>
                  <a:pt x="289299" y="396122"/>
                </a:lnTo>
                <a:lnTo>
                  <a:pt x="289792" y="388945"/>
                </a:lnTo>
                <a:lnTo>
                  <a:pt x="292207" y="383837"/>
                </a:lnTo>
                <a:lnTo>
                  <a:pt x="293649" y="382159"/>
                </a:lnTo>
                <a:lnTo>
                  <a:pt x="294911" y="381390"/>
                </a:lnTo>
                <a:lnTo>
                  <a:pt x="300809" y="379272"/>
                </a:lnTo>
                <a:lnTo>
                  <a:pt x="366766" y="379272"/>
                </a:lnTo>
                <a:lnTo>
                  <a:pt x="369321" y="377295"/>
                </a:lnTo>
                <a:lnTo>
                  <a:pt x="369321" y="352320"/>
                </a:lnTo>
                <a:lnTo>
                  <a:pt x="367052" y="351258"/>
                </a:lnTo>
                <a:lnTo>
                  <a:pt x="357110" y="350913"/>
                </a:lnTo>
                <a:lnTo>
                  <a:pt x="288080" y="351356"/>
                </a:lnTo>
                <a:close/>
                <a:moveTo>
                  <a:pt x="385570" y="351693"/>
                </a:moveTo>
                <a:lnTo>
                  <a:pt x="384750" y="352609"/>
                </a:lnTo>
                <a:lnTo>
                  <a:pt x="384750" y="481052"/>
                </a:lnTo>
                <a:lnTo>
                  <a:pt x="387113" y="483415"/>
                </a:lnTo>
                <a:lnTo>
                  <a:pt x="405133" y="483375"/>
                </a:lnTo>
                <a:lnTo>
                  <a:pt x="411932" y="482863"/>
                </a:lnTo>
                <a:lnTo>
                  <a:pt x="413524" y="482261"/>
                </a:lnTo>
                <a:lnTo>
                  <a:pt x="414546" y="481341"/>
                </a:lnTo>
                <a:lnTo>
                  <a:pt x="414914" y="479524"/>
                </a:lnTo>
                <a:lnTo>
                  <a:pt x="415274" y="440977"/>
                </a:lnTo>
                <a:lnTo>
                  <a:pt x="415684" y="437163"/>
                </a:lnTo>
                <a:lnTo>
                  <a:pt x="416478" y="435448"/>
                </a:lnTo>
                <a:lnTo>
                  <a:pt x="417777" y="434718"/>
                </a:lnTo>
                <a:lnTo>
                  <a:pt x="420759" y="434518"/>
                </a:lnTo>
                <a:lnTo>
                  <a:pt x="458465" y="434238"/>
                </a:lnTo>
                <a:lnTo>
                  <a:pt x="470297" y="433622"/>
                </a:lnTo>
                <a:lnTo>
                  <a:pt x="480890" y="431101"/>
                </a:lnTo>
                <a:lnTo>
                  <a:pt x="484985" y="429315"/>
                </a:lnTo>
                <a:lnTo>
                  <a:pt x="488622" y="427110"/>
                </a:lnTo>
                <a:lnTo>
                  <a:pt x="493172" y="423052"/>
                </a:lnTo>
                <a:lnTo>
                  <a:pt x="496061" y="419100"/>
                </a:lnTo>
                <a:lnTo>
                  <a:pt x="497645" y="415473"/>
                </a:lnTo>
                <a:lnTo>
                  <a:pt x="500079" y="406995"/>
                </a:lnTo>
                <a:lnTo>
                  <a:pt x="500356" y="383525"/>
                </a:lnTo>
                <a:lnTo>
                  <a:pt x="499903" y="377809"/>
                </a:lnTo>
                <a:lnTo>
                  <a:pt x="497071" y="367867"/>
                </a:lnTo>
                <a:lnTo>
                  <a:pt x="495068" y="364149"/>
                </a:lnTo>
                <a:lnTo>
                  <a:pt x="492400" y="360727"/>
                </a:lnTo>
                <a:lnTo>
                  <a:pt x="489259" y="357809"/>
                </a:lnTo>
                <a:lnTo>
                  <a:pt x="485832" y="355601"/>
                </a:lnTo>
                <a:lnTo>
                  <a:pt x="476739" y="352010"/>
                </a:lnTo>
                <a:lnTo>
                  <a:pt x="469366" y="351115"/>
                </a:lnTo>
                <a:lnTo>
                  <a:pt x="451214" y="350844"/>
                </a:lnTo>
                <a:lnTo>
                  <a:pt x="386341" y="350825"/>
                </a:lnTo>
                <a:lnTo>
                  <a:pt x="385570" y="351693"/>
                </a:lnTo>
                <a:close/>
                <a:moveTo>
                  <a:pt x="460205" y="379802"/>
                </a:moveTo>
                <a:lnTo>
                  <a:pt x="464999" y="381664"/>
                </a:lnTo>
                <a:lnTo>
                  <a:pt x="467202" y="383280"/>
                </a:lnTo>
                <a:lnTo>
                  <a:pt x="468717" y="385294"/>
                </a:lnTo>
                <a:lnTo>
                  <a:pt x="469896" y="389252"/>
                </a:lnTo>
                <a:lnTo>
                  <a:pt x="469987" y="393604"/>
                </a:lnTo>
                <a:lnTo>
                  <a:pt x="469192" y="398375"/>
                </a:lnTo>
                <a:lnTo>
                  <a:pt x="467471" y="400921"/>
                </a:lnTo>
                <a:lnTo>
                  <a:pt x="463881" y="403716"/>
                </a:lnTo>
                <a:lnTo>
                  <a:pt x="461952" y="404392"/>
                </a:lnTo>
                <a:lnTo>
                  <a:pt x="455480" y="404687"/>
                </a:lnTo>
                <a:lnTo>
                  <a:pt x="417102" y="404825"/>
                </a:lnTo>
                <a:lnTo>
                  <a:pt x="415125" y="402270"/>
                </a:lnTo>
                <a:lnTo>
                  <a:pt x="415423" y="384060"/>
                </a:lnTo>
                <a:lnTo>
                  <a:pt x="416242" y="380953"/>
                </a:lnTo>
                <a:lnTo>
                  <a:pt x="417825" y="379513"/>
                </a:lnTo>
                <a:lnTo>
                  <a:pt x="438581" y="379133"/>
                </a:lnTo>
                <a:lnTo>
                  <a:pt x="460205" y="379802"/>
                </a:lnTo>
                <a:close/>
                <a:moveTo>
                  <a:pt x="539759" y="351549"/>
                </a:moveTo>
                <a:lnTo>
                  <a:pt x="535238" y="352710"/>
                </a:lnTo>
                <a:lnTo>
                  <a:pt x="528752" y="355089"/>
                </a:lnTo>
                <a:lnTo>
                  <a:pt x="525446" y="357075"/>
                </a:lnTo>
                <a:lnTo>
                  <a:pt x="522155" y="359847"/>
                </a:lnTo>
                <a:lnTo>
                  <a:pt x="519205" y="363088"/>
                </a:lnTo>
                <a:lnTo>
                  <a:pt x="516923" y="366480"/>
                </a:lnTo>
                <a:lnTo>
                  <a:pt x="513245" y="375866"/>
                </a:lnTo>
                <a:lnTo>
                  <a:pt x="512385" y="385775"/>
                </a:lnTo>
                <a:lnTo>
                  <a:pt x="512132" y="398793"/>
                </a:lnTo>
                <a:lnTo>
                  <a:pt x="512036" y="481052"/>
                </a:lnTo>
                <a:lnTo>
                  <a:pt x="514398" y="483415"/>
                </a:lnTo>
                <a:lnTo>
                  <a:pt x="536458" y="483183"/>
                </a:lnTo>
                <a:lnTo>
                  <a:pt x="539941" y="482493"/>
                </a:lnTo>
                <a:lnTo>
                  <a:pt x="541398" y="481100"/>
                </a:lnTo>
                <a:lnTo>
                  <a:pt x="541808" y="469758"/>
                </a:lnTo>
                <a:lnTo>
                  <a:pt x="542206" y="394254"/>
                </a:lnTo>
                <a:lnTo>
                  <a:pt x="542689" y="388623"/>
                </a:lnTo>
                <a:lnTo>
                  <a:pt x="544469" y="383984"/>
                </a:lnTo>
                <a:lnTo>
                  <a:pt x="547719" y="381549"/>
                </a:lnTo>
                <a:lnTo>
                  <a:pt x="553523" y="379583"/>
                </a:lnTo>
                <a:lnTo>
                  <a:pt x="563369" y="379151"/>
                </a:lnTo>
                <a:lnTo>
                  <a:pt x="599400" y="379031"/>
                </a:lnTo>
                <a:lnTo>
                  <a:pt x="601232" y="376765"/>
                </a:lnTo>
                <a:lnTo>
                  <a:pt x="601100" y="354972"/>
                </a:lnTo>
                <a:lnTo>
                  <a:pt x="600800" y="352629"/>
                </a:lnTo>
                <a:lnTo>
                  <a:pt x="599738" y="350825"/>
                </a:lnTo>
                <a:lnTo>
                  <a:pt x="551864" y="350993"/>
                </a:lnTo>
                <a:lnTo>
                  <a:pt x="539759" y="351549"/>
                </a:lnTo>
                <a:close/>
                <a:moveTo>
                  <a:pt x="839170" y="362927"/>
                </a:moveTo>
                <a:lnTo>
                  <a:pt x="835115" y="365348"/>
                </a:lnTo>
                <a:lnTo>
                  <a:pt x="831061" y="366908"/>
                </a:lnTo>
                <a:lnTo>
                  <a:pt x="828117" y="368773"/>
                </a:lnTo>
                <a:lnTo>
                  <a:pt x="819589" y="376421"/>
                </a:lnTo>
                <a:lnTo>
                  <a:pt x="815303" y="379343"/>
                </a:lnTo>
                <a:lnTo>
                  <a:pt x="813750" y="381414"/>
                </a:lnTo>
                <a:lnTo>
                  <a:pt x="813375" y="383129"/>
                </a:lnTo>
                <a:lnTo>
                  <a:pt x="813753" y="383978"/>
                </a:lnTo>
                <a:lnTo>
                  <a:pt x="820208" y="390960"/>
                </a:lnTo>
                <a:lnTo>
                  <a:pt x="821405" y="393464"/>
                </a:lnTo>
                <a:lnTo>
                  <a:pt x="820330" y="400956"/>
                </a:lnTo>
                <a:lnTo>
                  <a:pt x="819785" y="411825"/>
                </a:lnTo>
                <a:lnTo>
                  <a:pt x="819268" y="413748"/>
                </a:lnTo>
                <a:lnTo>
                  <a:pt x="817804" y="416027"/>
                </a:lnTo>
                <a:lnTo>
                  <a:pt x="814966" y="418904"/>
                </a:lnTo>
                <a:lnTo>
                  <a:pt x="807782" y="417313"/>
                </a:lnTo>
                <a:lnTo>
                  <a:pt x="802004" y="419345"/>
                </a:lnTo>
                <a:lnTo>
                  <a:pt x="799652" y="419633"/>
                </a:lnTo>
                <a:lnTo>
                  <a:pt x="791978" y="417535"/>
                </a:lnTo>
                <a:lnTo>
                  <a:pt x="789040" y="417361"/>
                </a:lnTo>
                <a:lnTo>
                  <a:pt x="787779" y="417699"/>
                </a:lnTo>
                <a:lnTo>
                  <a:pt x="785332" y="419354"/>
                </a:lnTo>
                <a:lnTo>
                  <a:pt x="779499" y="426316"/>
                </a:lnTo>
                <a:lnTo>
                  <a:pt x="775133" y="430466"/>
                </a:lnTo>
                <a:lnTo>
                  <a:pt x="770638" y="433231"/>
                </a:lnTo>
                <a:lnTo>
                  <a:pt x="767839" y="434120"/>
                </a:lnTo>
                <a:lnTo>
                  <a:pt x="765343" y="434382"/>
                </a:lnTo>
                <a:lnTo>
                  <a:pt x="762521" y="436268"/>
                </a:lnTo>
                <a:lnTo>
                  <a:pt x="761515" y="438360"/>
                </a:lnTo>
                <a:lnTo>
                  <a:pt x="761381" y="440772"/>
                </a:lnTo>
                <a:lnTo>
                  <a:pt x="762268" y="443204"/>
                </a:lnTo>
                <a:lnTo>
                  <a:pt x="763763" y="444852"/>
                </a:lnTo>
                <a:lnTo>
                  <a:pt x="765680" y="445983"/>
                </a:lnTo>
                <a:lnTo>
                  <a:pt x="767721" y="446523"/>
                </a:lnTo>
                <a:lnTo>
                  <a:pt x="770370" y="446053"/>
                </a:lnTo>
                <a:lnTo>
                  <a:pt x="772289" y="444498"/>
                </a:lnTo>
                <a:lnTo>
                  <a:pt x="783475" y="437792"/>
                </a:lnTo>
                <a:lnTo>
                  <a:pt x="790022" y="430165"/>
                </a:lnTo>
                <a:lnTo>
                  <a:pt x="792106" y="428559"/>
                </a:lnTo>
                <a:lnTo>
                  <a:pt x="793594" y="428507"/>
                </a:lnTo>
                <a:lnTo>
                  <a:pt x="798994" y="430561"/>
                </a:lnTo>
                <a:lnTo>
                  <a:pt x="801888" y="431048"/>
                </a:lnTo>
                <a:lnTo>
                  <a:pt x="804288" y="430585"/>
                </a:lnTo>
                <a:lnTo>
                  <a:pt x="807204" y="428450"/>
                </a:lnTo>
                <a:lnTo>
                  <a:pt x="815663" y="428866"/>
                </a:lnTo>
                <a:lnTo>
                  <a:pt x="818298" y="428629"/>
                </a:lnTo>
                <a:lnTo>
                  <a:pt x="821476" y="427279"/>
                </a:lnTo>
                <a:lnTo>
                  <a:pt x="831356" y="419073"/>
                </a:lnTo>
                <a:lnTo>
                  <a:pt x="832088" y="417543"/>
                </a:lnTo>
                <a:lnTo>
                  <a:pt x="832102" y="416340"/>
                </a:lnTo>
                <a:lnTo>
                  <a:pt x="830086" y="410888"/>
                </a:lnTo>
                <a:lnTo>
                  <a:pt x="829734" y="404914"/>
                </a:lnTo>
                <a:lnTo>
                  <a:pt x="830676" y="400422"/>
                </a:lnTo>
                <a:lnTo>
                  <a:pt x="833006" y="394452"/>
                </a:lnTo>
                <a:lnTo>
                  <a:pt x="833288" y="392043"/>
                </a:lnTo>
                <a:lnTo>
                  <a:pt x="832319" y="388865"/>
                </a:lnTo>
                <a:lnTo>
                  <a:pt x="829533" y="385128"/>
                </a:lnTo>
                <a:lnTo>
                  <a:pt x="828804" y="383225"/>
                </a:lnTo>
                <a:lnTo>
                  <a:pt x="829866" y="381039"/>
                </a:lnTo>
                <a:lnTo>
                  <a:pt x="832667" y="378386"/>
                </a:lnTo>
                <a:lnTo>
                  <a:pt x="841796" y="372915"/>
                </a:lnTo>
                <a:lnTo>
                  <a:pt x="843331" y="371310"/>
                </a:lnTo>
                <a:lnTo>
                  <a:pt x="844290" y="366830"/>
                </a:lnTo>
                <a:lnTo>
                  <a:pt x="844088" y="363843"/>
                </a:lnTo>
                <a:lnTo>
                  <a:pt x="842008" y="362535"/>
                </a:lnTo>
                <a:lnTo>
                  <a:pt x="839170" y="362927"/>
                </a:lnTo>
                <a:close/>
                <a:moveTo>
                  <a:pt x="639948" y="508438"/>
                </a:moveTo>
                <a:lnTo>
                  <a:pt x="620566" y="508727"/>
                </a:lnTo>
                <a:lnTo>
                  <a:pt x="618348" y="510945"/>
                </a:lnTo>
                <a:lnTo>
                  <a:pt x="618244" y="630942"/>
                </a:lnTo>
                <a:lnTo>
                  <a:pt x="618348" y="638520"/>
                </a:lnTo>
                <a:lnTo>
                  <a:pt x="618916" y="639726"/>
                </a:lnTo>
                <a:lnTo>
                  <a:pt x="621362" y="640762"/>
                </a:lnTo>
                <a:lnTo>
                  <a:pt x="624770" y="641059"/>
                </a:lnTo>
                <a:lnTo>
                  <a:pt x="645830" y="641027"/>
                </a:lnTo>
                <a:lnTo>
                  <a:pt x="648000" y="639002"/>
                </a:lnTo>
                <a:lnTo>
                  <a:pt x="648121" y="552433"/>
                </a:lnTo>
                <a:lnTo>
                  <a:pt x="648327" y="542340"/>
                </a:lnTo>
                <a:lnTo>
                  <a:pt x="648905" y="539545"/>
                </a:lnTo>
                <a:lnTo>
                  <a:pt x="650266" y="538427"/>
                </a:lnTo>
                <a:lnTo>
                  <a:pt x="656561" y="538124"/>
                </a:lnTo>
                <a:lnTo>
                  <a:pt x="701134" y="537933"/>
                </a:lnTo>
                <a:lnTo>
                  <a:pt x="708144" y="538447"/>
                </a:lnTo>
                <a:lnTo>
                  <a:pt x="708991" y="539960"/>
                </a:lnTo>
                <a:lnTo>
                  <a:pt x="709266" y="541867"/>
                </a:lnTo>
                <a:lnTo>
                  <a:pt x="709665" y="556123"/>
                </a:lnTo>
                <a:lnTo>
                  <a:pt x="710100" y="639436"/>
                </a:lnTo>
                <a:lnTo>
                  <a:pt x="711443" y="640428"/>
                </a:lnTo>
                <a:lnTo>
                  <a:pt x="714856" y="640915"/>
                </a:lnTo>
                <a:lnTo>
                  <a:pt x="738498" y="641075"/>
                </a:lnTo>
                <a:lnTo>
                  <a:pt x="740137" y="639243"/>
                </a:lnTo>
                <a:lnTo>
                  <a:pt x="740208" y="537616"/>
                </a:lnTo>
                <a:lnTo>
                  <a:pt x="740053" y="514161"/>
                </a:lnTo>
                <a:lnTo>
                  <a:pt x="739698" y="510089"/>
                </a:lnTo>
                <a:lnTo>
                  <a:pt x="737196" y="508854"/>
                </a:lnTo>
                <a:lnTo>
                  <a:pt x="733145" y="508503"/>
                </a:lnTo>
                <a:lnTo>
                  <a:pt x="639948" y="508438"/>
                </a:lnTo>
                <a:close/>
                <a:moveTo>
                  <a:pt x="155732" y="509691"/>
                </a:moveTo>
                <a:lnTo>
                  <a:pt x="146635" y="511681"/>
                </a:lnTo>
                <a:lnTo>
                  <a:pt x="142742" y="513060"/>
                </a:lnTo>
                <a:lnTo>
                  <a:pt x="136175" y="516646"/>
                </a:lnTo>
                <a:lnTo>
                  <a:pt x="133463" y="518880"/>
                </a:lnTo>
                <a:lnTo>
                  <a:pt x="131106" y="521425"/>
                </a:lnTo>
                <a:lnTo>
                  <a:pt x="127386" y="527497"/>
                </a:lnTo>
                <a:lnTo>
                  <a:pt x="124169" y="537449"/>
                </a:lnTo>
                <a:lnTo>
                  <a:pt x="123576" y="543611"/>
                </a:lnTo>
                <a:lnTo>
                  <a:pt x="123278" y="563284"/>
                </a:lnTo>
                <a:lnTo>
                  <a:pt x="123183" y="629608"/>
                </a:lnTo>
                <a:lnTo>
                  <a:pt x="123477" y="640207"/>
                </a:lnTo>
                <a:lnTo>
                  <a:pt x="124111" y="641162"/>
                </a:lnTo>
                <a:lnTo>
                  <a:pt x="125411" y="641755"/>
                </a:lnTo>
                <a:lnTo>
                  <a:pt x="132307" y="642127"/>
                </a:lnTo>
                <a:lnTo>
                  <a:pt x="151538" y="641799"/>
                </a:lnTo>
                <a:lnTo>
                  <a:pt x="153321" y="639388"/>
                </a:lnTo>
                <a:lnTo>
                  <a:pt x="153843" y="550730"/>
                </a:lnTo>
                <a:lnTo>
                  <a:pt x="154141" y="546238"/>
                </a:lnTo>
                <a:lnTo>
                  <a:pt x="156371" y="542652"/>
                </a:lnTo>
                <a:lnTo>
                  <a:pt x="158963" y="540115"/>
                </a:lnTo>
                <a:lnTo>
                  <a:pt x="163467" y="539187"/>
                </a:lnTo>
                <a:lnTo>
                  <a:pt x="175426" y="538517"/>
                </a:lnTo>
                <a:lnTo>
                  <a:pt x="210066" y="538133"/>
                </a:lnTo>
                <a:lnTo>
                  <a:pt x="211422" y="537434"/>
                </a:lnTo>
                <a:lnTo>
                  <a:pt x="212052" y="536087"/>
                </a:lnTo>
                <a:lnTo>
                  <a:pt x="212584" y="529474"/>
                </a:lnTo>
                <a:lnTo>
                  <a:pt x="212625" y="511475"/>
                </a:lnTo>
                <a:lnTo>
                  <a:pt x="210793" y="509209"/>
                </a:lnTo>
                <a:lnTo>
                  <a:pt x="167705" y="509202"/>
                </a:lnTo>
                <a:lnTo>
                  <a:pt x="155732" y="509691"/>
                </a:lnTo>
                <a:close/>
                <a:moveTo>
                  <a:pt x="228680" y="509547"/>
                </a:moveTo>
                <a:lnTo>
                  <a:pt x="227330" y="510849"/>
                </a:lnTo>
                <a:lnTo>
                  <a:pt x="227120" y="519604"/>
                </a:lnTo>
                <a:lnTo>
                  <a:pt x="227798" y="637460"/>
                </a:lnTo>
                <a:lnTo>
                  <a:pt x="228968" y="640558"/>
                </a:lnTo>
                <a:lnTo>
                  <a:pt x="229645" y="641268"/>
                </a:lnTo>
                <a:lnTo>
                  <a:pt x="231035" y="641681"/>
                </a:lnTo>
                <a:lnTo>
                  <a:pt x="255783" y="642059"/>
                </a:lnTo>
                <a:lnTo>
                  <a:pt x="257469" y="640450"/>
                </a:lnTo>
                <a:lnTo>
                  <a:pt x="257852" y="637922"/>
                </a:lnTo>
                <a:lnTo>
                  <a:pt x="258070" y="600426"/>
                </a:lnTo>
                <a:lnTo>
                  <a:pt x="258363" y="596539"/>
                </a:lnTo>
                <a:lnTo>
                  <a:pt x="258923" y="594721"/>
                </a:lnTo>
                <a:lnTo>
                  <a:pt x="259827" y="594018"/>
                </a:lnTo>
                <a:lnTo>
                  <a:pt x="261308" y="593903"/>
                </a:lnTo>
                <a:lnTo>
                  <a:pt x="302407" y="593305"/>
                </a:lnTo>
                <a:lnTo>
                  <a:pt x="312282" y="592731"/>
                </a:lnTo>
                <a:lnTo>
                  <a:pt x="316825" y="591987"/>
                </a:lnTo>
                <a:lnTo>
                  <a:pt x="324011" y="590005"/>
                </a:lnTo>
                <a:lnTo>
                  <a:pt x="328758" y="587937"/>
                </a:lnTo>
                <a:lnTo>
                  <a:pt x="332781" y="585291"/>
                </a:lnTo>
                <a:lnTo>
                  <a:pt x="336139" y="582021"/>
                </a:lnTo>
                <a:lnTo>
                  <a:pt x="338890" y="578079"/>
                </a:lnTo>
                <a:lnTo>
                  <a:pt x="341349" y="572744"/>
                </a:lnTo>
                <a:lnTo>
                  <a:pt x="342169" y="569511"/>
                </a:lnTo>
                <a:lnTo>
                  <a:pt x="342755" y="558710"/>
                </a:lnTo>
                <a:lnTo>
                  <a:pt x="342562" y="532352"/>
                </a:lnTo>
                <a:lnTo>
                  <a:pt x="339042" y="524680"/>
                </a:lnTo>
                <a:lnTo>
                  <a:pt x="337306" y="522060"/>
                </a:lnTo>
                <a:lnTo>
                  <a:pt x="332979" y="517523"/>
                </a:lnTo>
                <a:lnTo>
                  <a:pt x="327534" y="513937"/>
                </a:lnTo>
                <a:lnTo>
                  <a:pt x="324400" y="512506"/>
                </a:lnTo>
                <a:lnTo>
                  <a:pt x="317327" y="510381"/>
                </a:lnTo>
                <a:lnTo>
                  <a:pt x="309625" y="509466"/>
                </a:lnTo>
                <a:lnTo>
                  <a:pt x="292799" y="509144"/>
                </a:lnTo>
                <a:lnTo>
                  <a:pt x="246602" y="509062"/>
                </a:lnTo>
                <a:lnTo>
                  <a:pt x="228680" y="509547"/>
                </a:lnTo>
                <a:close/>
                <a:moveTo>
                  <a:pt x="302593" y="538620"/>
                </a:moveTo>
                <a:lnTo>
                  <a:pt x="306383" y="539715"/>
                </a:lnTo>
                <a:lnTo>
                  <a:pt x="309012" y="541026"/>
                </a:lnTo>
                <a:lnTo>
                  <a:pt x="310776" y="542717"/>
                </a:lnTo>
                <a:lnTo>
                  <a:pt x="312429" y="545466"/>
                </a:lnTo>
                <a:lnTo>
                  <a:pt x="312429" y="557038"/>
                </a:lnTo>
                <a:lnTo>
                  <a:pt x="309879" y="560238"/>
                </a:lnTo>
                <a:lnTo>
                  <a:pt x="305534" y="563209"/>
                </a:lnTo>
                <a:lnTo>
                  <a:pt x="259971" y="563499"/>
                </a:lnTo>
                <a:lnTo>
                  <a:pt x="257946" y="560895"/>
                </a:lnTo>
                <a:lnTo>
                  <a:pt x="258149" y="542498"/>
                </a:lnTo>
                <a:lnTo>
                  <a:pt x="258764" y="539671"/>
                </a:lnTo>
                <a:lnTo>
                  <a:pt x="260020" y="538524"/>
                </a:lnTo>
                <a:lnTo>
                  <a:pt x="288388" y="537918"/>
                </a:lnTo>
                <a:lnTo>
                  <a:pt x="298124" y="538084"/>
                </a:lnTo>
                <a:lnTo>
                  <a:pt x="302593" y="538620"/>
                </a:lnTo>
                <a:close/>
                <a:moveTo>
                  <a:pt x="482095" y="509884"/>
                </a:moveTo>
                <a:lnTo>
                  <a:pt x="480938" y="510800"/>
                </a:lnTo>
                <a:lnTo>
                  <a:pt x="480821" y="619139"/>
                </a:lnTo>
                <a:lnTo>
                  <a:pt x="481004" y="633572"/>
                </a:lnTo>
                <a:lnTo>
                  <a:pt x="481869" y="641074"/>
                </a:lnTo>
                <a:lnTo>
                  <a:pt x="483011" y="641750"/>
                </a:lnTo>
                <a:lnTo>
                  <a:pt x="484990" y="641892"/>
                </a:lnTo>
                <a:lnTo>
                  <a:pt x="504984" y="642104"/>
                </a:lnTo>
                <a:lnTo>
                  <a:pt x="507993" y="641560"/>
                </a:lnTo>
                <a:lnTo>
                  <a:pt x="510348" y="639725"/>
                </a:lnTo>
                <a:lnTo>
                  <a:pt x="510598" y="550531"/>
                </a:lnTo>
                <a:lnTo>
                  <a:pt x="510782" y="540404"/>
                </a:lnTo>
                <a:lnTo>
                  <a:pt x="511439" y="539180"/>
                </a:lnTo>
                <a:lnTo>
                  <a:pt x="515296" y="538210"/>
                </a:lnTo>
                <a:lnTo>
                  <a:pt x="521885" y="537964"/>
                </a:lnTo>
                <a:lnTo>
                  <a:pt x="568929" y="537897"/>
                </a:lnTo>
                <a:lnTo>
                  <a:pt x="571918" y="540597"/>
                </a:lnTo>
                <a:lnTo>
                  <a:pt x="571967" y="613497"/>
                </a:lnTo>
                <a:lnTo>
                  <a:pt x="572400" y="639291"/>
                </a:lnTo>
                <a:lnTo>
                  <a:pt x="575920" y="642040"/>
                </a:lnTo>
                <a:lnTo>
                  <a:pt x="593214" y="641993"/>
                </a:lnTo>
                <a:lnTo>
                  <a:pt x="600158" y="641582"/>
                </a:lnTo>
                <a:lnTo>
                  <a:pt x="602196" y="638954"/>
                </a:lnTo>
                <a:lnTo>
                  <a:pt x="602196" y="511331"/>
                </a:lnTo>
                <a:lnTo>
                  <a:pt x="599834" y="508968"/>
                </a:lnTo>
                <a:lnTo>
                  <a:pt x="483204" y="508968"/>
                </a:lnTo>
                <a:lnTo>
                  <a:pt x="482095" y="509884"/>
                </a:lnTo>
                <a:close/>
                <a:moveTo>
                  <a:pt x="355146" y="511041"/>
                </a:moveTo>
                <a:lnTo>
                  <a:pt x="353816" y="513279"/>
                </a:lnTo>
                <a:lnTo>
                  <a:pt x="353572" y="515731"/>
                </a:lnTo>
                <a:lnTo>
                  <a:pt x="353666" y="556733"/>
                </a:lnTo>
                <a:lnTo>
                  <a:pt x="354098" y="568663"/>
                </a:lnTo>
                <a:lnTo>
                  <a:pt x="355388" y="574098"/>
                </a:lnTo>
                <a:lnTo>
                  <a:pt x="358254" y="578951"/>
                </a:lnTo>
                <a:lnTo>
                  <a:pt x="361049" y="582386"/>
                </a:lnTo>
                <a:lnTo>
                  <a:pt x="364319" y="585340"/>
                </a:lnTo>
                <a:lnTo>
                  <a:pt x="370164" y="588908"/>
                </a:lnTo>
                <a:lnTo>
                  <a:pt x="380461" y="592435"/>
                </a:lnTo>
                <a:lnTo>
                  <a:pt x="391393" y="593346"/>
                </a:lnTo>
                <a:lnTo>
                  <a:pt x="434700" y="594066"/>
                </a:lnTo>
                <a:lnTo>
                  <a:pt x="436641" y="594776"/>
                </a:lnTo>
                <a:lnTo>
                  <a:pt x="437388" y="595778"/>
                </a:lnTo>
                <a:lnTo>
                  <a:pt x="437962" y="600008"/>
                </a:lnTo>
                <a:lnTo>
                  <a:pt x="438027" y="607084"/>
                </a:lnTo>
                <a:lnTo>
                  <a:pt x="433988" y="611699"/>
                </a:lnTo>
                <a:lnTo>
                  <a:pt x="430777" y="613086"/>
                </a:lnTo>
                <a:lnTo>
                  <a:pt x="419506" y="613958"/>
                </a:lnTo>
                <a:lnTo>
                  <a:pt x="370714" y="614208"/>
                </a:lnTo>
                <a:lnTo>
                  <a:pt x="361952" y="614474"/>
                </a:lnTo>
                <a:lnTo>
                  <a:pt x="360729" y="614857"/>
                </a:lnTo>
                <a:lnTo>
                  <a:pt x="359773" y="615848"/>
                </a:lnTo>
                <a:lnTo>
                  <a:pt x="359172" y="617709"/>
                </a:lnTo>
                <a:lnTo>
                  <a:pt x="358768" y="623052"/>
                </a:lnTo>
                <a:lnTo>
                  <a:pt x="358944" y="638745"/>
                </a:lnTo>
                <a:lnTo>
                  <a:pt x="359360" y="641086"/>
                </a:lnTo>
                <a:lnTo>
                  <a:pt x="360091" y="642334"/>
                </a:lnTo>
                <a:lnTo>
                  <a:pt x="361871" y="643064"/>
                </a:lnTo>
                <a:lnTo>
                  <a:pt x="371527" y="643365"/>
                </a:lnTo>
                <a:lnTo>
                  <a:pt x="437545" y="643486"/>
                </a:lnTo>
                <a:lnTo>
                  <a:pt x="450984" y="639346"/>
                </a:lnTo>
                <a:lnTo>
                  <a:pt x="456503" y="636181"/>
                </a:lnTo>
                <a:lnTo>
                  <a:pt x="459773" y="633307"/>
                </a:lnTo>
                <a:lnTo>
                  <a:pt x="463586" y="628534"/>
                </a:lnTo>
                <a:lnTo>
                  <a:pt x="465998" y="623344"/>
                </a:lnTo>
                <a:lnTo>
                  <a:pt x="467293" y="617740"/>
                </a:lnTo>
                <a:lnTo>
                  <a:pt x="467373" y="529513"/>
                </a:lnTo>
                <a:lnTo>
                  <a:pt x="467160" y="517677"/>
                </a:lnTo>
                <a:lnTo>
                  <a:pt x="466215" y="511313"/>
                </a:lnTo>
                <a:lnTo>
                  <a:pt x="463933" y="510268"/>
                </a:lnTo>
                <a:lnTo>
                  <a:pt x="452467" y="509920"/>
                </a:lnTo>
                <a:lnTo>
                  <a:pt x="441093" y="510268"/>
                </a:lnTo>
                <a:lnTo>
                  <a:pt x="440100" y="510463"/>
                </a:lnTo>
                <a:lnTo>
                  <a:pt x="439008" y="511355"/>
                </a:lnTo>
                <a:lnTo>
                  <a:pt x="438123" y="515182"/>
                </a:lnTo>
                <a:lnTo>
                  <a:pt x="437900" y="521123"/>
                </a:lnTo>
                <a:lnTo>
                  <a:pt x="437930" y="562004"/>
                </a:lnTo>
                <a:lnTo>
                  <a:pt x="436590" y="563417"/>
                </a:lnTo>
                <a:lnTo>
                  <a:pt x="433972" y="564310"/>
                </a:lnTo>
                <a:lnTo>
                  <a:pt x="430304" y="564617"/>
                </a:lnTo>
                <a:lnTo>
                  <a:pt x="397334" y="564945"/>
                </a:lnTo>
                <a:lnTo>
                  <a:pt x="390167" y="563186"/>
                </a:lnTo>
                <a:lnTo>
                  <a:pt x="387317" y="561986"/>
                </a:lnTo>
                <a:lnTo>
                  <a:pt x="385176" y="559408"/>
                </a:lnTo>
                <a:lnTo>
                  <a:pt x="383423" y="555038"/>
                </a:lnTo>
                <a:lnTo>
                  <a:pt x="382988" y="550994"/>
                </a:lnTo>
                <a:lnTo>
                  <a:pt x="384310" y="543164"/>
                </a:lnTo>
                <a:lnTo>
                  <a:pt x="384594" y="522332"/>
                </a:lnTo>
                <a:lnTo>
                  <a:pt x="384316" y="515357"/>
                </a:lnTo>
                <a:lnTo>
                  <a:pt x="383361" y="512338"/>
                </a:lnTo>
                <a:lnTo>
                  <a:pt x="380652" y="510174"/>
                </a:lnTo>
                <a:lnTo>
                  <a:pt x="356304" y="509884"/>
                </a:lnTo>
                <a:lnTo>
                  <a:pt x="355146" y="511041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plate"/>
          <p:cNvSpPr/>
          <p:nvPr/>
        </p:nvSpPr>
        <p:spPr>
          <a:xfrm>
            <a:off x="6764875" y="10276252"/>
            <a:ext cx="327125" cy="415747"/>
          </a:xfrm>
          <a:prstGeom prst="rect">
            <a:avLst/>
          </a:prstGeom>
          <a:solidFill>
            <a:srgbClr val="F3F1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folio: 23"/>
          <p:cNvSpPr txBox="1"/>
          <p:nvPr/>
        </p:nvSpPr>
        <p:spPr>
          <a:xfrm>
            <a:off x="648000" y="10355540"/>
            <a:ext cx="6336000" cy="1377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75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A6672"/>
                </a:solidFill>
                <a:latin typeface="Onest SemiBold"/>
                <a:ea typeface="Onest SemiBold"/>
                <a:cs typeface="Onest SemiBol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image" descr="d209d69390a8d5d4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  <p:sp>
        <p:nvSpPr>
          <p:cNvPr id="4" name="title: Строительство мостового перехо"/>
          <p:cNvSpPr txBox="1"/>
          <p:nvPr/>
        </p:nvSpPr>
        <p:spPr>
          <a:xfrm>
            <a:off x="576000" y="1664425"/>
            <a:ext cx="5448960" cy="6873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76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spc="-44">
                <a:solidFill>
                  <a:srgbClr val="F3F1EC"/>
                </a:solidFill>
                <a:latin typeface="PT Serif"/>
                <a:ea typeface="PT Serif"/>
                <a:cs typeface="PT Serif"/>
              </a:rPr>
              <a:t>Строительство мостового перехода через</a:t>
            </a:r>
          </a:p>
          <a:p>
            <a:pPr algn="l">
              <a:lnSpc>
                <a:spcPts val="2376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spc="-44">
                <a:solidFill>
                  <a:srgbClr val="F3F1EC"/>
                </a:solidFill>
                <a:latin typeface="PT Serif"/>
                <a:ea typeface="PT Serif"/>
                <a:cs typeface="PT Serif"/>
              </a:rPr>
              <a:t>реку Волга в г. Твери (Западный Мост)</a:t>
            </a:r>
          </a:p>
        </p:txBody>
      </p:sp>
      <p:cxnSp>
        <p:nvCxnSpPr>
          <p:cNvPr id="5" name="motif"/>
          <p:cNvCxnSpPr/>
          <p:nvPr/>
        </p:nvCxnSpPr>
        <p:spPr>
          <a:xfrm>
            <a:off x="576000" y="2723957"/>
            <a:ext cx="5195520" cy="0"/>
          </a:xfrm>
          <a:prstGeom prst="line">
            <a:avLst/>
          </a:prstGeom>
          <a:ln w="5080">
            <a:solidFill>
              <a:srgbClr val="696385"/>
            </a:solidFill>
          </a:ln>
          <a:effectLst/>
        </p:spPr>
      </p:cxnSp>
      <p:sp>
        <p:nvSpPr>
          <p:cNvPr id="6" name="marker"/>
          <p:cNvSpPr/>
          <p:nvPr/>
        </p:nvSpPr>
        <p:spPr>
          <a:xfrm>
            <a:off x="576000" y="2858197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item: Переустройство воздушных линий"/>
          <p:cNvSpPr txBox="1"/>
          <p:nvPr/>
        </p:nvSpPr>
        <p:spPr>
          <a:xfrm>
            <a:off x="792000" y="2801047"/>
            <a:ext cx="4979520" cy="203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Переустройство воздушных линий электропередач напряжением 0,4-110кВ</a:t>
            </a:r>
          </a:p>
        </p:txBody>
      </p:sp>
      <p:cxnSp>
        <p:nvCxnSpPr>
          <p:cNvPr id="8" name="motif"/>
          <p:cNvCxnSpPr/>
          <p:nvPr/>
        </p:nvCxnSpPr>
        <p:spPr>
          <a:xfrm>
            <a:off x="576000" y="3073082"/>
            <a:ext cx="5195520" cy="0"/>
          </a:xfrm>
          <a:prstGeom prst="line">
            <a:avLst/>
          </a:prstGeom>
          <a:ln w="5080">
            <a:solidFill>
              <a:srgbClr val="696385"/>
            </a:solidFill>
          </a:ln>
          <a:effectLst/>
        </p:spPr>
      </p:cxnSp>
      <p:sp>
        <p:nvSpPr>
          <p:cNvPr id="9" name="plate"/>
          <p:cNvSpPr/>
          <p:nvPr/>
        </p:nvSpPr>
        <p:spPr>
          <a:xfrm>
            <a:off x="468000" y="10276252"/>
            <a:ext cx="329525" cy="415747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folio: 24"/>
          <p:cNvSpPr txBox="1"/>
          <p:nvPr/>
        </p:nvSpPr>
        <p:spPr>
          <a:xfrm>
            <a:off x="576000" y="10355540"/>
            <a:ext cx="6336000" cy="1377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A39EB0"/>
                </a:solidFill>
                <a:latin typeface="Onest SemiBold"/>
                <a:ea typeface="Onest SemiBold"/>
                <a:cs typeface="Onest SemiBol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image" descr="471cde7966eac3b8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7560000" cy="5078160"/>
          </a:xfrm>
          <a:prstGeom prst="rect">
            <a:avLst/>
          </a:prstGeom>
        </p:spPr>
      </p:pic>
      <p:pic>
        <p:nvPicPr>
          <p:cNvPr id="5" name="image" descr="01b7a4dbe4301684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5186160"/>
            <a:ext cx="7560000" cy="5505840"/>
          </a:xfrm>
          <a:prstGeom prst="rect">
            <a:avLst/>
          </a:prstGeom>
        </p:spPr>
      </p:pic>
      <p:sp>
        <p:nvSpPr>
          <p:cNvPr id="6" name="logo"/>
          <p:cNvSpPr/>
          <p:nvPr/>
        </p:nvSpPr>
        <p:spPr>
          <a:xfrm>
            <a:off x="5919911" y="582603"/>
            <a:ext cx="1056269" cy="643486"/>
          </a:xfrm>
          <a:custGeom>
            <a:avLst/>
            <a:gdLst/>
            <a:ahLst/>
            <a:cxnLst/>
            <a:rect l="0" t="0" r="r" b="b"/>
            <a:pathLst>
              <a:path w="1056269" h="643486">
                <a:moveTo>
                  <a:pt x="990129" y="307"/>
                </a:moveTo>
                <a:lnTo>
                  <a:pt x="984765" y="2441"/>
                </a:lnTo>
                <a:lnTo>
                  <a:pt x="980334" y="4783"/>
                </a:lnTo>
                <a:lnTo>
                  <a:pt x="973784" y="15399"/>
                </a:lnTo>
                <a:lnTo>
                  <a:pt x="945108" y="29884"/>
                </a:lnTo>
                <a:lnTo>
                  <a:pt x="936215" y="35779"/>
                </a:lnTo>
                <a:lnTo>
                  <a:pt x="925637" y="44186"/>
                </a:lnTo>
                <a:lnTo>
                  <a:pt x="922678" y="47590"/>
                </a:lnTo>
                <a:lnTo>
                  <a:pt x="919642" y="52792"/>
                </a:lnTo>
                <a:lnTo>
                  <a:pt x="914571" y="59051"/>
                </a:lnTo>
                <a:lnTo>
                  <a:pt x="913179" y="62022"/>
                </a:lnTo>
                <a:lnTo>
                  <a:pt x="913123" y="64251"/>
                </a:lnTo>
                <a:lnTo>
                  <a:pt x="914088" y="66524"/>
                </a:lnTo>
                <a:lnTo>
                  <a:pt x="918250" y="70371"/>
                </a:lnTo>
                <a:lnTo>
                  <a:pt x="918820" y="71628"/>
                </a:lnTo>
                <a:lnTo>
                  <a:pt x="917254" y="72548"/>
                </a:lnTo>
                <a:lnTo>
                  <a:pt x="912540" y="73833"/>
                </a:lnTo>
                <a:lnTo>
                  <a:pt x="910998" y="74930"/>
                </a:lnTo>
                <a:lnTo>
                  <a:pt x="907953" y="81097"/>
                </a:lnTo>
                <a:lnTo>
                  <a:pt x="901179" y="88226"/>
                </a:lnTo>
                <a:lnTo>
                  <a:pt x="898935" y="91512"/>
                </a:lnTo>
                <a:lnTo>
                  <a:pt x="896496" y="96302"/>
                </a:lnTo>
                <a:lnTo>
                  <a:pt x="894904" y="96871"/>
                </a:lnTo>
                <a:lnTo>
                  <a:pt x="892716" y="96691"/>
                </a:lnTo>
                <a:lnTo>
                  <a:pt x="886793" y="93872"/>
                </a:lnTo>
                <a:lnTo>
                  <a:pt x="885232" y="93566"/>
                </a:lnTo>
                <a:lnTo>
                  <a:pt x="879043" y="95049"/>
                </a:lnTo>
                <a:lnTo>
                  <a:pt x="874648" y="96727"/>
                </a:lnTo>
                <a:lnTo>
                  <a:pt x="871795" y="98579"/>
                </a:lnTo>
                <a:lnTo>
                  <a:pt x="870301" y="100254"/>
                </a:lnTo>
                <a:lnTo>
                  <a:pt x="863433" y="110615"/>
                </a:lnTo>
                <a:lnTo>
                  <a:pt x="859275" y="113693"/>
                </a:lnTo>
                <a:lnTo>
                  <a:pt x="856327" y="114619"/>
                </a:lnTo>
                <a:lnTo>
                  <a:pt x="854159" y="114634"/>
                </a:lnTo>
                <a:lnTo>
                  <a:pt x="848178" y="110817"/>
                </a:lnTo>
                <a:lnTo>
                  <a:pt x="844691" y="109921"/>
                </a:lnTo>
                <a:lnTo>
                  <a:pt x="840996" y="110094"/>
                </a:lnTo>
                <a:lnTo>
                  <a:pt x="837278" y="111327"/>
                </a:lnTo>
                <a:lnTo>
                  <a:pt x="830309" y="115701"/>
                </a:lnTo>
                <a:lnTo>
                  <a:pt x="812274" y="124472"/>
                </a:lnTo>
                <a:lnTo>
                  <a:pt x="810392" y="125926"/>
                </a:lnTo>
                <a:lnTo>
                  <a:pt x="808602" y="128847"/>
                </a:lnTo>
                <a:lnTo>
                  <a:pt x="809498" y="136259"/>
                </a:lnTo>
                <a:lnTo>
                  <a:pt x="811743" y="141043"/>
                </a:lnTo>
                <a:lnTo>
                  <a:pt x="811639" y="143299"/>
                </a:lnTo>
                <a:lnTo>
                  <a:pt x="809504" y="144904"/>
                </a:lnTo>
                <a:lnTo>
                  <a:pt x="803387" y="146819"/>
                </a:lnTo>
                <a:lnTo>
                  <a:pt x="799989" y="149218"/>
                </a:lnTo>
                <a:lnTo>
                  <a:pt x="798039" y="148765"/>
                </a:lnTo>
                <a:lnTo>
                  <a:pt x="794559" y="146688"/>
                </a:lnTo>
                <a:lnTo>
                  <a:pt x="786966" y="141660"/>
                </a:lnTo>
                <a:lnTo>
                  <a:pt x="777514" y="134651"/>
                </a:lnTo>
                <a:lnTo>
                  <a:pt x="758690" y="122136"/>
                </a:lnTo>
                <a:lnTo>
                  <a:pt x="747605" y="114310"/>
                </a:lnTo>
                <a:lnTo>
                  <a:pt x="734049" y="103713"/>
                </a:lnTo>
                <a:lnTo>
                  <a:pt x="711398" y="87282"/>
                </a:lnTo>
                <a:lnTo>
                  <a:pt x="707893" y="85299"/>
                </a:lnTo>
                <a:lnTo>
                  <a:pt x="706225" y="85513"/>
                </a:lnTo>
                <a:lnTo>
                  <a:pt x="705447" y="86702"/>
                </a:lnTo>
                <a:lnTo>
                  <a:pt x="706106" y="89234"/>
                </a:lnTo>
                <a:lnTo>
                  <a:pt x="707056" y="90691"/>
                </a:lnTo>
                <a:lnTo>
                  <a:pt x="709522" y="92736"/>
                </a:lnTo>
                <a:lnTo>
                  <a:pt x="728697" y="106781"/>
                </a:lnTo>
                <a:lnTo>
                  <a:pt x="751732" y="122897"/>
                </a:lnTo>
                <a:lnTo>
                  <a:pt x="765770" y="133493"/>
                </a:lnTo>
                <a:lnTo>
                  <a:pt x="771437" y="137312"/>
                </a:lnTo>
                <a:lnTo>
                  <a:pt x="776142" y="139562"/>
                </a:lnTo>
                <a:lnTo>
                  <a:pt x="781474" y="142851"/>
                </a:lnTo>
                <a:lnTo>
                  <a:pt x="785655" y="146180"/>
                </a:lnTo>
                <a:lnTo>
                  <a:pt x="787681" y="148503"/>
                </a:lnTo>
                <a:lnTo>
                  <a:pt x="788375" y="150255"/>
                </a:lnTo>
                <a:lnTo>
                  <a:pt x="789027" y="160620"/>
                </a:lnTo>
                <a:lnTo>
                  <a:pt x="786500" y="160654"/>
                </a:lnTo>
                <a:lnTo>
                  <a:pt x="784862" y="159571"/>
                </a:lnTo>
                <a:lnTo>
                  <a:pt x="783393" y="157474"/>
                </a:lnTo>
                <a:lnTo>
                  <a:pt x="781622" y="153577"/>
                </a:lnTo>
                <a:lnTo>
                  <a:pt x="779910" y="151326"/>
                </a:lnTo>
                <a:lnTo>
                  <a:pt x="771756" y="142974"/>
                </a:lnTo>
                <a:lnTo>
                  <a:pt x="769312" y="140932"/>
                </a:lnTo>
                <a:lnTo>
                  <a:pt x="767499" y="140113"/>
                </a:lnTo>
                <a:lnTo>
                  <a:pt x="765865" y="140315"/>
                </a:lnTo>
                <a:lnTo>
                  <a:pt x="761593" y="142299"/>
                </a:lnTo>
                <a:lnTo>
                  <a:pt x="753204" y="142540"/>
                </a:lnTo>
                <a:lnTo>
                  <a:pt x="749509" y="147584"/>
                </a:lnTo>
                <a:lnTo>
                  <a:pt x="748063" y="153309"/>
                </a:lnTo>
                <a:lnTo>
                  <a:pt x="746768" y="154275"/>
                </a:lnTo>
                <a:lnTo>
                  <a:pt x="743981" y="155306"/>
                </a:lnTo>
                <a:lnTo>
                  <a:pt x="741838" y="155282"/>
                </a:lnTo>
                <a:lnTo>
                  <a:pt x="736928" y="152601"/>
                </a:lnTo>
                <a:lnTo>
                  <a:pt x="734080" y="151761"/>
                </a:lnTo>
                <a:lnTo>
                  <a:pt x="726005" y="153635"/>
                </a:lnTo>
                <a:lnTo>
                  <a:pt x="722608" y="153980"/>
                </a:lnTo>
                <a:lnTo>
                  <a:pt x="720441" y="153701"/>
                </a:lnTo>
                <a:lnTo>
                  <a:pt x="716327" y="150447"/>
                </a:lnTo>
                <a:lnTo>
                  <a:pt x="714536" y="147843"/>
                </a:lnTo>
                <a:lnTo>
                  <a:pt x="716034" y="142306"/>
                </a:lnTo>
                <a:lnTo>
                  <a:pt x="716782" y="133751"/>
                </a:lnTo>
                <a:lnTo>
                  <a:pt x="716512" y="130100"/>
                </a:lnTo>
                <a:lnTo>
                  <a:pt x="714936" y="127653"/>
                </a:lnTo>
                <a:lnTo>
                  <a:pt x="709232" y="122338"/>
                </a:lnTo>
                <a:lnTo>
                  <a:pt x="705776" y="120054"/>
                </a:lnTo>
                <a:lnTo>
                  <a:pt x="702875" y="119395"/>
                </a:lnTo>
                <a:lnTo>
                  <a:pt x="694655" y="119133"/>
                </a:lnTo>
                <a:lnTo>
                  <a:pt x="691652" y="118631"/>
                </a:lnTo>
                <a:lnTo>
                  <a:pt x="690721" y="117815"/>
                </a:lnTo>
                <a:lnTo>
                  <a:pt x="689830" y="114026"/>
                </a:lnTo>
                <a:lnTo>
                  <a:pt x="688886" y="112448"/>
                </a:lnTo>
                <a:lnTo>
                  <a:pt x="687004" y="111273"/>
                </a:lnTo>
                <a:lnTo>
                  <a:pt x="682377" y="109609"/>
                </a:lnTo>
                <a:lnTo>
                  <a:pt x="677103" y="111550"/>
                </a:lnTo>
                <a:lnTo>
                  <a:pt x="673891" y="114190"/>
                </a:lnTo>
                <a:lnTo>
                  <a:pt x="674455" y="125887"/>
                </a:lnTo>
                <a:lnTo>
                  <a:pt x="675211" y="129461"/>
                </a:lnTo>
                <a:lnTo>
                  <a:pt x="675614" y="129920"/>
                </a:lnTo>
                <a:lnTo>
                  <a:pt x="676735" y="129886"/>
                </a:lnTo>
                <a:lnTo>
                  <a:pt x="680641" y="127610"/>
                </a:lnTo>
                <a:lnTo>
                  <a:pt x="682286" y="127672"/>
                </a:lnTo>
                <a:lnTo>
                  <a:pt x="684122" y="128410"/>
                </a:lnTo>
                <a:lnTo>
                  <a:pt x="693709" y="135525"/>
                </a:lnTo>
                <a:lnTo>
                  <a:pt x="700980" y="142389"/>
                </a:lnTo>
                <a:lnTo>
                  <a:pt x="701464" y="144697"/>
                </a:lnTo>
                <a:lnTo>
                  <a:pt x="701117" y="146026"/>
                </a:lnTo>
                <a:lnTo>
                  <a:pt x="699209" y="149325"/>
                </a:lnTo>
                <a:lnTo>
                  <a:pt x="694313" y="155679"/>
                </a:lnTo>
                <a:lnTo>
                  <a:pt x="693043" y="158983"/>
                </a:lnTo>
                <a:lnTo>
                  <a:pt x="693053" y="160668"/>
                </a:lnTo>
                <a:lnTo>
                  <a:pt x="693789" y="163376"/>
                </a:lnTo>
                <a:lnTo>
                  <a:pt x="695126" y="165711"/>
                </a:lnTo>
                <a:lnTo>
                  <a:pt x="696911" y="167504"/>
                </a:lnTo>
                <a:lnTo>
                  <a:pt x="699998" y="168866"/>
                </a:lnTo>
                <a:lnTo>
                  <a:pt x="703861" y="169063"/>
                </a:lnTo>
                <a:lnTo>
                  <a:pt x="709414" y="168253"/>
                </a:lnTo>
                <a:lnTo>
                  <a:pt x="714843" y="166243"/>
                </a:lnTo>
                <a:lnTo>
                  <a:pt x="719020" y="166852"/>
                </a:lnTo>
                <a:lnTo>
                  <a:pt x="724160" y="165624"/>
                </a:lnTo>
                <a:lnTo>
                  <a:pt x="726519" y="166565"/>
                </a:lnTo>
                <a:lnTo>
                  <a:pt x="758636" y="193750"/>
                </a:lnTo>
                <a:lnTo>
                  <a:pt x="760031" y="195403"/>
                </a:lnTo>
                <a:lnTo>
                  <a:pt x="763630" y="197962"/>
                </a:lnTo>
                <a:lnTo>
                  <a:pt x="773369" y="206281"/>
                </a:lnTo>
                <a:lnTo>
                  <a:pt x="782988" y="215012"/>
                </a:lnTo>
                <a:lnTo>
                  <a:pt x="789551" y="219837"/>
                </a:lnTo>
                <a:lnTo>
                  <a:pt x="792119" y="222990"/>
                </a:lnTo>
                <a:lnTo>
                  <a:pt x="799661" y="229348"/>
                </a:lnTo>
                <a:lnTo>
                  <a:pt x="804582" y="232935"/>
                </a:lnTo>
                <a:lnTo>
                  <a:pt x="805727" y="234276"/>
                </a:lnTo>
                <a:lnTo>
                  <a:pt x="808260" y="234750"/>
                </a:lnTo>
                <a:lnTo>
                  <a:pt x="809348" y="233928"/>
                </a:lnTo>
                <a:lnTo>
                  <a:pt x="809290" y="232777"/>
                </a:lnTo>
                <a:lnTo>
                  <a:pt x="805379" y="229009"/>
                </a:lnTo>
                <a:lnTo>
                  <a:pt x="801566" y="226225"/>
                </a:lnTo>
                <a:lnTo>
                  <a:pt x="795704" y="220743"/>
                </a:lnTo>
                <a:lnTo>
                  <a:pt x="790840" y="217943"/>
                </a:lnTo>
                <a:lnTo>
                  <a:pt x="787394" y="215349"/>
                </a:lnTo>
                <a:lnTo>
                  <a:pt x="785465" y="213054"/>
                </a:lnTo>
                <a:lnTo>
                  <a:pt x="777561" y="207340"/>
                </a:lnTo>
                <a:lnTo>
                  <a:pt x="740372" y="172697"/>
                </a:lnTo>
                <a:lnTo>
                  <a:pt x="738770" y="170436"/>
                </a:lnTo>
                <a:lnTo>
                  <a:pt x="738772" y="167988"/>
                </a:lnTo>
                <a:lnTo>
                  <a:pt x="740850" y="166539"/>
                </a:lnTo>
                <a:lnTo>
                  <a:pt x="749328" y="164908"/>
                </a:lnTo>
                <a:lnTo>
                  <a:pt x="753778" y="163198"/>
                </a:lnTo>
                <a:lnTo>
                  <a:pt x="756160" y="161451"/>
                </a:lnTo>
                <a:lnTo>
                  <a:pt x="757962" y="159299"/>
                </a:lnTo>
                <a:lnTo>
                  <a:pt x="760514" y="153798"/>
                </a:lnTo>
                <a:lnTo>
                  <a:pt x="762438" y="152921"/>
                </a:lnTo>
                <a:lnTo>
                  <a:pt x="764667" y="152882"/>
                </a:lnTo>
                <a:lnTo>
                  <a:pt x="768169" y="154153"/>
                </a:lnTo>
                <a:lnTo>
                  <a:pt x="770561" y="156136"/>
                </a:lnTo>
                <a:lnTo>
                  <a:pt x="771670" y="163947"/>
                </a:lnTo>
                <a:lnTo>
                  <a:pt x="782991" y="172282"/>
                </a:lnTo>
                <a:lnTo>
                  <a:pt x="786576" y="173075"/>
                </a:lnTo>
                <a:lnTo>
                  <a:pt x="802334" y="173975"/>
                </a:lnTo>
                <a:lnTo>
                  <a:pt x="803870" y="172444"/>
                </a:lnTo>
                <a:lnTo>
                  <a:pt x="804148" y="171311"/>
                </a:lnTo>
                <a:lnTo>
                  <a:pt x="802065" y="166040"/>
                </a:lnTo>
                <a:lnTo>
                  <a:pt x="801984" y="163519"/>
                </a:lnTo>
                <a:lnTo>
                  <a:pt x="803492" y="162104"/>
                </a:lnTo>
                <a:lnTo>
                  <a:pt x="806984" y="162014"/>
                </a:lnTo>
                <a:lnTo>
                  <a:pt x="814619" y="166384"/>
                </a:lnTo>
                <a:lnTo>
                  <a:pt x="820794" y="170878"/>
                </a:lnTo>
                <a:lnTo>
                  <a:pt x="826670" y="174331"/>
                </a:lnTo>
                <a:lnTo>
                  <a:pt x="852261" y="191465"/>
                </a:lnTo>
                <a:lnTo>
                  <a:pt x="853906" y="192101"/>
                </a:lnTo>
                <a:lnTo>
                  <a:pt x="855421" y="191895"/>
                </a:lnTo>
                <a:lnTo>
                  <a:pt x="855962" y="191491"/>
                </a:lnTo>
                <a:lnTo>
                  <a:pt x="856124" y="190224"/>
                </a:lnTo>
                <a:lnTo>
                  <a:pt x="855175" y="188549"/>
                </a:lnTo>
                <a:lnTo>
                  <a:pt x="853254" y="186715"/>
                </a:lnTo>
                <a:lnTo>
                  <a:pt x="826435" y="168774"/>
                </a:lnTo>
                <a:lnTo>
                  <a:pt x="821312" y="164797"/>
                </a:lnTo>
                <a:lnTo>
                  <a:pt x="815173" y="160983"/>
                </a:lnTo>
                <a:lnTo>
                  <a:pt x="812000" y="157727"/>
                </a:lnTo>
                <a:lnTo>
                  <a:pt x="811394" y="156210"/>
                </a:lnTo>
                <a:lnTo>
                  <a:pt x="811678" y="155542"/>
                </a:lnTo>
                <a:lnTo>
                  <a:pt x="816563" y="153629"/>
                </a:lnTo>
                <a:lnTo>
                  <a:pt x="825911" y="144757"/>
                </a:lnTo>
                <a:lnTo>
                  <a:pt x="825658" y="140881"/>
                </a:lnTo>
                <a:lnTo>
                  <a:pt x="820944" y="134534"/>
                </a:lnTo>
                <a:lnTo>
                  <a:pt x="820596" y="133289"/>
                </a:lnTo>
                <a:lnTo>
                  <a:pt x="821062" y="131777"/>
                </a:lnTo>
                <a:lnTo>
                  <a:pt x="825835" y="128789"/>
                </a:lnTo>
                <a:lnTo>
                  <a:pt x="835070" y="125069"/>
                </a:lnTo>
                <a:lnTo>
                  <a:pt x="845183" y="126055"/>
                </a:lnTo>
                <a:lnTo>
                  <a:pt x="866170" y="122531"/>
                </a:lnTo>
                <a:lnTo>
                  <a:pt x="868213" y="121153"/>
                </a:lnTo>
                <a:lnTo>
                  <a:pt x="869774" y="119457"/>
                </a:lnTo>
                <a:lnTo>
                  <a:pt x="877829" y="107659"/>
                </a:lnTo>
                <a:lnTo>
                  <a:pt x="880442" y="105164"/>
                </a:lnTo>
                <a:lnTo>
                  <a:pt x="881725" y="104474"/>
                </a:lnTo>
                <a:lnTo>
                  <a:pt x="883015" y="104149"/>
                </a:lnTo>
                <a:lnTo>
                  <a:pt x="885685" y="104570"/>
                </a:lnTo>
                <a:lnTo>
                  <a:pt x="889705" y="107005"/>
                </a:lnTo>
                <a:lnTo>
                  <a:pt x="893262" y="107948"/>
                </a:lnTo>
                <a:lnTo>
                  <a:pt x="898907" y="108257"/>
                </a:lnTo>
                <a:lnTo>
                  <a:pt x="901549" y="107410"/>
                </a:lnTo>
                <a:lnTo>
                  <a:pt x="903627" y="105302"/>
                </a:lnTo>
                <a:lnTo>
                  <a:pt x="907161" y="98050"/>
                </a:lnTo>
                <a:lnTo>
                  <a:pt x="909248" y="94850"/>
                </a:lnTo>
                <a:lnTo>
                  <a:pt x="918343" y="84725"/>
                </a:lnTo>
                <a:lnTo>
                  <a:pt x="927375" y="78916"/>
                </a:lnTo>
                <a:lnTo>
                  <a:pt x="931627" y="74867"/>
                </a:lnTo>
                <a:lnTo>
                  <a:pt x="931982" y="73449"/>
                </a:lnTo>
                <a:lnTo>
                  <a:pt x="931494" y="71467"/>
                </a:lnTo>
                <a:lnTo>
                  <a:pt x="927337" y="63639"/>
                </a:lnTo>
                <a:lnTo>
                  <a:pt x="926932" y="61961"/>
                </a:lnTo>
                <a:lnTo>
                  <a:pt x="927731" y="59277"/>
                </a:lnTo>
                <a:lnTo>
                  <a:pt x="931084" y="53724"/>
                </a:lnTo>
                <a:lnTo>
                  <a:pt x="934696" y="49748"/>
                </a:lnTo>
                <a:lnTo>
                  <a:pt x="941721" y="44424"/>
                </a:lnTo>
                <a:lnTo>
                  <a:pt x="952852" y="37291"/>
                </a:lnTo>
                <a:lnTo>
                  <a:pt x="955328" y="36098"/>
                </a:lnTo>
                <a:lnTo>
                  <a:pt x="957475" y="35835"/>
                </a:lnTo>
                <a:lnTo>
                  <a:pt x="959754" y="37122"/>
                </a:lnTo>
                <a:lnTo>
                  <a:pt x="976557" y="51548"/>
                </a:lnTo>
                <a:lnTo>
                  <a:pt x="983320" y="55808"/>
                </a:lnTo>
                <a:lnTo>
                  <a:pt x="984492" y="57662"/>
                </a:lnTo>
                <a:lnTo>
                  <a:pt x="986444" y="63697"/>
                </a:lnTo>
                <a:lnTo>
                  <a:pt x="988321" y="66656"/>
                </a:lnTo>
                <a:lnTo>
                  <a:pt x="991290" y="68432"/>
                </a:lnTo>
                <a:lnTo>
                  <a:pt x="1000573" y="71187"/>
                </a:lnTo>
                <a:lnTo>
                  <a:pt x="1002247" y="72330"/>
                </a:lnTo>
                <a:lnTo>
                  <a:pt x="1003966" y="74316"/>
                </a:lnTo>
                <a:lnTo>
                  <a:pt x="1003816" y="87126"/>
                </a:lnTo>
                <a:lnTo>
                  <a:pt x="1007202" y="108097"/>
                </a:lnTo>
                <a:lnTo>
                  <a:pt x="1009164" y="115745"/>
                </a:lnTo>
                <a:lnTo>
                  <a:pt x="1009300" y="118643"/>
                </a:lnTo>
                <a:lnTo>
                  <a:pt x="1008251" y="120852"/>
                </a:lnTo>
                <a:lnTo>
                  <a:pt x="1004645" y="124036"/>
                </a:lnTo>
                <a:lnTo>
                  <a:pt x="1002363" y="127226"/>
                </a:lnTo>
                <a:lnTo>
                  <a:pt x="1000732" y="132069"/>
                </a:lnTo>
                <a:lnTo>
                  <a:pt x="998428" y="142271"/>
                </a:lnTo>
                <a:lnTo>
                  <a:pt x="997339" y="144283"/>
                </a:lnTo>
                <a:lnTo>
                  <a:pt x="996142" y="144253"/>
                </a:lnTo>
                <a:lnTo>
                  <a:pt x="991792" y="140334"/>
                </a:lnTo>
                <a:lnTo>
                  <a:pt x="988222" y="136254"/>
                </a:lnTo>
                <a:lnTo>
                  <a:pt x="984548" y="130673"/>
                </a:lnTo>
                <a:lnTo>
                  <a:pt x="981872" y="128487"/>
                </a:lnTo>
                <a:lnTo>
                  <a:pt x="980299" y="128780"/>
                </a:lnTo>
                <a:lnTo>
                  <a:pt x="978573" y="129872"/>
                </a:lnTo>
                <a:lnTo>
                  <a:pt x="965721" y="140529"/>
                </a:lnTo>
                <a:lnTo>
                  <a:pt x="965257" y="141779"/>
                </a:lnTo>
                <a:lnTo>
                  <a:pt x="965642" y="143263"/>
                </a:lnTo>
                <a:lnTo>
                  <a:pt x="971040" y="150062"/>
                </a:lnTo>
                <a:lnTo>
                  <a:pt x="971885" y="151887"/>
                </a:lnTo>
                <a:lnTo>
                  <a:pt x="971683" y="153263"/>
                </a:lnTo>
                <a:lnTo>
                  <a:pt x="970422" y="154231"/>
                </a:lnTo>
                <a:lnTo>
                  <a:pt x="965637" y="155621"/>
                </a:lnTo>
                <a:lnTo>
                  <a:pt x="961646" y="158342"/>
                </a:lnTo>
                <a:lnTo>
                  <a:pt x="957525" y="162703"/>
                </a:lnTo>
                <a:lnTo>
                  <a:pt x="952955" y="169299"/>
                </a:lnTo>
                <a:lnTo>
                  <a:pt x="953289" y="180202"/>
                </a:lnTo>
                <a:lnTo>
                  <a:pt x="956837" y="196757"/>
                </a:lnTo>
                <a:lnTo>
                  <a:pt x="959834" y="203914"/>
                </a:lnTo>
                <a:lnTo>
                  <a:pt x="960172" y="206501"/>
                </a:lnTo>
                <a:lnTo>
                  <a:pt x="959922" y="207520"/>
                </a:lnTo>
                <a:lnTo>
                  <a:pt x="959389" y="208369"/>
                </a:lnTo>
                <a:lnTo>
                  <a:pt x="957459" y="209590"/>
                </a:lnTo>
                <a:lnTo>
                  <a:pt x="949273" y="211141"/>
                </a:lnTo>
                <a:lnTo>
                  <a:pt x="945163" y="212781"/>
                </a:lnTo>
                <a:lnTo>
                  <a:pt x="943427" y="213909"/>
                </a:lnTo>
                <a:lnTo>
                  <a:pt x="941881" y="215259"/>
                </a:lnTo>
                <a:lnTo>
                  <a:pt x="939286" y="218681"/>
                </a:lnTo>
                <a:lnTo>
                  <a:pt x="936171" y="225402"/>
                </a:lnTo>
                <a:lnTo>
                  <a:pt x="934175" y="228000"/>
                </a:lnTo>
                <a:lnTo>
                  <a:pt x="933977" y="229446"/>
                </a:lnTo>
                <a:lnTo>
                  <a:pt x="935224" y="230996"/>
                </a:lnTo>
                <a:lnTo>
                  <a:pt x="938038" y="232933"/>
                </a:lnTo>
                <a:lnTo>
                  <a:pt x="940742" y="234095"/>
                </a:lnTo>
                <a:lnTo>
                  <a:pt x="942211" y="234044"/>
                </a:lnTo>
                <a:lnTo>
                  <a:pt x="944437" y="232712"/>
                </a:lnTo>
                <a:lnTo>
                  <a:pt x="947038" y="229991"/>
                </a:lnTo>
                <a:lnTo>
                  <a:pt x="948827" y="223253"/>
                </a:lnTo>
                <a:lnTo>
                  <a:pt x="950779" y="220930"/>
                </a:lnTo>
                <a:lnTo>
                  <a:pt x="953438" y="220309"/>
                </a:lnTo>
                <a:lnTo>
                  <a:pt x="957707" y="223501"/>
                </a:lnTo>
                <a:lnTo>
                  <a:pt x="960380" y="224022"/>
                </a:lnTo>
                <a:lnTo>
                  <a:pt x="962372" y="223783"/>
                </a:lnTo>
                <a:lnTo>
                  <a:pt x="964003" y="223011"/>
                </a:lnTo>
                <a:lnTo>
                  <a:pt x="965944" y="220679"/>
                </a:lnTo>
                <a:lnTo>
                  <a:pt x="968669" y="213961"/>
                </a:lnTo>
                <a:lnTo>
                  <a:pt x="971355" y="209616"/>
                </a:lnTo>
                <a:lnTo>
                  <a:pt x="974525" y="205565"/>
                </a:lnTo>
                <a:lnTo>
                  <a:pt x="975429" y="202803"/>
                </a:lnTo>
                <a:lnTo>
                  <a:pt x="974428" y="200490"/>
                </a:lnTo>
                <a:lnTo>
                  <a:pt x="969425" y="197987"/>
                </a:lnTo>
                <a:lnTo>
                  <a:pt x="967451" y="194844"/>
                </a:lnTo>
                <a:lnTo>
                  <a:pt x="965420" y="187781"/>
                </a:lnTo>
                <a:lnTo>
                  <a:pt x="964068" y="181121"/>
                </a:lnTo>
                <a:lnTo>
                  <a:pt x="963466" y="175631"/>
                </a:lnTo>
                <a:lnTo>
                  <a:pt x="963707" y="172095"/>
                </a:lnTo>
                <a:lnTo>
                  <a:pt x="966359" y="168190"/>
                </a:lnTo>
                <a:lnTo>
                  <a:pt x="968542" y="166430"/>
                </a:lnTo>
                <a:lnTo>
                  <a:pt x="969734" y="166020"/>
                </a:lnTo>
                <a:lnTo>
                  <a:pt x="976397" y="169345"/>
                </a:lnTo>
                <a:lnTo>
                  <a:pt x="980401" y="169485"/>
                </a:lnTo>
                <a:lnTo>
                  <a:pt x="981566" y="168963"/>
                </a:lnTo>
                <a:lnTo>
                  <a:pt x="982340" y="166128"/>
                </a:lnTo>
                <a:lnTo>
                  <a:pt x="983052" y="150993"/>
                </a:lnTo>
                <a:lnTo>
                  <a:pt x="983489" y="149158"/>
                </a:lnTo>
                <a:lnTo>
                  <a:pt x="984594" y="148422"/>
                </a:lnTo>
                <a:lnTo>
                  <a:pt x="986003" y="149217"/>
                </a:lnTo>
                <a:lnTo>
                  <a:pt x="986904" y="151242"/>
                </a:lnTo>
                <a:lnTo>
                  <a:pt x="988168" y="167857"/>
                </a:lnTo>
                <a:lnTo>
                  <a:pt x="991521" y="182744"/>
                </a:lnTo>
                <a:lnTo>
                  <a:pt x="994245" y="192555"/>
                </a:lnTo>
                <a:lnTo>
                  <a:pt x="994503" y="195416"/>
                </a:lnTo>
                <a:lnTo>
                  <a:pt x="993523" y="202005"/>
                </a:lnTo>
                <a:lnTo>
                  <a:pt x="993648" y="204812"/>
                </a:lnTo>
                <a:lnTo>
                  <a:pt x="996505" y="211233"/>
                </a:lnTo>
                <a:lnTo>
                  <a:pt x="999675" y="221274"/>
                </a:lnTo>
                <a:lnTo>
                  <a:pt x="1002880" y="225871"/>
                </a:lnTo>
                <a:lnTo>
                  <a:pt x="1007287" y="230736"/>
                </a:lnTo>
                <a:lnTo>
                  <a:pt x="1010799" y="233904"/>
                </a:lnTo>
                <a:lnTo>
                  <a:pt x="1016344" y="237934"/>
                </a:lnTo>
                <a:lnTo>
                  <a:pt x="1035697" y="249973"/>
                </a:lnTo>
                <a:lnTo>
                  <a:pt x="1048805" y="257434"/>
                </a:lnTo>
                <a:lnTo>
                  <a:pt x="1052359" y="258550"/>
                </a:lnTo>
                <a:lnTo>
                  <a:pt x="1055011" y="258396"/>
                </a:lnTo>
                <a:lnTo>
                  <a:pt x="1055863" y="257476"/>
                </a:lnTo>
                <a:lnTo>
                  <a:pt x="1056269" y="255718"/>
                </a:lnTo>
                <a:lnTo>
                  <a:pt x="1055893" y="245959"/>
                </a:lnTo>
                <a:lnTo>
                  <a:pt x="1049328" y="233369"/>
                </a:lnTo>
                <a:lnTo>
                  <a:pt x="1048700" y="221961"/>
                </a:lnTo>
                <a:lnTo>
                  <a:pt x="1046877" y="219298"/>
                </a:lnTo>
                <a:lnTo>
                  <a:pt x="1041911" y="213704"/>
                </a:lnTo>
                <a:lnTo>
                  <a:pt x="1044916" y="206545"/>
                </a:lnTo>
                <a:lnTo>
                  <a:pt x="1045093" y="202349"/>
                </a:lnTo>
                <a:lnTo>
                  <a:pt x="1043083" y="199144"/>
                </a:lnTo>
                <a:lnTo>
                  <a:pt x="1037812" y="195905"/>
                </a:lnTo>
                <a:lnTo>
                  <a:pt x="1036890" y="194792"/>
                </a:lnTo>
                <a:lnTo>
                  <a:pt x="1036299" y="191974"/>
                </a:lnTo>
                <a:lnTo>
                  <a:pt x="1035884" y="182895"/>
                </a:lnTo>
                <a:lnTo>
                  <a:pt x="1032949" y="181207"/>
                </a:lnTo>
                <a:lnTo>
                  <a:pt x="1027591" y="180050"/>
                </a:lnTo>
                <a:lnTo>
                  <a:pt x="1022239" y="174828"/>
                </a:lnTo>
                <a:lnTo>
                  <a:pt x="1020003" y="173361"/>
                </a:lnTo>
                <a:lnTo>
                  <a:pt x="1018587" y="173199"/>
                </a:lnTo>
                <a:lnTo>
                  <a:pt x="1013665" y="174523"/>
                </a:lnTo>
                <a:lnTo>
                  <a:pt x="1011825" y="174457"/>
                </a:lnTo>
                <a:lnTo>
                  <a:pt x="1008947" y="170186"/>
                </a:lnTo>
                <a:lnTo>
                  <a:pt x="1003146" y="158981"/>
                </a:lnTo>
                <a:lnTo>
                  <a:pt x="1006813" y="152123"/>
                </a:lnTo>
                <a:lnTo>
                  <a:pt x="1009832" y="148630"/>
                </a:lnTo>
                <a:lnTo>
                  <a:pt x="1010740" y="146843"/>
                </a:lnTo>
                <a:lnTo>
                  <a:pt x="1010203" y="136623"/>
                </a:lnTo>
                <a:lnTo>
                  <a:pt x="1011091" y="132293"/>
                </a:lnTo>
                <a:lnTo>
                  <a:pt x="1013223" y="130805"/>
                </a:lnTo>
                <a:lnTo>
                  <a:pt x="1020745" y="127643"/>
                </a:lnTo>
                <a:lnTo>
                  <a:pt x="1022052" y="126303"/>
                </a:lnTo>
                <a:lnTo>
                  <a:pt x="1022273" y="125478"/>
                </a:lnTo>
                <a:lnTo>
                  <a:pt x="1021950" y="123296"/>
                </a:lnTo>
                <a:lnTo>
                  <a:pt x="1019576" y="117126"/>
                </a:lnTo>
                <a:lnTo>
                  <a:pt x="1018282" y="111977"/>
                </a:lnTo>
                <a:lnTo>
                  <a:pt x="1014686" y="90747"/>
                </a:lnTo>
                <a:lnTo>
                  <a:pt x="1013946" y="81597"/>
                </a:lnTo>
                <a:lnTo>
                  <a:pt x="1013946" y="78366"/>
                </a:lnTo>
                <a:lnTo>
                  <a:pt x="1021661" y="70266"/>
                </a:lnTo>
                <a:lnTo>
                  <a:pt x="1021661" y="65975"/>
                </a:lnTo>
                <a:lnTo>
                  <a:pt x="1017652" y="62612"/>
                </a:lnTo>
                <a:lnTo>
                  <a:pt x="1015061" y="61431"/>
                </a:lnTo>
                <a:lnTo>
                  <a:pt x="1011911" y="61161"/>
                </a:lnTo>
                <a:lnTo>
                  <a:pt x="1006376" y="61624"/>
                </a:lnTo>
                <a:lnTo>
                  <a:pt x="1000814" y="61437"/>
                </a:lnTo>
                <a:lnTo>
                  <a:pt x="996975" y="60527"/>
                </a:lnTo>
                <a:lnTo>
                  <a:pt x="995681" y="59156"/>
                </a:lnTo>
                <a:lnTo>
                  <a:pt x="994100" y="50288"/>
                </a:lnTo>
                <a:lnTo>
                  <a:pt x="991424" y="45169"/>
                </a:lnTo>
                <a:lnTo>
                  <a:pt x="992021" y="42520"/>
                </a:lnTo>
                <a:lnTo>
                  <a:pt x="994387" y="38534"/>
                </a:lnTo>
                <a:lnTo>
                  <a:pt x="996361" y="36126"/>
                </a:lnTo>
                <a:lnTo>
                  <a:pt x="1001781" y="34400"/>
                </a:lnTo>
                <a:lnTo>
                  <a:pt x="1007184" y="30062"/>
                </a:lnTo>
                <a:lnTo>
                  <a:pt x="1012292" y="26825"/>
                </a:lnTo>
                <a:lnTo>
                  <a:pt x="1014356" y="24047"/>
                </a:lnTo>
                <a:lnTo>
                  <a:pt x="1014702" y="20788"/>
                </a:lnTo>
                <a:lnTo>
                  <a:pt x="1013946" y="18436"/>
                </a:lnTo>
                <a:lnTo>
                  <a:pt x="1012627" y="16447"/>
                </a:lnTo>
                <a:lnTo>
                  <a:pt x="1004671" y="13209"/>
                </a:lnTo>
                <a:lnTo>
                  <a:pt x="1002453" y="11523"/>
                </a:lnTo>
                <a:lnTo>
                  <a:pt x="1001484" y="9680"/>
                </a:lnTo>
                <a:lnTo>
                  <a:pt x="1000291" y="5309"/>
                </a:lnTo>
                <a:lnTo>
                  <a:pt x="997517" y="1320"/>
                </a:lnTo>
                <a:lnTo>
                  <a:pt x="994565" y="0"/>
                </a:lnTo>
                <a:lnTo>
                  <a:pt x="990129" y="307"/>
                </a:lnTo>
                <a:close/>
                <a:moveTo>
                  <a:pt x="990514" y="16266"/>
                </a:moveTo>
                <a:lnTo>
                  <a:pt x="995471" y="21221"/>
                </a:lnTo>
                <a:lnTo>
                  <a:pt x="996402" y="23975"/>
                </a:lnTo>
                <a:lnTo>
                  <a:pt x="994956" y="25096"/>
                </a:lnTo>
                <a:lnTo>
                  <a:pt x="990189" y="26114"/>
                </a:lnTo>
                <a:lnTo>
                  <a:pt x="988248" y="26934"/>
                </a:lnTo>
                <a:lnTo>
                  <a:pt x="984242" y="33525"/>
                </a:lnTo>
                <a:lnTo>
                  <a:pt x="981860" y="34507"/>
                </a:lnTo>
                <a:lnTo>
                  <a:pt x="975221" y="34579"/>
                </a:lnTo>
                <a:lnTo>
                  <a:pt x="969234" y="33900"/>
                </a:lnTo>
                <a:lnTo>
                  <a:pt x="966459" y="32746"/>
                </a:lnTo>
                <a:lnTo>
                  <a:pt x="966533" y="31760"/>
                </a:lnTo>
                <a:lnTo>
                  <a:pt x="972675" y="26681"/>
                </a:lnTo>
                <a:lnTo>
                  <a:pt x="979603" y="27125"/>
                </a:lnTo>
                <a:lnTo>
                  <a:pt x="982264" y="26566"/>
                </a:lnTo>
                <a:lnTo>
                  <a:pt x="983401" y="24875"/>
                </a:lnTo>
                <a:lnTo>
                  <a:pt x="983999" y="20588"/>
                </a:lnTo>
                <a:lnTo>
                  <a:pt x="987171" y="15733"/>
                </a:lnTo>
                <a:lnTo>
                  <a:pt x="989000" y="14528"/>
                </a:lnTo>
                <a:lnTo>
                  <a:pt x="990514" y="16266"/>
                </a:lnTo>
                <a:close/>
                <a:moveTo>
                  <a:pt x="702771" y="130486"/>
                </a:moveTo>
                <a:lnTo>
                  <a:pt x="704846" y="132106"/>
                </a:lnTo>
                <a:lnTo>
                  <a:pt x="705874" y="134420"/>
                </a:lnTo>
                <a:lnTo>
                  <a:pt x="705702" y="137368"/>
                </a:lnTo>
                <a:lnTo>
                  <a:pt x="704417" y="138586"/>
                </a:lnTo>
                <a:lnTo>
                  <a:pt x="703268" y="138600"/>
                </a:lnTo>
                <a:lnTo>
                  <a:pt x="702100" y="137910"/>
                </a:lnTo>
                <a:lnTo>
                  <a:pt x="697689" y="133916"/>
                </a:lnTo>
                <a:lnTo>
                  <a:pt x="697224" y="132895"/>
                </a:lnTo>
                <a:lnTo>
                  <a:pt x="697413" y="130782"/>
                </a:lnTo>
                <a:lnTo>
                  <a:pt x="698619" y="129636"/>
                </a:lnTo>
                <a:lnTo>
                  <a:pt x="700801" y="129727"/>
                </a:lnTo>
                <a:lnTo>
                  <a:pt x="702771" y="130486"/>
                </a:lnTo>
                <a:close/>
                <a:moveTo>
                  <a:pt x="1007486" y="185450"/>
                </a:moveTo>
                <a:lnTo>
                  <a:pt x="1010097" y="187206"/>
                </a:lnTo>
                <a:lnTo>
                  <a:pt x="1011919" y="187776"/>
                </a:lnTo>
                <a:lnTo>
                  <a:pt x="1015723" y="186116"/>
                </a:lnTo>
                <a:lnTo>
                  <a:pt x="1017256" y="186168"/>
                </a:lnTo>
                <a:lnTo>
                  <a:pt x="1022883" y="188928"/>
                </a:lnTo>
                <a:lnTo>
                  <a:pt x="1025131" y="190865"/>
                </a:lnTo>
                <a:lnTo>
                  <a:pt x="1025757" y="196886"/>
                </a:lnTo>
                <a:lnTo>
                  <a:pt x="1026289" y="198589"/>
                </a:lnTo>
                <a:lnTo>
                  <a:pt x="1027900" y="201000"/>
                </a:lnTo>
                <a:lnTo>
                  <a:pt x="1032798" y="205941"/>
                </a:lnTo>
                <a:lnTo>
                  <a:pt x="1032050" y="212405"/>
                </a:lnTo>
                <a:lnTo>
                  <a:pt x="1032274" y="217001"/>
                </a:lnTo>
                <a:lnTo>
                  <a:pt x="1033865" y="220542"/>
                </a:lnTo>
                <a:lnTo>
                  <a:pt x="1038246" y="225565"/>
                </a:lnTo>
                <a:lnTo>
                  <a:pt x="1038765" y="232156"/>
                </a:lnTo>
                <a:lnTo>
                  <a:pt x="1039792" y="236539"/>
                </a:lnTo>
                <a:lnTo>
                  <a:pt x="1039819" y="237234"/>
                </a:lnTo>
                <a:lnTo>
                  <a:pt x="1039179" y="238140"/>
                </a:lnTo>
                <a:lnTo>
                  <a:pt x="1036884" y="238220"/>
                </a:lnTo>
                <a:lnTo>
                  <a:pt x="1034771" y="237366"/>
                </a:lnTo>
                <a:lnTo>
                  <a:pt x="1019043" y="227401"/>
                </a:lnTo>
                <a:lnTo>
                  <a:pt x="1014466" y="223396"/>
                </a:lnTo>
                <a:lnTo>
                  <a:pt x="1009297" y="216686"/>
                </a:lnTo>
                <a:lnTo>
                  <a:pt x="1007250" y="212068"/>
                </a:lnTo>
                <a:lnTo>
                  <a:pt x="1004559" y="202285"/>
                </a:lnTo>
                <a:lnTo>
                  <a:pt x="1004623" y="194533"/>
                </a:lnTo>
                <a:lnTo>
                  <a:pt x="1002899" y="186981"/>
                </a:lnTo>
                <a:lnTo>
                  <a:pt x="1002992" y="184969"/>
                </a:lnTo>
                <a:lnTo>
                  <a:pt x="1003831" y="183218"/>
                </a:lnTo>
                <a:lnTo>
                  <a:pt x="1004617" y="183369"/>
                </a:lnTo>
                <a:lnTo>
                  <a:pt x="1007486" y="185450"/>
                </a:lnTo>
                <a:close/>
                <a:moveTo>
                  <a:pt x="654316" y="8938"/>
                </a:moveTo>
                <a:lnTo>
                  <a:pt x="653078" y="11174"/>
                </a:lnTo>
                <a:lnTo>
                  <a:pt x="652316" y="14321"/>
                </a:lnTo>
                <a:lnTo>
                  <a:pt x="650451" y="26202"/>
                </a:lnTo>
                <a:lnTo>
                  <a:pt x="648285" y="35328"/>
                </a:lnTo>
                <a:lnTo>
                  <a:pt x="647598" y="44380"/>
                </a:lnTo>
                <a:lnTo>
                  <a:pt x="646633" y="47384"/>
                </a:lnTo>
                <a:lnTo>
                  <a:pt x="644929" y="49680"/>
                </a:lnTo>
                <a:lnTo>
                  <a:pt x="641361" y="52837"/>
                </a:lnTo>
                <a:lnTo>
                  <a:pt x="627014" y="58415"/>
                </a:lnTo>
                <a:lnTo>
                  <a:pt x="625366" y="59589"/>
                </a:lnTo>
                <a:lnTo>
                  <a:pt x="624382" y="61507"/>
                </a:lnTo>
                <a:lnTo>
                  <a:pt x="624864" y="62679"/>
                </a:lnTo>
                <a:lnTo>
                  <a:pt x="626097" y="63427"/>
                </a:lnTo>
                <a:lnTo>
                  <a:pt x="641893" y="65070"/>
                </a:lnTo>
                <a:lnTo>
                  <a:pt x="645011" y="66024"/>
                </a:lnTo>
                <a:lnTo>
                  <a:pt x="646134" y="66807"/>
                </a:lnTo>
                <a:lnTo>
                  <a:pt x="646210" y="67289"/>
                </a:lnTo>
                <a:lnTo>
                  <a:pt x="639562" y="71579"/>
                </a:lnTo>
                <a:lnTo>
                  <a:pt x="631179" y="74136"/>
                </a:lnTo>
                <a:lnTo>
                  <a:pt x="616835" y="79662"/>
                </a:lnTo>
                <a:lnTo>
                  <a:pt x="612988" y="81510"/>
                </a:lnTo>
                <a:lnTo>
                  <a:pt x="611598" y="82802"/>
                </a:lnTo>
                <a:lnTo>
                  <a:pt x="613816" y="84634"/>
                </a:lnTo>
                <a:lnTo>
                  <a:pt x="638801" y="84798"/>
                </a:lnTo>
                <a:lnTo>
                  <a:pt x="641607" y="85082"/>
                </a:lnTo>
                <a:lnTo>
                  <a:pt x="643700" y="85911"/>
                </a:lnTo>
                <a:lnTo>
                  <a:pt x="644317" y="87085"/>
                </a:lnTo>
                <a:lnTo>
                  <a:pt x="644699" y="93646"/>
                </a:lnTo>
                <a:lnTo>
                  <a:pt x="644507" y="106525"/>
                </a:lnTo>
                <a:lnTo>
                  <a:pt x="643508" y="117950"/>
                </a:lnTo>
                <a:lnTo>
                  <a:pt x="644052" y="122228"/>
                </a:lnTo>
                <a:lnTo>
                  <a:pt x="645335" y="122337"/>
                </a:lnTo>
                <a:lnTo>
                  <a:pt x="650508" y="119316"/>
                </a:lnTo>
                <a:lnTo>
                  <a:pt x="652498" y="114781"/>
                </a:lnTo>
                <a:lnTo>
                  <a:pt x="654485" y="113521"/>
                </a:lnTo>
                <a:lnTo>
                  <a:pt x="658173" y="112984"/>
                </a:lnTo>
                <a:lnTo>
                  <a:pt x="660745" y="115621"/>
                </a:lnTo>
                <a:lnTo>
                  <a:pt x="661512" y="117406"/>
                </a:lnTo>
                <a:lnTo>
                  <a:pt x="661012" y="118836"/>
                </a:lnTo>
                <a:lnTo>
                  <a:pt x="659326" y="119821"/>
                </a:lnTo>
                <a:lnTo>
                  <a:pt x="656535" y="120269"/>
                </a:lnTo>
                <a:lnTo>
                  <a:pt x="651616" y="120120"/>
                </a:lnTo>
                <a:lnTo>
                  <a:pt x="650906" y="124905"/>
                </a:lnTo>
                <a:lnTo>
                  <a:pt x="650459" y="125857"/>
                </a:lnTo>
                <a:lnTo>
                  <a:pt x="649616" y="126432"/>
                </a:lnTo>
                <a:lnTo>
                  <a:pt x="646471" y="126376"/>
                </a:lnTo>
                <a:lnTo>
                  <a:pt x="643094" y="124400"/>
                </a:lnTo>
                <a:lnTo>
                  <a:pt x="642455" y="124749"/>
                </a:lnTo>
                <a:lnTo>
                  <a:pt x="641717" y="126175"/>
                </a:lnTo>
                <a:lnTo>
                  <a:pt x="640494" y="133710"/>
                </a:lnTo>
                <a:lnTo>
                  <a:pt x="640623" y="144950"/>
                </a:lnTo>
                <a:lnTo>
                  <a:pt x="638432" y="150216"/>
                </a:lnTo>
                <a:lnTo>
                  <a:pt x="636983" y="156003"/>
                </a:lnTo>
                <a:lnTo>
                  <a:pt x="634722" y="171964"/>
                </a:lnTo>
                <a:lnTo>
                  <a:pt x="632819" y="179677"/>
                </a:lnTo>
                <a:lnTo>
                  <a:pt x="631275" y="193823"/>
                </a:lnTo>
                <a:lnTo>
                  <a:pt x="629920" y="198565"/>
                </a:lnTo>
                <a:lnTo>
                  <a:pt x="632438" y="200226"/>
                </a:lnTo>
                <a:lnTo>
                  <a:pt x="634806" y="199942"/>
                </a:lnTo>
                <a:lnTo>
                  <a:pt x="653255" y="186656"/>
                </a:lnTo>
                <a:lnTo>
                  <a:pt x="655283" y="185639"/>
                </a:lnTo>
                <a:lnTo>
                  <a:pt x="656624" y="185474"/>
                </a:lnTo>
                <a:lnTo>
                  <a:pt x="659292" y="186401"/>
                </a:lnTo>
                <a:lnTo>
                  <a:pt x="664990" y="190778"/>
                </a:lnTo>
                <a:lnTo>
                  <a:pt x="669998" y="193906"/>
                </a:lnTo>
                <a:lnTo>
                  <a:pt x="671358" y="195351"/>
                </a:lnTo>
                <a:lnTo>
                  <a:pt x="676762" y="199323"/>
                </a:lnTo>
                <a:lnTo>
                  <a:pt x="678214" y="200112"/>
                </a:lnTo>
                <a:lnTo>
                  <a:pt x="680140" y="200427"/>
                </a:lnTo>
                <a:lnTo>
                  <a:pt x="681540" y="199680"/>
                </a:lnTo>
                <a:lnTo>
                  <a:pt x="682004" y="198556"/>
                </a:lnTo>
                <a:lnTo>
                  <a:pt x="681840" y="193279"/>
                </a:lnTo>
                <a:lnTo>
                  <a:pt x="679074" y="178875"/>
                </a:lnTo>
                <a:lnTo>
                  <a:pt x="677092" y="163052"/>
                </a:lnTo>
                <a:lnTo>
                  <a:pt x="676268" y="160252"/>
                </a:lnTo>
                <a:lnTo>
                  <a:pt x="675254" y="159026"/>
                </a:lnTo>
                <a:lnTo>
                  <a:pt x="674355" y="158764"/>
                </a:lnTo>
                <a:lnTo>
                  <a:pt x="673782" y="159855"/>
                </a:lnTo>
                <a:lnTo>
                  <a:pt x="673312" y="163995"/>
                </a:lnTo>
                <a:lnTo>
                  <a:pt x="669660" y="164543"/>
                </a:lnTo>
                <a:lnTo>
                  <a:pt x="664152" y="161536"/>
                </a:lnTo>
                <a:lnTo>
                  <a:pt x="663137" y="160498"/>
                </a:lnTo>
                <a:lnTo>
                  <a:pt x="663323" y="158696"/>
                </a:lnTo>
                <a:lnTo>
                  <a:pt x="666129" y="155739"/>
                </a:lnTo>
                <a:lnTo>
                  <a:pt x="666321" y="155268"/>
                </a:lnTo>
                <a:lnTo>
                  <a:pt x="665920" y="154798"/>
                </a:lnTo>
                <a:lnTo>
                  <a:pt x="662572" y="154793"/>
                </a:lnTo>
                <a:lnTo>
                  <a:pt x="657988" y="156335"/>
                </a:lnTo>
                <a:lnTo>
                  <a:pt x="656398" y="156441"/>
                </a:lnTo>
                <a:lnTo>
                  <a:pt x="648859" y="153603"/>
                </a:lnTo>
                <a:lnTo>
                  <a:pt x="647855" y="152954"/>
                </a:lnTo>
                <a:lnTo>
                  <a:pt x="647576" y="151731"/>
                </a:lnTo>
                <a:lnTo>
                  <a:pt x="648536" y="149470"/>
                </a:lnTo>
                <a:lnTo>
                  <a:pt x="650811" y="147184"/>
                </a:lnTo>
                <a:lnTo>
                  <a:pt x="654683" y="145058"/>
                </a:lnTo>
                <a:lnTo>
                  <a:pt x="657393" y="144630"/>
                </a:lnTo>
                <a:lnTo>
                  <a:pt x="660825" y="145915"/>
                </a:lnTo>
                <a:lnTo>
                  <a:pt x="664160" y="148069"/>
                </a:lnTo>
                <a:lnTo>
                  <a:pt x="665777" y="149986"/>
                </a:lnTo>
                <a:lnTo>
                  <a:pt x="667588" y="153903"/>
                </a:lnTo>
                <a:lnTo>
                  <a:pt x="673405" y="156125"/>
                </a:lnTo>
                <a:lnTo>
                  <a:pt x="674169" y="155834"/>
                </a:lnTo>
                <a:lnTo>
                  <a:pt x="674567" y="154944"/>
                </a:lnTo>
                <a:lnTo>
                  <a:pt x="674725" y="151759"/>
                </a:lnTo>
                <a:lnTo>
                  <a:pt x="673837" y="144715"/>
                </a:lnTo>
                <a:lnTo>
                  <a:pt x="673767" y="140236"/>
                </a:lnTo>
                <a:lnTo>
                  <a:pt x="672117" y="132209"/>
                </a:lnTo>
                <a:lnTo>
                  <a:pt x="670724" y="127874"/>
                </a:lnTo>
                <a:lnTo>
                  <a:pt x="669377" y="113026"/>
                </a:lnTo>
                <a:lnTo>
                  <a:pt x="667538" y="105256"/>
                </a:lnTo>
                <a:lnTo>
                  <a:pt x="667241" y="99212"/>
                </a:lnTo>
                <a:lnTo>
                  <a:pt x="667533" y="94542"/>
                </a:lnTo>
                <a:lnTo>
                  <a:pt x="667049" y="90351"/>
                </a:lnTo>
                <a:lnTo>
                  <a:pt x="667706" y="87831"/>
                </a:lnTo>
                <a:lnTo>
                  <a:pt x="669341" y="86454"/>
                </a:lnTo>
                <a:lnTo>
                  <a:pt x="672348" y="84924"/>
                </a:lnTo>
                <a:lnTo>
                  <a:pt x="698468" y="84715"/>
                </a:lnTo>
                <a:lnTo>
                  <a:pt x="700698" y="84249"/>
                </a:lnTo>
                <a:lnTo>
                  <a:pt x="701538" y="82945"/>
                </a:lnTo>
                <a:lnTo>
                  <a:pt x="701090" y="82109"/>
                </a:lnTo>
                <a:lnTo>
                  <a:pt x="698762" y="80762"/>
                </a:lnTo>
                <a:lnTo>
                  <a:pt x="691613" y="78278"/>
                </a:lnTo>
                <a:lnTo>
                  <a:pt x="685955" y="76950"/>
                </a:lnTo>
                <a:lnTo>
                  <a:pt x="682112" y="74491"/>
                </a:lnTo>
                <a:lnTo>
                  <a:pt x="674754" y="71760"/>
                </a:lnTo>
                <a:lnTo>
                  <a:pt x="671076" y="69652"/>
                </a:lnTo>
                <a:lnTo>
                  <a:pt x="668902" y="67767"/>
                </a:lnTo>
                <a:lnTo>
                  <a:pt x="668753" y="67243"/>
                </a:lnTo>
                <a:lnTo>
                  <a:pt x="669196" y="66771"/>
                </a:lnTo>
                <a:lnTo>
                  <a:pt x="671610" y="65593"/>
                </a:lnTo>
                <a:lnTo>
                  <a:pt x="687240" y="65511"/>
                </a:lnTo>
                <a:lnTo>
                  <a:pt x="689131" y="64876"/>
                </a:lnTo>
                <a:lnTo>
                  <a:pt x="689711" y="63789"/>
                </a:lnTo>
                <a:lnTo>
                  <a:pt x="687710" y="61408"/>
                </a:lnTo>
                <a:lnTo>
                  <a:pt x="677212" y="55134"/>
                </a:lnTo>
                <a:lnTo>
                  <a:pt x="673234" y="53186"/>
                </a:lnTo>
                <a:lnTo>
                  <a:pt x="670661" y="51270"/>
                </a:lnTo>
                <a:lnTo>
                  <a:pt x="668235" y="48730"/>
                </a:lnTo>
                <a:lnTo>
                  <a:pt x="666621" y="44871"/>
                </a:lnTo>
                <a:lnTo>
                  <a:pt x="666008" y="37758"/>
                </a:lnTo>
                <a:lnTo>
                  <a:pt x="663967" y="29913"/>
                </a:lnTo>
                <a:lnTo>
                  <a:pt x="662253" y="18776"/>
                </a:lnTo>
                <a:lnTo>
                  <a:pt x="660579" y="11580"/>
                </a:lnTo>
                <a:lnTo>
                  <a:pt x="659716" y="9551"/>
                </a:lnTo>
                <a:lnTo>
                  <a:pt x="658456" y="8359"/>
                </a:lnTo>
                <a:lnTo>
                  <a:pt x="656265" y="8070"/>
                </a:lnTo>
                <a:lnTo>
                  <a:pt x="654316" y="8938"/>
                </a:lnTo>
                <a:close/>
                <a:moveTo>
                  <a:pt x="658366" y="37674"/>
                </a:moveTo>
                <a:lnTo>
                  <a:pt x="657983" y="39530"/>
                </a:lnTo>
                <a:lnTo>
                  <a:pt x="657130" y="39782"/>
                </a:lnTo>
                <a:lnTo>
                  <a:pt x="656159" y="39481"/>
                </a:lnTo>
                <a:lnTo>
                  <a:pt x="655262" y="37879"/>
                </a:lnTo>
                <a:lnTo>
                  <a:pt x="655467" y="36024"/>
                </a:lnTo>
                <a:lnTo>
                  <a:pt x="656368" y="35559"/>
                </a:lnTo>
                <a:lnTo>
                  <a:pt x="657889" y="35793"/>
                </a:lnTo>
                <a:lnTo>
                  <a:pt x="658366" y="37674"/>
                </a:lnTo>
                <a:close/>
                <a:moveTo>
                  <a:pt x="650121" y="54597"/>
                </a:moveTo>
                <a:lnTo>
                  <a:pt x="650881" y="55556"/>
                </a:lnTo>
                <a:lnTo>
                  <a:pt x="650095" y="56871"/>
                </a:lnTo>
                <a:lnTo>
                  <a:pt x="647474" y="57116"/>
                </a:lnTo>
                <a:lnTo>
                  <a:pt x="646375" y="56414"/>
                </a:lnTo>
                <a:lnTo>
                  <a:pt x="646517" y="55701"/>
                </a:lnTo>
                <a:lnTo>
                  <a:pt x="647903" y="54739"/>
                </a:lnTo>
                <a:lnTo>
                  <a:pt x="648964" y="54350"/>
                </a:lnTo>
                <a:lnTo>
                  <a:pt x="650121" y="54597"/>
                </a:lnTo>
                <a:close/>
                <a:moveTo>
                  <a:pt x="673505" y="57441"/>
                </a:moveTo>
                <a:lnTo>
                  <a:pt x="674766" y="58513"/>
                </a:lnTo>
                <a:lnTo>
                  <a:pt x="674711" y="60196"/>
                </a:lnTo>
                <a:lnTo>
                  <a:pt x="672833" y="61266"/>
                </a:lnTo>
                <a:lnTo>
                  <a:pt x="670854" y="61250"/>
                </a:lnTo>
                <a:lnTo>
                  <a:pt x="669232" y="60585"/>
                </a:lnTo>
                <a:lnTo>
                  <a:pt x="667986" y="59362"/>
                </a:lnTo>
                <a:lnTo>
                  <a:pt x="667334" y="57832"/>
                </a:lnTo>
                <a:lnTo>
                  <a:pt x="667286" y="56091"/>
                </a:lnTo>
                <a:lnTo>
                  <a:pt x="670931" y="56592"/>
                </a:lnTo>
                <a:lnTo>
                  <a:pt x="673505" y="57441"/>
                </a:lnTo>
                <a:close/>
                <a:moveTo>
                  <a:pt x="644143" y="57200"/>
                </a:moveTo>
                <a:lnTo>
                  <a:pt x="644551" y="57819"/>
                </a:lnTo>
                <a:lnTo>
                  <a:pt x="644411" y="58632"/>
                </a:lnTo>
                <a:lnTo>
                  <a:pt x="642975" y="60138"/>
                </a:lnTo>
                <a:lnTo>
                  <a:pt x="641259" y="60509"/>
                </a:lnTo>
                <a:lnTo>
                  <a:pt x="639773" y="59894"/>
                </a:lnTo>
                <a:lnTo>
                  <a:pt x="640302" y="58423"/>
                </a:lnTo>
                <a:lnTo>
                  <a:pt x="642010" y="57073"/>
                </a:lnTo>
                <a:lnTo>
                  <a:pt x="642948" y="56771"/>
                </a:lnTo>
                <a:lnTo>
                  <a:pt x="644143" y="57200"/>
                </a:lnTo>
                <a:close/>
                <a:moveTo>
                  <a:pt x="644046" y="74365"/>
                </a:moveTo>
                <a:lnTo>
                  <a:pt x="645087" y="75861"/>
                </a:lnTo>
                <a:lnTo>
                  <a:pt x="644295" y="77080"/>
                </a:lnTo>
                <a:lnTo>
                  <a:pt x="641736" y="77266"/>
                </a:lnTo>
                <a:lnTo>
                  <a:pt x="640549" y="76325"/>
                </a:lnTo>
                <a:lnTo>
                  <a:pt x="640292" y="74659"/>
                </a:lnTo>
                <a:lnTo>
                  <a:pt x="640661" y="73738"/>
                </a:lnTo>
                <a:lnTo>
                  <a:pt x="642366" y="73678"/>
                </a:lnTo>
                <a:lnTo>
                  <a:pt x="644046" y="74365"/>
                </a:lnTo>
                <a:close/>
                <a:moveTo>
                  <a:pt x="671480" y="75329"/>
                </a:moveTo>
                <a:lnTo>
                  <a:pt x="671531" y="76349"/>
                </a:lnTo>
                <a:lnTo>
                  <a:pt x="670721" y="77400"/>
                </a:lnTo>
                <a:lnTo>
                  <a:pt x="669283" y="77653"/>
                </a:lnTo>
                <a:lnTo>
                  <a:pt x="668513" y="77148"/>
                </a:lnTo>
                <a:lnTo>
                  <a:pt x="668369" y="75939"/>
                </a:lnTo>
                <a:lnTo>
                  <a:pt x="669296" y="74823"/>
                </a:lnTo>
                <a:lnTo>
                  <a:pt x="670582" y="74618"/>
                </a:lnTo>
                <a:lnTo>
                  <a:pt x="671480" y="75329"/>
                </a:lnTo>
                <a:close/>
                <a:moveTo>
                  <a:pt x="649929" y="88540"/>
                </a:moveTo>
                <a:lnTo>
                  <a:pt x="649495" y="89504"/>
                </a:lnTo>
                <a:lnTo>
                  <a:pt x="648834" y="89161"/>
                </a:lnTo>
                <a:lnTo>
                  <a:pt x="648609" y="88430"/>
                </a:lnTo>
                <a:lnTo>
                  <a:pt x="649356" y="87581"/>
                </a:lnTo>
                <a:lnTo>
                  <a:pt x="649929" y="88540"/>
                </a:lnTo>
                <a:close/>
                <a:moveTo>
                  <a:pt x="659957" y="92204"/>
                </a:moveTo>
                <a:lnTo>
                  <a:pt x="660839" y="93363"/>
                </a:lnTo>
                <a:lnTo>
                  <a:pt x="660974" y="94866"/>
                </a:lnTo>
                <a:lnTo>
                  <a:pt x="660370" y="96354"/>
                </a:lnTo>
                <a:lnTo>
                  <a:pt x="659254" y="97293"/>
                </a:lnTo>
                <a:lnTo>
                  <a:pt x="657086" y="97538"/>
                </a:lnTo>
                <a:lnTo>
                  <a:pt x="654904" y="97035"/>
                </a:lnTo>
                <a:lnTo>
                  <a:pt x="653319" y="96270"/>
                </a:lnTo>
                <a:lnTo>
                  <a:pt x="652562" y="95103"/>
                </a:lnTo>
                <a:lnTo>
                  <a:pt x="652677" y="92927"/>
                </a:lnTo>
                <a:lnTo>
                  <a:pt x="654337" y="91875"/>
                </a:lnTo>
                <a:lnTo>
                  <a:pt x="657780" y="91525"/>
                </a:lnTo>
                <a:lnTo>
                  <a:pt x="659957" y="92204"/>
                </a:lnTo>
                <a:close/>
                <a:moveTo>
                  <a:pt x="650411" y="109561"/>
                </a:moveTo>
                <a:lnTo>
                  <a:pt x="650772" y="110415"/>
                </a:lnTo>
                <a:lnTo>
                  <a:pt x="650039" y="111228"/>
                </a:lnTo>
                <a:lnTo>
                  <a:pt x="649125" y="111447"/>
                </a:lnTo>
                <a:lnTo>
                  <a:pt x="648157" y="110869"/>
                </a:lnTo>
                <a:lnTo>
                  <a:pt x="648039" y="109842"/>
                </a:lnTo>
                <a:lnTo>
                  <a:pt x="648543" y="108967"/>
                </a:lnTo>
                <a:lnTo>
                  <a:pt x="649422" y="108842"/>
                </a:lnTo>
                <a:lnTo>
                  <a:pt x="650411" y="109561"/>
                </a:lnTo>
                <a:close/>
                <a:moveTo>
                  <a:pt x="666707" y="109609"/>
                </a:moveTo>
                <a:lnTo>
                  <a:pt x="665237" y="110628"/>
                </a:lnTo>
                <a:lnTo>
                  <a:pt x="664183" y="110532"/>
                </a:lnTo>
                <a:lnTo>
                  <a:pt x="663911" y="110091"/>
                </a:lnTo>
                <a:lnTo>
                  <a:pt x="664164" y="109217"/>
                </a:lnTo>
                <a:lnTo>
                  <a:pt x="665009" y="108832"/>
                </a:lnTo>
                <a:lnTo>
                  <a:pt x="666468" y="108911"/>
                </a:lnTo>
                <a:lnTo>
                  <a:pt x="666707" y="109609"/>
                </a:lnTo>
                <a:close/>
                <a:moveTo>
                  <a:pt x="666466" y="121229"/>
                </a:moveTo>
                <a:lnTo>
                  <a:pt x="667446" y="123145"/>
                </a:lnTo>
                <a:lnTo>
                  <a:pt x="667595" y="124776"/>
                </a:lnTo>
                <a:lnTo>
                  <a:pt x="666530" y="126694"/>
                </a:lnTo>
                <a:lnTo>
                  <a:pt x="663037" y="128588"/>
                </a:lnTo>
                <a:lnTo>
                  <a:pt x="664379" y="132535"/>
                </a:lnTo>
                <a:lnTo>
                  <a:pt x="663560" y="134554"/>
                </a:lnTo>
                <a:lnTo>
                  <a:pt x="660445" y="136446"/>
                </a:lnTo>
                <a:lnTo>
                  <a:pt x="657565" y="137453"/>
                </a:lnTo>
                <a:lnTo>
                  <a:pt x="655124" y="136516"/>
                </a:lnTo>
                <a:lnTo>
                  <a:pt x="651570" y="133917"/>
                </a:lnTo>
                <a:lnTo>
                  <a:pt x="651178" y="131999"/>
                </a:lnTo>
                <a:lnTo>
                  <a:pt x="653289" y="128873"/>
                </a:lnTo>
                <a:lnTo>
                  <a:pt x="656105" y="127421"/>
                </a:lnTo>
                <a:lnTo>
                  <a:pt x="661941" y="126947"/>
                </a:lnTo>
                <a:lnTo>
                  <a:pt x="663477" y="120988"/>
                </a:lnTo>
                <a:lnTo>
                  <a:pt x="664917" y="120403"/>
                </a:lnTo>
                <a:lnTo>
                  <a:pt x="666466" y="121229"/>
                </a:lnTo>
                <a:close/>
                <a:moveTo>
                  <a:pt x="648964" y="137911"/>
                </a:moveTo>
                <a:lnTo>
                  <a:pt x="651113" y="140123"/>
                </a:lnTo>
                <a:lnTo>
                  <a:pt x="651106" y="141171"/>
                </a:lnTo>
                <a:lnTo>
                  <a:pt x="650374" y="142390"/>
                </a:lnTo>
                <a:lnTo>
                  <a:pt x="646096" y="146204"/>
                </a:lnTo>
                <a:lnTo>
                  <a:pt x="644903" y="146249"/>
                </a:lnTo>
                <a:lnTo>
                  <a:pt x="643181" y="145362"/>
                </a:lnTo>
                <a:lnTo>
                  <a:pt x="642510" y="144492"/>
                </a:lnTo>
                <a:lnTo>
                  <a:pt x="642419" y="142539"/>
                </a:lnTo>
                <a:lnTo>
                  <a:pt x="643064" y="138888"/>
                </a:lnTo>
                <a:lnTo>
                  <a:pt x="643924" y="137074"/>
                </a:lnTo>
                <a:lnTo>
                  <a:pt x="644486" y="136573"/>
                </a:lnTo>
                <a:lnTo>
                  <a:pt x="645919" y="136355"/>
                </a:lnTo>
                <a:lnTo>
                  <a:pt x="648964" y="137911"/>
                </a:lnTo>
                <a:close/>
                <a:moveTo>
                  <a:pt x="670564" y="137332"/>
                </a:moveTo>
                <a:lnTo>
                  <a:pt x="671149" y="140193"/>
                </a:lnTo>
                <a:lnTo>
                  <a:pt x="670845" y="144062"/>
                </a:lnTo>
                <a:lnTo>
                  <a:pt x="670057" y="145415"/>
                </a:lnTo>
                <a:lnTo>
                  <a:pt x="668278" y="145820"/>
                </a:lnTo>
                <a:lnTo>
                  <a:pt x="663706" y="142454"/>
                </a:lnTo>
                <a:lnTo>
                  <a:pt x="662874" y="141141"/>
                </a:lnTo>
                <a:lnTo>
                  <a:pt x="662772" y="139777"/>
                </a:lnTo>
                <a:lnTo>
                  <a:pt x="663595" y="138423"/>
                </a:lnTo>
                <a:lnTo>
                  <a:pt x="665892" y="137253"/>
                </a:lnTo>
                <a:lnTo>
                  <a:pt x="668626" y="136795"/>
                </a:lnTo>
                <a:lnTo>
                  <a:pt x="670564" y="137332"/>
                </a:lnTo>
                <a:close/>
                <a:moveTo>
                  <a:pt x="645589" y="156136"/>
                </a:moveTo>
                <a:lnTo>
                  <a:pt x="649157" y="159897"/>
                </a:lnTo>
                <a:lnTo>
                  <a:pt x="646873" y="161675"/>
                </a:lnTo>
                <a:lnTo>
                  <a:pt x="641588" y="163465"/>
                </a:lnTo>
                <a:lnTo>
                  <a:pt x="640428" y="161876"/>
                </a:lnTo>
                <a:lnTo>
                  <a:pt x="640006" y="160507"/>
                </a:lnTo>
                <a:lnTo>
                  <a:pt x="639800" y="158034"/>
                </a:lnTo>
                <a:lnTo>
                  <a:pt x="640140" y="156029"/>
                </a:lnTo>
                <a:lnTo>
                  <a:pt x="640704" y="155414"/>
                </a:lnTo>
                <a:lnTo>
                  <a:pt x="642111" y="155095"/>
                </a:lnTo>
                <a:lnTo>
                  <a:pt x="645589" y="156136"/>
                </a:lnTo>
                <a:close/>
                <a:moveTo>
                  <a:pt x="660005" y="163995"/>
                </a:moveTo>
                <a:lnTo>
                  <a:pt x="665581" y="166732"/>
                </a:lnTo>
                <a:lnTo>
                  <a:pt x="666568" y="168098"/>
                </a:lnTo>
                <a:lnTo>
                  <a:pt x="666668" y="170566"/>
                </a:lnTo>
                <a:lnTo>
                  <a:pt x="664971" y="172674"/>
                </a:lnTo>
                <a:lnTo>
                  <a:pt x="660151" y="176232"/>
                </a:lnTo>
                <a:lnTo>
                  <a:pt x="657122" y="177614"/>
                </a:lnTo>
                <a:lnTo>
                  <a:pt x="654380" y="177414"/>
                </a:lnTo>
                <a:lnTo>
                  <a:pt x="652749" y="176393"/>
                </a:lnTo>
                <a:lnTo>
                  <a:pt x="647458" y="171916"/>
                </a:lnTo>
                <a:lnTo>
                  <a:pt x="645171" y="168294"/>
                </a:lnTo>
                <a:lnTo>
                  <a:pt x="645175" y="167372"/>
                </a:lnTo>
                <a:lnTo>
                  <a:pt x="645784" y="166634"/>
                </a:lnTo>
                <a:lnTo>
                  <a:pt x="653891" y="162486"/>
                </a:lnTo>
                <a:lnTo>
                  <a:pt x="656374" y="162387"/>
                </a:lnTo>
                <a:lnTo>
                  <a:pt x="660005" y="163995"/>
                </a:lnTo>
                <a:close/>
                <a:moveTo>
                  <a:pt x="644288" y="175036"/>
                </a:moveTo>
                <a:lnTo>
                  <a:pt x="649309" y="179122"/>
                </a:lnTo>
                <a:lnTo>
                  <a:pt x="650603" y="181441"/>
                </a:lnTo>
                <a:lnTo>
                  <a:pt x="650652" y="183040"/>
                </a:lnTo>
                <a:lnTo>
                  <a:pt x="649798" y="184001"/>
                </a:lnTo>
                <a:lnTo>
                  <a:pt x="646886" y="185662"/>
                </a:lnTo>
                <a:lnTo>
                  <a:pt x="640552" y="190384"/>
                </a:lnTo>
                <a:lnTo>
                  <a:pt x="638502" y="191618"/>
                </a:lnTo>
                <a:lnTo>
                  <a:pt x="637679" y="191566"/>
                </a:lnTo>
                <a:lnTo>
                  <a:pt x="636892" y="190450"/>
                </a:lnTo>
                <a:lnTo>
                  <a:pt x="636449" y="187250"/>
                </a:lnTo>
                <a:lnTo>
                  <a:pt x="637935" y="179032"/>
                </a:lnTo>
                <a:lnTo>
                  <a:pt x="638086" y="175892"/>
                </a:lnTo>
                <a:lnTo>
                  <a:pt x="639503" y="174186"/>
                </a:lnTo>
                <a:lnTo>
                  <a:pt x="641059" y="173467"/>
                </a:lnTo>
                <a:lnTo>
                  <a:pt x="642641" y="173753"/>
                </a:lnTo>
                <a:lnTo>
                  <a:pt x="644288" y="175036"/>
                </a:lnTo>
                <a:close/>
                <a:moveTo>
                  <a:pt x="673698" y="174554"/>
                </a:moveTo>
                <a:lnTo>
                  <a:pt x="674484" y="178158"/>
                </a:lnTo>
                <a:lnTo>
                  <a:pt x="675172" y="189141"/>
                </a:lnTo>
                <a:lnTo>
                  <a:pt x="674894" y="190935"/>
                </a:lnTo>
                <a:lnTo>
                  <a:pt x="673215" y="191608"/>
                </a:lnTo>
                <a:lnTo>
                  <a:pt x="671332" y="190683"/>
                </a:lnTo>
                <a:lnTo>
                  <a:pt x="666150" y="186140"/>
                </a:lnTo>
                <a:lnTo>
                  <a:pt x="663285" y="184336"/>
                </a:lnTo>
                <a:lnTo>
                  <a:pt x="662633" y="182370"/>
                </a:lnTo>
                <a:lnTo>
                  <a:pt x="663454" y="180346"/>
                </a:lnTo>
                <a:lnTo>
                  <a:pt x="668680" y="175912"/>
                </a:lnTo>
                <a:lnTo>
                  <a:pt x="672204" y="173879"/>
                </a:lnTo>
                <a:lnTo>
                  <a:pt x="673698" y="174554"/>
                </a:lnTo>
                <a:close/>
                <a:moveTo>
                  <a:pt x="322120" y="11300"/>
                </a:moveTo>
                <a:lnTo>
                  <a:pt x="320780" y="12225"/>
                </a:lnTo>
                <a:lnTo>
                  <a:pt x="319992" y="13963"/>
                </a:lnTo>
                <a:lnTo>
                  <a:pt x="318620" y="23022"/>
                </a:lnTo>
                <a:lnTo>
                  <a:pt x="316436" y="32985"/>
                </a:lnTo>
                <a:lnTo>
                  <a:pt x="315068" y="43607"/>
                </a:lnTo>
                <a:lnTo>
                  <a:pt x="313347" y="50860"/>
                </a:lnTo>
                <a:lnTo>
                  <a:pt x="311483" y="62283"/>
                </a:lnTo>
                <a:lnTo>
                  <a:pt x="310598" y="64264"/>
                </a:lnTo>
                <a:lnTo>
                  <a:pt x="308317" y="66874"/>
                </a:lnTo>
                <a:lnTo>
                  <a:pt x="306271" y="68255"/>
                </a:lnTo>
                <a:lnTo>
                  <a:pt x="301261" y="70284"/>
                </a:lnTo>
                <a:lnTo>
                  <a:pt x="296974" y="72754"/>
                </a:lnTo>
                <a:lnTo>
                  <a:pt x="284517" y="77829"/>
                </a:lnTo>
                <a:lnTo>
                  <a:pt x="282525" y="79286"/>
                </a:lnTo>
                <a:lnTo>
                  <a:pt x="281113" y="81568"/>
                </a:lnTo>
                <a:lnTo>
                  <a:pt x="281517" y="82775"/>
                </a:lnTo>
                <a:lnTo>
                  <a:pt x="284348" y="83547"/>
                </a:lnTo>
                <a:lnTo>
                  <a:pt x="308021" y="84971"/>
                </a:lnTo>
                <a:lnTo>
                  <a:pt x="310546" y="85972"/>
                </a:lnTo>
                <a:lnTo>
                  <a:pt x="311416" y="86804"/>
                </a:lnTo>
                <a:lnTo>
                  <a:pt x="311408" y="87737"/>
                </a:lnTo>
                <a:lnTo>
                  <a:pt x="308941" y="90414"/>
                </a:lnTo>
                <a:lnTo>
                  <a:pt x="306122" y="92083"/>
                </a:lnTo>
                <a:lnTo>
                  <a:pt x="297940" y="95488"/>
                </a:lnTo>
                <a:lnTo>
                  <a:pt x="291956" y="97345"/>
                </a:lnTo>
                <a:lnTo>
                  <a:pt x="286921" y="99549"/>
                </a:lnTo>
                <a:lnTo>
                  <a:pt x="270719" y="105274"/>
                </a:lnTo>
                <a:lnTo>
                  <a:pt x="267086" y="107243"/>
                </a:lnTo>
                <a:lnTo>
                  <a:pt x="266058" y="108122"/>
                </a:lnTo>
                <a:lnTo>
                  <a:pt x="265544" y="109687"/>
                </a:lnTo>
                <a:lnTo>
                  <a:pt x="266835" y="110697"/>
                </a:lnTo>
                <a:lnTo>
                  <a:pt x="270235" y="110983"/>
                </a:lnTo>
                <a:lnTo>
                  <a:pt x="304576" y="111441"/>
                </a:lnTo>
                <a:lnTo>
                  <a:pt x="307975" y="112157"/>
                </a:lnTo>
                <a:lnTo>
                  <a:pt x="309198" y="113032"/>
                </a:lnTo>
                <a:lnTo>
                  <a:pt x="309700" y="114260"/>
                </a:lnTo>
                <a:lnTo>
                  <a:pt x="309983" y="121248"/>
                </a:lnTo>
                <a:lnTo>
                  <a:pt x="309108" y="128918"/>
                </a:lnTo>
                <a:lnTo>
                  <a:pt x="307525" y="155496"/>
                </a:lnTo>
                <a:lnTo>
                  <a:pt x="305583" y="160665"/>
                </a:lnTo>
                <a:lnTo>
                  <a:pt x="303681" y="178137"/>
                </a:lnTo>
                <a:lnTo>
                  <a:pt x="301282" y="187090"/>
                </a:lnTo>
                <a:lnTo>
                  <a:pt x="299766" y="201512"/>
                </a:lnTo>
                <a:lnTo>
                  <a:pt x="297548" y="210642"/>
                </a:lnTo>
                <a:lnTo>
                  <a:pt x="295855" y="224986"/>
                </a:lnTo>
                <a:lnTo>
                  <a:pt x="293643" y="235146"/>
                </a:lnTo>
                <a:lnTo>
                  <a:pt x="291240" y="254038"/>
                </a:lnTo>
                <a:lnTo>
                  <a:pt x="289911" y="259107"/>
                </a:lnTo>
                <a:lnTo>
                  <a:pt x="289881" y="261497"/>
                </a:lnTo>
                <a:lnTo>
                  <a:pt x="290395" y="262834"/>
                </a:lnTo>
                <a:lnTo>
                  <a:pt x="292120" y="263446"/>
                </a:lnTo>
                <a:lnTo>
                  <a:pt x="295397" y="262325"/>
                </a:lnTo>
                <a:lnTo>
                  <a:pt x="314938" y="248753"/>
                </a:lnTo>
                <a:lnTo>
                  <a:pt x="321329" y="243812"/>
                </a:lnTo>
                <a:lnTo>
                  <a:pt x="323144" y="243042"/>
                </a:lnTo>
                <a:lnTo>
                  <a:pt x="324901" y="242883"/>
                </a:lnTo>
                <a:lnTo>
                  <a:pt x="327402" y="243800"/>
                </a:lnTo>
                <a:lnTo>
                  <a:pt x="341652" y="254710"/>
                </a:lnTo>
                <a:lnTo>
                  <a:pt x="351859" y="261941"/>
                </a:lnTo>
                <a:lnTo>
                  <a:pt x="354393" y="263244"/>
                </a:lnTo>
                <a:lnTo>
                  <a:pt x="356289" y="263454"/>
                </a:lnTo>
                <a:lnTo>
                  <a:pt x="357171" y="262979"/>
                </a:lnTo>
                <a:lnTo>
                  <a:pt x="357583" y="261991"/>
                </a:lnTo>
                <a:lnTo>
                  <a:pt x="357591" y="257737"/>
                </a:lnTo>
                <a:lnTo>
                  <a:pt x="355267" y="243564"/>
                </a:lnTo>
                <a:lnTo>
                  <a:pt x="353733" y="230515"/>
                </a:lnTo>
                <a:lnTo>
                  <a:pt x="351641" y="220470"/>
                </a:lnTo>
                <a:lnTo>
                  <a:pt x="349730" y="204646"/>
                </a:lnTo>
                <a:lnTo>
                  <a:pt x="347255" y="193136"/>
                </a:lnTo>
                <a:lnTo>
                  <a:pt x="345853" y="181117"/>
                </a:lnTo>
                <a:lnTo>
                  <a:pt x="343316" y="166576"/>
                </a:lnTo>
                <a:lnTo>
                  <a:pt x="341755" y="152785"/>
                </a:lnTo>
                <a:lnTo>
                  <a:pt x="341049" y="149933"/>
                </a:lnTo>
                <a:lnTo>
                  <a:pt x="339452" y="146836"/>
                </a:lnTo>
                <a:lnTo>
                  <a:pt x="339079" y="144534"/>
                </a:lnTo>
                <a:lnTo>
                  <a:pt x="338609" y="113900"/>
                </a:lnTo>
                <a:lnTo>
                  <a:pt x="340872" y="112088"/>
                </a:lnTo>
                <a:lnTo>
                  <a:pt x="344672" y="111459"/>
                </a:lnTo>
                <a:lnTo>
                  <a:pt x="381147" y="111733"/>
                </a:lnTo>
                <a:lnTo>
                  <a:pt x="382550" y="111210"/>
                </a:lnTo>
                <a:lnTo>
                  <a:pt x="383575" y="109350"/>
                </a:lnTo>
                <a:lnTo>
                  <a:pt x="381646" y="107861"/>
                </a:lnTo>
                <a:lnTo>
                  <a:pt x="376374" y="105301"/>
                </a:lnTo>
                <a:lnTo>
                  <a:pt x="365203" y="100693"/>
                </a:lnTo>
                <a:lnTo>
                  <a:pt x="350012" y="95259"/>
                </a:lnTo>
                <a:lnTo>
                  <a:pt x="341612" y="91704"/>
                </a:lnTo>
                <a:lnTo>
                  <a:pt x="339809" y="90147"/>
                </a:lnTo>
                <a:lnTo>
                  <a:pt x="339563" y="87207"/>
                </a:lnTo>
                <a:lnTo>
                  <a:pt x="340109" y="86261"/>
                </a:lnTo>
                <a:lnTo>
                  <a:pt x="341282" y="85692"/>
                </a:lnTo>
                <a:lnTo>
                  <a:pt x="350276" y="85272"/>
                </a:lnTo>
                <a:lnTo>
                  <a:pt x="365415" y="86542"/>
                </a:lnTo>
                <a:lnTo>
                  <a:pt x="367345" y="85695"/>
                </a:lnTo>
                <a:lnTo>
                  <a:pt x="368195" y="84573"/>
                </a:lnTo>
                <a:lnTo>
                  <a:pt x="368348" y="83534"/>
                </a:lnTo>
                <a:lnTo>
                  <a:pt x="366417" y="81438"/>
                </a:lnTo>
                <a:lnTo>
                  <a:pt x="358329" y="77083"/>
                </a:lnTo>
                <a:lnTo>
                  <a:pt x="346833" y="69830"/>
                </a:lnTo>
                <a:lnTo>
                  <a:pt x="342749" y="67801"/>
                </a:lnTo>
                <a:lnTo>
                  <a:pt x="339047" y="64456"/>
                </a:lnTo>
                <a:lnTo>
                  <a:pt x="338570" y="63384"/>
                </a:lnTo>
                <a:lnTo>
                  <a:pt x="338187" y="58978"/>
                </a:lnTo>
                <a:lnTo>
                  <a:pt x="336380" y="51508"/>
                </a:lnTo>
                <a:lnTo>
                  <a:pt x="334256" y="38217"/>
                </a:lnTo>
                <a:lnTo>
                  <a:pt x="331973" y="28236"/>
                </a:lnTo>
                <a:lnTo>
                  <a:pt x="329750" y="15314"/>
                </a:lnTo>
                <a:lnTo>
                  <a:pt x="328482" y="12571"/>
                </a:lnTo>
                <a:lnTo>
                  <a:pt x="326321" y="10887"/>
                </a:lnTo>
                <a:lnTo>
                  <a:pt x="324354" y="10496"/>
                </a:lnTo>
                <a:lnTo>
                  <a:pt x="322120" y="11300"/>
                </a:lnTo>
                <a:close/>
                <a:moveTo>
                  <a:pt x="326363" y="34250"/>
                </a:moveTo>
                <a:lnTo>
                  <a:pt x="326809" y="35608"/>
                </a:lnTo>
                <a:lnTo>
                  <a:pt x="326519" y="37319"/>
                </a:lnTo>
                <a:lnTo>
                  <a:pt x="324964" y="37674"/>
                </a:lnTo>
                <a:lnTo>
                  <a:pt x="323423" y="37340"/>
                </a:lnTo>
                <a:lnTo>
                  <a:pt x="323131" y="35792"/>
                </a:lnTo>
                <a:lnTo>
                  <a:pt x="323818" y="34289"/>
                </a:lnTo>
                <a:lnTo>
                  <a:pt x="325088" y="33650"/>
                </a:lnTo>
                <a:lnTo>
                  <a:pt x="326363" y="34250"/>
                </a:lnTo>
                <a:close/>
                <a:moveTo>
                  <a:pt x="326989" y="46931"/>
                </a:moveTo>
                <a:lnTo>
                  <a:pt x="327839" y="49203"/>
                </a:lnTo>
                <a:lnTo>
                  <a:pt x="327568" y="52090"/>
                </a:lnTo>
                <a:lnTo>
                  <a:pt x="325416" y="52861"/>
                </a:lnTo>
                <a:lnTo>
                  <a:pt x="322650" y="52475"/>
                </a:lnTo>
                <a:lnTo>
                  <a:pt x="321577" y="50232"/>
                </a:lnTo>
                <a:lnTo>
                  <a:pt x="321725" y="48031"/>
                </a:lnTo>
                <a:lnTo>
                  <a:pt x="322282" y="46872"/>
                </a:lnTo>
                <a:lnTo>
                  <a:pt x="324382" y="46129"/>
                </a:lnTo>
                <a:lnTo>
                  <a:pt x="326989" y="46931"/>
                </a:lnTo>
                <a:close/>
                <a:moveTo>
                  <a:pt x="319179" y="55031"/>
                </a:moveTo>
                <a:lnTo>
                  <a:pt x="319534" y="56234"/>
                </a:lnTo>
                <a:lnTo>
                  <a:pt x="319050" y="57416"/>
                </a:lnTo>
                <a:lnTo>
                  <a:pt x="318010" y="58061"/>
                </a:lnTo>
                <a:lnTo>
                  <a:pt x="316858" y="57775"/>
                </a:lnTo>
                <a:lnTo>
                  <a:pt x="316369" y="55951"/>
                </a:lnTo>
                <a:lnTo>
                  <a:pt x="316915" y="54694"/>
                </a:lnTo>
                <a:lnTo>
                  <a:pt x="317997" y="54312"/>
                </a:lnTo>
                <a:lnTo>
                  <a:pt x="319179" y="55031"/>
                </a:lnTo>
                <a:close/>
                <a:moveTo>
                  <a:pt x="332871" y="55899"/>
                </a:moveTo>
                <a:lnTo>
                  <a:pt x="333788" y="56574"/>
                </a:lnTo>
                <a:lnTo>
                  <a:pt x="332335" y="56965"/>
                </a:lnTo>
                <a:lnTo>
                  <a:pt x="330954" y="56568"/>
                </a:lnTo>
                <a:lnTo>
                  <a:pt x="330268" y="55754"/>
                </a:lnTo>
                <a:lnTo>
                  <a:pt x="331190" y="55302"/>
                </a:lnTo>
                <a:lnTo>
                  <a:pt x="332871" y="55899"/>
                </a:lnTo>
                <a:close/>
                <a:moveTo>
                  <a:pt x="327375" y="61781"/>
                </a:moveTo>
                <a:lnTo>
                  <a:pt x="328116" y="63685"/>
                </a:lnTo>
                <a:lnTo>
                  <a:pt x="327301" y="64666"/>
                </a:lnTo>
                <a:lnTo>
                  <a:pt x="325674" y="65483"/>
                </a:lnTo>
                <a:lnTo>
                  <a:pt x="324436" y="65503"/>
                </a:lnTo>
                <a:lnTo>
                  <a:pt x="322587" y="64839"/>
                </a:lnTo>
                <a:lnTo>
                  <a:pt x="321204" y="63131"/>
                </a:lnTo>
                <a:lnTo>
                  <a:pt x="321535" y="61893"/>
                </a:lnTo>
                <a:lnTo>
                  <a:pt x="323458" y="60828"/>
                </a:lnTo>
                <a:lnTo>
                  <a:pt x="325979" y="60935"/>
                </a:lnTo>
                <a:lnTo>
                  <a:pt x="327375" y="61781"/>
                </a:lnTo>
                <a:close/>
                <a:moveTo>
                  <a:pt x="334029" y="71279"/>
                </a:moveTo>
                <a:lnTo>
                  <a:pt x="334614" y="73168"/>
                </a:lnTo>
                <a:lnTo>
                  <a:pt x="334246" y="75354"/>
                </a:lnTo>
                <a:lnTo>
                  <a:pt x="333363" y="76090"/>
                </a:lnTo>
                <a:lnTo>
                  <a:pt x="332166" y="75930"/>
                </a:lnTo>
                <a:lnTo>
                  <a:pt x="330945" y="74757"/>
                </a:lnTo>
                <a:lnTo>
                  <a:pt x="330971" y="72646"/>
                </a:lnTo>
                <a:lnTo>
                  <a:pt x="332333" y="71004"/>
                </a:lnTo>
                <a:lnTo>
                  <a:pt x="333206" y="70851"/>
                </a:lnTo>
                <a:lnTo>
                  <a:pt x="334029" y="71279"/>
                </a:lnTo>
                <a:close/>
                <a:moveTo>
                  <a:pt x="318407" y="72774"/>
                </a:moveTo>
                <a:lnTo>
                  <a:pt x="318565" y="74355"/>
                </a:lnTo>
                <a:lnTo>
                  <a:pt x="317277" y="75329"/>
                </a:lnTo>
                <a:lnTo>
                  <a:pt x="314708" y="74877"/>
                </a:lnTo>
                <a:lnTo>
                  <a:pt x="313113" y="73765"/>
                </a:lnTo>
                <a:lnTo>
                  <a:pt x="314031" y="71866"/>
                </a:lnTo>
                <a:lnTo>
                  <a:pt x="315620" y="71166"/>
                </a:lnTo>
                <a:lnTo>
                  <a:pt x="317297" y="71492"/>
                </a:lnTo>
                <a:lnTo>
                  <a:pt x="318407" y="72774"/>
                </a:lnTo>
                <a:close/>
                <a:moveTo>
                  <a:pt x="343864" y="73738"/>
                </a:moveTo>
                <a:lnTo>
                  <a:pt x="350210" y="77862"/>
                </a:lnTo>
                <a:lnTo>
                  <a:pt x="350962" y="78791"/>
                </a:lnTo>
                <a:lnTo>
                  <a:pt x="350736" y="79735"/>
                </a:lnTo>
                <a:lnTo>
                  <a:pt x="349367" y="80446"/>
                </a:lnTo>
                <a:lnTo>
                  <a:pt x="345786" y="80764"/>
                </a:lnTo>
                <a:lnTo>
                  <a:pt x="342279" y="80518"/>
                </a:lnTo>
                <a:lnTo>
                  <a:pt x="340085" y="79716"/>
                </a:lnTo>
                <a:lnTo>
                  <a:pt x="339317" y="78736"/>
                </a:lnTo>
                <a:lnTo>
                  <a:pt x="338983" y="77303"/>
                </a:lnTo>
                <a:lnTo>
                  <a:pt x="339380" y="73754"/>
                </a:lnTo>
                <a:lnTo>
                  <a:pt x="340696" y="72699"/>
                </a:lnTo>
                <a:lnTo>
                  <a:pt x="343864" y="73738"/>
                </a:lnTo>
                <a:close/>
                <a:moveTo>
                  <a:pt x="309584" y="73690"/>
                </a:moveTo>
                <a:lnTo>
                  <a:pt x="311072" y="74353"/>
                </a:lnTo>
                <a:lnTo>
                  <a:pt x="311285" y="75196"/>
                </a:lnTo>
                <a:lnTo>
                  <a:pt x="309584" y="76775"/>
                </a:lnTo>
                <a:lnTo>
                  <a:pt x="307370" y="77889"/>
                </a:lnTo>
                <a:lnTo>
                  <a:pt x="305269" y="78351"/>
                </a:lnTo>
                <a:lnTo>
                  <a:pt x="303499" y="78178"/>
                </a:lnTo>
                <a:lnTo>
                  <a:pt x="301940" y="76770"/>
                </a:lnTo>
                <a:lnTo>
                  <a:pt x="301927" y="75296"/>
                </a:lnTo>
                <a:lnTo>
                  <a:pt x="303360" y="73745"/>
                </a:lnTo>
                <a:lnTo>
                  <a:pt x="306079" y="73163"/>
                </a:lnTo>
                <a:lnTo>
                  <a:pt x="309584" y="73690"/>
                </a:lnTo>
                <a:close/>
                <a:moveTo>
                  <a:pt x="334029" y="88395"/>
                </a:moveTo>
                <a:lnTo>
                  <a:pt x="333212" y="90233"/>
                </a:lnTo>
                <a:lnTo>
                  <a:pt x="332244" y="90490"/>
                </a:lnTo>
                <a:lnTo>
                  <a:pt x="331680" y="90010"/>
                </a:lnTo>
                <a:lnTo>
                  <a:pt x="331450" y="88343"/>
                </a:lnTo>
                <a:lnTo>
                  <a:pt x="332529" y="86792"/>
                </a:lnTo>
                <a:lnTo>
                  <a:pt x="333893" y="86795"/>
                </a:lnTo>
                <a:lnTo>
                  <a:pt x="334029" y="88395"/>
                </a:lnTo>
                <a:close/>
                <a:moveTo>
                  <a:pt x="317636" y="88732"/>
                </a:moveTo>
                <a:lnTo>
                  <a:pt x="317577" y="89780"/>
                </a:lnTo>
                <a:lnTo>
                  <a:pt x="317011" y="90243"/>
                </a:lnTo>
                <a:lnTo>
                  <a:pt x="315804" y="89745"/>
                </a:lnTo>
                <a:lnTo>
                  <a:pt x="315158" y="88780"/>
                </a:lnTo>
                <a:lnTo>
                  <a:pt x="315650" y="87976"/>
                </a:lnTo>
                <a:lnTo>
                  <a:pt x="316455" y="87695"/>
                </a:lnTo>
                <a:lnTo>
                  <a:pt x="317208" y="87965"/>
                </a:lnTo>
                <a:lnTo>
                  <a:pt x="317636" y="88732"/>
                </a:lnTo>
                <a:close/>
                <a:moveTo>
                  <a:pt x="326411" y="96977"/>
                </a:moveTo>
                <a:lnTo>
                  <a:pt x="326773" y="98220"/>
                </a:lnTo>
                <a:lnTo>
                  <a:pt x="325857" y="99028"/>
                </a:lnTo>
                <a:lnTo>
                  <a:pt x="323165" y="98942"/>
                </a:lnTo>
                <a:lnTo>
                  <a:pt x="322103" y="98127"/>
                </a:lnTo>
                <a:lnTo>
                  <a:pt x="322421" y="97104"/>
                </a:lnTo>
                <a:lnTo>
                  <a:pt x="323843" y="96405"/>
                </a:lnTo>
                <a:lnTo>
                  <a:pt x="325552" y="96448"/>
                </a:lnTo>
                <a:lnTo>
                  <a:pt x="326411" y="96977"/>
                </a:lnTo>
                <a:close/>
                <a:moveTo>
                  <a:pt x="310066" y="98182"/>
                </a:moveTo>
                <a:lnTo>
                  <a:pt x="310973" y="99816"/>
                </a:lnTo>
                <a:lnTo>
                  <a:pt x="311145" y="101137"/>
                </a:lnTo>
                <a:lnTo>
                  <a:pt x="310006" y="102558"/>
                </a:lnTo>
                <a:lnTo>
                  <a:pt x="305625" y="103394"/>
                </a:lnTo>
                <a:lnTo>
                  <a:pt x="303913" y="102811"/>
                </a:lnTo>
                <a:lnTo>
                  <a:pt x="303196" y="101987"/>
                </a:lnTo>
                <a:lnTo>
                  <a:pt x="302910" y="98733"/>
                </a:lnTo>
                <a:lnTo>
                  <a:pt x="304067" y="97139"/>
                </a:lnTo>
                <a:lnTo>
                  <a:pt x="308209" y="96984"/>
                </a:lnTo>
                <a:lnTo>
                  <a:pt x="310066" y="98182"/>
                </a:lnTo>
                <a:close/>
                <a:moveTo>
                  <a:pt x="345262" y="98616"/>
                </a:moveTo>
                <a:lnTo>
                  <a:pt x="346666" y="100980"/>
                </a:lnTo>
                <a:lnTo>
                  <a:pt x="346143" y="102853"/>
                </a:lnTo>
                <a:lnTo>
                  <a:pt x="344536" y="103632"/>
                </a:lnTo>
                <a:lnTo>
                  <a:pt x="342514" y="103942"/>
                </a:lnTo>
                <a:lnTo>
                  <a:pt x="339525" y="103390"/>
                </a:lnTo>
                <a:lnTo>
                  <a:pt x="338952" y="100690"/>
                </a:lnTo>
                <a:lnTo>
                  <a:pt x="339718" y="97990"/>
                </a:lnTo>
                <a:lnTo>
                  <a:pt x="340619" y="97402"/>
                </a:lnTo>
                <a:lnTo>
                  <a:pt x="342346" y="97218"/>
                </a:lnTo>
                <a:lnTo>
                  <a:pt x="345262" y="98616"/>
                </a:lnTo>
                <a:close/>
                <a:moveTo>
                  <a:pt x="334559" y="100786"/>
                </a:moveTo>
                <a:lnTo>
                  <a:pt x="335017" y="102384"/>
                </a:lnTo>
                <a:lnTo>
                  <a:pt x="334597" y="103839"/>
                </a:lnTo>
                <a:lnTo>
                  <a:pt x="333311" y="104499"/>
                </a:lnTo>
                <a:lnTo>
                  <a:pt x="331882" y="104117"/>
                </a:lnTo>
                <a:lnTo>
                  <a:pt x="331060" y="102538"/>
                </a:lnTo>
                <a:lnTo>
                  <a:pt x="331549" y="100783"/>
                </a:lnTo>
                <a:lnTo>
                  <a:pt x="332966" y="100011"/>
                </a:lnTo>
                <a:lnTo>
                  <a:pt x="334559" y="100786"/>
                </a:lnTo>
                <a:close/>
                <a:moveTo>
                  <a:pt x="317250" y="102281"/>
                </a:moveTo>
                <a:lnTo>
                  <a:pt x="316641" y="102994"/>
                </a:lnTo>
                <a:lnTo>
                  <a:pt x="315828" y="102648"/>
                </a:lnTo>
                <a:lnTo>
                  <a:pt x="316614" y="101577"/>
                </a:lnTo>
                <a:lnTo>
                  <a:pt x="317250" y="102281"/>
                </a:lnTo>
                <a:close/>
                <a:moveTo>
                  <a:pt x="361993" y="104499"/>
                </a:moveTo>
                <a:lnTo>
                  <a:pt x="363517" y="105392"/>
                </a:lnTo>
                <a:lnTo>
                  <a:pt x="363771" y="106053"/>
                </a:lnTo>
                <a:lnTo>
                  <a:pt x="363417" y="106704"/>
                </a:lnTo>
                <a:lnTo>
                  <a:pt x="361074" y="107658"/>
                </a:lnTo>
                <a:lnTo>
                  <a:pt x="359880" y="107418"/>
                </a:lnTo>
                <a:lnTo>
                  <a:pt x="359040" y="106722"/>
                </a:lnTo>
                <a:lnTo>
                  <a:pt x="358808" y="105328"/>
                </a:lnTo>
                <a:lnTo>
                  <a:pt x="359582" y="104499"/>
                </a:lnTo>
                <a:lnTo>
                  <a:pt x="360450" y="103968"/>
                </a:lnTo>
                <a:lnTo>
                  <a:pt x="361993" y="104499"/>
                </a:lnTo>
                <a:close/>
                <a:moveTo>
                  <a:pt x="334704" y="113949"/>
                </a:moveTo>
                <a:lnTo>
                  <a:pt x="335519" y="115800"/>
                </a:lnTo>
                <a:lnTo>
                  <a:pt x="335050" y="118602"/>
                </a:lnTo>
                <a:lnTo>
                  <a:pt x="333252" y="119779"/>
                </a:lnTo>
                <a:lnTo>
                  <a:pt x="331143" y="119529"/>
                </a:lnTo>
                <a:lnTo>
                  <a:pt x="330284" y="117576"/>
                </a:lnTo>
                <a:lnTo>
                  <a:pt x="330974" y="114835"/>
                </a:lnTo>
                <a:lnTo>
                  <a:pt x="332956" y="113189"/>
                </a:lnTo>
                <a:lnTo>
                  <a:pt x="334704" y="113949"/>
                </a:lnTo>
                <a:close/>
                <a:moveTo>
                  <a:pt x="318696" y="115588"/>
                </a:moveTo>
                <a:lnTo>
                  <a:pt x="319110" y="117536"/>
                </a:lnTo>
                <a:lnTo>
                  <a:pt x="318148" y="118674"/>
                </a:lnTo>
                <a:lnTo>
                  <a:pt x="316913" y="118840"/>
                </a:lnTo>
                <a:lnTo>
                  <a:pt x="315321" y="118432"/>
                </a:lnTo>
                <a:lnTo>
                  <a:pt x="313664" y="117028"/>
                </a:lnTo>
                <a:lnTo>
                  <a:pt x="314029" y="115752"/>
                </a:lnTo>
                <a:lnTo>
                  <a:pt x="315826" y="114706"/>
                </a:lnTo>
                <a:lnTo>
                  <a:pt x="317744" y="114776"/>
                </a:lnTo>
                <a:lnTo>
                  <a:pt x="318696" y="115588"/>
                </a:lnTo>
                <a:close/>
                <a:moveTo>
                  <a:pt x="328773" y="121566"/>
                </a:moveTo>
                <a:lnTo>
                  <a:pt x="330545" y="124147"/>
                </a:lnTo>
                <a:lnTo>
                  <a:pt x="330750" y="125460"/>
                </a:lnTo>
                <a:lnTo>
                  <a:pt x="330168" y="126507"/>
                </a:lnTo>
                <a:lnTo>
                  <a:pt x="328794" y="127339"/>
                </a:lnTo>
                <a:lnTo>
                  <a:pt x="326088" y="128130"/>
                </a:lnTo>
                <a:lnTo>
                  <a:pt x="323995" y="128219"/>
                </a:lnTo>
                <a:lnTo>
                  <a:pt x="319752" y="127463"/>
                </a:lnTo>
                <a:lnTo>
                  <a:pt x="318100" y="126532"/>
                </a:lnTo>
                <a:lnTo>
                  <a:pt x="317892" y="125564"/>
                </a:lnTo>
                <a:lnTo>
                  <a:pt x="318696" y="123254"/>
                </a:lnTo>
                <a:lnTo>
                  <a:pt x="319850" y="121194"/>
                </a:lnTo>
                <a:lnTo>
                  <a:pt x="321154" y="120213"/>
                </a:lnTo>
                <a:lnTo>
                  <a:pt x="327279" y="119879"/>
                </a:lnTo>
                <a:lnTo>
                  <a:pt x="328773" y="121566"/>
                </a:lnTo>
                <a:close/>
                <a:moveTo>
                  <a:pt x="334655" y="128943"/>
                </a:moveTo>
                <a:lnTo>
                  <a:pt x="335704" y="131185"/>
                </a:lnTo>
                <a:lnTo>
                  <a:pt x="335089" y="133572"/>
                </a:lnTo>
                <a:lnTo>
                  <a:pt x="333135" y="134333"/>
                </a:lnTo>
                <a:lnTo>
                  <a:pt x="331189" y="133927"/>
                </a:lnTo>
                <a:lnTo>
                  <a:pt x="330497" y="132170"/>
                </a:lnTo>
                <a:lnTo>
                  <a:pt x="331832" y="128979"/>
                </a:lnTo>
                <a:lnTo>
                  <a:pt x="333058" y="128146"/>
                </a:lnTo>
                <a:lnTo>
                  <a:pt x="334655" y="128943"/>
                </a:lnTo>
                <a:close/>
                <a:moveTo>
                  <a:pt x="316527" y="129522"/>
                </a:moveTo>
                <a:lnTo>
                  <a:pt x="318256" y="131251"/>
                </a:lnTo>
                <a:lnTo>
                  <a:pt x="318432" y="132552"/>
                </a:lnTo>
                <a:lnTo>
                  <a:pt x="318070" y="133234"/>
                </a:lnTo>
                <a:lnTo>
                  <a:pt x="315231" y="133939"/>
                </a:lnTo>
                <a:lnTo>
                  <a:pt x="312573" y="133090"/>
                </a:lnTo>
                <a:lnTo>
                  <a:pt x="312001" y="131511"/>
                </a:lnTo>
                <a:lnTo>
                  <a:pt x="313220" y="129714"/>
                </a:lnTo>
                <a:lnTo>
                  <a:pt x="314429" y="129112"/>
                </a:lnTo>
                <a:lnTo>
                  <a:pt x="316527" y="129522"/>
                </a:lnTo>
                <a:close/>
                <a:moveTo>
                  <a:pt x="316768" y="142781"/>
                </a:moveTo>
                <a:lnTo>
                  <a:pt x="318136" y="144144"/>
                </a:lnTo>
                <a:lnTo>
                  <a:pt x="317626" y="145655"/>
                </a:lnTo>
                <a:lnTo>
                  <a:pt x="315160" y="147094"/>
                </a:lnTo>
                <a:lnTo>
                  <a:pt x="313940" y="147228"/>
                </a:lnTo>
                <a:lnTo>
                  <a:pt x="313037" y="146817"/>
                </a:lnTo>
                <a:lnTo>
                  <a:pt x="312333" y="145211"/>
                </a:lnTo>
                <a:lnTo>
                  <a:pt x="312751" y="142769"/>
                </a:lnTo>
                <a:lnTo>
                  <a:pt x="314630" y="142093"/>
                </a:lnTo>
                <a:lnTo>
                  <a:pt x="316768" y="142781"/>
                </a:lnTo>
                <a:close/>
                <a:moveTo>
                  <a:pt x="335475" y="142829"/>
                </a:moveTo>
                <a:lnTo>
                  <a:pt x="336142" y="143496"/>
                </a:lnTo>
                <a:lnTo>
                  <a:pt x="336409" y="144631"/>
                </a:lnTo>
                <a:lnTo>
                  <a:pt x="334993" y="146397"/>
                </a:lnTo>
                <a:lnTo>
                  <a:pt x="333196" y="146792"/>
                </a:lnTo>
                <a:lnTo>
                  <a:pt x="331923" y="146125"/>
                </a:lnTo>
                <a:lnTo>
                  <a:pt x="331055" y="145072"/>
                </a:lnTo>
                <a:lnTo>
                  <a:pt x="330871" y="143461"/>
                </a:lnTo>
                <a:lnTo>
                  <a:pt x="331840" y="142298"/>
                </a:lnTo>
                <a:lnTo>
                  <a:pt x="333620" y="142115"/>
                </a:lnTo>
                <a:lnTo>
                  <a:pt x="335475" y="142829"/>
                </a:lnTo>
                <a:close/>
                <a:moveTo>
                  <a:pt x="328966" y="149579"/>
                </a:moveTo>
                <a:lnTo>
                  <a:pt x="331651" y="151573"/>
                </a:lnTo>
                <a:lnTo>
                  <a:pt x="331962" y="153658"/>
                </a:lnTo>
                <a:lnTo>
                  <a:pt x="330834" y="155233"/>
                </a:lnTo>
                <a:lnTo>
                  <a:pt x="328629" y="157052"/>
                </a:lnTo>
                <a:lnTo>
                  <a:pt x="325414" y="158447"/>
                </a:lnTo>
                <a:lnTo>
                  <a:pt x="322123" y="158159"/>
                </a:lnTo>
                <a:lnTo>
                  <a:pt x="320030" y="157064"/>
                </a:lnTo>
                <a:lnTo>
                  <a:pt x="317420" y="154412"/>
                </a:lnTo>
                <a:lnTo>
                  <a:pt x="316378" y="152502"/>
                </a:lnTo>
                <a:lnTo>
                  <a:pt x="316618" y="151547"/>
                </a:lnTo>
                <a:lnTo>
                  <a:pt x="317664" y="150633"/>
                </a:lnTo>
                <a:lnTo>
                  <a:pt x="322646" y="148242"/>
                </a:lnTo>
                <a:lnTo>
                  <a:pt x="325108" y="148051"/>
                </a:lnTo>
                <a:lnTo>
                  <a:pt x="328966" y="149579"/>
                </a:lnTo>
                <a:close/>
                <a:moveTo>
                  <a:pt x="316527" y="158257"/>
                </a:moveTo>
                <a:lnTo>
                  <a:pt x="318202" y="160837"/>
                </a:lnTo>
                <a:lnTo>
                  <a:pt x="318474" y="162713"/>
                </a:lnTo>
                <a:lnTo>
                  <a:pt x="318108" y="163879"/>
                </a:lnTo>
                <a:lnTo>
                  <a:pt x="311561" y="168093"/>
                </a:lnTo>
                <a:lnTo>
                  <a:pt x="309808" y="168428"/>
                </a:lnTo>
                <a:lnTo>
                  <a:pt x="308853" y="167072"/>
                </a:lnTo>
                <a:lnTo>
                  <a:pt x="308731" y="164646"/>
                </a:lnTo>
                <a:lnTo>
                  <a:pt x="310187" y="160364"/>
                </a:lnTo>
                <a:lnTo>
                  <a:pt x="311613" y="158587"/>
                </a:lnTo>
                <a:lnTo>
                  <a:pt x="313159" y="157657"/>
                </a:lnTo>
                <a:lnTo>
                  <a:pt x="314811" y="157545"/>
                </a:lnTo>
                <a:lnTo>
                  <a:pt x="316527" y="158257"/>
                </a:lnTo>
                <a:close/>
                <a:moveTo>
                  <a:pt x="337982" y="158209"/>
                </a:moveTo>
                <a:lnTo>
                  <a:pt x="338999" y="161910"/>
                </a:lnTo>
                <a:lnTo>
                  <a:pt x="339341" y="166034"/>
                </a:lnTo>
                <a:lnTo>
                  <a:pt x="338146" y="168055"/>
                </a:lnTo>
                <a:lnTo>
                  <a:pt x="336729" y="168523"/>
                </a:lnTo>
                <a:lnTo>
                  <a:pt x="331632" y="164646"/>
                </a:lnTo>
                <a:lnTo>
                  <a:pt x="331106" y="163874"/>
                </a:lnTo>
                <a:lnTo>
                  <a:pt x="330991" y="162387"/>
                </a:lnTo>
                <a:lnTo>
                  <a:pt x="331697" y="160235"/>
                </a:lnTo>
                <a:lnTo>
                  <a:pt x="333636" y="158310"/>
                </a:lnTo>
                <a:lnTo>
                  <a:pt x="336059" y="157499"/>
                </a:lnTo>
                <a:lnTo>
                  <a:pt x="337982" y="158209"/>
                </a:lnTo>
                <a:close/>
                <a:moveTo>
                  <a:pt x="328773" y="167322"/>
                </a:moveTo>
                <a:lnTo>
                  <a:pt x="333355" y="170124"/>
                </a:lnTo>
                <a:lnTo>
                  <a:pt x="334935" y="171591"/>
                </a:lnTo>
                <a:lnTo>
                  <a:pt x="335650" y="174132"/>
                </a:lnTo>
                <a:lnTo>
                  <a:pt x="334287" y="176429"/>
                </a:lnTo>
                <a:lnTo>
                  <a:pt x="328139" y="180373"/>
                </a:lnTo>
                <a:lnTo>
                  <a:pt x="325477" y="180918"/>
                </a:lnTo>
                <a:lnTo>
                  <a:pt x="322984" y="180161"/>
                </a:lnTo>
                <a:lnTo>
                  <a:pt x="316732" y="175627"/>
                </a:lnTo>
                <a:lnTo>
                  <a:pt x="316296" y="173926"/>
                </a:lnTo>
                <a:lnTo>
                  <a:pt x="316650" y="171519"/>
                </a:lnTo>
                <a:lnTo>
                  <a:pt x="321059" y="168045"/>
                </a:lnTo>
                <a:lnTo>
                  <a:pt x="322917" y="166901"/>
                </a:lnTo>
                <a:lnTo>
                  <a:pt x="325458" y="166110"/>
                </a:lnTo>
                <a:lnTo>
                  <a:pt x="327610" y="166453"/>
                </a:lnTo>
                <a:lnTo>
                  <a:pt x="328773" y="167322"/>
                </a:lnTo>
                <a:close/>
                <a:moveTo>
                  <a:pt x="312043" y="179134"/>
                </a:moveTo>
                <a:lnTo>
                  <a:pt x="316199" y="181919"/>
                </a:lnTo>
                <a:lnTo>
                  <a:pt x="317607" y="183319"/>
                </a:lnTo>
                <a:lnTo>
                  <a:pt x="318160" y="184842"/>
                </a:lnTo>
                <a:lnTo>
                  <a:pt x="317851" y="186358"/>
                </a:lnTo>
                <a:lnTo>
                  <a:pt x="316673" y="187741"/>
                </a:lnTo>
                <a:lnTo>
                  <a:pt x="310668" y="191802"/>
                </a:lnTo>
                <a:lnTo>
                  <a:pt x="307544" y="193159"/>
                </a:lnTo>
                <a:lnTo>
                  <a:pt x="305777" y="193322"/>
                </a:lnTo>
                <a:lnTo>
                  <a:pt x="305025" y="192456"/>
                </a:lnTo>
                <a:lnTo>
                  <a:pt x="304787" y="189738"/>
                </a:lnTo>
                <a:lnTo>
                  <a:pt x="305594" y="184135"/>
                </a:lnTo>
                <a:lnTo>
                  <a:pt x="306672" y="180726"/>
                </a:lnTo>
                <a:lnTo>
                  <a:pt x="307993" y="178652"/>
                </a:lnTo>
                <a:lnTo>
                  <a:pt x="309214" y="177894"/>
                </a:lnTo>
                <a:lnTo>
                  <a:pt x="310263" y="177895"/>
                </a:lnTo>
                <a:lnTo>
                  <a:pt x="312043" y="179134"/>
                </a:lnTo>
                <a:close/>
                <a:moveTo>
                  <a:pt x="342177" y="178797"/>
                </a:moveTo>
                <a:lnTo>
                  <a:pt x="342789" y="182664"/>
                </a:lnTo>
                <a:lnTo>
                  <a:pt x="343286" y="191670"/>
                </a:lnTo>
                <a:lnTo>
                  <a:pt x="340831" y="192620"/>
                </a:lnTo>
                <a:lnTo>
                  <a:pt x="332992" y="187303"/>
                </a:lnTo>
                <a:lnTo>
                  <a:pt x="332102" y="186136"/>
                </a:lnTo>
                <a:lnTo>
                  <a:pt x="331714" y="184052"/>
                </a:lnTo>
                <a:lnTo>
                  <a:pt x="332640" y="182154"/>
                </a:lnTo>
                <a:lnTo>
                  <a:pt x="336313" y="179508"/>
                </a:lnTo>
                <a:lnTo>
                  <a:pt x="340441" y="178242"/>
                </a:lnTo>
                <a:lnTo>
                  <a:pt x="342177" y="178797"/>
                </a:lnTo>
                <a:close/>
                <a:moveTo>
                  <a:pt x="328870" y="190609"/>
                </a:moveTo>
                <a:lnTo>
                  <a:pt x="337164" y="196565"/>
                </a:lnTo>
                <a:lnTo>
                  <a:pt x="338814" y="198462"/>
                </a:lnTo>
                <a:lnTo>
                  <a:pt x="338199" y="199877"/>
                </a:lnTo>
                <a:lnTo>
                  <a:pt x="331097" y="203707"/>
                </a:lnTo>
                <a:lnTo>
                  <a:pt x="325616" y="205897"/>
                </a:lnTo>
                <a:lnTo>
                  <a:pt x="323803" y="206108"/>
                </a:lnTo>
                <a:lnTo>
                  <a:pt x="316289" y="202887"/>
                </a:lnTo>
                <a:lnTo>
                  <a:pt x="312856" y="200612"/>
                </a:lnTo>
                <a:lnTo>
                  <a:pt x="311292" y="199022"/>
                </a:lnTo>
                <a:lnTo>
                  <a:pt x="311320" y="197793"/>
                </a:lnTo>
                <a:lnTo>
                  <a:pt x="312483" y="196617"/>
                </a:lnTo>
                <a:lnTo>
                  <a:pt x="322955" y="189054"/>
                </a:lnTo>
                <a:lnTo>
                  <a:pt x="325382" y="188789"/>
                </a:lnTo>
                <a:lnTo>
                  <a:pt x="328870" y="190609"/>
                </a:lnTo>
                <a:close/>
                <a:moveTo>
                  <a:pt x="309439" y="204206"/>
                </a:moveTo>
                <a:lnTo>
                  <a:pt x="314299" y="207872"/>
                </a:lnTo>
                <a:lnTo>
                  <a:pt x="315694" y="209607"/>
                </a:lnTo>
                <a:lnTo>
                  <a:pt x="315660" y="210430"/>
                </a:lnTo>
                <a:lnTo>
                  <a:pt x="314543" y="211304"/>
                </a:lnTo>
                <a:lnTo>
                  <a:pt x="310325" y="212969"/>
                </a:lnTo>
                <a:lnTo>
                  <a:pt x="306296" y="215171"/>
                </a:lnTo>
                <a:lnTo>
                  <a:pt x="304977" y="215264"/>
                </a:lnTo>
                <a:lnTo>
                  <a:pt x="303034" y="214510"/>
                </a:lnTo>
                <a:lnTo>
                  <a:pt x="302157" y="213378"/>
                </a:lnTo>
                <a:lnTo>
                  <a:pt x="302082" y="211470"/>
                </a:lnTo>
                <a:lnTo>
                  <a:pt x="303312" y="206805"/>
                </a:lnTo>
                <a:lnTo>
                  <a:pt x="304690" y="203661"/>
                </a:lnTo>
                <a:lnTo>
                  <a:pt x="306444" y="202979"/>
                </a:lnTo>
                <a:lnTo>
                  <a:pt x="309439" y="204206"/>
                </a:lnTo>
                <a:close/>
                <a:moveTo>
                  <a:pt x="344443" y="204399"/>
                </a:moveTo>
                <a:lnTo>
                  <a:pt x="345583" y="206447"/>
                </a:lnTo>
                <a:lnTo>
                  <a:pt x="346414" y="211028"/>
                </a:lnTo>
                <a:lnTo>
                  <a:pt x="346086" y="215348"/>
                </a:lnTo>
                <a:lnTo>
                  <a:pt x="345166" y="216934"/>
                </a:lnTo>
                <a:lnTo>
                  <a:pt x="343637" y="216938"/>
                </a:lnTo>
                <a:lnTo>
                  <a:pt x="340127" y="215553"/>
                </a:lnTo>
                <a:lnTo>
                  <a:pt x="331995" y="210406"/>
                </a:lnTo>
                <a:lnTo>
                  <a:pt x="331823" y="209696"/>
                </a:lnTo>
                <a:lnTo>
                  <a:pt x="332544" y="208383"/>
                </a:lnTo>
                <a:lnTo>
                  <a:pt x="337496" y="204518"/>
                </a:lnTo>
                <a:lnTo>
                  <a:pt x="339863" y="203561"/>
                </a:lnTo>
                <a:lnTo>
                  <a:pt x="341975" y="203327"/>
                </a:lnTo>
                <a:lnTo>
                  <a:pt x="344443" y="204399"/>
                </a:lnTo>
                <a:close/>
                <a:moveTo>
                  <a:pt x="329786" y="215584"/>
                </a:moveTo>
                <a:lnTo>
                  <a:pt x="338097" y="220321"/>
                </a:lnTo>
                <a:lnTo>
                  <a:pt x="339210" y="221322"/>
                </a:lnTo>
                <a:lnTo>
                  <a:pt x="339328" y="222461"/>
                </a:lnTo>
                <a:lnTo>
                  <a:pt x="338350" y="224317"/>
                </a:lnTo>
                <a:lnTo>
                  <a:pt x="336291" y="226394"/>
                </a:lnTo>
                <a:lnTo>
                  <a:pt x="325491" y="234133"/>
                </a:lnTo>
                <a:lnTo>
                  <a:pt x="323011" y="233790"/>
                </a:lnTo>
                <a:lnTo>
                  <a:pt x="320396" y="232373"/>
                </a:lnTo>
                <a:lnTo>
                  <a:pt x="310761" y="225058"/>
                </a:lnTo>
                <a:lnTo>
                  <a:pt x="307685" y="221775"/>
                </a:lnTo>
                <a:lnTo>
                  <a:pt x="308055" y="220529"/>
                </a:lnTo>
                <a:lnTo>
                  <a:pt x="310311" y="218823"/>
                </a:lnTo>
                <a:lnTo>
                  <a:pt x="320849" y="213208"/>
                </a:lnTo>
                <a:lnTo>
                  <a:pt x="322544" y="212894"/>
                </a:lnTo>
                <a:lnTo>
                  <a:pt x="324503" y="213170"/>
                </a:lnTo>
                <a:lnTo>
                  <a:pt x="329786" y="215584"/>
                </a:lnTo>
                <a:close/>
                <a:moveTo>
                  <a:pt x="304666" y="227011"/>
                </a:moveTo>
                <a:lnTo>
                  <a:pt x="315811" y="235386"/>
                </a:lnTo>
                <a:lnTo>
                  <a:pt x="317448" y="236972"/>
                </a:lnTo>
                <a:lnTo>
                  <a:pt x="317554" y="238028"/>
                </a:lnTo>
                <a:lnTo>
                  <a:pt x="316453" y="240187"/>
                </a:lnTo>
                <a:lnTo>
                  <a:pt x="314855" y="241752"/>
                </a:lnTo>
                <a:lnTo>
                  <a:pt x="303478" y="250271"/>
                </a:lnTo>
                <a:lnTo>
                  <a:pt x="300004" y="252304"/>
                </a:lnTo>
                <a:lnTo>
                  <a:pt x="298617" y="252623"/>
                </a:lnTo>
                <a:lnTo>
                  <a:pt x="297436" y="251276"/>
                </a:lnTo>
                <a:lnTo>
                  <a:pt x="297247" y="248782"/>
                </a:lnTo>
                <a:lnTo>
                  <a:pt x="298965" y="240728"/>
                </a:lnTo>
                <a:lnTo>
                  <a:pt x="300512" y="228188"/>
                </a:lnTo>
                <a:lnTo>
                  <a:pt x="301698" y="226229"/>
                </a:lnTo>
                <a:lnTo>
                  <a:pt x="302943" y="226187"/>
                </a:lnTo>
                <a:lnTo>
                  <a:pt x="304666" y="227011"/>
                </a:lnTo>
                <a:close/>
                <a:moveTo>
                  <a:pt x="347288" y="228940"/>
                </a:moveTo>
                <a:lnTo>
                  <a:pt x="348214" y="231686"/>
                </a:lnTo>
                <a:lnTo>
                  <a:pt x="349933" y="245905"/>
                </a:lnTo>
                <a:lnTo>
                  <a:pt x="349631" y="251026"/>
                </a:lnTo>
                <a:lnTo>
                  <a:pt x="349216" y="252034"/>
                </a:lnTo>
                <a:lnTo>
                  <a:pt x="348367" y="252399"/>
                </a:lnTo>
                <a:lnTo>
                  <a:pt x="346203" y="251709"/>
                </a:lnTo>
                <a:lnTo>
                  <a:pt x="343977" y="250323"/>
                </a:lnTo>
                <a:lnTo>
                  <a:pt x="331473" y="241090"/>
                </a:lnTo>
                <a:lnTo>
                  <a:pt x="331473" y="236895"/>
                </a:lnTo>
                <a:lnTo>
                  <a:pt x="343834" y="227741"/>
                </a:lnTo>
                <a:lnTo>
                  <a:pt x="345435" y="227554"/>
                </a:lnTo>
                <a:lnTo>
                  <a:pt x="347288" y="228940"/>
                </a:lnTo>
                <a:close/>
                <a:moveTo>
                  <a:pt x="464545" y="82368"/>
                </a:moveTo>
                <a:lnTo>
                  <a:pt x="449711" y="83090"/>
                </a:lnTo>
                <a:lnTo>
                  <a:pt x="406409" y="83600"/>
                </a:lnTo>
                <a:lnTo>
                  <a:pt x="393182" y="85158"/>
                </a:lnTo>
                <a:lnTo>
                  <a:pt x="388982" y="86094"/>
                </a:lnTo>
                <a:lnTo>
                  <a:pt x="388986" y="86537"/>
                </a:lnTo>
                <a:lnTo>
                  <a:pt x="395405" y="88523"/>
                </a:lnTo>
                <a:lnTo>
                  <a:pt x="396484" y="89480"/>
                </a:lnTo>
                <a:lnTo>
                  <a:pt x="396678" y="90691"/>
                </a:lnTo>
                <a:lnTo>
                  <a:pt x="392057" y="99990"/>
                </a:lnTo>
                <a:lnTo>
                  <a:pt x="390840" y="101078"/>
                </a:lnTo>
                <a:lnTo>
                  <a:pt x="387593" y="102546"/>
                </a:lnTo>
                <a:lnTo>
                  <a:pt x="386317" y="104306"/>
                </a:lnTo>
                <a:lnTo>
                  <a:pt x="386343" y="106430"/>
                </a:lnTo>
                <a:lnTo>
                  <a:pt x="388102" y="109262"/>
                </a:lnTo>
                <a:lnTo>
                  <a:pt x="388497" y="110783"/>
                </a:lnTo>
                <a:lnTo>
                  <a:pt x="388345" y="112496"/>
                </a:lnTo>
                <a:lnTo>
                  <a:pt x="387398" y="115048"/>
                </a:lnTo>
                <a:lnTo>
                  <a:pt x="386763" y="115835"/>
                </a:lnTo>
                <a:lnTo>
                  <a:pt x="385563" y="116340"/>
                </a:lnTo>
                <a:lnTo>
                  <a:pt x="371352" y="115612"/>
                </a:lnTo>
                <a:lnTo>
                  <a:pt x="367200" y="116016"/>
                </a:lnTo>
                <a:lnTo>
                  <a:pt x="365684" y="116752"/>
                </a:lnTo>
                <a:lnTo>
                  <a:pt x="364802" y="117961"/>
                </a:lnTo>
                <a:lnTo>
                  <a:pt x="362786" y="122786"/>
                </a:lnTo>
                <a:lnTo>
                  <a:pt x="361378" y="124724"/>
                </a:lnTo>
                <a:lnTo>
                  <a:pt x="359704" y="126130"/>
                </a:lnTo>
                <a:lnTo>
                  <a:pt x="355449" y="127810"/>
                </a:lnTo>
                <a:lnTo>
                  <a:pt x="353802" y="129196"/>
                </a:lnTo>
                <a:lnTo>
                  <a:pt x="352160" y="131838"/>
                </a:lnTo>
                <a:lnTo>
                  <a:pt x="350108" y="137983"/>
                </a:lnTo>
                <a:lnTo>
                  <a:pt x="343105" y="144360"/>
                </a:lnTo>
                <a:lnTo>
                  <a:pt x="342696" y="145359"/>
                </a:lnTo>
                <a:lnTo>
                  <a:pt x="342900" y="146975"/>
                </a:lnTo>
                <a:lnTo>
                  <a:pt x="345791" y="149422"/>
                </a:lnTo>
                <a:lnTo>
                  <a:pt x="349982" y="151691"/>
                </a:lnTo>
                <a:lnTo>
                  <a:pt x="356574" y="154467"/>
                </a:lnTo>
                <a:lnTo>
                  <a:pt x="360751" y="157136"/>
                </a:lnTo>
                <a:lnTo>
                  <a:pt x="364844" y="158348"/>
                </a:lnTo>
                <a:lnTo>
                  <a:pt x="367803" y="160584"/>
                </a:lnTo>
                <a:lnTo>
                  <a:pt x="372754" y="162491"/>
                </a:lnTo>
                <a:lnTo>
                  <a:pt x="387478" y="170879"/>
                </a:lnTo>
                <a:lnTo>
                  <a:pt x="394447" y="174078"/>
                </a:lnTo>
                <a:lnTo>
                  <a:pt x="398606" y="176797"/>
                </a:lnTo>
                <a:lnTo>
                  <a:pt x="429555" y="192392"/>
                </a:lnTo>
                <a:lnTo>
                  <a:pt x="453321" y="203246"/>
                </a:lnTo>
                <a:lnTo>
                  <a:pt x="463669" y="207318"/>
                </a:lnTo>
                <a:lnTo>
                  <a:pt x="504247" y="220590"/>
                </a:lnTo>
                <a:lnTo>
                  <a:pt x="518816" y="226698"/>
                </a:lnTo>
                <a:lnTo>
                  <a:pt x="541163" y="234195"/>
                </a:lnTo>
                <a:lnTo>
                  <a:pt x="548359" y="236190"/>
                </a:lnTo>
                <a:lnTo>
                  <a:pt x="564800" y="241777"/>
                </a:lnTo>
                <a:lnTo>
                  <a:pt x="572273" y="243850"/>
                </a:lnTo>
                <a:lnTo>
                  <a:pt x="589348" y="249620"/>
                </a:lnTo>
                <a:lnTo>
                  <a:pt x="596523" y="251574"/>
                </a:lnTo>
                <a:lnTo>
                  <a:pt x="624917" y="260982"/>
                </a:lnTo>
                <a:lnTo>
                  <a:pt x="657866" y="270995"/>
                </a:lnTo>
                <a:lnTo>
                  <a:pt x="687033" y="280523"/>
                </a:lnTo>
                <a:lnTo>
                  <a:pt x="694726" y="282463"/>
                </a:lnTo>
                <a:lnTo>
                  <a:pt x="700674" y="284720"/>
                </a:lnTo>
                <a:lnTo>
                  <a:pt x="706383" y="285994"/>
                </a:lnTo>
                <a:lnTo>
                  <a:pt x="708259" y="285837"/>
                </a:lnTo>
                <a:lnTo>
                  <a:pt x="709036" y="284737"/>
                </a:lnTo>
                <a:lnTo>
                  <a:pt x="709060" y="283288"/>
                </a:lnTo>
                <a:lnTo>
                  <a:pt x="707185" y="281722"/>
                </a:lnTo>
                <a:lnTo>
                  <a:pt x="702440" y="280505"/>
                </a:lnTo>
                <a:lnTo>
                  <a:pt x="673649" y="270502"/>
                </a:lnTo>
                <a:lnTo>
                  <a:pt x="534835" y="224674"/>
                </a:lnTo>
                <a:lnTo>
                  <a:pt x="459182" y="199120"/>
                </a:lnTo>
                <a:lnTo>
                  <a:pt x="425405" y="184186"/>
                </a:lnTo>
                <a:lnTo>
                  <a:pt x="400076" y="172072"/>
                </a:lnTo>
                <a:lnTo>
                  <a:pt x="399334" y="171146"/>
                </a:lnTo>
                <a:lnTo>
                  <a:pt x="399737" y="170290"/>
                </a:lnTo>
                <a:lnTo>
                  <a:pt x="402388" y="169363"/>
                </a:lnTo>
                <a:lnTo>
                  <a:pt x="407025" y="168913"/>
                </a:lnTo>
                <a:lnTo>
                  <a:pt x="408958" y="166094"/>
                </a:lnTo>
                <a:lnTo>
                  <a:pt x="410822" y="165140"/>
                </a:lnTo>
                <a:lnTo>
                  <a:pt x="413082" y="165538"/>
                </a:lnTo>
                <a:lnTo>
                  <a:pt x="415718" y="167278"/>
                </a:lnTo>
                <a:lnTo>
                  <a:pt x="421489" y="173879"/>
                </a:lnTo>
                <a:lnTo>
                  <a:pt x="428191" y="173252"/>
                </a:lnTo>
                <a:lnTo>
                  <a:pt x="451287" y="184420"/>
                </a:lnTo>
                <a:lnTo>
                  <a:pt x="468775" y="191521"/>
                </a:lnTo>
                <a:lnTo>
                  <a:pt x="495528" y="199290"/>
                </a:lnTo>
                <a:lnTo>
                  <a:pt x="504719" y="201319"/>
                </a:lnTo>
                <a:lnTo>
                  <a:pt x="510481" y="203229"/>
                </a:lnTo>
                <a:lnTo>
                  <a:pt x="519191" y="205054"/>
                </a:lnTo>
                <a:lnTo>
                  <a:pt x="523113" y="206821"/>
                </a:lnTo>
                <a:lnTo>
                  <a:pt x="530609" y="209244"/>
                </a:lnTo>
                <a:lnTo>
                  <a:pt x="534571" y="211255"/>
                </a:lnTo>
                <a:lnTo>
                  <a:pt x="545484" y="215418"/>
                </a:lnTo>
                <a:lnTo>
                  <a:pt x="575960" y="226289"/>
                </a:lnTo>
                <a:lnTo>
                  <a:pt x="604070" y="235655"/>
                </a:lnTo>
                <a:lnTo>
                  <a:pt x="618330" y="239848"/>
                </a:lnTo>
                <a:lnTo>
                  <a:pt x="623585" y="241861"/>
                </a:lnTo>
                <a:lnTo>
                  <a:pt x="650268" y="249916"/>
                </a:lnTo>
                <a:lnTo>
                  <a:pt x="677736" y="257627"/>
                </a:lnTo>
                <a:lnTo>
                  <a:pt x="738371" y="272788"/>
                </a:lnTo>
                <a:lnTo>
                  <a:pt x="776484" y="280930"/>
                </a:lnTo>
                <a:lnTo>
                  <a:pt x="780878" y="280930"/>
                </a:lnTo>
                <a:lnTo>
                  <a:pt x="782286" y="280287"/>
                </a:lnTo>
                <a:lnTo>
                  <a:pt x="783153" y="279349"/>
                </a:lnTo>
                <a:lnTo>
                  <a:pt x="783902" y="276650"/>
                </a:lnTo>
                <a:lnTo>
                  <a:pt x="783386" y="275707"/>
                </a:lnTo>
                <a:lnTo>
                  <a:pt x="782402" y="275296"/>
                </a:lnTo>
                <a:lnTo>
                  <a:pt x="750988" y="268942"/>
                </a:lnTo>
                <a:lnTo>
                  <a:pt x="726339" y="262594"/>
                </a:lnTo>
                <a:lnTo>
                  <a:pt x="686387" y="253427"/>
                </a:lnTo>
                <a:lnTo>
                  <a:pt x="670275" y="249224"/>
                </a:lnTo>
                <a:lnTo>
                  <a:pt x="637509" y="239393"/>
                </a:lnTo>
                <a:lnTo>
                  <a:pt x="579283" y="220273"/>
                </a:lnTo>
                <a:lnTo>
                  <a:pt x="560101" y="214483"/>
                </a:lnTo>
                <a:lnTo>
                  <a:pt x="544063" y="209017"/>
                </a:lnTo>
                <a:lnTo>
                  <a:pt x="537399" y="207470"/>
                </a:lnTo>
                <a:lnTo>
                  <a:pt x="535866" y="206659"/>
                </a:lnTo>
                <a:lnTo>
                  <a:pt x="535588" y="206170"/>
                </a:lnTo>
                <a:lnTo>
                  <a:pt x="536003" y="204985"/>
                </a:lnTo>
                <a:lnTo>
                  <a:pt x="542055" y="200393"/>
                </a:lnTo>
                <a:lnTo>
                  <a:pt x="543128" y="199143"/>
                </a:lnTo>
                <a:lnTo>
                  <a:pt x="543786" y="196779"/>
                </a:lnTo>
                <a:lnTo>
                  <a:pt x="543857" y="190609"/>
                </a:lnTo>
                <a:lnTo>
                  <a:pt x="547996" y="185495"/>
                </a:lnTo>
                <a:lnTo>
                  <a:pt x="548623" y="183361"/>
                </a:lnTo>
                <a:lnTo>
                  <a:pt x="548598" y="179351"/>
                </a:lnTo>
                <a:lnTo>
                  <a:pt x="549616" y="178215"/>
                </a:lnTo>
                <a:lnTo>
                  <a:pt x="551523" y="177768"/>
                </a:lnTo>
                <a:lnTo>
                  <a:pt x="554253" y="178021"/>
                </a:lnTo>
                <a:lnTo>
                  <a:pt x="561950" y="180147"/>
                </a:lnTo>
                <a:lnTo>
                  <a:pt x="571520" y="182124"/>
                </a:lnTo>
                <a:lnTo>
                  <a:pt x="592927" y="188030"/>
                </a:lnTo>
                <a:lnTo>
                  <a:pt x="621604" y="195132"/>
                </a:lnTo>
                <a:lnTo>
                  <a:pt x="623917" y="195430"/>
                </a:lnTo>
                <a:lnTo>
                  <a:pt x="625641" y="195063"/>
                </a:lnTo>
                <a:lnTo>
                  <a:pt x="626612" y="194112"/>
                </a:lnTo>
                <a:lnTo>
                  <a:pt x="626669" y="192657"/>
                </a:lnTo>
                <a:lnTo>
                  <a:pt x="625697" y="190959"/>
                </a:lnTo>
                <a:lnTo>
                  <a:pt x="624098" y="189940"/>
                </a:lnTo>
                <a:lnTo>
                  <a:pt x="610298" y="186336"/>
                </a:lnTo>
                <a:lnTo>
                  <a:pt x="597231" y="183667"/>
                </a:lnTo>
                <a:lnTo>
                  <a:pt x="595421" y="182706"/>
                </a:lnTo>
                <a:lnTo>
                  <a:pt x="594945" y="181567"/>
                </a:lnTo>
                <a:lnTo>
                  <a:pt x="595513" y="180382"/>
                </a:lnTo>
                <a:lnTo>
                  <a:pt x="597046" y="179237"/>
                </a:lnTo>
                <a:lnTo>
                  <a:pt x="605276" y="176133"/>
                </a:lnTo>
                <a:lnTo>
                  <a:pt x="606101" y="174464"/>
                </a:lnTo>
                <a:lnTo>
                  <a:pt x="607221" y="168815"/>
                </a:lnTo>
                <a:lnTo>
                  <a:pt x="609203" y="166803"/>
                </a:lnTo>
                <a:lnTo>
                  <a:pt x="611362" y="166306"/>
                </a:lnTo>
                <a:lnTo>
                  <a:pt x="626277" y="166127"/>
                </a:lnTo>
                <a:lnTo>
                  <a:pt x="630217" y="165588"/>
                </a:lnTo>
                <a:lnTo>
                  <a:pt x="631513" y="164990"/>
                </a:lnTo>
                <a:lnTo>
                  <a:pt x="631987" y="164090"/>
                </a:lnTo>
                <a:lnTo>
                  <a:pt x="631269" y="157448"/>
                </a:lnTo>
                <a:lnTo>
                  <a:pt x="631603" y="154496"/>
                </a:lnTo>
                <a:lnTo>
                  <a:pt x="632718" y="151450"/>
                </a:lnTo>
                <a:lnTo>
                  <a:pt x="635478" y="146474"/>
                </a:lnTo>
                <a:lnTo>
                  <a:pt x="636007" y="143636"/>
                </a:lnTo>
                <a:lnTo>
                  <a:pt x="635450" y="140453"/>
                </a:lnTo>
                <a:lnTo>
                  <a:pt x="633823" y="139236"/>
                </a:lnTo>
                <a:lnTo>
                  <a:pt x="631619" y="139677"/>
                </a:lnTo>
                <a:lnTo>
                  <a:pt x="627161" y="143659"/>
                </a:lnTo>
                <a:lnTo>
                  <a:pt x="621096" y="150760"/>
                </a:lnTo>
                <a:lnTo>
                  <a:pt x="620187" y="152487"/>
                </a:lnTo>
                <a:lnTo>
                  <a:pt x="619602" y="154906"/>
                </a:lnTo>
                <a:lnTo>
                  <a:pt x="617524" y="156890"/>
                </a:lnTo>
                <a:lnTo>
                  <a:pt x="615014" y="157297"/>
                </a:lnTo>
                <a:lnTo>
                  <a:pt x="609788" y="156270"/>
                </a:lnTo>
                <a:lnTo>
                  <a:pt x="606307" y="156166"/>
                </a:lnTo>
                <a:lnTo>
                  <a:pt x="602956" y="156804"/>
                </a:lnTo>
                <a:lnTo>
                  <a:pt x="599120" y="158658"/>
                </a:lnTo>
                <a:lnTo>
                  <a:pt x="597996" y="160541"/>
                </a:lnTo>
                <a:lnTo>
                  <a:pt x="596725" y="166199"/>
                </a:lnTo>
                <a:lnTo>
                  <a:pt x="596164" y="167093"/>
                </a:lnTo>
                <a:lnTo>
                  <a:pt x="595412" y="167350"/>
                </a:lnTo>
                <a:lnTo>
                  <a:pt x="591915" y="165954"/>
                </a:lnTo>
                <a:lnTo>
                  <a:pt x="585754" y="164849"/>
                </a:lnTo>
                <a:lnTo>
                  <a:pt x="581332" y="161777"/>
                </a:lnTo>
                <a:lnTo>
                  <a:pt x="576788" y="160222"/>
                </a:lnTo>
                <a:lnTo>
                  <a:pt x="569799" y="155448"/>
                </a:lnTo>
                <a:lnTo>
                  <a:pt x="563484" y="153224"/>
                </a:lnTo>
                <a:lnTo>
                  <a:pt x="561043" y="153274"/>
                </a:lnTo>
                <a:lnTo>
                  <a:pt x="559021" y="154111"/>
                </a:lnTo>
                <a:lnTo>
                  <a:pt x="549202" y="163204"/>
                </a:lnTo>
                <a:lnTo>
                  <a:pt x="542288" y="167866"/>
                </a:lnTo>
                <a:lnTo>
                  <a:pt x="540420" y="168744"/>
                </a:lnTo>
                <a:lnTo>
                  <a:pt x="538439" y="169088"/>
                </a:lnTo>
                <a:lnTo>
                  <a:pt x="534908" y="168619"/>
                </a:lnTo>
                <a:lnTo>
                  <a:pt x="528755" y="166687"/>
                </a:lnTo>
                <a:lnTo>
                  <a:pt x="518846" y="164598"/>
                </a:lnTo>
                <a:lnTo>
                  <a:pt x="511493" y="162356"/>
                </a:lnTo>
                <a:lnTo>
                  <a:pt x="502843" y="160886"/>
                </a:lnTo>
                <a:lnTo>
                  <a:pt x="496437" y="158843"/>
                </a:lnTo>
                <a:lnTo>
                  <a:pt x="486458" y="157239"/>
                </a:lnTo>
                <a:lnTo>
                  <a:pt x="479681" y="155014"/>
                </a:lnTo>
                <a:lnTo>
                  <a:pt x="470007" y="153745"/>
                </a:lnTo>
                <a:lnTo>
                  <a:pt x="469612" y="154281"/>
                </a:lnTo>
                <a:lnTo>
                  <a:pt x="469843" y="155419"/>
                </a:lnTo>
                <a:lnTo>
                  <a:pt x="471919" y="156721"/>
                </a:lnTo>
                <a:lnTo>
                  <a:pt x="480715" y="158565"/>
                </a:lnTo>
                <a:lnTo>
                  <a:pt x="486653" y="161237"/>
                </a:lnTo>
                <a:lnTo>
                  <a:pt x="494468" y="162609"/>
                </a:lnTo>
                <a:lnTo>
                  <a:pt x="502666" y="165007"/>
                </a:lnTo>
                <a:lnTo>
                  <a:pt x="511554" y="166207"/>
                </a:lnTo>
                <a:lnTo>
                  <a:pt x="516366" y="168866"/>
                </a:lnTo>
                <a:lnTo>
                  <a:pt x="521950" y="169684"/>
                </a:lnTo>
                <a:lnTo>
                  <a:pt x="535021" y="173935"/>
                </a:lnTo>
                <a:lnTo>
                  <a:pt x="535918" y="174513"/>
                </a:lnTo>
                <a:lnTo>
                  <a:pt x="536950" y="176061"/>
                </a:lnTo>
                <a:lnTo>
                  <a:pt x="536563" y="179253"/>
                </a:lnTo>
                <a:lnTo>
                  <a:pt x="532650" y="184928"/>
                </a:lnTo>
                <a:lnTo>
                  <a:pt x="530387" y="186951"/>
                </a:lnTo>
                <a:lnTo>
                  <a:pt x="529831" y="186989"/>
                </a:lnTo>
                <a:lnTo>
                  <a:pt x="528814" y="186175"/>
                </a:lnTo>
                <a:lnTo>
                  <a:pt x="526332" y="182051"/>
                </a:lnTo>
                <a:lnTo>
                  <a:pt x="522186" y="177417"/>
                </a:lnTo>
                <a:lnTo>
                  <a:pt x="518625" y="174510"/>
                </a:lnTo>
                <a:lnTo>
                  <a:pt x="512921" y="170975"/>
                </a:lnTo>
                <a:lnTo>
                  <a:pt x="510774" y="171085"/>
                </a:lnTo>
                <a:lnTo>
                  <a:pt x="504545" y="175102"/>
                </a:lnTo>
                <a:lnTo>
                  <a:pt x="502126" y="175705"/>
                </a:lnTo>
                <a:lnTo>
                  <a:pt x="498909" y="174578"/>
                </a:lnTo>
                <a:lnTo>
                  <a:pt x="491613" y="173649"/>
                </a:lnTo>
                <a:lnTo>
                  <a:pt x="486964" y="171854"/>
                </a:lnTo>
                <a:lnTo>
                  <a:pt x="486877" y="168214"/>
                </a:lnTo>
                <a:lnTo>
                  <a:pt x="486139" y="166671"/>
                </a:lnTo>
                <a:lnTo>
                  <a:pt x="479491" y="162066"/>
                </a:lnTo>
                <a:lnTo>
                  <a:pt x="464020" y="161337"/>
                </a:lnTo>
                <a:lnTo>
                  <a:pt x="458301" y="160739"/>
                </a:lnTo>
                <a:lnTo>
                  <a:pt x="455672" y="160042"/>
                </a:lnTo>
                <a:lnTo>
                  <a:pt x="454202" y="158543"/>
                </a:lnTo>
                <a:lnTo>
                  <a:pt x="453842" y="156523"/>
                </a:lnTo>
                <a:lnTo>
                  <a:pt x="454661" y="154256"/>
                </a:lnTo>
                <a:lnTo>
                  <a:pt x="456227" y="152403"/>
                </a:lnTo>
                <a:lnTo>
                  <a:pt x="457915" y="152005"/>
                </a:lnTo>
                <a:lnTo>
                  <a:pt x="461067" y="152989"/>
                </a:lnTo>
                <a:lnTo>
                  <a:pt x="465735" y="153480"/>
                </a:lnTo>
                <a:lnTo>
                  <a:pt x="467347" y="153101"/>
                </a:lnTo>
                <a:lnTo>
                  <a:pt x="467402" y="152314"/>
                </a:lnTo>
                <a:lnTo>
                  <a:pt x="457762" y="149397"/>
                </a:lnTo>
                <a:lnTo>
                  <a:pt x="447520" y="141101"/>
                </a:lnTo>
                <a:lnTo>
                  <a:pt x="445675" y="140081"/>
                </a:lnTo>
                <a:lnTo>
                  <a:pt x="443974" y="139894"/>
                </a:lnTo>
                <a:lnTo>
                  <a:pt x="439352" y="141284"/>
                </a:lnTo>
                <a:lnTo>
                  <a:pt x="437967" y="141262"/>
                </a:lnTo>
                <a:lnTo>
                  <a:pt x="434808" y="136730"/>
                </a:lnTo>
                <a:lnTo>
                  <a:pt x="431711" y="133473"/>
                </a:lnTo>
                <a:lnTo>
                  <a:pt x="431701" y="131825"/>
                </a:lnTo>
                <a:lnTo>
                  <a:pt x="432709" y="131137"/>
                </a:lnTo>
                <a:lnTo>
                  <a:pt x="437263" y="130578"/>
                </a:lnTo>
                <a:lnTo>
                  <a:pt x="460880" y="129731"/>
                </a:lnTo>
                <a:lnTo>
                  <a:pt x="489982" y="127378"/>
                </a:lnTo>
                <a:lnTo>
                  <a:pt x="503546" y="126022"/>
                </a:lnTo>
                <a:lnTo>
                  <a:pt x="509336" y="123640"/>
                </a:lnTo>
                <a:lnTo>
                  <a:pt x="521998" y="124598"/>
                </a:lnTo>
                <a:lnTo>
                  <a:pt x="530624" y="123459"/>
                </a:lnTo>
                <a:lnTo>
                  <a:pt x="547521" y="122680"/>
                </a:lnTo>
                <a:lnTo>
                  <a:pt x="560065" y="121179"/>
                </a:lnTo>
                <a:lnTo>
                  <a:pt x="568628" y="119539"/>
                </a:lnTo>
                <a:lnTo>
                  <a:pt x="588313" y="118692"/>
                </a:lnTo>
                <a:lnTo>
                  <a:pt x="591855" y="118016"/>
                </a:lnTo>
                <a:lnTo>
                  <a:pt x="593085" y="117136"/>
                </a:lnTo>
                <a:lnTo>
                  <a:pt x="591751" y="116618"/>
                </a:lnTo>
                <a:lnTo>
                  <a:pt x="586757" y="116379"/>
                </a:lnTo>
                <a:lnTo>
                  <a:pt x="568945" y="116795"/>
                </a:lnTo>
                <a:lnTo>
                  <a:pt x="552388" y="118699"/>
                </a:lnTo>
                <a:lnTo>
                  <a:pt x="521120" y="120058"/>
                </a:lnTo>
                <a:lnTo>
                  <a:pt x="512483" y="121546"/>
                </a:lnTo>
                <a:lnTo>
                  <a:pt x="505177" y="121452"/>
                </a:lnTo>
                <a:lnTo>
                  <a:pt x="497819" y="122663"/>
                </a:lnTo>
                <a:lnTo>
                  <a:pt x="454481" y="124577"/>
                </a:lnTo>
                <a:lnTo>
                  <a:pt x="444913" y="126071"/>
                </a:lnTo>
                <a:lnTo>
                  <a:pt x="441498" y="125857"/>
                </a:lnTo>
                <a:lnTo>
                  <a:pt x="438735" y="122704"/>
                </a:lnTo>
                <a:lnTo>
                  <a:pt x="437490" y="121934"/>
                </a:lnTo>
                <a:lnTo>
                  <a:pt x="432397" y="123579"/>
                </a:lnTo>
                <a:lnTo>
                  <a:pt x="431204" y="123634"/>
                </a:lnTo>
                <a:lnTo>
                  <a:pt x="429901" y="123056"/>
                </a:lnTo>
                <a:lnTo>
                  <a:pt x="429154" y="121213"/>
                </a:lnTo>
                <a:lnTo>
                  <a:pt x="429806" y="118335"/>
                </a:lnTo>
                <a:lnTo>
                  <a:pt x="432401" y="115915"/>
                </a:lnTo>
                <a:lnTo>
                  <a:pt x="435128" y="114649"/>
                </a:lnTo>
                <a:lnTo>
                  <a:pt x="442000" y="113155"/>
                </a:lnTo>
                <a:lnTo>
                  <a:pt x="452456" y="111895"/>
                </a:lnTo>
                <a:lnTo>
                  <a:pt x="467438" y="112924"/>
                </a:lnTo>
                <a:lnTo>
                  <a:pt x="478121" y="111760"/>
                </a:lnTo>
                <a:lnTo>
                  <a:pt x="512787" y="111106"/>
                </a:lnTo>
                <a:lnTo>
                  <a:pt x="530387" y="109947"/>
                </a:lnTo>
                <a:lnTo>
                  <a:pt x="546479" y="109579"/>
                </a:lnTo>
                <a:lnTo>
                  <a:pt x="556018" y="108198"/>
                </a:lnTo>
                <a:lnTo>
                  <a:pt x="582847" y="107677"/>
                </a:lnTo>
                <a:lnTo>
                  <a:pt x="607385" y="106595"/>
                </a:lnTo>
                <a:lnTo>
                  <a:pt x="613075" y="106156"/>
                </a:lnTo>
                <a:lnTo>
                  <a:pt x="615938" y="105316"/>
                </a:lnTo>
                <a:lnTo>
                  <a:pt x="615572" y="104291"/>
                </a:lnTo>
                <a:lnTo>
                  <a:pt x="614431" y="103902"/>
                </a:lnTo>
                <a:lnTo>
                  <a:pt x="599762" y="103221"/>
                </a:lnTo>
                <a:lnTo>
                  <a:pt x="586412" y="104119"/>
                </a:lnTo>
                <a:lnTo>
                  <a:pt x="539784" y="104771"/>
                </a:lnTo>
                <a:lnTo>
                  <a:pt x="536112" y="105067"/>
                </a:lnTo>
                <a:lnTo>
                  <a:pt x="530014" y="106288"/>
                </a:lnTo>
                <a:lnTo>
                  <a:pt x="511023" y="106548"/>
                </a:lnTo>
                <a:lnTo>
                  <a:pt x="498504" y="107748"/>
                </a:lnTo>
                <a:lnTo>
                  <a:pt x="470728" y="108211"/>
                </a:lnTo>
                <a:lnTo>
                  <a:pt x="449717" y="109935"/>
                </a:lnTo>
                <a:lnTo>
                  <a:pt x="430302" y="109569"/>
                </a:lnTo>
                <a:lnTo>
                  <a:pt x="429204" y="109320"/>
                </a:lnTo>
                <a:lnTo>
                  <a:pt x="427796" y="108117"/>
                </a:lnTo>
                <a:lnTo>
                  <a:pt x="426799" y="106352"/>
                </a:lnTo>
                <a:lnTo>
                  <a:pt x="426274" y="104273"/>
                </a:lnTo>
                <a:lnTo>
                  <a:pt x="426283" y="102126"/>
                </a:lnTo>
                <a:lnTo>
                  <a:pt x="427594" y="98108"/>
                </a:lnTo>
                <a:lnTo>
                  <a:pt x="428031" y="94926"/>
                </a:lnTo>
                <a:lnTo>
                  <a:pt x="427689" y="93451"/>
                </a:lnTo>
                <a:lnTo>
                  <a:pt x="425684" y="90324"/>
                </a:lnTo>
                <a:lnTo>
                  <a:pt x="427564" y="88395"/>
                </a:lnTo>
                <a:lnTo>
                  <a:pt x="479704" y="88054"/>
                </a:lnTo>
                <a:lnTo>
                  <a:pt x="539499" y="86545"/>
                </a:lnTo>
                <a:lnTo>
                  <a:pt x="558575" y="85110"/>
                </a:lnTo>
                <a:lnTo>
                  <a:pt x="591086" y="84205"/>
                </a:lnTo>
                <a:lnTo>
                  <a:pt x="597313" y="83385"/>
                </a:lnTo>
                <a:lnTo>
                  <a:pt x="597616" y="82754"/>
                </a:lnTo>
                <a:lnTo>
                  <a:pt x="596063" y="82268"/>
                </a:lnTo>
                <a:lnTo>
                  <a:pt x="579745" y="81747"/>
                </a:lnTo>
                <a:lnTo>
                  <a:pt x="487803" y="81639"/>
                </a:lnTo>
                <a:lnTo>
                  <a:pt x="464545" y="82368"/>
                </a:lnTo>
                <a:close/>
                <a:moveTo>
                  <a:pt x="410111" y="101413"/>
                </a:moveTo>
                <a:lnTo>
                  <a:pt x="411579" y="103683"/>
                </a:lnTo>
                <a:lnTo>
                  <a:pt x="415031" y="107549"/>
                </a:lnTo>
                <a:lnTo>
                  <a:pt x="415352" y="108946"/>
                </a:lnTo>
                <a:lnTo>
                  <a:pt x="414691" y="110284"/>
                </a:lnTo>
                <a:lnTo>
                  <a:pt x="413775" y="111441"/>
                </a:lnTo>
                <a:lnTo>
                  <a:pt x="405621" y="111782"/>
                </a:lnTo>
                <a:lnTo>
                  <a:pt x="402701" y="111141"/>
                </a:lnTo>
                <a:lnTo>
                  <a:pt x="401818" y="108500"/>
                </a:lnTo>
                <a:lnTo>
                  <a:pt x="401789" y="105763"/>
                </a:lnTo>
                <a:lnTo>
                  <a:pt x="402440" y="103336"/>
                </a:lnTo>
                <a:lnTo>
                  <a:pt x="403665" y="101391"/>
                </a:lnTo>
                <a:lnTo>
                  <a:pt x="406345" y="99750"/>
                </a:lnTo>
                <a:lnTo>
                  <a:pt x="409387" y="99629"/>
                </a:lnTo>
                <a:lnTo>
                  <a:pt x="410111" y="101413"/>
                </a:lnTo>
                <a:close/>
                <a:moveTo>
                  <a:pt x="412473" y="114865"/>
                </a:moveTo>
                <a:lnTo>
                  <a:pt x="415876" y="115952"/>
                </a:lnTo>
                <a:lnTo>
                  <a:pt x="417578" y="117336"/>
                </a:lnTo>
                <a:lnTo>
                  <a:pt x="418765" y="119170"/>
                </a:lnTo>
                <a:lnTo>
                  <a:pt x="419384" y="121392"/>
                </a:lnTo>
                <a:lnTo>
                  <a:pt x="419395" y="124175"/>
                </a:lnTo>
                <a:lnTo>
                  <a:pt x="418966" y="125348"/>
                </a:lnTo>
                <a:lnTo>
                  <a:pt x="417774" y="126224"/>
                </a:lnTo>
                <a:lnTo>
                  <a:pt x="416335" y="126420"/>
                </a:lnTo>
                <a:lnTo>
                  <a:pt x="415298" y="125999"/>
                </a:lnTo>
                <a:lnTo>
                  <a:pt x="410490" y="121639"/>
                </a:lnTo>
                <a:lnTo>
                  <a:pt x="404701" y="119809"/>
                </a:lnTo>
                <a:lnTo>
                  <a:pt x="403077" y="118661"/>
                </a:lnTo>
                <a:lnTo>
                  <a:pt x="402131" y="117340"/>
                </a:lnTo>
                <a:lnTo>
                  <a:pt x="402008" y="115989"/>
                </a:lnTo>
                <a:lnTo>
                  <a:pt x="403023" y="114238"/>
                </a:lnTo>
                <a:lnTo>
                  <a:pt x="412473" y="114865"/>
                </a:lnTo>
                <a:close/>
                <a:moveTo>
                  <a:pt x="383545" y="124218"/>
                </a:moveTo>
                <a:lnTo>
                  <a:pt x="383993" y="124871"/>
                </a:lnTo>
                <a:lnTo>
                  <a:pt x="384090" y="126976"/>
                </a:lnTo>
                <a:lnTo>
                  <a:pt x="382593" y="131283"/>
                </a:lnTo>
                <a:lnTo>
                  <a:pt x="379697" y="135615"/>
                </a:lnTo>
                <a:lnTo>
                  <a:pt x="377049" y="138113"/>
                </a:lnTo>
                <a:lnTo>
                  <a:pt x="373692" y="140692"/>
                </a:lnTo>
                <a:lnTo>
                  <a:pt x="372077" y="141405"/>
                </a:lnTo>
                <a:lnTo>
                  <a:pt x="370696" y="141426"/>
                </a:lnTo>
                <a:lnTo>
                  <a:pt x="367230" y="140226"/>
                </a:lnTo>
                <a:lnTo>
                  <a:pt x="364741" y="140611"/>
                </a:lnTo>
                <a:lnTo>
                  <a:pt x="364908" y="141997"/>
                </a:lnTo>
                <a:lnTo>
                  <a:pt x="366126" y="143940"/>
                </a:lnTo>
                <a:lnTo>
                  <a:pt x="371043" y="148472"/>
                </a:lnTo>
                <a:lnTo>
                  <a:pt x="372899" y="154700"/>
                </a:lnTo>
                <a:lnTo>
                  <a:pt x="373007" y="156491"/>
                </a:lnTo>
                <a:lnTo>
                  <a:pt x="372616" y="157624"/>
                </a:lnTo>
                <a:lnTo>
                  <a:pt x="371269" y="158298"/>
                </a:lnTo>
                <a:lnTo>
                  <a:pt x="368857" y="157932"/>
                </a:lnTo>
                <a:lnTo>
                  <a:pt x="364265" y="155208"/>
                </a:lnTo>
                <a:lnTo>
                  <a:pt x="358991" y="152994"/>
                </a:lnTo>
                <a:lnTo>
                  <a:pt x="357926" y="150556"/>
                </a:lnTo>
                <a:lnTo>
                  <a:pt x="358166" y="146403"/>
                </a:lnTo>
                <a:lnTo>
                  <a:pt x="360033" y="142679"/>
                </a:lnTo>
                <a:lnTo>
                  <a:pt x="363162" y="140352"/>
                </a:lnTo>
                <a:lnTo>
                  <a:pt x="363137" y="137722"/>
                </a:lnTo>
                <a:lnTo>
                  <a:pt x="364084" y="135916"/>
                </a:lnTo>
                <a:lnTo>
                  <a:pt x="367851" y="132891"/>
                </a:lnTo>
                <a:lnTo>
                  <a:pt x="371815" y="128364"/>
                </a:lnTo>
                <a:lnTo>
                  <a:pt x="377420" y="123916"/>
                </a:lnTo>
                <a:lnTo>
                  <a:pt x="380531" y="123465"/>
                </a:lnTo>
                <a:lnTo>
                  <a:pt x="383545" y="124218"/>
                </a:lnTo>
                <a:close/>
                <a:moveTo>
                  <a:pt x="397864" y="139888"/>
                </a:moveTo>
                <a:lnTo>
                  <a:pt x="400486" y="144256"/>
                </a:lnTo>
                <a:lnTo>
                  <a:pt x="402517" y="149123"/>
                </a:lnTo>
                <a:lnTo>
                  <a:pt x="402046" y="151730"/>
                </a:lnTo>
                <a:lnTo>
                  <a:pt x="400211" y="153102"/>
                </a:lnTo>
                <a:lnTo>
                  <a:pt x="398805" y="153038"/>
                </a:lnTo>
                <a:lnTo>
                  <a:pt x="397810" y="152369"/>
                </a:lnTo>
                <a:lnTo>
                  <a:pt x="396214" y="146848"/>
                </a:lnTo>
                <a:lnTo>
                  <a:pt x="395085" y="145172"/>
                </a:lnTo>
                <a:lnTo>
                  <a:pt x="393205" y="144021"/>
                </a:lnTo>
                <a:lnTo>
                  <a:pt x="389812" y="142781"/>
                </a:lnTo>
                <a:lnTo>
                  <a:pt x="390103" y="140228"/>
                </a:lnTo>
                <a:lnTo>
                  <a:pt x="390883" y="139227"/>
                </a:lnTo>
                <a:lnTo>
                  <a:pt x="392681" y="138134"/>
                </a:lnTo>
                <a:lnTo>
                  <a:pt x="395878" y="138013"/>
                </a:lnTo>
                <a:lnTo>
                  <a:pt x="397864" y="139888"/>
                </a:lnTo>
                <a:close/>
                <a:moveTo>
                  <a:pt x="436532" y="143793"/>
                </a:moveTo>
                <a:lnTo>
                  <a:pt x="436796" y="146937"/>
                </a:lnTo>
                <a:lnTo>
                  <a:pt x="436068" y="148741"/>
                </a:lnTo>
                <a:lnTo>
                  <a:pt x="431025" y="151663"/>
                </a:lnTo>
                <a:lnTo>
                  <a:pt x="426581" y="157265"/>
                </a:lnTo>
                <a:lnTo>
                  <a:pt x="425687" y="157341"/>
                </a:lnTo>
                <a:lnTo>
                  <a:pt x="424940" y="156887"/>
                </a:lnTo>
                <a:lnTo>
                  <a:pt x="423823" y="155026"/>
                </a:lnTo>
                <a:lnTo>
                  <a:pt x="423562" y="151990"/>
                </a:lnTo>
                <a:lnTo>
                  <a:pt x="427167" y="149718"/>
                </a:lnTo>
                <a:lnTo>
                  <a:pt x="429460" y="145462"/>
                </a:lnTo>
                <a:lnTo>
                  <a:pt x="431208" y="143844"/>
                </a:lnTo>
                <a:lnTo>
                  <a:pt x="434121" y="143022"/>
                </a:lnTo>
                <a:lnTo>
                  <a:pt x="435815" y="143209"/>
                </a:lnTo>
                <a:lnTo>
                  <a:pt x="436532" y="143793"/>
                </a:lnTo>
                <a:close/>
                <a:moveTo>
                  <a:pt x="562179" y="169588"/>
                </a:moveTo>
                <a:lnTo>
                  <a:pt x="562649" y="172113"/>
                </a:lnTo>
                <a:lnTo>
                  <a:pt x="561304" y="173649"/>
                </a:lnTo>
                <a:lnTo>
                  <a:pt x="558699" y="173727"/>
                </a:lnTo>
                <a:lnTo>
                  <a:pt x="556231" y="172242"/>
                </a:lnTo>
                <a:lnTo>
                  <a:pt x="556122" y="171402"/>
                </a:lnTo>
                <a:lnTo>
                  <a:pt x="556678" y="170498"/>
                </a:lnTo>
                <a:lnTo>
                  <a:pt x="559290" y="168813"/>
                </a:lnTo>
                <a:lnTo>
                  <a:pt x="561224" y="168554"/>
                </a:lnTo>
                <a:lnTo>
                  <a:pt x="562179" y="169588"/>
                </a:lnTo>
                <a:close/>
                <a:moveTo>
                  <a:pt x="463339" y="170938"/>
                </a:moveTo>
                <a:lnTo>
                  <a:pt x="466320" y="171431"/>
                </a:lnTo>
                <a:lnTo>
                  <a:pt x="467974" y="172278"/>
                </a:lnTo>
                <a:lnTo>
                  <a:pt x="471453" y="178246"/>
                </a:lnTo>
                <a:lnTo>
                  <a:pt x="473911" y="180228"/>
                </a:lnTo>
                <a:lnTo>
                  <a:pt x="477604" y="181677"/>
                </a:lnTo>
                <a:lnTo>
                  <a:pt x="485108" y="182768"/>
                </a:lnTo>
                <a:lnTo>
                  <a:pt x="493966" y="184837"/>
                </a:lnTo>
                <a:lnTo>
                  <a:pt x="495448" y="185669"/>
                </a:lnTo>
                <a:lnTo>
                  <a:pt x="499201" y="189024"/>
                </a:lnTo>
                <a:lnTo>
                  <a:pt x="502055" y="190368"/>
                </a:lnTo>
                <a:lnTo>
                  <a:pt x="508462" y="188371"/>
                </a:lnTo>
                <a:lnTo>
                  <a:pt x="513422" y="185312"/>
                </a:lnTo>
                <a:lnTo>
                  <a:pt x="514871" y="185071"/>
                </a:lnTo>
                <a:lnTo>
                  <a:pt x="517859" y="187947"/>
                </a:lnTo>
                <a:lnTo>
                  <a:pt x="523662" y="197292"/>
                </a:lnTo>
                <a:lnTo>
                  <a:pt x="524080" y="199192"/>
                </a:lnTo>
                <a:lnTo>
                  <a:pt x="523770" y="201662"/>
                </a:lnTo>
                <a:lnTo>
                  <a:pt x="522788" y="202513"/>
                </a:lnTo>
                <a:lnTo>
                  <a:pt x="521744" y="202452"/>
                </a:lnTo>
                <a:lnTo>
                  <a:pt x="507126" y="197577"/>
                </a:lnTo>
                <a:lnTo>
                  <a:pt x="500079" y="195822"/>
                </a:lnTo>
                <a:lnTo>
                  <a:pt x="493934" y="193478"/>
                </a:lnTo>
                <a:lnTo>
                  <a:pt x="474423" y="187789"/>
                </a:lnTo>
                <a:lnTo>
                  <a:pt x="463586" y="183871"/>
                </a:lnTo>
                <a:lnTo>
                  <a:pt x="451334" y="178411"/>
                </a:lnTo>
                <a:lnTo>
                  <a:pt x="447985" y="176511"/>
                </a:lnTo>
                <a:lnTo>
                  <a:pt x="446988" y="175082"/>
                </a:lnTo>
                <a:lnTo>
                  <a:pt x="448115" y="173632"/>
                </a:lnTo>
                <a:lnTo>
                  <a:pt x="452202" y="170841"/>
                </a:lnTo>
                <a:lnTo>
                  <a:pt x="455131" y="170166"/>
                </a:lnTo>
                <a:lnTo>
                  <a:pt x="463339" y="170938"/>
                </a:lnTo>
                <a:close/>
                <a:moveTo>
                  <a:pt x="588889" y="177881"/>
                </a:moveTo>
                <a:lnTo>
                  <a:pt x="589613" y="179472"/>
                </a:lnTo>
                <a:lnTo>
                  <a:pt x="588120" y="180461"/>
                </a:lnTo>
                <a:lnTo>
                  <a:pt x="584673" y="180187"/>
                </a:lnTo>
                <a:lnTo>
                  <a:pt x="583393" y="178990"/>
                </a:lnTo>
                <a:lnTo>
                  <a:pt x="583802" y="178143"/>
                </a:lnTo>
                <a:lnTo>
                  <a:pt x="585508" y="177368"/>
                </a:lnTo>
                <a:lnTo>
                  <a:pt x="587670" y="177362"/>
                </a:lnTo>
                <a:lnTo>
                  <a:pt x="588889" y="177881"/>
                </a:lnTo>
                <a:close/>
                <a:moveTo>
                  <a:pt x="432338" y="100931"/>
                </a:moveTo>
                <a:lnTo>
                  <a:pt x="432042" y="102431"/>
                </a:lnTo>
                <a:lnTo>
                  <a:pt x="432723" y="103968"/>
                </a:lnTo>
                <a:lnTo>
                  <a:pt x="433716" y="104340"/>
                </a:lnTo>
                <a:lnTo>
                  <a:pt x="435116" y="103709"/>
                </a:lnTo>
                <a:lnTo>
                  <a:pt x="435747" y="102310"/>
                </a:lnTo>
                <a:lnTo>
                  <a:pt x="435375" y="101316"/>
                </a:lnTo>
                <a:lnTo>
                  <a:pt x="433838" y="100635"/>
                </a:lnTo>
                <a:lnTo>
                  <a:pt x="432338" y="100931"/>
                </a:lnTo>
                <a:close/>
                <a:moveTo>
                  <a:pt x="634259" y="111441"/>
                </a:moveTo>
                <a:lnTo>
                  <a:pt x="625104" y="112473"/>
                </a:lnTo>
                <a:lnTo>
                  <a:pt x="622861" y="113248"/>
                </a:lnTo>
                <a:lnTo>
                  <a:pt x="622624" y="113909"/>
                </a:lnTo>
                <a:lnTo>
                  <a:pt x="623555" y="114624"/>
                </a:lnTo>
                <a:lnTo>
                  <a:pt x="625772" y="114938"/>
                </a:lnTo>
                <a:lnTo>
                  <a:pt x="631505" y="114768"/>
                </a:lnTo>
                <a:lnTo>
                  <a:pt x="636912" y="114077"/>
                </a:lnTo>
                <a:lnTo>
                  <a:pt x="638654" y="113295"/>
                </a:lnTo>
                <a:lnTo>
                  <a:pt x="638828" y="112477"/>
                </a:lnTo>
                <a:lnTo>
                  <a:pt x="638331" y="111490"/>
                </a:lnTo>
                <a:lnTo>
                  <a:pt x="637055" y="110905"/>
                </a:lnTo>
                <a:lnTo>
                  <a:pt x="634259" y="111441"/>
                </a:lnTo>
                <a:close/>
                <a:moveTo>
                  <a:pt x="611357" y="113852"/>
                </a:moveTo>
                <a:lnTo>
                  <a:pt x="611213" y="115076"/>
                </a:lnTo>
                <a:lnTo>
                  <a:pt x="613238" y="115540"/>
                </a:lnTo>
                <a:lnTo>
                  <a:pt x="615381" y="115131"/>
                </a:lnTo>
                <a:lnTo>
                  <a:pt x="616560" y="113958"/>
                </a:lnTo>
                <a:lnTo>
                  <a:pt x="616227" y="113489"/>
                </a:lnTo>
                <a:lnTo>
                  <a:pt x="614669" y="113154"/>
                </a:lnTo>
                <a:lnTo>
                  <a:pt x="612689" y="113283"/>
                </a:lnTo>
                <a:lnTo>
                  <a:pt x="611357" y="113852"/>
                </a:lnTo>
                <a:close/>
                <a:moveTo>
                  <a:pt x="597279" y="116118"/>
                </a:moveTo>
                <a:lnTo>
                  <a:pt x="595978" y="117138"/>
                </a:lnTo>
                <a:lnTo>
                  <a:pt x="597566" y="117843"/>
                </a:lnTo>
                <a:lnTo>
                  <a:pt x="601471" y="117762"/>
                </a:lnTo>
                <a:lnTo>
                  <a:pt x="602378" y="117367"/>
                </a:lnTo>
                <a:lnTo>
                  <a:pt x="602679" y="116745"/>
                </a:lnTo>
                <a:lnTo>
                  <a:pt x="602358" y="116129"/>
                </a:lnTo>
                <a:lnTo>
                  <a:pt x="600919" y="115636"/>
                </a:lnTo>
                <a:lnTo>
                  <a:pt x="597279" y="116118"/>
                </a:lnTo>
                <a:close/>
                <a:moveTo>
                  <a:pt x="276027" y="116986"/>
                </a:moveTo>
                <a:lnTo>
                  <a:pt x="275915" y="117692"/>
                </a:lnTo>
                <a:lnTo>
                  <a:pt x="276593" y="118309"/>
                </a:lnTo>
                <a:lnTo>
                  <a:pt x="280602" y="119845"/>
                </a:lnTo>
                <a:lnTo>
                  <a:pt x="284079" y="122169"/>
                </a:lnTo>
                <a:lnTo>
                  <a:pt x="288406" y="123917"/>
                </a:lnTo>
                <a:lnTo>
                  <a:pt x="292245" y="126068"/>
                </a:lnTo>
                <a:lnTo>
                  <a:pt x="296807" y="127810"/>
                </a:lnTo>
                <a:lnTo>
                  <a:pt x="300429" y="130181"/>
                </a:lnTo>
                <a:lnTo>
                  <a:pt x="302755" y="130551"/>
                </a:lnTo>
                <a:lnTo>
                  <a:pt x="304079" y="129687"/>
                </a:lnTo>
                <a:lnTo>
                  <a:pt x="304133" y="128647"/>
                </a:lnTo>
                <a:lnTo>
                  <a:pt x="303364" y="127575"/>
                </a:lnTo>
                <a:lnTo>
                  <a:pt x="297879" y="124238"/>
                </a:lnTo>
                <a:lnTo>
                  <a:pt x="293452" y="122864"/>
                </a:lnTo>
                <a:lnTo>
                  <a:pt x="289788" y="120603"/>
                </a:lnTo>
                <a:lnTo>
                  <a:pt x="284689" y="118935"/>
                </a:lnTo>
                <a:lnTo>
                  <a:pt x="280773" y="117035"/>
                </a:lnTo>
                <a:lnTo>
                  <a:pt x="277881" y="116460"/>
                </a:lnTo>
                <a:lnTo>
                  <a:pt x="276027" y="116986"/>
                </a:lnTo>
                <a:close/>
                <a:moveTo>
                  <a:pt x="875668" y="132945"/>
                </a:moveTo>
                <a:lnTo>
                  <a:pt x="872953" y="134908"/>
                </a:lnTo>
                <a:lnTo>
                  <a:pt x="871929" y="137160"/>
                </a:lnTo>
                <a:lnTo>
                  <a:pt x="866567" y="167063"/>
                </a:lnTo>
                <a:lnTo>
                  <a:pt x="864155" y="178223"/>
                </a:lnTo>
                <a:lnTo>
                  <a:pt x="862680" y="189850"/>
                </a:lnTo>
                <a:lnTo>
                  <a:pt x="860336" y="199306"/>
                </a:lnTo>
                <a:lnTo>
                  <a:pt x="858275" y="212816"/>
                </a:lnTo>
                <a:lnTo>
                  <a:pt x="857232" y="215837"/>
                </a:lnTo>
                <a:lnTo>
                  <a:pt x="855616" y="217898"/>
                </a:lnTo>
                <a:lnTo>
                  <a:pt x="853128" y="219577"/>
                </a:lnTo>
                <a:lnTo>
                  <a:pt x="815399" y="236724"/>
                </a:lnTo>
                <a:lnTo>
                  <a:pt x="811606" y="239150"/>
                </a:lnTo>
                <a:lnTo>
                  <a:pt x="810482" y="240656"/>
                </a:lnTo>
                <a:lnTo>
                  <a:pt x="811805" y="242280"/>
                </a:lnTo>
                <a:lnTo>
                  <a:pt x="814094" y="243127"/>
                </a:lnTo>
                <a:lnTo>
                  <a:pt x="851223" y="244079"/>
                </a:lnTo>
                <a:lnTo>
                  <a:pt x="854449" y="245810"/>
                </a:lnTo>
                <a:lnTo>
                  <a:pt x="855915" y="247869"/>
                </a:lnTo>
                <a:lnTo>
                  <a:pt x="856032" y="252247"/>
                </a:lnTo>
                <a:lnTo>
                  <a:pt x="855125" y="254674"/>
                </a:lnTo>
                <a:lnTo>
                  <a:pt x="853853" y="255894"/>
                </a:lnTo>
                <a:lnTo>
                  <a:pt x="851878" y="256948"/>
                </a:lnTo>
                <a:lnTo>
                  <a:pt x="841320" y="261164"/>
                </a:lnTo>
                <a:lnTo>
                  <a:pt x="815860" y="270012"/>
                </a:lnTo>
                <a:lnTo>
                  <a:pt x="810193" y="272604"/>
                </a:lnTo>
                <a:lnTo>
                  <a:pt x="791910" y="279165"/>
                </a:lnTo>
                <a:lnTo>
                  <a:pt x="788100" y="281027"/>
                </a:lnTo>
                <a:lnTo>
                  <a:pt x="786409" y="282838"/>
                </a:lnTo>
                <a:lnTo>
                  <a:pt x="786843" y="284219"/>
                </a:lnTo>
                <a:lnTo>
                  <a:pt x="788304" y="285736"/>
                </a:lnTo>
                <a:lnTo>
                  <a:pt x="854213" y="285929"/>
                </a:lnTo>
                <a:lnTo>
                  <a:pt x="855539" y="286942"/>
                </a:lnTo>
                <a:lnTo>
                  <a:pt x="855914" y="289090"/>
                </a:lnTo>
                <a:lnTo>
                  <a:pt x="856181" y="298934"/>
                </a:lnTo>
                <a:lnTo>
                  <a:pt x="855600" y="303148"/>
                </a:lnTo>
                <a:lnTo>
                  <a:pt x="853451" y="304940"/>
                </a:lnTo>
                <a:lnTo>
                  <a:pt x="848902" y="307370"/>
                </a:lnTo>
                <a:lnTo>
                  <a:pt x="821041" y="318184"/>
                </a:lnTo>
                <a:lnTo>
                  <a:pt x="810506" y="315671"/>
                </a:lnTo>
                <a:lnTo>
                  <a:pt x="803977" y="312745"/>
                </a:lnTo>
                <a:lnTo>
                  <a:pt x="774615" y="303649"/>
                </a:lnTo>
                <a:lnTo>
                  <a:pt x="754602" y="296944"/>
                </a:lnTo>
                <a:lnTo>
                  <a:pt x="747692" y="295924"/>
                </a:lnTo>
                <a:lnTo>
                  <a:pt x="746598" y="296391"/>
                </a:lnTo>
                <a:lnTo>
                  <a:pt x="746424" y="297323"/>
                </a:lnTo>
                <a:lnTo>
                  <a:pt x="746975" y="298781"/>
                </a:lnTo>
                <a:lnTo>
                  <a:pt x="748288" y="299850"/>
                </a:lnTo>
                <a:lnTo>
                  <a:pt x="755289" y="301797"/>
                </a:lnTo>
                <a:lnTo>
                  <a:pt x="769813" y="307680"/>
                </a:lnTo>
                <a:lnTo>
                  <a:pt x="779989" y="311210"/>
                </a:lnTo>
                <a:lnTo>
                  <a:pt x="794951" y="315351"/>
                </a:lnTo>
                <a:lnTo>
                  <a:pt x="808274" y="318458"/>
                </a:lnTo>
                <a:lnTo>
                  <a:pt x="810300" y="319609"/>
                </a:lnTo>
                <a:lnTo>
                  <a:pt x="811801" y="321316"/>
                </a:lnTo>
                <a:lnTo>
                  <a:pt x="811720" y="322192"/>
                </a:lnTo>
                <a:lnTo>
                  <a:pt x="810060" y="325290"/>
                </a:lnTo>
                <a:lnTo>
                  <a:pt x="810316" y="326221"/>
                </a:lnTo>
                <a:lnTo>
                  <a:pt x="811387" y="327041"/>
                </a:lnTo>
                <a:lnTo>
                  <a:pt x="847052" y="328277"/>
                </a:lnTo>
                <a:lnTo>
                  <a:pt x="853806" y="328842"/>
                </a:lnTo>
                <a:lnTo>
                  <a:pt x="854669" y="329358"/>
                </a:lnTo>
                <a:lnTo>
                  <a:pt x="854954" y="331198"/>
                </a:lnTo>
                <a:lnTo>
                  <a:pt x="854703" y="334111"/>
                </a:lnTo>
                <a:lnTo>
                  <a:pt x="852948" y="342605"/>
                </a:lnTo>
                <a:lnTo>
                  <a:pt x="850412" y="360789"/>
                </a:lnTo>
                <a:lnTo>
                  <a:pt x="848728" y="369177"/>
                </a:lnTo>
                <a:lnTo>
                  <a:pt x="847341" y="381259"/>
                </a:lnTo>
                <a:lnTo>
                  <a:pt x="844901" y="392416"/>
                </a:lnTo>
                <a:lnTo>
                  <a:pt x="839228" y="431063"/>
                </a:lnTo>
                <a:lnTo>
                  <a:pt x="833139" y="467029"/>
                </a:lnTo>
                <a:lnTo>
                  <a:pt x="828244" y="500323"/>
                </a:lnTo>
                <a:lnTo>
                  <a:pt x="825675" y="513904"/>
                </a:lnTo>
                <a:lnTo>
                  <a:pt x="825648" y="516110"/>
                </a:lnTo>
                <a:lnTo>
                  <a:pt x="826425" y="518263"/>
                </a:lnTo>
                <a:lnTo>
                  <a:pt x="828023" y="518902"/>
                </a:lnTo>
                <a:lnTo>
                  <a:pt x="831225" y="517655"/>
                </a:lnTo>
                <a:lnTo>
                  <a:pt x="873940" y="486961"/>
                </a:lnTo>
                <a:lnTo>
                  <a:pt x="875983" y="485744"/>
                </a:lnTo>
                <a:lnTo>
                  <a:pt x="877886" y="485343"/>
                </a:lnTo>
                <a:lnTo>
                  <a:pt x="879935" y="485676"/>
                </a:lnTo>
                <a:lnTo>
                  <a:pt x="881471" y="486491"/>
                </a:lnTo>
                <a:lnTo>
                  <a:pt x="915396" y="512048"/>
                </a:lnTo>
                <a:lnTo>
                  <a:pt x="922326" y="516807"/>
                </a:lnTo>
                <a:lnTo>
                  <a:pt x="926871" y="519190"/>
                </a:lnTo>
                <a:lnTo>
                  <a:pt x="928040" y="517641"/>
                </a:lnTo>
                <a:lnTo>
                  <a:pt x="928451" y="516215"/>
                </a:lnTo>
                <a:lnTo>
                  <a:pt x="928364" y="510736"/>
                </a:lnTo>
                <a:lnTo>
                  <a:pt x="925919" y="498679"/>
                </a:lnTo>
                <a:lnTo>
                  <a:pt x="924509" y="486169"/>
                </a:lnTo>
                <a:lnTo>
                  <a:pt x="922466" y="475092"/>
                </a:lnTo>
                <a:lnTo>
                  <a:pt x="920597" y="460041"/>
                </a:lnTo>
                <a:lnTo>
                  <a:pt x="918838" y="451286"/>
                </a:lnTo>
                <a:lnTo>
                  <a:pt x="916583" y="432517"/>
                </a:lnTo>
                <a:lnTo>
                  <a:pt x="914715" y="424340"/>
                </a:lnTo>
                <a:lnTo>
                  <a:pt x="912582" y="407700"/>
                </a:lnTo>
                <a:lnTo>
                  <a:pt x="910708" y="399575"/>
                </a:lnTo>
                <a:lnTo>
                  <a:pt x="908894" y="384190"/>
                </a:lnTo>
                <a:lnTo>
                  <a:pt x="906913" y="373296"/>
                </a:lnTo>
                <a:lnTo>
                  <a:pt x="905374" y="359546"/>
                </a:lnTo>
                <a:lnTo>
                  <a:pt x="902814" y="345320"/>
                </a:lnTo>
                <a:lnTo>
                  <a:pt x="901463" y="332986"/>
                </a:lnTo>
                <a:lnTo>
                  <a:pt x="903198" y="331057"/>
                </a:lnTo>
                <a:lnTo>
                  <a:pt x="925479" y="331164"/>
                </a:lnTo>
                <a:lnTo>
                  <a:pt x="941952" y="331887"/>
                </a:lnTo>
                <a:lnTo>
                  <a:pt x="945407" y="331073"/>
                </a:lnTo>
                <a:lnTo>
                  <a:pt x="947025" y="329177"/>
                </a:lnTo>
                <a:lnTo>
                  <a:pt x="942254" y="325754"/>
                </a:lnTo>
                <a:lnTo>
                  <a:pt x="904745" y="307098"/>
                </a:lnTo>
                <a:lnTo>
                  <a:pt x="899196" y="302949"/>
                </a:lnTo>
                <a:lnTo>
                  <a:pt x="899542" y="288269"/>
                </a:lnTo>
                <a:lnTo>
                  <a:pt x="900068" y="287079"/>
                </a:lnTo>
                <a:lnTo>
                  <a:pt x="901472" y="286310"/>
                </a:lnTo>
                <a:lnTo>
                  <a:pt x="908322" y="285756"/>
                </a:lnTo>
                <a:lnTo>
                  <a:pt x="966262" y="285832"/>
                </a:lnTo>
                <a:lnTo>
                  <a:pt x="967753" y="284353"/>
                </a:lnTo>
                <a:lnTo>
                  <a:pt x="968126" y="283062"/>
                </a:lnTo>
                <a:lnTo>
                  <a:pt x="967564" y="281975"/>
                </a:lnTo>
                <a:lnTo>
                  <a:pt x="963587" y="280137"/>
                </a:lnTo>
                <a:lnTo>
                  <a:pt x="954878" y="276959"/>
                </a:lnTo>
                <a:lnTo>
                  <a:pt x="940091" y="270574"/>
                </a:lnTo>
                <a:lnTo>
                  <a:pt x="933718" y="268602"/>
                </a:lnTo>
                <a:lnTo>
                  <a:pt x="904680" y="257135"/>
                </a:lnTo>
                <a:lnTo>
                  <a:pt x="901494" y="255201"/>
                </a:lnTo>
                <a:lnTo>
                  <a:pt x="899504" y="252890"/>
                </a:lnTo>
                <a:lnTo>
                  <a:pt x="898873" y="250498"/>
                </a:lnTo>
                <a:lnTo>
                  <a:pt x="899119" y="249364"/>
                </a:lnTo>
                <a:lnTo>
                  <a:pt x="900836" y="247406"/>
                </a:lnTo>
                <a:lnTo>
                  <a:pt x="902644" y="246776"/>
                </a:lnTo>
                <a:lnTo>
                  <a:pt x="910873" y="246612"/>
                </a:lnTo>
                <a:lnTo>
                  <a:pt x="943795" y="247309"/>
                </a:lnTo>
                <a:lnTo>
                  <a:pt x="945516" y="245785"/>
                </a:lnTo>
                <a:lnTo>
                  <a:pt x="945863" y="244758"/>
                </a:lnTo>
                <a:lnTo>
                  <a:pt x="941348" y="241173"/>
                </a:lnTo>
                <a:lnTo>
                  <a:pt x="902426" y="218674"/>
                </a:lnTo>
                <a:lnTo>
                  <a:pt x="900013" y="216404"/>
                </a:lnTo>
                <a:lnTo>
                  <a:pt x="898657" y="213114"/>
                </a:lnTo>
                <a:lnTo>
                  <a:pt x="897545" y="201661"/>
                </a:lnTo>
                <a:lnTo>
                  <a:pt x="895605" y="193523"/>
                </a:lnTo>
                <a:lnTo>
                  <a:pt x="893658" y="181418"/>
                </a:lnTo>
                <a:lnTo>
                  <a:pt x="889333" y="158584"/>
                </a:lnTo>
                <a:lnTo>
                  <a:pt x="887517" y="151037"/>
                </a:lnTo>
                <a:lnTo>
                  <a:pt x="885296" y="137924"/>
                </a:lnTo>
                <a:lnTo>
                  <a:pt x="883886" y="135049"/>
                </a:lnTo>
                <a:lnTo>
                  <a:pt x="881044" y="132313"/>
                </a:lnTo>
                <a:lnTo>
                  <a:pt x="879034" y="131918"/>
                </a:lnTo>
                <a:lnTo>
                  <a:pt x="875668" y="132945"/>
                </a:lnTo>
                <a:close/>
                <a:moveTo>
                  <a:pt x="878705" y="152182"/>
                </a:moveTo>
                <a:lnTo>
                  <a:pt x="877880" y="153545"/>
                </a:lnTo>
                <a:lnTo>
                  <a:pt x="877101" y="153471"/>
                </a:lnTo>
                <a:lnTo>
                  <a:pt x="876729" y="152954"/>
                </a:lnTo>
                <a:lnTo>
                  <a:pt x="876668" y="151652"/>
                </a:lnTo>
                <a:lnTo>
                  <a:pt x="877329" y="150868"/>
                </a:lnTo>
                <a:lnTo>
                  <a:pt x="878393" y="151127"/>
                </a:lnTo>
                <a:lnTo>
                  <a:pt x="878705" y="152182"/>
                </a:lnTo>
                <a:close/>
                <a:moveTo>
                  <a:pt x="880779" y="167370"/>
                </a:moveTo>
                <a:lnTo>
                  <a:pt x="882833" y="169918"/>
                </a:lnTo>
                <a:lnTo>
                  <a:pt x="882948" y="172341"/>
                </a:lnTo>
                <a:lnTo>
                  <a:pt x="881967" y="173748"/>
                </a:lnTo>
                <a:lnTo>
                  <a:pt x="880152" y="174891"/>
                </a:lnTo>
                <a:lnTo>
                  <a:pt x="878181" y="175540"/>
                </a:lnTo>
                <a:lnTo>
                  <a:pt x="876673" y="175339"/>
                </a:lnTo>
                <a:lnTo>
                  <a:pt x="873500" y="172108"/>
                </a:lnTo>
                <a:lnTo>
                  <a:pt x="873275" y="171318"/>
                </a:lnTo>
                <a:lnTo>
                  <a:pt x="873751" y="169879"/>
                </a:lnTo>
                <a:lnTo>
                  <a:pt x="875137" y="167678"/>
                </a:lnTo>
                <a:lnTo>
                  <a:pt x="876835" y="166287"/>
                </a:lnTo>
                <a:lnTo>
                  <a:pt x="878710" y="166187"/>
                </a:lnTo>
                <a:lnTo>
                  <a:pt x="880779" y="167370"/>
                </a:lnTo>
                <a:close/>
                <a:moveTo>
                  <a:pt x="872582" y="178797"/>
                </a:moveTo>
                <a:lnTo>
                  <a:pt x="873076" y="179912"/>
                </a:lnTo>
                <a:lnTo>
                  <a:pt x="872184" y="181206"/>
                </a:lnTo>
                <a:lnTo>
                  <a:pt x="870350" y="182745"/>
                </a:lnTo>
                <a:lnTo>
                  <a:pt x="869046" y="182773"/>
                </a:lnTo>
                <a:lnTo>
                  <a:pt x="868317" y="180769"/>
                </a:lnTo>
                <a:lnTo>
                  <a:pt x="868802" y="178693"/>
                </a:lnTo>
                <a:lnTo>
                  <a:pt x="870385" y="177918"/>
                </a:lnTo>
                <a:lnTo>
                  <a:pt x="872582" y="178797"/>
                </a:lnTo>
                <a:close/>
                <a:moveTo>
                  <a:pt x="886082" y="178797"/>
                </a:moveTo>
                <a:lnTo>
                  <a:pt x="886599" y="180824"/>
                </a:lnTo>
                <a:lnTo>
                  <a:pt x="886175" y="181642"/>
                </a:lnTo>
                <a:lnTo>
                  <a:pt x="885379" y="181793"/>
                </a:lnTo>
                <a:lnTo>
                  <a:pt x="884072" y="180726"/>
                </a:lnTo>
                <a:lnTo>
                  <a:pt x="883803" y="179294"/>
                </a:lnTo>
                <a:lnTo>
                  <a:pt x="884788" y="178210"/>
                </a:lnTo>
                <a:lnTo>
                  <a:pt x="886082" y="178797"/>
                </a:lnTo>
                <a:close/>
                <a:moveTo>
                  <a:pt x="882659" y="188488"/>
                </a:moveTo>
                <a:lnTo>
                  <a:pt x="884732" y="190980"/>
                </a:lnTo>
                <a:lnTo>
                  <a:pt x="885183" y="192910"/>
                </a:lnTo>
                <a:lnTo>
                  <a:pt x="883382" y="195527"/>
                </a:lnTo>
                <a:lnTo>
                  <a:pt x="880672" y="197451"/>
                </a:lnTo>
                <a:lnTo>
                  <a:pt x="877596" y="198613"/>
                </a:lnTo>
                <a:lnTo>
                  <a:pt x="873421" y="196029"/>
                </a:lnTo>
                <a:lnTo>
                  <a:pt x="871795" y="194458"/>
                </a:lnTo>
                <a:lnTo>
                  <a:pt x="871299" y="192205"/>
                </a:lnTo>
                <a:lnTo>
                  <a:pt x="871710" y="190354"/>
                </a:lnTo>
                <a:lnTo>
                  <a:pt x="876747" y="186215"/>
                </a:lnTo>
                <a:lnTo>
                  <a:pt x="878021" y="185853"/>
                </a:lnTo>
                <a:lnTo>
                  <a:pt x="879397" y="186106"/>
                </a:lnTo>
                <a:lnTo>
                  <a:pt x="882659" y="188488"/>
                </a:lnTo>
                <a:close/>
                <a:moveTo>
                  <a:pt x="890229" y="199047"/>
                </a:moveTo>
                <a:lnTo>
                  <a:pt x="891461" y="202042"/>
                </a:lnTo>
                <a:lnTo>
                  <a:pt x="892375" y="206049"/>
                </a:lnTo>
                <a:lnTo>
                  <a:pt x="891805" y="207369"/>
                </a:lnTo>
                <a:lnTo>
                  <a:pt x="890744" y="207655"/>
                </a:lnTo>
                <a:lnTo>
                  <a:pt x="888549" y="207020"/>
                </a:lnTo>
                <a:lnTo>
                  <a:pt x="886927" y="205941"/>
                </a:lnTo>
                <a:lnTo>
                  <a:pt x="885014" y="203972"/>
                </a:lnTo>
                <a:lnTo>
                  <a:pt x="884365" y="202500"/>
                </a:lnTo>
                <a:lnTo>
                  <a:pt x="884952" y="201042"/>
                </a:lnTo>
                <a:lnTo>
                  <a:pt x="887642" y="198446"/>
                </a:lnTo>
                <a:lnTo>
                  <a:pt x="888898" y="198055"/>
                </a:lnTo>
                <a:lnTo>
                  <a:pt x="890229" y="199047"/>
                </a:lnTo>
                <a:close/>
                <a:moveTo>
                  <a:pt x="870895" y="200300"/>
                </a:moveTo>
                <a:lnTo>
                  <a:pt x="872097" y="202120"/>
                </a:lnTo>
                <a:lnTo>
                  <a:pt x="871374" y="204097"/>
                </a:lnTo>
                <a:lnTo>
                  <a:pt x="868124" y="207362"/>
                </a:lnTo>
                <a:lnTo>
                  <a:pt x="866320" y="208298"/>
                </a:lnTo>
                <a:lnTo>
                  <a:pt x="864943" y="208226"/>
                </a:lnTo>
                <a:lnTo>
                  <a:pt x="864076" y="207150"/>
                </a:lnTo>
                <a:lnTo>
                  <a:pt x="863807" y="205074"/>
                </a:lnTo>
                <a:lnTo>
                  <a:pt x="864243" y="201906"/>
                </a:lnTo>
                <a:lnTo>
                  <a:pt x="865295" y="199755"/>
                </a:lnTo>
                <a:lnTo>
                  <a:pt x="866838" y="198710"/>
                </a:lnTo>
                <a:lnTo>
                  <a:pt x="867754" y="198631"/>
                </a:lnTo>
                <a:lnTo>
                  <a:pt x="870895" y="200300"/>
                </a:lnTo>
                <a:close/>
                <a:moveTo>
                  <a:pt x="881261" y="208256"/>
                </a:moveTo>
                <a:lnTo>
                  <a:pt x="885774" y="213111"/>
                </a:lnTo>
                <a:lnTo>
                  <a:pt x="886179" y="213897"/>
                </a:lnTo>
                <a:lnTo>
                  <a:pt x="885647" y="214738"/>
                </a:lnTo>
                <a:lnTo>
                  <a:pt x="883700" y="215160"/>
                </a:lnTo>
                <a:lnTo>
                  <a:pt x="877982" y="215247"/>
                </a:lnTo>
                <a:lnTo>
                  <a:pt x="872156" y="214934"/>
                </a:lnTo>
                <a:lnTo>
                  <a:pt x="870527" y="214385"/>
                </a:lnTo>
                <a:lnTo>
                  <a:pt x="870321" y="213941"/>
                </a:lnTo>
                <a:lnTo>
                  <a:pt x="871010" y="212605"/>
                </a:lnTo>
                <a:lnTo>
                  <a:pt x="875957" y="207629"/>
                </a:lnTo>
                <a:lnTo>
                  <a:pt x="879136" y="207722"/>
                </a:lnTo>
                <a:lnTo>
                  <a:pt x="881261" y="208256"/>
                </a:lnTo>
                <a:close/>
                <a:moveTo>
                  <a:pt x="880875" y="221418"/>
                </a:moveTo>
                <a:lnTo>
                  <a:pt x="881153" y="221973"/>
                </a:lnTo>
                <a:lnTo>
                  <a:pt x="880708" y="222967"/>
                </a:lnTo>
                <a:lnTo>
                  <a:pt x="878501" y="223866"/>
                </a:lnTo>
                <a:lnTo>
                  <a:pt x="875985" y="223566"/>
                </a:lnTo>
                <a:lnTo>
                  <a:pt x="874782" y="222165"/>
                </a:lnTo>
                <a:lnTo>
                  <a:pt x="875089" y="221370"/>
                </a:lnTo>
                <a:lnTo>
                  <a:pt x="876546" y="220743"/>
                </a:lnTo>
                <a:lnTo>
                  <a:pt x="879419" y="220770"/>
                </a:lnTo>
                <a:lnTo>
                  <a:pt x="880875" y="221418"/>
                </a:lnTo>
                <a:close/>
                <a:moveTo>
                  <a:pt x="893893" y="222865"/>
                </a:moveTo>
                <a:lnTo>
                  <a:pt x="894652" y="226123"/>
                </a:lnTo>
                <a:lnTo>
                  <a:pt x="894741" y="231117"/>
                </a:lnTo>
                <a:lnTo>
                  <a:pt x="893634" y="234219"/>
                </a:lnTo>
                <a:lnTo>
                  <a:pt x="892154" y="234606"/>
                </a:lnTo>
                <a:lnTo>
                  <a:pt x="890063" y="233665"/>
                </a:lnTo>
                <a:lnTo>
                  <a:pt x="885864" y="230662"/>
                </a:lnTo>
                <a:lnTo>
                  <a:pt x="885039" y="228822"/>
                </a:lnTo>
                <a:lnTo>
                  <a:pt x="886273" y="226402"/>
                </a:lnTo>
                <a:lnTo>
                  <a:pt x="889312" y="223732"/>
                </a:lnTo>
                <a:lnTo>
                  <a:pt x="892254" y="222178"/>
                </a:lnTo>
                <a:lnTo>
                  <a:pt x="893001" y="222195"/>
                </a:lnTo>
                <a:lnTo>
                  <a:pt x="893893" y="222865"/>
                </a:lnTo>
                <a:close/>
                <a:moveTo>
                  <a:pt x="867713" y="224022"/>
                </a:moveTo>
                <a:lnTo>
                  <a:pt x="870479" y="227104"/>
                </a:lnTo>
                <a:lnTo>
                  <a:pt x="871179" y="228509"/>
                </a:lnTo>
                <a:lnTo>
                  <a:pt x="871101" y="229442"/>
                </a:lnTo>
                <a:lnTo>
                  <a:pt x="869347" y="231121"/>
                </a:lnTo>
                <a:lnTo>
                  <a:pt x="865509" y="233287"/>
                </a:lnTo>
                <a:lnTo>
                  <a:pt x="864132" y="233598"/>
                </a:lnTo>
                <a:lnTo>
                  <a:pt x="862751" y="233194"/>
                </a:lnTo>
                <a:lnTo>
                  <a:pt x="861829" y="232258"/>
                </a:lnTo>
                <a:lnTo>
                  <a:pt x="861344" y="230426"/>
                </a:lnTo>
                <a:lnTo>
                  <a:pt x="861454" y="224565"/>
                </a:lnTo>
                <a:lnTo>
                  <a:pt x="862880" y="223219"/>
                </a:lnTo>
                <a:lnTo>
                  <a:pt x="864387" y="222744"/>
                </a:lnTo>
                <a:lnTo>
                  <a:pt x="866008" y="223009"/>
                </a:lnTo>
                <a:lnTo>
                  <a:pt x="867713" y="224022"/>
                </a:lnTo>
                <a:close/>
                <a:moveTo>
                  <a:pt x="906091" y="227059"/>
                </a:moveTo>
                <a:lnTo>
                  <a:pt x="921000" y="236271"/>
                </a:lnTo>
                <a:lnTo>
                  <a:pt x="922444" y="238189"/>
                </a:lnTo>
                <a:lnTo>
                  <a:pt x="922291" y="239547"/>
                </a:lnTo>
                <a:lnTo>
                  <a:pt x="919342" y="240356"/>
                </a:lnTo>
                <a:lnTo>
                  <a:pt x="913347" y="240304"/>
                </a:lnTo>
                <a:lnTo>
                  <a:pt x="902970" y="239036"/>
                </a:lnTo>
                <a:lnTo>
                  <a:pt x="900113" y="238052"/>
                </a:lnTo>
                <a:lnTo>
                  <a:pt x="899052" y="237184"/>
                </a:lnTo>
                <a:lnTo>
                  <a:pt x="899677" y="225741"/>
                </a:lnTo>
                <a:lnTo>
                  <a:pt x="900437" y="225165"/>
                </a:lnTo>
                <a:lnTo>
                  <a:pt x="902029" y="225227"/>
                </a:lnTo>
                <a:lnTo>
                  <a:pt x="906091" y="227059"/>
                </a:lnTo>
                <a:close/>
                <a:moveTo>
                  <a:pt x="855032" y="226722"/>
                </a:moveTo>
                <a:lnTo>
                  <a:pt x="856099" y="228849"/>
                </a:lnTo>
                <a:lnTo>
                  <a:pt x="856244" y="231589"/>
                </a:lnTo>
                <a:lnTo>
                  <a:pt x="855643" y="235330"/>
                </a:lnTo>
                <a:lnTo>
                  <a:pt x="854544" y="236322"/>
                </a:lnTo>
                <a:lnTo>
                  <a:pt x="850561" y="236980"/>
                </a:lnTo>
                <a:lnTo>
                  <a:pt x="842619" y="237270"/>
                </a:lnTo>
                <a:lnTo>
                  <a:pt x="837000" y="237199"/>
                </a:lnTo>
                <a:lnTo>
                  <a:pt x="835647" y="236709"/>
                </a:lnTo>
                <a:lnTo>
                  <a:pt x="836298" y="234967"/>
                </a:lnTo>
                <a:lnTo>
                  <a:pt x="839315" y="232169"/>
                </a:lnTo>
                <a:lnTo>
                  <a:pt x="844780" y="230129"/>
                </a:lnTo>
                <a:lnTo>
                  <a:pt x="853629" y="226041"/>
                </a:lnTo>
                <a:lnTo>
                  <a:pt x="855032" y="226722"/>
                </a:lnTo>
                <a:close/>
                <a:moveTo>
                  <a:pt x="880393" y="234243"/>
                </a:moveTo>
                <a:lnTo>
                  <a:pt x="882425" y="236201"/>
                </a:lnTo>
                <a:lnTo>
                  <a:pt x="882593" y="237251"/>
                </a:lnTo>
                <a:lnTo>
                  <a:pt x="881840" y="238016"/>
                </a:lnTo>
                <a:lnTo>
                  <a:pt x="878002" y="238436"/>
                </a:lnTo>
                <a:lnTo>
                  <a:pt x="876372" y="238053"/>
                </a:lnTo>
                <a:lnTo>
                  <a:pt x="875373" y="237323"/>
                </a:lnTo>
                <a:lnTo>
                  <a:pt x="875132" y="235666"/>
                </a:lnTo>
                <a:lnTo>
                  <a:pt x="876489" y="233595"/>
                </a:lnTo>
                <a:lnTo>
                  <a:pt x="878187" y="233271"/>
                </a:lnTo>
                <a:lnTo>
                  <a:pt x="880393" y="234243"/>
                </a:lnTo>
                <a:close/>
                <a:moveTo>
                  <a:pt x="878946" y="247116"/>
                </a:moveTo>
                <a:lnTo>
                  <a:pt x="877831" y="247916"/>
                </a:lnTo>
                <a:lnTo>
                  <a:pt x="877025" y="247297"/>
                </a:lnTo>
                <a:lnTo>
                  <a:pt x="877725" y="246698"/>
                </a:lnTo>
                <a:lnTo>
                  <a:pt x="878946" y="247116"/>
                </a:lnTo>
                <a:close/>
                <a:moveTo>
                  <a:pt x="893893" y="247647"/>
                </a:moveTo>
                <a:lnTo>
                  <a:pt x="894740" y="249288"/>
                </a:lnTo>
                <a:lnTo>
                  <a:pt x="894795" y="250947"/>
                </a:lnTo>
                <a:lnTo>
                  <a:pt x="894005" y="253634"/>
                </a:lnTo>
                <a:lnTo>
                  <a:pt x="893086" y="254713"/>
                </a:lnTo>
                <a:lnTo>
                  <a:pt x="891064" y="255363"/>
                </a:lnTo>
                <a:lnTo>
                  <a:pt x="889320" y="255144"/>
                </a:lnTo>
                <a:lnTo>
                  <a:pt x="886462" y="253979"/>
                </a:lnTo>
                <a:lnTo>
                  <a:pt x="885414" y="253121"/>
                </a:lnTo>
                <a:lnTo>
                  <a:pt x="885178" y="252173"/>
                </a:lnTo>
                <a:lnTo>
                  <a:pt x="885764" y="251057"/>
                </a:lnTo>
                <a:lnTo>
                  <a:pt x="889939" y="247691"/>
                </a:lnTo>
                <a:lnTo>
                  <a:pt x="892244" y="246776"/>
                </a:lnTo>
                <a:lnTo>
                  <a:pt x="893893" y="247647"/>
                </a:lnTo>
                <a:close/>
                <a:moveTo>
                  <a:pt x="868484" y="249141"/>
                </a:moveTo>
                <a:lnTo>
                  <a:pt x="870244" y="250655"/>
                </a:lnTo>
                <a:lnTo>
                  <a:pt x="871013" y="252001"/>
                </a:lnTo>
                <a:lnTo>
                  <a:pt x="870796" y="253165"/>
                </a:lnTo>
                <a:lnTo>
                  <a:pt x="869598" y="254129"/>
                </a:lnTo>
                <a:lnTo>
                  <a:pt x="867423" y="254879"/>
                </a:lnTo>
                <a:lnTo>
                  <a:pt x="864644" y="255065"/>
                </a:lnTo>
                <a:lnTo>
                  <a:pt x="862532" y="254178"/>
                </a:lnTo>
                <a:lnTo>
                  <a:pt x="861540" y="253014"/>
                </a:lnTo>
                <a:lnTo>
                  <a:pt x="860759" y="250227"/>
                </a:lnTo>
                <a:lnTo>
                  <a:pt x="860882" y="249237"/>
                </a:lnTo>
                <a:lnTo>
                  <a:pt x="861850" y="247860"/>
                </a:lnTo>
                <a:lnTo>
                  <a:pt x="864680" y="247426"/>
                </a:lnTo>
                <a:lnTo>
                  <a:pt x="868484" y="249141"/>
                </a:lnTo>
                <a:close/>
                <a:moveTo>
                  <a:pt x="885021" y="261870"/>
                </a:moveTo>
                <a:lnTo>
                  <a:pt x="886001" y="262311"/>
                </a:lnTo>
                <a:lnTo>
                  <a:pt x="886460" y="263028"/>
                </a:lnTo>
                <a:lnTo>
                  <a:pt x="885862" y="264769"/>
                </a:lnTo>
                <a:lnTo>
                  <a:pt x="880651" y="267948"/>
                </a:lnTo>
                <a:lnTo>
                  <a:pt x="878174" y="268844"/>
                </a:lnTo>
                <a:lnTo>
                  <a:pt x="872998" y="266896"/>
                </a:lnTo>
                <a:lnTo>
                  <a:pt x="869894" y="265035"/>
                </a:lnTo>
                <a:lnTo>
                  <a:pt x="868886" y="263829"/>
                </a:lnTo>
                <a:lnTo>
                  <a:pt x="869438" y="262366"/>
                </a:lnTo>
                <a:lnTo>
                  <a:pt x="871443" y="261545"/>
                </a:lnTo>
                <a:lnTo>
                  <a:pt x="885021" y="261870"/>
                </a:lnTo>
                <a:close/>
                <a:moveTo>
                  <a:pt x="855080" y="262882"/>
                </a:moveTo>
                <a:lnTo>
                  <a:pt x="855989" y="263718"/>
                </a:lnTo>
                <a:lnTo>
                  <a:pt x="856322" y="264781"/>
                </a:lnTo>
                <a:lnTo>
                  <a:pt x="856416" y="268591"/>
                </a:lnTo>
                <a:lnTo>
                  <a:pt x="855616" y="274344"/>
                </a:lnTo>
                <a:lnTo>
                  <a:pt x="854289" y="276323"/>
                </a:lnTo>
                <a:lnTo>
                  <a:pt x="853035" y="276350"/>
                </a:lnTo>
                <a:lnTo>
                  <a:pt x="844866" y="272168"/>
                </a:lnTo>
                <a:lnTo>
                  <a:pt x="842037" y="270244"/>
                </a:lnTo>
                <a:lnTo>
                  <a:pt x="840695" y="268484"/>
                </a:lnTo>
                <a:lnTo>
                  <a:pt x="840901" y="267490"/>
                </a:lnTo>
                <a:lnTo>
                  <a:pt x="842258" y="266621"/>
                </a:lnTo>
                <a:lnTo>
                  <a:pt x="847788" y="264877"/>
                </a:lnTo>
                <a:lnTo>
                  <a:pt x="852584" y="262782"/>
                </a:lnTo>
                <a:lnTo>
                  <a:pt x="855080" y="262882"/>
                </a:lnTo>
                <a:close/>
                <a:moveTo>
                  <a:pt x="906670" y="264907"/>
                </a:moveTo>
                <a:lnTo>
                  <a:pt x="914478" y="267876"/>
                </a:lnTo>
                <a:lnTo>
                  <a:pt x="914962" y="269123"/>
                </a:lnTo>
                <a:lnTo>
                  <a:pt x="914288" y="270886"/>
                </a:lnTo>
                <a:lnTo>
                  <a:pt x="912607" y="272559"/>
                </a:lnTo>
                <a:lnTo>
                  <a:pt x="904802" y="276494"/>
                </a:lnTo>
                <a:lnTo>
                  <a:pt x="901890" y="277088"/>
                </a:lnTo>
                <a:lnTo>
                  <a:pt x="900156" y="276754"/>
                </a:lnTo>
                <a:lnTo>
                  <a:pt x="899520" y="275930"/>
                </a:lnTo>
                <a:lnTo>
                  <a:pt x="899152" y="272060"/>
                </a:lnTo>
                <a:lnTo>
                  <a:pt x="899335" y="267180"/>
                </a:lnTo>
                <a:lnTo>
                  <a:pt x="900016" y="264281"/>
                </a:lnTo>
                <a:lnTo>
                  <a:pt x="902439" y="263690"/>
                </a:lnTo>
                <a:lnTo>
                  <a:pt x="906670" y="264907"/>
                </a:lnTo>
                <a:close/>
                <a:moveTo>
                  <a:pt x="893555" y="268765"/>
                </a:moveTo>
                <a:lnTo>
                  <a:pt x="894574" y="271582"/>
                </a:lnTo>
                <a:lnTo>
                  <a:pt x="894431" y="275796"/>
                </a:lnTo>
                <a:lnTo>
                  <a:pt x="893693" y="276888"/>
                </a:lnTo>
                <a:lnTo>
                  <a:pt x="892369" y="277432"/>
                </a:lnTo>
                <a:lnTo>
                  <a:pt x="889885" y="276938"/>
                </a:lnTo>
                <a:lnTo>
                  <a:pt x="888179" y="275814"/>
                </a:lnTo>
                <a:lnTo>
                  <a:pt x="886661" y="274116"/>
                </a:lnTo>
                <a:lnTo>
                  <a:pt x="885921" y="272534"/>
                </a:lnTo>
                <a:lnTo>
                  <a:pt x="886082" y="271627"/>
                </a:lnTo>
                <a:lnTo>
                  <a:pt x="887374" y="270323"/>
                </a:lnTo>
                <a:lnTo>
                  <a:pt x="891240" y="268302"/>
                </a:lnTo>
                <a:lnTo>
                  <a:pt x="892464" y="268020"/>
                </a:lnTo>
                <a:lnTo>
                  <a:pt x="893555" y="268765"/>
                </a:lnTo>
                <a:close/>
                <a:moveTo>
                  <a:pt x="867857" y="270741"/>
                </a:moveTo>
                <a:lnTo>
                  <a:pt x="868897" y="271826"/>
                </a:lnTo>
                <a:lnTo>
                  <a:pt x="869149" y="273064"/>
                </a:lnTo>
                <a:lnTo>
                  <a:pt x="868603" y="274557"/>
                </a:lnTo>
                <a:lnTo>
                  <a:pt x="867287" y="276223"/>
                </a:lnTo>
                <a:lnTo>
                  <a:pt x="866223" y="276948"/>
                </a:lnTo>
                <a:lnTo>
                  <a:pt x="864013" y="277384"/>
                </a:lnTo>
                <a:lnTo>
                  <a:pt x="862095" y="276625"/>
                </a:lnTo>
                <a:lnTo>
                  <a:pt x="861396" y="275857"/>
                </a:lnTo>
                <a:lnTo>
                  <a:pt x="860817" y="273663"/>
                </a:lnTo>
                <a:lnTo>
                  <a:pt x="861381" y="271483"/>
                </a:lnTo>
                <a:lnTo>
                  <a:pt x="862354" y="270293"/>
                </a:lnTo>
                <a:lnTo>
                  <a:pt x="863681" y="269669"/>
                </a:lnTo>
                <a:lnTo>
                  <a:pt x="865256" y="269635"/>
                </a:lnTo>
                <a:lnTo>
                  <a:pt x="867857" y="270741"/>
                </a:lnTo>
                <a:close/>
                <a:moveTo>
                  <a:pt x="828032" y="273490"/>
                </a:moveTo>
                <a:lnTo>
                  <a:pt x="828640" y="274505"/>
                </a:lnTo>
                <a:lnTo>
                  <a:pt x="828726" y="275725"/>
                </a:lnTo>
                <a:lnTo>
                  <a:pt x="828032" y="277443"/>
                </a:lnTo>
                <a:lnTo>
                  <a:pt x="827153" y="278212"/>
                </a:lnTo>
                <a:lnTo>
                  <a:pt x="820589" y="278344"/>
                </a:lnTo>
                <a:lnTo>
                  <a:pt x="818628" y="277848"/>
                </a:lnTo>
                <a:lnTo>
                  <a:pt x="817770" y="276993"/>
                </a:lnTo>
                <a:lnTo>
                  <a:pt x="818307" y="275287"/>
                </a:lnTo>
                <a:lnTo>
                  <a:pt x="820417" y="274190"/>
                </a:lnTo>
                <a:lnTo>
                  <a:pt x="825613" y="272847"/>
                </a:lnTo>
                <a:lnTo>
                  <a:pt x="827079" y="272895"/>
                </a:lnTo>
                <a:lnTo>
                  <a:pt x="828032" y="273490"/>
                </a:lnTo>
                <a:close/>
                <a:moveTo>
                  <a:pt x="937768" y="275707"/>
                </a:moveTo>
                <a:lnTo>
                  <a:pt x="944450" y="278475"/>
                </a:lnTo>
                <a:lnTo>
                  <a:pt x="945640" y="279754"/>
                </a:lnTo>
                <a:lnTo>
                  <a:pt x="944904" y="280481"/>
                </a:lnTo>
                <a:lnTo>
                  <a:pt x="942956" y="280933"/>
                </a:lnTo>
                <a:lnTo>
                  <a:pt x="935784" y="281345"/>
                </a:lnTo>
                <a:lnTo>
                  <a:pt x="930584" y="280915"/>
                </a:lnTo>
                <a:lnTo>
                  <a:pt x="928752" y="278624"/>
                </a:lnTo>
                <a:lnTo>
                  <a:pt x="927643" y="275756"/>
                </a:lnTo>
                <a:lnTo>
                  <a:pt x="928145" y="274501"/>
                </a:lnTo>
                <a:lnTo>
                  <a:pt x="930608" y="273779"/>
                </a:lnTo>
                <a:lnTo>
                  <a:pt x="934581" y="274463"/>
                </a:lnTo>
                <a:lnTo>
                  <a:pt x="937768" y="275707"/>
                </a:lnTo>
                <a:close/>
                <a:moveTo>
                  <a:pt x="839314" y="274743"/>
                </a:moveTo>
                <a:lnTo>
                  <a:pt x="839855" y="276750"/>
                </a:lnTo>
                <a:lnTo>
                  <a:pt x="838665" y="278228"/>
                </a:lnTo>
                <a:lnTo>
                  <a:pt x="836978" y="277892"/>
                </a:lnTo>
                <a:lnTo>
                  <a:pt x="835114" y="276224"/>
                </a:lnTo>
                <a:lnTo>
                  <a:pt x="835402" y="275225"/>
                </a:lnTo>
                <a:lnTo>
                  <a:pt x="836759" y="274400"/>
                </a:lnTo>
                <a:lnTo>
                  <a:pt x="838429" y="274291"/>
                </a:lnTo>
                <a:lnTo>
                  <a:pt x="839314" y="274743"/>
                </a:lnTo>
                <a:close/>
                <a:moveTo>
                  <a:pt x="920411" y="275129"/>
                </a:moveTo>
                <a:lnTo>
                  <a:pt x="921364" y="276134"/>
                </a:lnTo>
                <a:lnTo>
                  <a:pt x="922028" y="278177"/>
                </a:lnTo>
                <a:lnTo>
                  <a:pt x="921857" y="279516"/>
                </a:lnTo>
                <a:lnTo>
                  <a:pt x="920998" y="280471"/>
                </a:lnTo>
                <a:lnTo>
                  <a:pt x="919741" y="281110"/>
                </a:lnTo>
                <a:lnTo>
                  <a:pt x="917453" y="281398"/>
                </a:lnTo>
                <a:lnTo>
                  <a:pt x="915890" y="281089"/>
                </a:lnTo>
                <a:lnTo>
                  <a:pt x="914040" y="279978"/>
                </a:lnTo>
                <a:lnTo>
                  <a:pt x="914469" y="278598"/>
                </a:lnTo>
                <a:lnTo>
                  <a:pt x="918347" y="275278"/>
                </a:lnTo>
                <a:lnTo>
                  <a:pt x="919339" y="274740"/>
                </a:lnTo>
                <a:lnTo>
                  <a:pt x="920411" y="275129"/>
                </a:lnTo>
                <a:close/>
                <a:moveTo>
                  <a:pt x="879188" y="278166"/>
                </a:moveTo>
                <a:lnTo>
                  <a:pt x="879760" y="279211"/>
                </a:lnTo>
                <a:lnTo>
                  <a:pt x="878629" y="279857"/>
                </a:lnTo>
                <a:lnTo>
                  <a:pt x="876005" y="279786"/>
                </a:lnTo>
                <a:lnTo>
                  <a:pt x="875213" y="279095"/>
                </a:lnTo>
                <a:lnTo>
                  <a:pt x="875828" y="278015"/>
                </a:lnTo>
                <a:lnTo>
                  <a:pt x="876830" y="277597"/>
                </a:lnTo>
                <a:lnTo>
                  <a:pt x="879188" y="278166"/>
                </a:lnTo>
                <a:close/>
                <a:moveTo>
                  <a:pt x="882514" y="286797"/>
                </a:moveTo>
                <a:lnTo>
                  <a:pt x="882702" y="287372"/>
                </a:lnTo>
                <a:lnTo>
                  <a:pt x="882175" y="288448"/>
                </a:lnTo>
                <a:lnTo>
                  <a:pt x="878861" y="289772"/>
                </a:lnTo>
                <a:lnTo>
                  <a:pt x="875909" y="289449"/>
                </a:lnTo>
                <a:lnTo>
                  <a:pt x="873922" y="288254"/>
                </a:lnTo>
                <a:lnTo>
                  <a:pt x="873475" y="287377"/>
                </a:lnTo>
                <a:lnTo>
                  <a:pt x="874421" y="286202"/>
                </a:lnTo>
                <a:lnTo>
                  <a:pt x="877210" y="285762"/>
                </a:lnTo>
                <a:lnTo>
                  <a:pt x="880530" y="285984"/>
                </a:lnTo>
                <a:lnTo>
                  <a:pt x="882514" y="286797"/>
                </a:lnTo>
                <a:close/>
                <a:moveTo>
                  <a:pt x="893700" y="288677"/>
                </a:moveTo>
                <a:lnTo>
                  <a:pt x="894572" y="291614"/>
                </a:lnTo>
                <a:lnTo>
                  <a:pt x="894560" y="297405"/>
                </a:lnTo>
                <a:lnTo>
                  <a:pt x="893700" y="300007"/>
                </a:lnTo>
                <a:lnTo>
                  <a:pt x="892266" y="300621"/>
                </a:lnTo>
                <a:lnTo>
                  <a:pt x="885052" y="295962"/>
                </a:lnTo>
                <a:lnTo>
                  <a:pt x="884586" y="295412"/>
                </a:lnTo>
                <a:lnTo>
                  <a:pt x="884437" y="294030"/>
                </a:lnTo>
                <a:lnTo>
                  <a:pt x="886005" y="291561"/>
                </a:lnTo>
                <a:lnTo>
                  <a:pt x="889457" y="289111"/>
                </a:lnTo>
                <a:lnTo>
                  <a:pt x="892410" y="287791"/>
                </a:lnTo>
                <a:lnTo>
                  <a:pt x="893700" y="288677"/>
                </a:lnTo>
                <a:close/>
                <a:moveTo>
                  <a:pt x="867713" y="289641"/>
                </a:moveTo>
                <a:lnTo>
                  <a:pt x="870535" y="292589"/>
                </a:lnTo>
                <a:lnTo>
                  <a:pt x="871184" y="294218"/>
                </a:lnTo>
                <a:lnTo>
                  <a:pt x="870947" y="295433"/>
                </a:lnTo>
                <a:lnTo>
                  <a:pt x="868912" y="297068"/>
                </a:lnTo>
                <a:lnTo>
                  <a:pt x="864496" y="299536"/>
                </a:lnTo>
                <a:lnTo>
                  <a:pt x="862442" y="300156"/>
                </a:lnTo>
                <a:lnTo>
                  <a:pt x="861064" y="299895"/>
                </a:lnTo>
                <a:lnTo>
                  <a:pt x="860351" y="298414"/>
                </a:lnTo>
                <a:lnTo>
                  <a:pt x="860166" y="293443"/>
                </a:lnTo>
                <a:lnTo>
                  <a:pt x="860513" y="289982"/>
                </a:lnTo>
                <a:lnTo>
                  <a:pt x="861300" y="288050"/>
                </a:lnTo>
                <a:lnTo>
                  <a:pt x="864929" y="288559"/>
                </a:lnTo>
                <a:lnTo>
                  <a:pt x="867713" y="289641"/>
                </a:lnTo>
                <a:close/>
                <a:moveTo>
                  <a:pt x="882755" y="299815"/>
                </a:moveTo>
                <a:lnTo>
                  <a:pt x="885516" y="302718"/>
                </a:lnTo>
                <a:lnTo>
                  <a:pt x="885504" y="303117"/>
                </a:lnTo>
                <a:lnTo>
                  <a:pt x="884586" y="303636"/>
                </a:lnTo>
                <a:lnTo>
                  <a:pt x="876556" y="303948"/>
                </a:lnTo>
                <a:lnTo>
                  <a:pt x="873818" y="303570"/>
                </a:lnTo>
                <a:lnTo>
                  <a:pt x="872540" y="302750"/>
                </a:lnTo>
                <a:lnTo>
                  <a:pt x="872411" y="302150"/>
                </a:lnTo>
                <a:lnTo>
                  <a:pt x="873098" y="300523"/>
                </a:lnTo>
                <a:lnTo>
                  <a:pt x="875620" y="297307"/>
                </a:lnTo>
                <a:lnTo>
                  <a:pt x="879541" y="297565"/>
                </a:lnTo>
                <a:lnTo>
                  <a:pt x="882755" y="299815"/>
                </a:lnTo>
                <a:close/>
                <a:moveTo>
                  <a:pt x="882225" y="309457"/>
                </a:moveTo>
                <a:lnTo>
                  <a:pt x="882878" y="310545"/>
                </a:lnTo>
                <a:lnTo>
                  <a:pt x="882187" y="311596"/>
                </a:lnTo>
                <a:lnTo>
                  <a:pt x="877018" y="313411"/>
                </a:lnTo>
                <a:lnTo>
                  <a:pt x="873757" y="311735"/>
                </a:lnTo>
                <a:lnTo>
                  <a:pt x="872706" y="310538"/>
                </a:lnTo>
                <a:lnTo>
                  <a:pt x="873257" y="309554"/>
                </a:lnTo>
                <a:lnTo>
                  <a:pt x="875717" y="308844"/>
                </a:lnTo>
                <a:lnTo>
                  <a:pt x="880008" y="308801"/>
                </a:lnTo>
                <a:lnTo>
                  <a:pt x="882225" y="309457"/>
                </a:lnTo>
                <a:close/>
                <a:moveTo>
                  <a:pt x="866604" y="312640"/>
                </a:moveTo>
                <a:lnTo>
                  <a:pt x="868169" y="313584"/>
                </a:lnTo>
                <a:lnTo>
                  <a:pt x="870021" y="315466"/>
                </a:lnTo>
                <a:lnTo>
                  <a:pt x="870922" y="317413"/>
                </a:lnTo>
                <a:lnTo>
                  <a:pt x="870798" y="318474"/>
                </a:lnTo>
                <a:lnTo>
                  <a:pt x="869569" y="319554"/>
                </a:lnTo>
                <a:lnTo>
                  <a:pt x="866405" y="320384"/>
                </a:lnTo>
                <a:lnTo>
                  <a:pt x="862967" y="320134"/>
                </a:lnTo>
                <a:lnTo>
                  <a:pt x="861252" y="319293"/>
                </a:lnTo>
                <a:lnTo>
                  <a:pt x="860294" y="318192"/>
                </a:lnTo>
                <a:lnTo>
                  <a:pt x="859974" y="316666"/>
                </a:lnTo>
                <a:lnTo>
                  <a:pt x="860188" y="313229"/>
                </a:lnTo>
                <a:lnTo>
                  <a:pt x="860862" y="311897"/>
                </a:lnTo>
                <a:lnTo>
                  <a:pt x="862931" y="311427"/>
                </a:lnTo>
                <a:lnTo>
                  <a:pt x="866604" y="312640"/>
                </a:lnTo>
                <a:close/>
                <a:moveTo>
                  <a:pt x="894375" y="313507"/>
                </a:moveTo>
                <a:lnTo>
                  <a:pt x="894824" y="316454"/>
                </a:lnTo>
                <a:lnTo>
                  <a:pt x="894588" y="319771"/>
                </a:lnTo>
                <a:lnTo>
                  <a:pt x="893983" y="321334"/>
                </a:lnTo>
                <a:lnTo>
                  <a:pt x="892964" y="322137"/>
                </a:lnTo>
                <a:lnTo>
                  <a:pt x="890965" y="322014"/>
                </a:lnTo>
                <a:lnTo>
                  <a:pt x="886254" y="319492"/>
                </a:lnTo>
                <a:lnTo>
                  <a:pt x="885130" y="318335"/>
                </a:lnTo>
                <a:lnTo>
                  <a:pt x="885065" y="317411"/>
                </a:lnTo>
                <a:lnTo>
                  <a:pt x="885938" y="315629"/>
                </a:lnTo>
                <a:lnTo>
                  <a:pt x="889572" y="312567"/>
                </a:lnTo>
                <a:lnTo>
                  <a:pt x="892531" y="311687"/>
                </a:lnTo>
                <a:lnTo>
                  <a:pt x="893484" y="312184"/>
                </a:lnTo>
                <a:lnTo>
                  <a:pt x="894375" y="313507"/>
                </a:lnTo>
                <a:close/>
                <a:moveTo>
                  <a:pt x="854839" y="313218"/>
                </a:moveTo>
                <a:lnTo>
                  <a:pt x="855698" y="314853"/>
                </a:lnTo>
                <a:lnTo>
                  <a:pt x="855773" y="316870"/>
                </a:lnTo>
                <a:lnTo>
                  <a:pt x="855088" y="318716"/>
                </a:lnTo>
                <a:lnTo>
                  <a:pt x="853586" y="320306"/>
                </a:lnTo>
                <a:lnTo>
                  <a:pt x="839133" y="320842"/>
                </a:lnTo>
                <a:lnTo>
                  <a:pt x="837605" y="320614"/>
                </a:lnTo>
                <a:lnTo>
                  <a:pt x="836373" y="319534"/>
                </a:lnTo>
                <a:lnTo>
                  <a:pt x="837334" y="318126"/>
                </a:lnTo>
                <a:lnTo>
                  <a:pt x="838513" y="317274"/>
                </a:lnTo>
                <a:lnTo>
                  <a:pt x="845272" y="315161"/>
                </a:lnTo>
                <a:lnTo>
                  <a:pt x="850672" y="312807"/>
                </a:lnTo>
                <a:lnTo>
                  <a:pt x="852882" y="312349"/>
                </a:lnTo>
                <a:lnTo>
                  <a:pt x="854839" y="313218"/>
                </a:lnTo>
                <a:close/>
                <a:moveTo>
                  <a:pt x="906911" y="313749"/>
                </a:moveTo>
                <a:lnTo>
                  <a:pt x="920859" y="321034"/>
                </a:lnTo>
                <a:lnTo>
                  <a:pt x="921990" y="321975"/>
                </a:lnTo>
                <a:lnTo>
                  <a:pt x="922083" y="323254"/>
                </a:lnTo>
                <a:lnTo>
                  <a:pt x="920481" y="324056"/>
                </a:lnTo>
                <a:lnTo>
                  <a:pt x="912504" y="324018"/>
                </a:lnTo>
                <a:lnTo>
                  <a:pt x="904047" y="323420"/>
                </a:lnTo>
                <a:lnTo>
                  <a:pt x="901210" y="322481"/>
                </a:lnTo>
                <a:lnTo>
                  <a:pt x="900259" y="321430"/>
                </a:lnTo>
                <a:lnTo>
                  <a:pt x="899457" y="319141"/>
                </a:lnTo>
                <a:lnTo>
                  <a:pt x="899236" y="315491"/>
                </a:lnTo>
                <a:lnTo>
                  <a:pt x="899694" y="313413"/>
                </a:lnTo>
                <a:lnTo>
                  <a:pt x="900415" y="312672"/>
                </a:lnTo>
                <a:lnTo>
                  <a:pt x="902294" y="312211"/>
                </a:lnTo>
                <a:lnTo>
                  <a:pt x="904615" y="312593"/>
                </a:lnTo>
                <a:lnTo>
                  <a:pt x="906911" y="313749"/>
                </a:lnTo>
                <a:close/>
                <a:moveTo>
                  <a:pt x="880441" y="329611"/>
                </a:moveTo>
                <a:lnTo>
                  <a:pt x="881303" y="330871"/>
                </a:lnTo>
                <a:lnTo>
                  <a:pt x="880104" y="332456"/>
                </a:lnTo>
                <a:lnTo>
                  <a:pt x="878104" y="333387"/>
                </a:lnTo>
                <a:lnTo>
                  <a:pt x="876970" y="333257"/>
                </a:lnTo>
                <a:lnTo>
                  <a:pt x="876113" y="332578"/>
                </a:lnTo>
                <a:lnTo>
                  <a:pt x="875571" y="330624"/>
                </a:lnTo>
                <a:lnTo>
                  <a:pt x="876268" y="329627"/>
                </a:lnTo>
                <a:lnTo>
                  <a:pt x="878560" y="329149"/>
                </a:lnTo>
                <a:lnTo>
                  <a:pt x="880441" y="329611"/>
                </a:lnTo>
                <a:close/>
                <a:moveTo>
                  <a:pt x="864482" y="332022"/>
                </a:moveTo>
                <a:lnTo>
                  <a:pt x="869839" y="335534"/>
                </a:lnTo>
                <a:lnTo>
                  <a:pt x="870638" y="337659"/>
                </a:lnTo>
                <a:lnTo>
                  <a:pt x="869685" y="338907"/>
                </a:lnTo>
                <a:lnTo>
                  <a:pt x="863624" y="342465"/>
                </a:lnTo>
                <a:lnTo>
                  <a:pt x="860947" y="342906"/>
                </a:lnTo>
                <a:lnTo>
                  <a:pt x="859890" y="341893"/>
                </a:lnTo>
                <a:lnTo>
                  <a:pt x="859389" y="339800"/>
                </a:lnTo>
                <a:lnTo>
                  <a:pt x="860000" y="332843"/>
                </a:lnTo>
                <a:lnTo>
                  <a:pt x="861249" y="331260"/>
                </a:lnTo>
                <a:lnTo>
                  <a:pt x="862604" y="331267"/>
                </a:lnTo>
                <a:lnTo>
                  <a:pt x="864482" y="332022"/>
                </a:lnTo>
                <a:close/>
                <a:moveTo>
                  <a:pt x="895580" y="332697"/>
                </a:moveTo>
                <a:lnTo>
                  <a:pt x="896963" y="334809"/>
                </a:lnTo>
                <a:lnTo>
                  <a:pt x="897640" y="337294"/>
                </a:lnTo>
                <a:lnTo>
                  <a:pt x="897332" y="340661"/>
                </a:lnTo>
                <a:lnTo>
                  <a:pt x="896244" y="341962"/>
                </a:lnTo>
                <a:lnTo>
                  <a:pt x="894900" y="342066"/>
                </a:lnTo>
                <a:lnTo>
                  <a:pt x="892169" y="341065"/>
                </a:lnTo>
                <a:lnTo>
                  <a:pt x="888005" y="338956"/>
                </a:lnTo>
                <a:lnTo>
                  <a:pt x="886436" y="337707"/>
                </a:lnTo>
                <a:lnTo>
                  <a:pt x="886316" y="336435"/>
                </a:lnTo>
                <a:lnTo>
                  <a:pt x="887175" y="334897"/>
                </a:lnTo>
                <a:lnTo>
                  <a:pt x="890489" y="332209"/>
                </a:lnTo>
                <a:lnTo>
                  <a:pt x="893266" y="331537"/>
                </a:lnTo>
                <a:lnTo>
                  <a:pt x="895580" y="332697"/>
                </a:lnTo>
                <a:close/>
                <a:moveTo>
                  <a:pt x="882032" y="342436"/>
                </a:moveTo>
                <a:lnTo>
                  <a:pt x="889737" y="347159"/>
                </a:lnTo>
                <a:lnTo>
                  <a:pt x="891193" y="348511"/>
                </a:lnTo>
                <a:lnTo>
                  <a:pt x="891420" y="349365"/>
                </a:lnTo>
                <a:lnTo>
                  <a:pt x="890777" y="350904"/>
                </a:lnTo>
                <a:lnTo>
                  <a:pt x="888976" y="352715"/>
                </a:lnTo>
                <a:lnTo>
                  <a:pt x="882645" y="357411"/>
                </a:lnTo>
                <a:lnTo>
                  <a:pt x="880148" y="358689"/>
                </a:lnTo>
                <a:lnTo>
                  <a:pt x="877476" y="359285"/>
                </a:lnTo>
                <a:lnTo>
                  <a:pt x="874598" y="358463"/>
                </a:lnTo>
                <a:lnTo>
                  <a:pt x="867339" y="353383"/>
                </a:lnTo>
                <a:lnTo>
                  <a:pt x="863825" y="349475"/>
                </a:lnTo>
                <a:lnTo>
                  <a:pt x="863819" y="348513"/>
                </a:lnTo>
                <a:lnTo>
                  <a:pt x="865019" y="347245"/>
                </a:lnTo>
                <a:lnTo>
                  <a:pt x="876373" y="341042"/>
                </a:lnTo>
                <a:lnTo>
                  <a:pt x="878007" y="340813"/>
                </a:lnTo>
                <a:lnTo>
                  <a:pt x="882032" y="342436"/>
                </a:lnTo>
                <a:close/>
                <a:moveTo>
                  <a:pt x="861734" y="355213"/>
                </a:moveTo>
                <a:lnTo>
                  <a:pt x="869326" y="360640"/>
                </a:lnTo>
                <a:lnTo>
                  <a:pt x="870946" y="362996"/>
                </a:lnTo>
                <a:lnTo>
                  <a:pt x="871088" y="364470"/>
                </a:lnTo>
                <a:lnTo>
                  <a:pt x="859299" y="373100"/>
                </a:lnTo>
                <a:lnTo>
                  <a:pt x="854598" y="374932"/>
                </a:lnTo>
                <a:lnTo>
                  <a:pt x="853230" y="373150"/>
                </a:lnTo>
                <a:lnTo>
                  <a:pt x="852971" y="371877"/>
                </a:lnTo>
                <a:lnTo>
                  <a:pt x="855098" y="364548"/>
                </a:lnTo>
                <a:lnTo>
                  <a:pt x="856538" y="356338"/>
                </a:lnTo>
                <a:lnTo>
                  <a:pt x="857877" y="354809"/>
                </a:lnTo>
                <a:lnTo>
                  <a:pt x="859568" y="354710"/>
                </a:lnTo>
                <a:lnTo>
                  <a:pt x="861734" y="355213"/>
                </a:lnTo>
                <a:close/>
                <a:moveTo>
                  <a:pt x="897895" y="355550"/>
                </a:moveTo>
                <a:lnTo>
                  <a:pt x="899894" y="359983"/>
                </a:lnTo>
                <a:lnTo>
                  <a:pt x="901647" y="368084"/>
                </a:lnTo>
                <a:lnTo>
                  <a:pt x="901958" y="373519"/>
                </a:lnTo>
                <a:lnTo>
                  <a:pt x="901679" y="374517"/>
                </a:lnTo>
                <a:lnTo>
                  <a:pt x="900529" y="375335"/>
                </a:lnTo>
                <a:lnTo>
                  <a:pt x="898564" y="374631"/>
                </a:lnTo>
                <a:lnTo>
                  <a:pt x="887474" y="366915"/>
                </a:lnTo>
                <a:lnTo>
                  <a:pt x="884732" y="364325"/>
                </a:lnTo>
                <a:lnTo>
                  <a:pt x="887502" y="360968"/>
                </a:lnTo>
                <a:lnTo>
                  <a:pt x="894806" y="355087"/>
                </a:lnTo>
                <a:lnTo>
                  <a:pt x="896415" y="354740"/>
                </a:lnTo>
                <a:lnTo>
                  <a:pt x="897895" y="355550"/>
                </a:lnTo>
                <a:close/>
                <a:moveTo>
                  <a:pt x="882707" y="369581"/>
                </a:moveTo>
                <a:lnTo>
                  <a:pt x="892949" y="376659"/>
                </a:lnTo>
                <a:lnTo>
                  <a:pt x="896977" y="378623"/>
                </a:lnTo>
                <a:lnTo>
                  <a:pt x="897540" y="379488"/>
                </a:lnTo>
                <a:lnTo>
                  <a:pt x="897663" y="381330"/>
                </a:lnTo>
                <a:lnTo>
                  <a:pt x="897099" y="382791"/>
                </a:lnTo>
                <a:lnTo>
                  <a:pt x="895702" y="384045"/>
                </a:lnTo>
                <a:lnTo>
                  <a:pt x="891228" y="386653"/>
                </a:lnTo>
                <a:lnTo>
                  <a:pt x="882617" y="392755"/>
                </a:lnTo>
                <a:lnTo>
                  <a:pt x="879634" y="393371"/>
                </a:lnTo>
                <a:lnTo>
                  <a:pt x="876955" y="392281"/>
                </a:lnTo>
                <a:lnTo>
                  <a:pt x="865763" y="384521"/>
                </a:lnTo>
                <a:lnTo>
                  <a:pt x="863209" y="381827"/>
                </a:lnTo>
                <a:lnTo>
                  <a:pt x="862912" y="380225"/>
                </a:lnTo>
                <a:lnTo>
                  <a:pt x="864546" y="377899"/>
                </a:lnTo>
                <a:lnTo>
                  <a:pt x="876668" y="369014"/>
                </a:lnTo>
                <a:lnTo>
                  <a:pt x="879091" y="368182"/>
                </a:lnTo>
                <a:lnTo>
                  <a:pt x="882707" y="369581"/>
                </a:lnTo>
                <a:close/>
                <a:moveTo>
                  <a:pt x="856382" y="386890"/>
                </a:moveTo>
                <a:lnTo>
                  <a:pt x="868399" y="395429"/>
                </a:lnTo>
                <a:lnTo>
                  <a:pt x="870750" y="397617"/>
                </a:lnTo>
                <a:lnTo>
                  <a:pt x="871272" y="399204"/>
                </a:lnTo>
                <a:lnTo>
                  <a:pt x="869255" y="401306"/>
                </a:lnTo>
                <a:lnTo>
                  <a:pt x="852610" y="412349"/>
                </a:lnTo>
                <a:lnTo>
                  <a:pt x="849395" y="413473"/>
                </a:lnTo>
                <a:lnTo>
                  <a:pt x="848249" y="412414"/>
                </a:lnTo>
                <a:lnTo>
                  <a:pt x="847854" y="407940"/>
                </a:lnTo>
                <a:lnTo>
                  <a:pt x="849189" y="396461"/>
                </a:lnTo>
                <a:lnTo>
                  <a:pt x="850454" y="390392"/>
                </a:lnTo>
                <a:lnTo>
                  <a:pt x="851953" y="386983"/>
                </a:lnTo>
                <a:lnTo>
                  <a:pt x="853269" y="385817"/>
                </a:lnTo>
                <a:lnTo>
                  <a:pt x="854622" y="385682"/>
                </a:lnTo>
                <a:lnTo>
                  <a:pt x="856382" y="386890"/>
                </a:lnTo>
                <a:close/>
                <a:moveTo>
                  <a:pt x="904404" y="387179"/>
                </a:moveTo>
                <a:lnTo>
                  <a:pt x="905138" y="389069"/>
                </a:lnTo>
                <a:lnTo>
                  <a:pt x="906493" y="401775"/>
                </a:lnTo>
                <a:lnTo>
                  <a:pt x="908116" y="409599"/>
                </a:lnTo>
                <a:lnTo>
                  <a:pt x="907590" y="411456"/>
                </a:lnTo>
                <a:lnTo>
                  <a:pt x="906210" y="412076"/>
                </a:lnTo>
                <a:lnTo>
                  <a:pt x="903086" y="411133"/>
                </a:lnTo>
                <a:lnTo>
                  <a:pt x="888724" y="400864"/>
                </a:lnTo>
                <a:lnTo>
                  <a:pt x="887103" y="399344"/>
                </a:lnTo>
                <a:lnTo>
                  <a:pt x="886796" y="398456"/>
                </a:lnTo>
                <a:lnTo>
                  <a:pt x="887252" y="396706"/>
                </a:lnTo>
                <a:lnTo>
                  <a:pt x="888786" y="394848"/>
                </a:lnTo>
                <a:lnTo>
                  <a:pt x="896587" y="389686"/>
                </a:lnTo>
                <a:lnTo>
                  <a:pt x="900398" y="386406"/>
                </a:lnTo>
                <a:lnTo>
                  <a:pt x="902234" y="386215"/>
                </a:lnTo>
                <a:lnTo>
                  <a:pt x="904404" y="387179"/>
                </a:lnTo>
                <a:close/>
                <a:moveTo>
                  <a:pt x="881598" y="404247"/>
                </a:moveTo>
                <a:lnTo>
                  <a:pt x="901597" y="417831"/>
                </a:lnTo>
                <a:lnTo>
                  <a:pt x="901818" y="418582"/>
                </a:lnTo>
                <a:lnTo>
                  <a:pt x="901190" y="419754"/>
                </a:lnTo>
                <a:lnTo>
                  <a:pt x="897199" y="423009"/>
                </a:lnTo>
                <a:lnTo>
                  <a:pt x="880529" y="430849"/>
                </a:lnTo>
                <a:lnTo>
                  <a:pt x="876666" y="431393"/>
                </a:lnTo>
                <a:lnTo>
                  <a:pt x="873736" y="430525"/>
                </a:lnTo>
                <a:lnTo>
                  <a:pt x="860594" y="423560"/>
                </a:lnTo>
                <a:lnTo>
                  <a:pt x="857977" y="421862"/>
                </a:lnTo>
                <a:lnTo>
                  <a:pt x="855663" y="419670"/>
                </a:lnTo>
                <a:lnTo>
                  <a:pt x="855368" y="418597"/>
                </a:lnTo>
                <a:lnTo>
                  <a:pt x="856659" y="417144"/>
                </a:lnTo>
                <a:lnTo>
                  <a:pt x="874486" y="404597"/>
                </a:lnTo>
                <a:lnTo>
                  <a:pt x="878042" y="403269"/>
                </a:lnTo>
                <a:lnTo>
                  <a:pt x="881598" y="404247"/>
                </a:lnTo>
                <a:close/>
                <a:moveTo>
                  <a:pt x="908887" y="424400"/>
                </a:moveTo>
                <a:lnTo>
                  <a:pt x="909660" y="426833"/>
                </a:lnTo>
                <a:lnTo>
                  <a:pt x="911093" y="437617"/>
                </a:lnTo>
                <a:lnTo>
                  <a:pt x="912644" y="444604"/>
                </a:lnTo>
                <a:lnTo>
                  <a:pt x="912369" y="447465"/>
                </a:lnTo>
                <a:lnTo>
                  <a:pt x="911225" y="449061"/>
                </a:lnTo>
                <a:lnTo>
                  <a:pt x="909573" y="448929"/>
                </a:lnTo>
                <a:lnTo>
                  <a:pt x="906525" y="447609"/>
                </a:lnTo>
                <a:lnTo>
                  <a:pt x="889092" y="438726"/>
                </a:lnTo>
                <a:lnTo>
                  <a:pt x="887173" y="437291"/>
                </a:lnTo>
                <a:lnTo>
                  <a:pt x="886692" y="434872"/>
                </a:lnTo>
                <a:lnTo>
                  <a:pt x="887218" y="433599"/>
                </a:lnTo>
                <a:lnTo>
                  <a:pt x="887994" y="432939"/>
                </a:lnTo>
                <a:lnTo>
                  <a:pt x="892939" y="431040"/>
                </a:lnTo>
                <a:lnTo>
                  <a:pt x="901179" y="426797"/>
                </a:lnTo>
                <a:lnTo>
                  <a:pt x="905423" y="424095"/>
                </a:lnTo>
                <a:lnTo>
                  <a:pt x="907465" y="423731"/>
                </a:lnTo>
                <a:lnTo>
                  <a:pt x="908887" y="424400"/>
                </a:lnTo>
                <a:close/>
                <a:moveTo>
                  <a:pt x="852429" y="425847"/>
                </a:moveTo>
                <a:lnTo>
                  <a:pt x="865477" y="433105"/>
                </a:lnTo>
                <a:lnTo>
                  <a:pt x="866693" y="434388"/>
                </a:lnTo>
                <a:lnTo>
                  <a:pt x="866708" y="435895"/>
                </a:lnTo>
                <a:lnTo>
                  <a:pt x="865748" y="437430"/>
                </a:lnTo>
                <a:lnTo>
                  <a:pt x="863876" y="438679"/>
                </a:lnTo>
                <a:lnTo>
                  <a:pt x="858081" y="440828"/>
                </a:lnTo>
                <a:lnTo>
                  <a:pt x="847223" y="446347"/>
                </a:lnTo>
                <a:lnTo>
                  <a:pt x="844762" y="446609"/>
                </a:lnTo>
                <a:lnTo>
                  <a:pt x="843745" y="445477"/>
                </a:lnTo>
                <a:lnTo>
                  <a:pt x="843557" y="444120"/>
                </a:lnTo>
                <a:lnTo>
                  <a:pt x="844473" y="432669"/>
                </a:lnTo>
                <a:lnTo>
                  <a:pt x="845679" y="424834"/>
                </a:lnTo>
                <a:lnTo>
                  <a:pt x="846543" y="424259"/>
                </a:lnTo>
                <a:lnTo>
                  <a:pt x="848439" y="424147"/>
                </a:lnTo>
                <a:lnTo>
                  <a:pt x="852429" y="425847"/>
                </a:lnTo>
                <a:close/>
                <a:moveTo>
                  <a:pt x="880634" y="441420"/>
                </a:moveTo>
                <a:lnTo>
                  <a:pt x="900753" y="452479"/>
                </a:lnTo>
                <a:lnTo>
                  <a:pt x="902095" y="453666"/>
                </a:lnTo>
                <a:lnTo>
                  <a:pt x="902556" y="455779"/>
                </a:lnTo>
                <a:lnTo>
                  <a:pt x="902274" y="457103"/>
                </a:lnTo>
                <a:lnTo>
                  <a:pt x="901185" y="458277"/>
                </a:lnTo>
                <a:lnTo>
                  <a:pt x="880850" y="473370"/>
                </a:lnTo>
                <a:lnTo>
                  <a:pt x="878969" y="474428"/>
                </a:lnTo>
                <a:lnTo>
                  <a:pt x="877163" y="474561"/>
                </a:lnTo>
                <a:lnTo>
                  <a:pt x="873771" y="472861"/>
                </a:lnTo>
                <a:lnTo>
                  <a:pt x="857048" y="459942"/>
                </a:lnTo>
                <a:lnTo>
                  <a:pt x="852091" y="455709"/>
                </a:lnTo>
                <a:lnTo>
                  <a:pt x="850571" y="453391"/>
                </a:lnTo>
                <a:lnTo>
                  <a:pt x="850934" y="452365"/>
                </a:lnTo>
                <a:lnTo>
                  <a:pt x="852297" y="451432"/>
                </a:lnTo>
                <a:lnTo>
                  <a:pt x="869595" y="442738"/>
                </a:lnTo>
                <a:lnTo>
                  <a:pt x="873668" y="440241"/>
                </a:lnTo>
                <a:lnTo>
                  <a:pt x="877035" y="439849"/>
                </a:lnTo>
                <a:lnTo>
                  <a:pt x="880634" y="441420"/>
                </a:lnTo>
                <a:close/>
                <a:moveTo>
                  <a:pt x="848571" y="462297"/>
                </a:moveTo>
                <a:lnTo>
                  <a:pt x="867306" y="476144"/>
                </a:lnTo>
                <a:lnTo>
                  <a:pt x="869527" y="478216"/>
                </a:lnTo>
                <a:lnTo>
                  <a:pt x="870268" y="479799"/>
                </a:lnTo>
                <a:lnTo>
                  <a:pt x="869329" y="481295"/>
                </a:lnTo>
                <a:lnTo>
                  <a:pt x="866188" y="484086"/>
                </a:lnTo>
                <a:lnTo>
                  <a:pt x="860824" y="487604"/>
                </a:lnTo>
                <a:lnTo>
                  <a:pt x="839208" y="503677"/>
                </a:lnTo>
                <a:lnTo>
                  <a:pt x="837698" y="503954"/>
                </a:lnTo>
                <a:lnTo>
                  <a:pt x="836376" y="503082"/>
                </a:lnTo>
                <a:lnTo>
                  <a:pt x="836211" y="500021"/>
                </a:lnTo>
                <a:lnTo>
                  <a:pt x="840846" y="462286"/>
                </a:lnTo>
                <a:lnTo>
                  <a:pt x="841695" y="459915"/>
                </a:lnTo>
                <a:lnTo>
                  <a:pt x="843107" y="459209"/>
                </a:lnTo>
                <a:lnTo>
                  <a:pt x="845321" y="460043"/>
                </a:lnTo>
                <a:lnTo>
                  <a:pt x="848571" y="462297"/>
                </a:lnTo>
                <a:close/>
                <a:moveTo>
                  <a:pt x="913516" y="462827"/>
                </a:moveTo>
                <a:lnTo>
                  <a:pt x="914399" y="466918"/>
                </a:lnTo>
                <a:lnTo>
                  <a:pt x="916715" y="487166"/>
                </a:lnTo>
                <a:lnTo>
                  <a:pt x="917734" y="501086"/>
                </a:lnTo>
                <a:lnTo>
                  <a:pt x="917610" y="503344"/>
                </a:lnTo>
                <a:lnTo>
                  <a:pt x="916885" y="504545"/>
                </a:lnTo>
                <a:lnTo>
                  <a:pt x="916302" y="504742"/>
                </a:lnTo>
                <a:lnTo>
                  <a:pt x="913698" y="503698"/>
                </a:lnTo>
                <a:lnTo>
                  <a:pt x="890312" y="485390"/>
                </a:lnTo>
                <a:lnTo>
                  <a:pt x="886569" y="482029"/>
                </a:lnTo>
                <a:lnTo>
                  <a:pt x="885214" y="479991"/>
                </a:lnTo>
                <a:lnTo>
                  <a:pt x="886944" y="478026"/>
                </a:lnTo>
                <a:lnTo>
                  <a:pt x="892405" y="473840"/>
                </a:lnTo>
                <a:lnTo>
                  <a:pt x="908758" y="462383"/>
                </a:lnTo>
                <a:lnTo>
                  <a:pt x="912070" y="461091"/>
                </a:lnTo>
                <a:lnTo>
                  <a:pt x="913516" y="462827"/>
                </a:lnTo>
                <a:close/>
                <a:moveTo>
                  <a:pt x="297482" y="149097"/>
                </a:moveTo>
                <a:lnTo>
                  <a:pt x="294233" y="150770"/>
                </a:lnTo>
                <a:lnTo>
                  <a:pt x="290859" y="153798"/>
                </a:lnTo>
                <a:lnTo>
                  <a:pt x="286218" y="155319"/>
                </a:lnTo>
                <a:lnTo>
                  <a:pt x="283246" y="157133"/>
                </a:lnTo>
                <a:lnTo>
                  <a:pt x="274091" y="169045"/>
                </a:lnTo>
                <a:lnTo>
                  <a:pt x="273075" y="170919"/>
                </a:lnTo>
                <a:lnTo>
                  <a:pt x="272918" y="172740"/>
                </a:lnTo>
                <a:lnTo>
                  <a:pt x="276534" y="185216"/>
                </a:lnTo>
                <a:lnTo>
                  <a:pt x="276474" y="187264"/>
                </a:lnTo>
                <a:lnTo>
                  <a:pt x="268837" y="196509"/>
                </a:lnTo>
                <a:lnTo>
                  <a:pt x="264537" y="204918"/>
                </a:lnTo>
                <a:lnTo>
                  <a:pt x="263194" y="205862"/>
                </a:lnTo>
                <a:lnTo>
                  <a:pt x="259503" y="206072"/>
                </a:lnTo>
                <a:lnTo>
                  <a:pt x="256288" y="207945"/>
                </a:lnTo>
                <a:lnTo>
                  <a:pt x="251058" y="213830"/>
                </a:lnTo>
                <a:lnTo>
                  <a:pt x="249426" y="217722"/>
                </a:lnTo>
                <a:lnTo>
                  <a:pt x="249362" y="219620"/>
                </a:lnTo>
                <a:lnTo>
                  <a:pt x="250601" y="222949"/>
                </a:lnTo>
                <a:lnTo>
                  <a:pt x="256396" y="232885"/>
                </a:lnTo>
                <a:lnTo>
                  <a:pt x="255955" y="233928"/>
                </a:lnTo>
                <a:lnTo>
                  <a:pt x="252871" y="236449"/>
                </a:lnTo>
                <a:lnTo>
                  <a:pt x="251600" y="238444"/>
                </a:lnTo>
                <a:lnTo>
                  <a:pt x="251410" y="240660"/>
                </a:lnTo>
                <a:lnTo>
                  <a:pt x="252552" y="245435"/>
                </a:lnTo>
                <a:lnTo>
                  <a:pt x="250699" y="251181"/>
                </a:lnTo>
                <a:lnTo>
                  <a:pt x="250626" y="254532"/>
                </a:lnTo>
                <a:lnTo>
                  <a:pt x="254330" y="261399"/>
                </a:lnTo>
                <a:lnTo>
                  <a:pt x="258424" y="267281"/>
                </a:lnTo>
                <a:lnTo>
                  <a:pt x="259181" y="269741"/>
                </a:lnTo>
                <a:lnTo>
                  <a:pt x="259712" y="275635"/>
                </a:lnTo>
                <a:lnTo>
                  <a:pt x="262111" y="281505"/>
                </a:lnTo>
                <a:lnTo>
                  <a:pt x="262940" y="285845"/>
                </a:lnTo>
                <a:lnTo>
                  <a:pt x="263883" y="287381"/>
                </a:lnTo>
                <a:lnTo>
                  <a:pt x="265044" y="287903"/>
                </a:lnTo>
                <a:lnTo>
                  <a:pt x="268951" y="288115"/>
                </a:lnTo>
                <a:lnTo>
                  <a:pt x="272001" y="287237"/>
                </a:lnTo>
                <a:lnTo>
                  <a:pt x="273280" y="285586"/>
                </a:lnTo>
                <a:lnTo>
                  <a:pt x="274027" y="282072"/>
                </a:lnTo>
                <a:lnTo>
                  <a:pt x="273145" y="277542"/>
                </a:lnTo>
                <a:lnTo>
                  <a:pt x="270115" y="272007"/>
                </a:lnTo>
                <a:lnTo>
                  <a:pt x="268892" y="265547"/>
                </a:lnTo>
                <a:lnTo>
                  <a:pt x="267119" y="260586"/>
                </a:lnTo>
                <a:lnTo>
                  <a:pt x="264799" y="256185"/>
                </a:lnTo>
                <a:lnTo>
                  <a:pt x="261804" y="252324"/>
                </a:lnTo>
                <a:lnTo>
                  <a:pt x="262720" y="243163"/>
                </a:lnTo>
                <a:lnTo>
                  <a:pt x="268010" y="234745"/>
                </a:lnTo>
                <a:lnTo>
                  <a:pt x="269934" y="229657"/>
                </a:lnTo>
                <a:lnTo>
                  <a:pt x="269944" y="225597"/>
                </a:lnTo>
                <a:lnTo>
                  <a:pt x="267541" y="221659"/>
                </a:lnTo>
                <a:lnTo>
                  <a:pt x="273730" y="218575"/>
                </a:lnTo>
                <a:lnTo>
                  <a:pt x="276796" y="215728"/>
                </a:lnTo>
                <a:lnTo>
                  <a:pt x="277122" y="213075"/>
                </a:lnTo>
                <a:lnTo>
                  <a:pt x="275159" y="207677"/>
                </a:lnTo>
                <a:lnTo>
                  <a:pt x="277550" y="202122"/>
                </a:lnTo>
                <a:lnTo>
                  <a:pt x="284202" y="194493"/>
                </a:lnTo>
                <a:lnTo>
                  <a:pt x="286574" y="190038"/>
                </a:lnTo>
                <a:lnTo>
                  <a:pt x="287015" y="187809"/>
                </a:lnTo>
                <a:lnTo>
                  <a:pt x="286932" y="184604"/>
                </a:lnTo>
                <a:lnTo>
                  <a:pt x="285377" y="179810"/>
                </a:lnTo>
                <a:lnTo>
                  <a:pt x="284851" y="175831"/>
                </a:lnTo>
                <a:lnTo>
                  <a:pt x="285043" y="173252"/>
                </a:lnTo>
                <a:lnTo>
                  <a:pt x="285682" y="171535"/>
                </a:lnTo>
                <a:lnTo>
                  <a:pt x="287435" y="168762"/>
                </a:lnTo>
                <a:lnTo>
                  <a:pt x="289567" y="166497"/>
                </a:lnTo>
                <a:lnTo>
                  <a:pt x="295150" y="163730"/>
                </a:lnTo>
                <a:lnTo>
                  <a:pt x="298302" y="161343"/>
                </a:lnTo>
                <a:lnTo>
                  <a:pt x="302008" y="157351"/>
                </a:lnTo>
                <a:lnTo>
                  <a:pt x="303839" y="154352"/>
                </a:lnTo>
                <a:lnTo>
                  <a:pt x="304211" y="152544"/>
                </a:lnTo>
                <a:lnTo>
                  <a:pt x="304039" y="150640"/>
                </a:lnTo>
                <a:lnTo>
                  <a:pt x="302863" y="148215"/>
                </a:lnTo>
                <a:lnTo>
                  <a:pt x="300928" y="148030"/>
                </a:lnTo>
                <a:lnTo>
                  <a:pt x="297482" y="149097"/>
                </a:lnTo>
                <a:close/>
                <a:moveTo>
                  <a:pt x="717525" y="285254"/>
                </a:moveTo>
                <a:lnTo>
                  <a:pt x="716127" y="286507"/>
                </a:lnTo>
                <a:lnTo>
                  <a:pt x="716741" y="289170"/>
                </a:lnTo>
                <a:lnTo>
                  <a:pt x="719183" y="292692"/>
                </a:lnTo>
                <a:lnTo>
                  <a:pt x="721172" y="293269"/>
                </a:lnTo>
                <a:lnTo>
                  <a:pt x="727424" y="293363"/>
                </a:lnTo>
                <a:lnTo>
                  <a:pt x="730969" y="292722"/>
                </a:lnTo>
                <a:lnTo>
                  <a:pt x="734384" y="289806"/>
                </a:lnTo>
                <a:lnTo>
                  <a:pt x="735750" y="287327"/>
                </a:lnTo>
                <a:lnTo>
                  <a:pt x="735293" y="286011"/>
                </a:lnTo>
                <a:lnTo>
                  <a:pt x="733225" y="284934"/>
                </a:lnTo>
                <a:lnTo>
                  <a:pt x="730336" y="285095"/>
                </a:lnTo>
                <a:lnTo>
                  <a:pt x="725908" y="287098"/>
                </a:lnTo>
                <a:lnTo>
                  <a:pt x="720136" y="284966"/>
                </a:lnTo>
                <a:lnTo>
                  <a:pt x="717525" y="285254"/>
                </a:lnTo>
                <a:close/>
                <a:moveTo>
                  <a:pt x="10221" y="295331"/>
                </a:moveTo>
                <a:lnTo>
                  <a:pt x="6935" y="295755"/>
                </a:lnTo>
                <a:lnTo>
                  <a:pt x="4968" y="297012"/>
                </a:lnTo>
                <a:lnTo>
                  <a:pt x="4381" y="298272"/>
                </a:lnTo>
                <a:lnTo>
                  <a:pt x="3807" y="302688"/>
                </a:lnTo>
                <a:lnTo>
                  <a:pt x="4098" y="329563"/>
                </a:lnTo>
                <a:lnTo>
                  <a:pt x="6279" y="331292"/>
                </a:lnTo>
                <a:lnTo>
                  <a:pt x="8721" y="331745"/>
                </a:lnTo>
                <a:lnTo>
                  <a:pt x="11306" y="331494"/>
                </a:lnTo>
                <a:lnTo>
                  <a:pt x="13982" y="330093"/>
                </a:lnTo>
                <a:lnTo>
                  <a:pt x="13982" y="306082"/>
                </a:lnTo>
                <a:lnTo>
                  <a:pt x="15814" y="303816"/>
                </a:lnTo>
                <a:lnTo>
                  <a:pt x="24407" y="303360"/>
                </a:lnTo>
                <a:lnTo>
                  <a:pt x="26646" y="302897"/>
                </a:lnTo>
                <a:lnTo>
                  <a:pt x="28268" y="301541"/>
                </a:lnTo>
                <a:lnTo>
                  <a:pt x="29216" y="299488"/>
                </a:lnTo>
                <a:lnTo>
                  <a:pt x="28732" y="297580"/>
                </a:lnTo>
                <a:lnTo>
                  <a:pt x="26153" y="295749"/>
                </a:lnTo>
                <a:lnTo>
                  <a:pt x="18534" y="295055"/>
                </a:lnTo>
                <a:lnTo>
                  <a:pt x="10221" y="295331"/>
                </a:lnTo>
                <a:close/>
                <a:moveTo>
                  <a:pt x="51734" y="295427"/>
                </a:moveTo>
                <a:lnTo>
                  <a:pt x="50342" y="296468"/>
                </a:lnTo>
                <a:lnTo>
                  <a:pt x="48986" y="298416"/>
                </a:lnTo>
                <a:lnTo>
                  <a:pt x="49179" y="329852"/>
                </a:lnTo>
                <a:lnTo>
                  <a:pt x="51427" y="331572"/>
                </a:lnTo>
                <a:lnTo>
                  <a:pt x="54025" y="331979"/>
                </a:lnTo>
                <a:lnTo>
                  <a:pt x="58580" y="330334"/>
                </a:lnTo>
                <a:lnTo>
                  <a:pt x="59062" y="321270"/>
                </a:lnTo>
                <a:lnTo>
                  <a:pt x="61666" y="319784"/>
                </a:lnTo>
                <a:lnTo>
                  <a:pt x="67462" y="318640"/>
                </a:lnTo>
                <a:lnTo>
                  <a:pt x="71032" y="317443"/>
                </a:lnTo>
                <a:lnTo>
                  <a:pt x="75311" y="314809"/>
                </a:lnTo>
                <a:lnTo>
                  <a:pt x="77053" y="311626"/>
                </a:lnTo>
                <a:lnTo>
                  <a:pt x="77489" y="309715"/>
                </a:lnTo>
                <a:lnTo>
                  <a:pt x="77535" y="305643"/>
                </a:lnTo>
                <a:lnTo>
                  <a:pt x="76545" y="301749"/>
                </a:lnTo>
                <a:lnTo>
                  <a:pt x="75686" y="300063"/>
                </a:lnTo>
                <a:lnTo>
                  <a:pt x="74596" y="298653"/>
                </a:lnTo>
                <a:lnTo>
                  <a:pt x="71956" y="297020"/>
                </a:lnTo>
                <a:lnTo>
                  <a:pt x="67798" y="296010"/>
                </a:lnTo>
                <a:lnTo>
                  <a:pt x="59848" y="295059"/>
                </a:lnTo>
                <a:lnTo>
                  <a:pt x="54984" y="294963"/>
                </a:lnTo>
                <a:lnTo>
                  <a:pt x="51734" y="295427"/>
                </a:lnTo>
                <a:close/>
                <a:moveTo>
                  <a:pt x="66054" y="304057"/>
                </a:moveTo>
                <a:lnTo>
                  <a:pt x="67889" y="305448"/>
                </a:lnTo>
                <a:lnTo>
                  <a:pt x="68299" y="306656"/>
                </a:lnTo>
                <a:lnTo>
                  <a:pt x="67934" y="308107"/>
                </a:lnTo>
                <a:lnTo>
                  <a:pt x="66209" y="310185"/>
                </a:lnTo>
                <a:lnTo>
                  <a:pt x="65073" y="310794"/>
                </a:lnTo>
                <a:lnTo>
                  <a:pt x="62618" y="311175"/>
                </a:lnTo>
                <a:lnTo>
                  <a:pt x="60407" y="310474"/>
                </a:lnTo>
                <a:lnTo>
                  <a:pt x="59575" y="309731"/>
                </a:lnTo>
                <a:lnTo>
                  <a:pt x="59022" y="308731"/>
                </a:lnTo>
                <a:lnTo>
                  <a:pt x="58918" y="306394"/>
                </a:lnTo>
                <a:lnTo>
                  <a:pt x="60242" y="304040"/>
                </a:lnTo>
                <a:lnTo>
                  <a:pt x="62769" y="303196"/>
                </a:lnTo>
                <a:lnTo>
                  <a:pt x="66054" y="304057"/>
                </a:lnTo>
                <a:close/>
                <a:moveTo>
                  <a:pt x="98357" y="295186"/>
                </a:moveTo>
                <a:lnTo>
                  <a:pt x="96841" y="296529"/>
                </a:lnTo>
                <a:lnTo>
                  <a:pt x="96471" y="297874"/>
                </a:lnTo>
                <a:lnTo>
                  <a:pt x="96627" y="299439"/>
                </a:lnTo>
                <a:lnTo>
                  <a:pt x="104394" y="314969"/>
                </a:lnTo>
                <a:lnTo>
                  <a:pt x="107036" y="321463"/>
                </a:lnTo>
                <a:lnTo>
                  <a:pt x="106644" y="322800"/>
                </a:lnTo>
                <a:lnTo>
                  <a:pt x="105567" y="323778"/>
                </a:lnTo>
                <a:lnTo>
                  <a:pt x="102068" y="324479"/>
                </a:lnTo>
                <a:lnTo>
                  <a:pt x="100696" y="325362"/>
                </a:lnTo>
                <a:lnTo>
                  <a:pt x="99947" y="326961"/>
                </a:lnTo>
                <a:lnTo>
                  <a:pt x="99894" y="329539"/>
                </a:lnTo>
                <a:lnTo>
                  <a:pt x="100603" y="331311"/>
                </a:lnTo>
                <a:lnTo>
                  <a:pt x="101985" y="332407"/>
                </a:lnTo>
                <a:lnTo>
                  <a:pt x="104004" y="332809"/>
                </a:lnTo>
                <a:lnTo>
                  <a:pt x="106622" y="332498"/>
                </a:lnTo>
                <a:lnTo>
                  <a:pt x="111120" y="330662"/>
                </a:lnTo>
                <a:lnTo>
                  <a:pt x="113459" y="328668"/>
                </a:lnTo>
                <a:lnTo>
                  <a:pt x="114674" y="326994"/>
                </a:lnTo>
                <a:lnTo>
                  <a:pt x="125972" y="301716"/>
                </a:lnTo>
                <a:lnTo>
                  <a:pt x="126691" y="299286"/>
                </a:lnTo>
                <a:lnTo>
                  <a:pt x="126629" y="297271"/>
                </a:lnTo>
                <a:lnTo>
                  <a:pt x="125820" y="295800"/>
                </a:lnTo>
                <a:lnTo>
                  <a:pt x="124300" y="295003"/>
                </a:lnTo>
                <a:lnTo>
                  <a:pt x="122420" y="294979"/>
                </a:lnTo>
                <a:lnTo>
                  <a:pt x="120791" y="295647"/>
                </a:lnTo>
                <a:lnTo>
                  <a:pt x="119270" y="297018"/>
                </a:lnTo>
                <a:lnTo>
                  <a:pt x="117831" y="299130"/>
                </a:lnTo>
                <a:lnTo>
                  <a:pt x="114558" y="306519"/>
                </a:lnTo>
                <a:lnTo>
                  <a:pt x="113424" y="307736"/>
                </a:lnTo>
                <a:lnTo>
                  <a:pt x="112827" y="307752"/>
                </a:lnTo>
                <a:lnTo>
                  <a:pt x="110642" y="305353"/>
                </a:lnTo>
                <a:lnTo>
                  <a:pt x="105751" y="297009"/>
                </a:lnTo>
                <a:lnTo>
                  <a:pt x="102651" y="295541"/>
                </a:lnTo>
                <a:lnTo>
                  <a:pt x="98357" y="295186"/>
                </a:lnTo>
                <a:close/>
                <a:moveTo>
                  <a:pt x="153466" y="295379"/>
                </a:moveTo>
                <a:lnTo>
                  <a:pt x="149606" y="295969"/>
                </a:lnTo>
                <a:lnTo>
                  <a:pt x="147054" y="297934"/>
                </a:lnTo>
                <a:lnTo>
                  <a:pt x="147103" y="321280"/>
                </a:lnTo>
                <a:lnTo>
                  <a:pt x="147536" y="330093"/>
                </a:lnTo>
                <a:lnTo>
                  <a:pt x="149604" y="331520"/>
                </a:lnTo>
                <a:lnTo>
                  <a:pt x="152833" y="331982"/>
                </a:lnTo>
                <a:lnTo>
                  <a:pt x="155755" y="331344"/>
                </a:lnTo>
                <a:lnTo>
                  <a:pt x="157564" y="329756"/>
                </a:lnTo>
                <a:lnTo>
                  <a:pt x="157468" y="305407"/>
                </a:lnTo>
                <a:lnTo>
                  <a:pt x="159281" y="304061"/>
                </a:lnTo>
                <a:lnTo>
                  <a:pt x="162037" y="303613"/>
                </a:lnTo>
                <a:lnTo>
                  <a:pt x="164844" y="304274"/>
                </a:lnTo>
                <a:lnTo>
                  <a:pt x="166166" y="305231"/>
                </a:lnTo>
                <a:lnTo>
                  <a:pt x="166587" y="306134"/>
                </a:lnTo>
                <a:lnTo>
                  <a:pt x="166629" y="329756"/>
                </a:lnTo>
                <a:lnTo>
                  <a:pt x="168483" y="331104"/>
                </a:lnTo>
                <a:lnTo>
                  <a:pt x="171469" y="331891"/>
                </a:lnTo>
                <a:lnTo>
                  <a:pt x="174564" y="331710"/>
                </a:lnTo>
                <a:lnTo>
                  <a:pt x="176044" y="331058"/>
                </a:lnTo>
                <a:lnTo>
                  <a:pt x="176548" y="330233"/>
                </a:lnTo>
                <a:lnTo>
                  <a:pt x="176814" y="325519"/>
                </a:lnTo>
                <a:lnTo>
                  <a:pt x="176946" y="297452"/>
                </a:lnTo>
                <a:lnTo>
                  <a:pt x="174777" y="295475"/>
                </a:lnTo>
                <a:lnTo>
                  <a:pt x="153466" y="295379"/>
                </a:lnTo>
                <a:close/>
                <a:moveTo>
                  <a:pt x="204284" y="295331"/>
                </a:moveTo>
                <a:lnTo>
                  <a:pt x="202096" y="296239"/>
                </a:lnTo>
                <a:lnTo>
                  <a:pt x="200427" y="297741"/>
                </a:lnTo>
                <a:lnTo>
                  <a:pt x="200475" y="329659"/>
                </a:lnTo>
                <a:lnTo>
                  <a:pt x="201978" y="331110"/>
                </a:lnTo>
                <a:lnTo>
                  <a:pt x="205119" y="331868"/>
                </a:lnTo>
                <a:lnTo>
                  <a:pt x="208542" y="331445"/>
                </a:lnTo>
                <a:lnTo>
                  <a:pt x="210504" y="329949"/>
                </a:lnTo>
                <a:lnTo>
                  <a:pt x="210938" y="305407"/>
                </a:lnTo>
                <a:lnTo>
                  <a:pt x="212968" y="303935"/>
                </a:lnTo>
                <a:lnTo>
                  <a:pt x="215993" y="303473"/>
                </a:lnTo>
                <a:lnTo>
                  <a:pt x="218691" y="304547"/>
                </a:lnTo>
                <a:lnTo>
                  <a:pt x="219857" y="306806"/>
                </a:lnTo>
                <a:lnTo>
                  <a:pt x="219809" y="329563"/>
                </a:lnTo>
                <a:lnTo>
                  <a:pt x="221344" y="330952"/>
                </a:lnTo>
                <a:lnTo>
                  <a:pt x="224059" y="331783"/>
                </a:lnTo>
                <a:lnTo>
                  <a:pt x="227196" y="331702"/>
                </a:lnTo>
                <a:lnTo>
                  <a:pt x="229645" y="330672"/>
                </a:lnTo>
                <a:lnTo>
                  <a:pt x="230464" y="329949"/>
                </a:lnTo>
                <a:lnTo>
                  <a:pt x="230435" y="305331"/>
                </a:lnTo>
                <a:lnTo>
                  <a:pt x="230067" y="298356"/>
                </a:lnTo>
                <a:lnTo>
                  <a:pt x="229401" y="296473"/>
                </a:lnTo>
                <a:lnTo>
                  <a:pt x="228238" y="295809"/>
                </a:lnTo>
                <a:lnTo>
                  <a:pt x="224103" y="295429"/>
                </a:lnTo>
                <a:lnTo>
                  <a:pt x="204284" y="295331"/>
                </a:lnTo>
                <a:close/>
                <a:moveTo>
                  <a:pt x="263154" y="295668"/>
                </a:moveTo>
                <a:lnTo>
                  <a:pt x="261013" y="297898"/>
                </a:lnTo>
                <a:lnTo>
                  <a:pt x="259104" y="302147"/>
                </a:lnTo>
                <a:lnTo>
                  <a:pt x="253339" y="321166"/>
                </a:lnTo>
                <a:lnTo>
                  <a:pt x="250961" y="327372"/>
                </a:lnTo>
                <a:lnTo>
                  <a:pt x="251040" y="330316"/>
                </a:lnTo>
                <a:lnTo>
                  <a:pt x="252915" y="331815"/>
                </a:lnTo>
                <a:lnTo>
                  <a:pt x="256870" y="331454"/>
                </a:lnTo>
                <a:lnTo>
                  <a:pt x="258473" y="330119"/>
                </a:lnTo>
                <a:lnTo>
                  <a:pt x="260602" y="326485"/>
                </a:lnTo>
                <a:lnTo>
                  <a:pt x="262171" y="324814"/>
                </a:lnTo>
                <a:lnTo>
                  <a:pt x="264014" y="323975"/>
                </a:lnTo>
                <a:lnTo>
                  <a:pt x="266328" y="323850"/>
                </a:lnTo>
                <a:lnTo>
                  <a:pt x="268386" y="324276"/>
                </a:lnTo>
                <a:lnTo>
                  <a:pt x="269446" y="324929"/>
                </a:lnTo>
                <a:lnTo>
                  <a:pt x="273857" y="331174"/>
                </a:lnTo>
                <a:lnTo>
                  <a:pt x="276442" y="331952"/>
                </a:lnTo>
                <a:lnTo>
                  <a:pt x="280189" y="331352"/>
                </a:lnTo>
                <a:lnTo>
                  <a:pt x="282102" y="329225"/>
                </a:lnTo>
                <a:lnTo>
                  <a:pt x="281330" y="325947"/>
                </a:lnTo>
                <a:lnTo>
                  <a:pt x="272369" y="298444"/>
                </a:lnTo>
                <a:lnTo>
                  <a:pt x="270643" y="296506"/>
                </a:lnTo>
                <a:lnTo>
                  <a:pt x="267972" y="295298"/>
                </a:lnTo>
                <a:lnTo>
                  <a:pt x="265419" y="294997"/>
                </a:lnTo>
                <a:lnTo>
                  <a:pt x="263154" y="295668"/>
                </a:lnTo>
                <a:close/>
                <a:moveTo>
                  <a:pt x="267011" y="312688"/>
                </a:moveTo>
                <a:lnTo>
                  <a:pt x="267630" y="313528"/>
                </a:lnTo>
                <a:lnTo>
                  <a:pt x="266985" y="314582"/>
                </a:lnTo>
                <a:lnTo>
                  <a:pt x="264998" y="314875"/>
                </a:lnTo>
                <a:lnTo>
                  <a:pt x="263936" y="314344"/>
                </a:lnTo>
                <a:lnTo>
                  <a:pt x="263911" y="313189"/>
                </a:lnTo>
                <a:lnTo>
                  <a:pt x="264697" y="312447"/>
                </a:lnTo>
                <a:lnTo>
                  <a:pt x="265783" y="312260"/>
                </a:lnTo>
                <a:lnTo>
                  <a:pt x="267011" y="312688"/>
                </a:lnTo>
                <a:close/>
                <a:moveTo>
                  <a:pt x="336102" y="295524"/>
                </a:moveTo>
                <a:lnTo>
                  <a:pt x="334538" y="296998"/>
                </a:lnTo>
                <a:lnTo>
                  <a:pt x="333849" y="300706"/>
                </a:lnTo>
                <a:lnTo>
                  <a:pt x="333643" y="329081"/>
                </a:lnTo>
                <a:lnTo>
                  <a:pt x="335299" y="330949"/>
                </a:lnTo>
                <a:lnTo>
                  <a:pt x="336488" y="331577"/>
                </a:lnTo>
                <a:lnTo>
                  <a:pt x="339347" y="331709"/>
                </a:lnTo>
                <a:lnTo>
                  <a:pt x="341398" y="331128"/>
                </a:lnTo>
                <a:lnTo>
                  <a:pt x="342485" y="329615"/>
                </a:lnTo>
                <a:lnTo>
                  <a:pt x="343016" y="324272"/>
                </a:lnTo>
                <a:lnTo>
                  <a:pt x="343668" y="322280"/>
                </a:lnTo>
                <a:lnTo>
                  <a:pt x="344784" y="320975"/>
                </a:lnTo>
                <a:lnTo>
                  <a:pt x="347383" y="320034"/>
                </a:lnTo>
                <a:lnTo>
                  <a:pt x="348505" y="320294"/>
                </a:lnTo>
                <a:lnTo>
                  <a:pt x="349454" y="321143"/>
                </a:lnTo>
                <a:lnTo>
                  <a:pt x="352693" y="327463"/>
                </a:lnTo>
                <a:lnTo>
                  <a:pt x="355809" y="331287"/>
                </a:lnTo>
                <a:lnTo>
                  <a:pt x="358914" y="332035"/>
                </a:lnTo>
                <a:lnTo>
                  <a:pt x="364125" y="331181"/>
                </a:lnTo>
                <a:lnTo>
                  <a:pt x="364795" y="330244"/>
                </a:lnTo>
                <a:lnTo>
                  <a:pt x="364002" y="327465"/>
                </a:lnTo>
                <a:lnTo>
                  <a:pt x="355460" y="311778"/>
                </a:lnTo>
                <a:lnTo>
                  <a:pt x="354995" y="310024"/>
                </a:lnTo>
                <a:lnTo>
                  <a:pt x="355321" y="308077"/>
                </a:lnTo>
                <a:lnTo>
                  <a:pt x="356509" y="305754"/>
                </a:lnTo>
                <a:lnTo>
                  <a:pt x="361199" y="299365"/>
                </a:lnTo>
                <a:lnTo>
                  <a:pt x="361563" y="297667"/>
                </a:lnTo>
                <a:lnTo>
                  <a:pt x="361196" y="296242"/>
                </a:lnTo>
                <a:lnTo>
                  <a:pt x="360137" y="295262"/>
                </a:lnTo>
                <a:lnTo>
                  <a:pt x="358425" y="294897"/>
                </a:lnTo>
                <a:lnTo>
                  <a:pt x="356275" y="295475"/>
                </a:lnTo>
                <a:lnTo>
                  <a:pt x="353721" y="296865"/>
                </a:lnTo>
                <a:lnTo>
                  <a:pt x="351662" y="298552"/>
                </a:lnTo>
                <a:lnTo>
                  <a:pt x="347233" y="304600"/>
                </a:lnTo>
                <a:lnTo>
                  <a:pt x="344491" y="307432"/>
                </a:lnTo>
                <a:lnTo>
                  <a:pt x="343616" y="306949"/>
                </a:lnTo>
                <a:lnTo>
                  <a:pt x="343064" y="305443"/>
                </a:lnTo>
                <a:lnTo>
                  <a:pt x="342694" y="298764"/>
                </a:lnTo>
                <a:lnTo>
                  <a:pt x="341995" y="296895"/>
                </a:lnTo>
                <a:lnTo>
                  <a:pt x="340795" y="295812"/>
                </a:lnTo>
                <a:lnTo>
                  <a:pt x="339031" y="295150"/>
                </a:lnTo>
                <a:lnTo>
                  <a:pt x="336102" y="295524"/>
                </a:lnTo>
                <a:close/>
                <a:moveTo>
                  <a:pt x="395936" y="295620"/>
                </a:moveTo>
                <a:lnTo>
                  <a:pt x="392641" y="296850"/>
                </a:lnTo>
                <a:lnTo>
                  <a:pt x="389900" y="298549"/>
                </a:lnTo>
                <a:lnTo>
                  <a:pt x="386719" y="302096"/>
                </a:lnTo>
                <a:lnTo>
                  <a:pt x="385148" y="305202"/>
                </a:lnTo>
                <a:lnTo>
                  <a:pt x="383808" y="309510"/>
                </a:lnTo>
                <a:lnTo>
                  <a:pt x="383494" y="314876"/>
                </a:lnTo>
                <a:lnTo>
                  <a:pt x="385685" y="323768"/>
                </a:lnTo>
                <a:lnTo>
                  <a:pt x="386969" y="326140"/>
                </a:lnTo>
                <a:lnTo>
                  <a:pt x="388945" y="328406"/>
                </a:lnTo>
                <a:lnTo>
                  <a:pt x="391084" y="330286"/>
                </a:lnTo>
                <a:lnTo>
                  <a:pt x="393538" y="331417"/>
                </a:lnTo>
                <a:lnTo>
                  <a:pt x="398518" y="332741"/>
                </a:lnTo>
                <a:lnTo>
                  <a:pt x="401276" y="332751"/>
                </a:lnTo>
                <a:lnTo>
                  <a:pt x="406688" y="331491"/>
                </a:lnTo>
                <a:lnTo>
                  <a:pt x="408327" y="330720"/>
                </a:lnTo>
                <a:lnTo>
                  <a:pt x="411940" y="327475"/>
                </a:lnTo>
                <a:lnTo>
                  <a:pt x="414312" y="324197"/>
                </a:lnTo>
                <a:lnTo>
                  <a:pt x="416330" y="320209"/>
                </a:lnTo>
                <a:lnTo>
                  <a:pt x="416134" y="308371"/>
                </a:lnTo>
                <a:lnTo>
                  <a:pt x="414684" y="303750"/>
                </a:lnTo>
                <a:lnTo>
                  <a:pt x="411554" y="299508"/>
                </a:lnTo>
                <a:lnTo>
                  <a:pt x="409265" y="297424"/>
                </a:lnTo>
                <a:lnTo>
                  <a:pt x="405628" y="296007"/>
                </a:lnTo>
                <a:lnTo>
                  <a:pt x="402150" y="295266"/>
                </a:lnTo>
                <a:lnTo>
                  <a:pt x="398906" y="295140"/>
                </a:lnTo>
                <a:lnTo>
                  <a:pt x="395936" y="295620"/>
                </a:lnTo>
                <a:close/>
                <a:moveTo>
                  <a:pt x="403216" y="304540"/>
                </a:moveTo>
                <a:lnTo>
                  <a:pt x="404771" y="306473"/>
                </a:lnTo>
                <a:lnTo>
                  <a:pt x="405816" y="309232"/>
                </a:lnTo>
                <a:lnTo>
                  <a:pt x="406328" y="314247"/>
                </a:lnTo>
                <a:lnTo>
                  <a:pt x="405898" y="317725"/>
                </a:lnTo>
                <a:lnTo>
                  <a:pt x="404670" y="321253"/>
                </a:lnTo>
                <a:lnTo>
                  <a:pt x="403312" y="323168"/>
                </a:lnTo>
                <a:lnTo>
                  <a:pt x="401591" y="324134"/>
                </a:lnTo>
                <a:lnTo>
                  <a:pt x="398815" y="324144"/>
                </a:lnTo>
                <a:lnTo>
                  <a:pt x="397099" y="323211"/>
                </a:lnTo>
                <a:lnTo>
                  <a:pt x="396090" y="322063"/>
                </a:lnTo>
                <a:lnTo>
                  <a:pt x="394056" y="318079"/>
                </a:lnTo>
                <a:lnTo>
                  <a:pt x="393461" y="315328"/>
                </a:lnTo>
                <a:lnTo>
                  <a:pt x="393861" y="311108"/>
                </a:lnTo>
                <a:lnTo>
                  <a:pt x="395316" y="307014"/>
                </a:lnTo>
                <a:lnTo>
                  <a:pt x="397382" y="304347"/>
                </a:lnTo>
                <a:lnTo>
                  <a:pt x="400299" y="303611"/>
                </a:lnTo>
                <a:lnTo>
                  <a:pt x="403216" y="304540"/>
                </a:lnTo>
                <a:close/>
                <a:moveTo>
                  <a:pt x="441257" y="295379"/>
                </a:moveTo>
                <a:lnTo>
                  <a:pt x="439822" y="296784"/>
                </a:lnTo>
                <a:lnTo>
                  <a:pt x="439147" y="300892"/>
                </a:lnTo>
                <a:lnTo>
                  <a:pt x="438991" y="330190"/>
                </a:lnTo>
                <a:lnTo>
                  <a:pt x="441126" y="331661"/>
                </a:lnTo>
                <a:lnTo>
                  <a:pt x="442848" y="331974"/>
                </a:lnTo>
                <a:lnTo>
                  <a:pt x="444570" y="331661"/>
                </a:lnTo>
                <a:lnTo>
                  <a:pt x="446705" y="330190"/>
                </a:lnTo>
                <a:lnTo>
                  <a:pt x="447428" y="318483"/>
                </a:lnTo>
                <a:lnTo>
                  <a:pt x="447621" y="317413"/>
                </a:lnTo>
                <a:lnTo>
                  <a:pt x="448495" y="316576"/>
                </a:lnTo>
                <a:lnTo>
                  <a:pt x="449796" y="318336"/>
                </a:lnTo>
                <a:lnTo>
                  <a:pt x="452802" y="327701"/>
                </a:lnTo>
                <a:lnTo>
                  <a:pt x="454281" y="330129"/>
                </a:lnTo>
                <a:lnTo>
                  <a:pt x="455997" y="331435"/>
                </a:lnTo>
                <a:lnTo>
                  <a:pt x="459193" y="331491"/>
                </a:lnTo>
                <a:lnTo>
                  <a:pt x="461127" y="330283"/>
                </a:lnTo>
                <a:lnTo>
                  <a:pt x="462013" y="328427"/>
                </a:lnTo>
                <a:lnTo>
                  <a:pt x="463610" y="322065"/>
                </a:lnTo>
                <a:lnTo>
                  <a:pt x="464843" y="320335"/>
                </a:lnTo>
                <a:lnTo>
                  <a:pt x="466329" y="319582"/>
                </a:lnTo>
                <a:lnTo>
                  <a:pt x="467435" y="319837"/>
                </a:lnTo>
                <a:lnTo>
                  <a:pt x="467835" y="320601"/>
                </a:lnTo>
                <a:lnTo>
                  <a:pt x="467534" y="329177"/>
                </a:lnTo>
                <a:lnTo>
                  <a:pt x="468643" y="330334"/>
                </a:lnTo>
                <a:lnTo>
                  <a:pt x="470337" y="331462"/>
                </a:lnTo>
                <a:lnTo>
                  <a:pt x="472403" y="331913"/>
                </a:lnTo>
                <a:lnTo>
                  <a:pt x="475421" y="331390"/>
                </a:lnTo>
                <a:lnTo>
                  <a:pt x="476860" y="330283"/>
                </a:lnTo>
                <a:lnTo>
                  <a:pt x="477370" y="329078"/>
                </a:lnTo>
                <a:lnTo>
                  <a:pt x="477606" y="326079"/>
                </a:lnTo>
                <a:lnTo>
                  <a:pt x="477803" y="308452"/>
                </a:lnTo>
                <a:lnTo>
                  <a:pt x="477492" y="299273"/>
                </a:lnTo>
                <a:lnTo>
                  <a:pt x="476648" y="296578"/>
                </a:lnTo>
                <a:lnTo>
                  <a:pt x="474940" y="295504"/>
                </a:lnTo>
                <a:lnTo>
                  <a:pt x="469767" y="294993"/>
                </a:lnTo>
                <a:lnTo>
                  <a:pt x="467490" y="295610"/>
                </a:lnTo>
                <a:lnTo>
                  <a:pt x="464932" y="297118"/>
                </a:lnTo>
                <a:lnTo>
                  <a:pt x="463354" y="299726"/>
                </a:lnTo>
                <a:lnTo>
                  <a:pt x="460856" y="308963"/>
                </a:lnTo>
                <a:lnTo>
                  <a:pt x="459782" y="310509"/>
                </a:lnTo>
                <a:lnTo>
                  <a:pt x="457409" y="311868"/>
                </a:lnTo>
                <a:lnTo>
                  <a:pt x="455814" y="309583"/>
                </a:lnTo>
                <a:lnTo>
                  <a:pt x="452829" y="299718"/>
                </a:lnTo>
                <a:lnTo>
                  <a:pt x="450884" y="296662"/>
                </a:lnTo>
                <a:lnTo>
                  <a:pt x="449828" y="295802"/>
                </a:lnTo>
                <a:lnTo>
                  <a:pt x="447179" y="295153"/>
                </a:lnTo>
                <a:lnTo>
                  <a:pt x="443859" y="294973"/>
                </a:lnTo>
                <a:lnTo>
                  <a:pt x="441257" y="295379"/>
                </a:lnTo>
                <a:close/>
                <a:moveTo>
                  <a:pt x="505045" y="295282"/>
                </a:moveTo>
                <a:lnTo>
                  <a:pt x="503188" y="295991"/>
                </a:lnTo>
                <a:lnTo>
                  <a:pt x="501429" y="297452"/>
                </a:lnTo>
                <a:lnTo>
                  <a:pt x="501429" y="329949"/>
                </a:lnTo>
                <a:lnTo>
                  <a:pt x="503615" y="331458"/>
                </a:lnTo>
                <a:lnTo>
                  <a:pt x="505831" y="331817"/>
                </a:lnTo>
                <a:lnTo>
                  <a:pt x="509306" y="330978"/>
                </a:lnTo>
                <a:lnTo>
                  <a:pt x="510301" y="329920"/>
                </a:lnTo>
                <a:lnTo>
                  <a:pt x="511035" y="323810"/>
                </a:lnTo>
                <a:lnTo>
                  <a:pt x="511071" y="306082"/>
                </a:lnTo>
                <a:lnTo>
                  <a:pt x="514187" y="303859"/>
                </a:lnTo>
                <a:lnTo>
                  <a:pt x="517472" y="303604"/>
                </a:lnTo>
                <a:lnTo>
                  <a:pt x="519403" y="304071"/>
                </a:lnTo>
                <a:lnTo>
                  <a:pt x="520048" y="304666"/>
                </a:lnTo>
                <a:lnTo>
                  <a:pt x="520831" y="306970"/>
                </a:lnTo>
                <a:lnTo>
                  <a:pt x="520955" y="329515"/>
                </a:lnTo>
                <a:lnTo>
                  <a:pt x="522496" y="331037"/>
                </a:lnTo>
                <a:lnTo>
                  <a:pt x="524270" y="331694"/>
                </a:lnTo>
                <a:lnTo>
                  <a:pt x="527336" y="331611"/>
                </a:lnTo>
                <a:lnTo>
                  <a:pt x="529130" y="330899"/>
                </a:lnTo>
                <a:lnTo>
                  <a:pt x="530309" y="329707"/>
                </a:lnTo>
                <a:lnTo>
                  <a:pt x="530641" y="326571"/>
                </a:lnTo>
                <a:lnTo>
                  <a:pt x="530839" y="298175"/>
                </a:lnTo>
                <a:lnTo>
                  <a:pt x="528667" y="296134"/>
                </a:lnTo>
                <a:lnTo>
                  <a:pt x="526886" y="295331"/>
                </a:lnTo>
                <a:lnTo>
                  <a:pt x="505045" y="295282"/>
                </a:lnTo>
                <a:close/>
                <a:moveTo>
                  <a:pt x="563625" y="295957"/>
                </a:moveTo>
                <a:lnTo>
                  <a:pt x="561185" y="298346"/>
                </a:lnTo>
                <a:lnTo>
                  <a:pt x="559915" y="301027"/>
                </a:lnTo>
                <a:lnTo>
                  <a:pt x="557564" y="309850"/>
                </a:lnTo>
                <a:lnTo>
                  <a:pt x="551710" y="326686"/>
                </a:lnTo>
                <a:lnTo>
                  <a:pt x="551501" y="329805"/>
                </a:lnTo>
                <a:lnTo>
                  <a:pt x="553319" y="331769"/>
                </a:lnTo>
                <a:lnTo>
                  <a:pt x="557118" y="331760"/>
                </a:lnTo>
                <a:lnTo>
                  <a:pt x="558939" y="330304"/>
                </a:lnTo>
                <a:lnTo>
                  <a:pt x="560962" y="326512"/>
                </a:lnTo>
                <a:lnTo>
                  <a:pt x="562323" y="324964"/>
                </a:lnTo>
                <a:lnTo>
                  <a:pt x="564153" y="324159"/>
                </a:lnTo>
                <a:lnTo>
                  <a:pt x="567560" y="323894"/>
                </a:lnTo>
                <a:lnTo>
                  <a:pt x="569561" y="324458"/>
                </a:lnTo>
                <a:lnTo>
                  <a:pt x="570570" y="325296"/>
                </a:lnTo>
                <a:lnTo>
                  <a:pt x="573057" y="329597"/>
                </a:lnTo>
                <a:lnTo>
                  <a:pt x="574648" y="331039"/>
                </a:lnTo>
                <a:lnTo>
                  <a:pt x="577463" y="331877"/>
                </a:lnTo>
                <a:lnTo>
                  <a:pt x="580964" y="331407"/>
                </a:lnTo>
                <a:lnTo>
                  <a:pt x="582043" y="330327"/>
                </a:lnTo>
                <a:lnTo>
                  <a:pt x="582332" y="329274"/>
                </a:lnTo>
                <a:lnTo>
                  <a:pt x="581699" y="324856"/>
                </a:lnTo>
                <a:lnTo>
                  <a:pt x="575411" y="306229"/>
                </a:lnTo>
                <a:lnTo>
                  <a:pt x="573271" y="298604"/>
                </a:lnTo>
                <a:lnTo>
                  <a:pt x="572207" y="296952"/>
                </a:lnTo>
                <a:lnTo>
                  <a:pt x="569881" y="295528"/>
                </a:lnTo>
                <a:lnTo>
                  <a:pt x="565798" y="295013"/>
                </a:lnTo>
                <a:lnTo>
                  <a:pt x="563625" y="295957"/>
                </a:lnTo>
                <a:close/>
                <a:moveTo>
                  <a:pt x="567675" y="312688"/>
                </a:moveTo>
                <a:lnTo>
                  <a:pt x="568200" y="313989"/>
                </a:lnTo>
                <a:lnTo>
                  <a:pt x="567521" y="315022"/>
                </a:lnTo>
                <a:lnTo>
                  <a:pt x="565421" y="315459"/>
                </a:lnTo>
                <a:lnTo>
                  <a:pt x="564352" y="314796"/>
                </a:lnTo>
                <a:lnTo>
                  <a:pt x="564168" y="313137"/>
                </a:lnTo>
                <a:lnTo>
                  <a:pt x="564946" y="312011"/>
                </a:lnTo>
                <a:lnTo>
                  <a:pt x="566266" y="311822"/>
                </a:lnTo>
                <a:lnTo>
                  <a:pt x="567675" y="312688"/>
                </a:lnTo>
                <a:close/>
                <a:moveTo>
                  <a:pt x="606632" y="295379"/>
                </a:moveTo>
                <a:lnTo>
                  <a:pt x="605091" y="296781"/>
                </a:lnTo>
                <a:lnTo>
                  <a:pt x="604355" y="300767"/>
                </a:lnTo>
                <a:lnTo>
                  <a:pt x="604185" y="322627"/>
                </a:lnTo>
                <a:lnTo>
                  <a:pt x="604371" y="329140"/>
                </a:lnTo>
                <a:lnTo>
                  <a:pt x="604729" y="330180"/>
                </a:lnTo>
                <a:lnTo>
                  <a:pt x="606718" y="331592"/>
                </a:lnTo>
                <a:lnTo>
                  <a:pt x="609477" y="331957"/>
                </a:lnTo>
                <a:lnTo>
                  <a:pt x="611240" y="331512"/>
                </a:lnTo>
                <a:lnTo>
                  <a:pt x="613189" y="330093"/>
                </a:lnTo>
                <a:lnTo>
                  <a:pt x="613507" y="321391"/>
                </a:lnTo>
                <a:lnTo>
                  <a:pt x="614021" y="318678"/>
                </a:lnTo>
                <a:lnTo>
                  <a:pt x="615892" y="317237"/>
                </a:lnTo>
                <a:lnTo>
                  <a:pt x="619138" y="316828"/>
                </a:lnTo>
                <a:lnTo>
                  <a:pt x="622214" y="317500"/>
                </a:lnTo>
                <a:lnTo>
                  <a:pt x="623411" y="318522"/>
                </a:lnTo>
                <a:lnTo>
                  <a:pt x="623893" y="329659"/>
                </a:lnTo>
                <a:lnTo>
                  <a:pt x="625691" y="331338"/>
                </a:lnTo>
                <a:lnTo>
                  <a:pt x="627095" y="331879"/>
                </a:lnTo>
                <a:lnTo>
                  <a:pt x="629541" y="331923"/>
                </a:lnTo>
                <a:lnTo>
                  <a:pt x="631680" y="331061"/>
                </a:lnTo>
                <a:lnTo>
                  <a:pt x="633054" y="329515"/>
                </a:lnTo>
                <a:lnTo>
                  <a:pt x="633054" y="298513"/>
                </a:lnTo>
                <a:lnTo>
                  <a:pt x="631897" y="296666"/>
                </a:lnTo>
                <a:lnTo>
                  <a:pt x="630763" y="295561"/>
                </a:lnTo>
                <a:lnTo>
                  <a:pt x="629582" y="295138"/>
                </a:lnTo>
                <a:lnTo>
                  <a:pt x="627460" y="295112"/>
                </a:lnTo>
                <a:lnTo>
                  <a:pt x="625804" y="295871"/>
                </a:lnTo>
                <a:lnTo>
                  <a:pt x="624284" y="298375"/>
                </a:lnTo>
                <a:lnTo>
                  <a:pt x="624053" y="305166"/>
                </a:lnTo>
                <a:lnTo>
                  <a:pt x="623470" y="307124"/>
                </a:lnTo>
                <a:lnTo>
                  <a:pt x="622208" y="308320"/>
                </a:lnTo>
                <a:lnTo>
                  <a:pt x="618872" y="308854"/>
                </a:lnTo>
                <a:lnTo>
                  <a:pt x="615544" y="308423"/>
                </a:lnTo>
                <a:lnTo>
                  <a:pt x="613973" y="307348"/>
                </a:lnTo>
                <a:lnTo>
                  <a:pt x="613364" y="304945"/>
                </a:lnTo>
                <a:lnTo>
                  <a:pt x="613286" y="297693"/>
                </a:lnTo>
                <a:lnTo>
                  <a:pt x="610003" y="295112"/>
                </a:lnTo>
                <a:lnTo>
                  <a:pt x="608420" y="294942"/>
                </a:lnTo>
                <a:lnTo>
                  <a:pt x="606632" y="295379"/>
                </a:lnTo>
                <a:close/>
                <a:moveTo>
                  <a:pt x="659716" y="295861"/>
                </a:moveTo>
                <a:lnTo>
                  <a:pt x="657959" y="297321"/>
                </a:lnTo>
                <a:lnTo>
                  <a:pt x="657578" y="298673"/>
                </a:lnTo>
                <a:lnTo>
                  <a:pt x="657257" y="329177"/>
                </a:lnTo>
                <a:lnTo>
                  <a:pt x="658755" y="330837"/>
                </a:lnTo>
                <a:lnTo>
                  <a:pt x="660623" y="331690"/>
                </a:lnTo>
                <a:lnTo>
                  <a:pt x="662850" y="331923"/>
                </a:lnTo>
                <a:lnTo>
                  <a:pt x="664827" y="331443"/>
                </a:lnTo>
                <a:lnTo>
                  <a:pt x="667430" y="328400"/>
                </a:lnTo>
                <a:lnTo>
                  <a:pt x="671528" y="321632"/>
                </a:lnTo>
                <a:lnTo>
                  <a:pt x="676157" y="316449"/>
                </a:lnTo>
                <a:lnTo>
                  <a:pt x="677500" y="318224"/>
                </a:lnTo>
                <a:lnTo>
                  <a:pt x="677827" y="319402"/>
                </a:lnTo>
                <a:lnTo>
                  <a:pt x="677653" y="327030"/>
                </a:lnTo>
                <a:lnTo>
                  <a:pt x="677989" y="329852"/>
                </a:lnTo>
                <a:lnTo>
                  <a:pt x="679051" y="331056"/>
                </a:lnTo>
                <a:lnTo>
                  <a:pt x="680687" y="331756"/>
                </a:lnTo>
                <a:lnTo>
                  <a:pt x="683498" y="331794"/>
                </a:lnTo>
                <a:lnTo>
                  <a:pt x="685131" y="331101"/>
                </a:lnTo>
                <a:lnTo>
                  <a:pt x="686571" y="329515"/>
                </a:lnTo>
                <a:lnTo>
                  <a:pt x="686571" y="297693"/>
                </a:lnTo>
                <a:lnTo>
                  <a:pt x="683298" y="295048"/>
                </a:lnTo>
                <a:lnTo>
                  <a:pt x="681337" y="294940"/>
                </a:lnTo>
                <a:lnTo>
                  <a:pt x="679320" y="295951"/>
                </a:lnTo>
                <a:lnTo>
                  <a:pt x="676257" y="299529"/>
                </a:lnTo>
                <a:lnTo>
                  <a:pt x="670295" y="308915"/>
                </a:lnTo>
                <a:lnTo>
                  <a:pt x="668510" y="310614"/>
                </a:lnTo>
                <a:lnTo>
                  <a:pt x="667800" y="310304"/>
                </a:lnTo>
                <a:lnTo>
                  <a:pt x="667061" y="308415"/>
                </a:lnTo>
                <a:lnTo>
                  <a:pt x="666636" y="299454"/>
                </a:lnTo>
                <a:lnTo>
                  <a:pt x="665829" y="296488"/>
                </a:lnTo>
                <a:lnTo>
                  <a:pt x="664586" y="295427"/>
                </a:lnTo>
                <a:lnTo>
                  <a:pt x="663096" y="294971"/>
                </a:lnTo>
                <a:lnTo>
                  <a:pt x="661680" y="295007"/>
                </a:lnTo>
                <a:lnTo>
                  <a:pt x="659716" y="295861"/>
                </a:lnTo>
                <a:close/>
                <a:moveTo>
                  <a:pt x="712077" y="296777"/>
                </a:moveTo>
                <a:lnTo>
                  <a:pt x="710679" y="298224"/>
                </a:lnTo>
                <a:lnTo>
                  <a:pt x="710920" y="324693"/>
                </a:lnTo>
                <a:lnTo>
                  <a:pt x="711185" y="329417"/>
                </a:lnTo>
                <a:lnTo>
                  <a:pt x="711743" y="330406"/>
                </a:lnTo>
                <a:lnTo>
                  <a:pt x="713309" y="331344"/>
                </a:lnTo>
                <a:lnTo>
                  <a:pt x="715325" y="331775"/>
                </a:lnTo>
                <a:lnTo>
                  <a:pt x="717382" y="331667"/>
                </a:lnTo>
                <a:lnTo>
                  <a:pt x="719069" y="330991"/>
                </a:lnTo>
                <a:lnTo>
                  <a:pt x="725565" y="320121"/>
                </a:lnTo>
                <a:lnTo>
                  <a:pt x="727391" y="318600"/>
                </a:lnTo>
                <a:lnTo>
                  <a:pt x="729517" y="317658"/>
                </a:lnTo>
                <a:lnTo>
                  <a:pt x="730237" y="317861"/>
                </a:lnTo>
                <a:lnTo>
                  <a:pt x="730597" y="318877"/>
                </a:lnTo>
                <a:lnTo>
                  <a:pt x="731555" y="330431"/>
                </a:lnTo>
                <a:lnTo>
                  <a:pt x="733363" y="331543"/>
                </a:lnTo>
                <a:lnTo>
                  <a:pt x="736120" y="331882"/>
                </a:lnTo>
                <a:lnTo>
                  <a:pt x="738696" y="331377"/>
                </a:lnTo>
                <a:lnTo>
                  <a:pt x="740571" y="330045"/>
                </a:lnTo>
                <a:lnTo>
                  <a:pt x="740432" y="301937"/>
                </a:lnTo>
                <a:lnTo>
                  <a:pt x="739509" y="296622"/>
                </a:lnTo>
                <a:lnTo>
                  <a:pt x="738084" y="295540"/>
                </a:lnTo>
                <a:lnTo>
                  <a:pt x="735750" y="295379"/>
                </a:lnTo>
                <a:lnTo>
                  <a:pt x="734304" y="295622"/>
                </a:lnTo>
                <a:lnTo>
                  <a:pt x="732194" y="296837"/>
                </a:lnTo>
                <a:lnTo>
                  <a:pt x="730267" y="298964"/>
                </a:lnTo>
                <a:lnTo>
                  <a:pt x="723938" y="309216"/>
                </a:lnTo>
                <a:lnTo>
                  <a:pt x="722262" y="310289"/>
                </a:lnTo>
                <a:lnTo>
                  <a:pt x="721296" y="310000"/>
                </a:lnTo>
                <a:lnTo>
                  <a:pt x="720661" y="308831"/>
                </a:lnTo>
                <a:lnTo>
                  <a:pt x="720321" y="297741"/>
                </a:lnTo>
                <a:lnTo>
                  <a:pt x="718538" y="296105"/>
                </a:lnTo>
                <a:lnTo>
                  <a:pt x="716423" y="295340"/>
                </a:lnTo>
                <a:lnTo>
                  <a:pt x="714111" y="295569"/>
                </a:lnTo>
                <a:lnTo>
                  <a:pt x="712077" y="296777"/>
                </a:lnTo>
                <a:close/>
                <a:moveTo>
                  <a:pt x="952039" y="298320"/>
                </a:moveTo>
                <a:lnTo>
                  <a:pt x="951702" y="300249"/>
                </a:lnTo>
                <a:lnTo>
                  <a:pt x="954512" y="306484"/>
                </a:lnTo>
                <a:lnTo>
                  <a:pt x="953908" y="307749"/>
                </a:lnTo>
                <a:lnTo>
                  <a:pt x="950526" y="308599"/>
                </a:lnTo>
                <a:lnTo>
                  <a:pt x="941771" y="307873"/>
                </a:lnTo>
                <a:lnTo>
                  <a:pt x="936673" y="308532"/>
                </a:lnTo>
                <a:lnTo>
                  <a:pt x="933621" y="310201"/>
                </a:lnTo>
                <a:lnTo>
                  <a:pt x="933176" y="312428"/>
                </a:lnTo>
                <a:lnTo>
                  <a:pt x="934217" y="314684"/>
                </a:lnTo>
                <a:lnTo>
                  <a:pt x="936527" y="316120"/>
                </a:lnTo>
                <a:lnTo>
                  <a:pt x="941879" y="317702"/>
                </a:lnTo>
                <a:lnTo>
                  <a:pt x="948194" y="318410"/>
                </a:lnTo>
                <a:lnTo>
                  <a:pt x="949882" y="319046"/>
                </a:lnTo>
                <a:lnTo>
                  <a:pt x="951710" y="320649"/>
                </a:lnTo>
                <a:lnTo>
                  <a:pt x="955237" y="328258"/>
                </a:lnTo>
                <a:lnTo>
                  <a:pt x="960063" y="341840"/>
                </a:lnTo>
                <a:lnTo>
                  <a:pt x="966865" y="351696"/>
                </a:lnTo>
                <a:lnTo>
                  <a:pt x="971351" y="362236"/>
                </a:lnTo>
                <a:lnTo>
                  <a:pt x="972331" y="368231"/>
                </a:lnTo>
                <a:lnTo>
                  <a:pt x="972673" y="388370"/>
                </a:lnTo>
                <a:lnTo>
                  <a:pt x="974073" y="395327"/>
                </a:lnTo>
                <a:lnTo>
                  <a:pt x="972452" y="405573"/>
                </a:lnTo>
                <a:lnTo>
                  <a:pt x="970429" y="428035"/>
                </a:lnTo>
                <a:lnTo>
                  <a:pt x="969435" y="432623"/>
                </a:lnTo>
                <a:lnTo>
                  <a:pt x="967187" y="438068"/>
                </a:lnTo>
                <a:lnTo>
                  <a:pt x="965715" y="440326"/>
                </a:lnTo>
                <a:lnTo>
                  <a:pt x="963695" y="442047"/>
                </a:lnTo>
                <a:lnTo>
                  <a:pt x="961154" y="443212"/>
                </a:lnTo>
                <a:lnTo>
                  <a:pt x="958120" y="443804"/>
                </a:lnTo>
                <a:lnTo>
                  <a:pt x="953775" y="443879"/>
                </a:lnTo>
                <a:lnTo>
                  <a:pt x="948983" y="437837"/>
                </a:lnTo>
                <a:lnTo>
                  <a:pt x="949025" y="436694"/>
                </a:lnTo>
                <a:lnTo>
                  <a:pt x="949858" y="435809"/>
                </a:lnTo>
                <a:lnTo>
                  <a:pt x="955627" y="434734"/>
                </a:lnTo>
                <a:lnTo>
                  <a:pt x="957373" y="433873"/>
                </a:lnTo>
                <a:lnTo>
                  <a:pt x="958307" y="432693"/>
                </a:lnTo>
                <a:lnTo>
                  <a:pt x="958452" y="410370"/>
                </a:lnTo>
                <a:lnTo>
                  <a:pt x="955903" y="403724"/>
                </a:lnTo>
                <a:lnTo>
                  <a:pt x="954493" y="394445"/>
                </a:lnTo>
                <a:lnTo>
                  <a:pt x="953276" y="390689"/>
                </a:lnTo>
                <a:lnTo>
                  <a:pt x="950109" y="385758"/>
                </a:lnTo>
                <a:lnTo>
                  <a:pt x="943794" y="380241"/>
                </a:lnTo>
                <a:lnTo>
                  <a:pt x="940859" y="378942"/>
                </a:lnTo>
                <a:lnTo>
                  <a:pt x="938632" y="379626"/>
                </a:lnTo>
                <a:lnTo>
                  <a:pt x="928242" y="395003"/>
                </a:lnTo>
                <a:lnTo>
                  <a:pt x="925921" y="397095"/>
                </a:lnTo>
                <a:lnTo>
                  <a:pt x="923591" y="397292"/>
                </a:lnTo>
                <a:lnTo>
                  <a:pt x="919775" y="394537"/>
                </a:lnTo>
                <a:lnTo>
                  <a:pt x="917861" y="393670"/>
                </a:lnTo>
                <a:lnTo>
                  <a:pt x="916169" y="393753"/>
                </a:lnTo>
                <a:lnTo>
                  <a:pt x="914480" y="395086"/>
                </a:lnTo>
                <a:lnTo>
                  <a:pt x="918386" y="407604"/>
                </a:lnTo>
                <a:lnTo>
                  <a:pt x="919844" y="408686"/>
                </a:lnTo>
                <a:lnTo>
                  <a:pt x="923549" y="409385"/>
                </a:lnTo>
                <a:lnTo>
                  <a:pt x="926904" y="408908"/>
                </a:lnTo>
                <a:lnTo>
                  <a:pt x="929600" y="407322"/>
                </a:lnTo>
                <a:lnTo>
                  <a:pt x="934356" y="402835"/>
                </a:lnTo>
                <a:lnTo>
                  <a:pt x="941963" y="394598"/>
                </a:lnTo>
                <a:lnTo>
                  <a:pt x="943011" y="394569"/>
                </a:lnTo>
                <a:lnTo>
                  <a:pt x="943999" y="395729"/>
                </a:lnTo>
                <a:lnTo>
                  <a:pt x="944458" y="397995"/>
                </a:lnTo>
                <a:lnTo>
                  <a:pt x="944518" y="404488"/>
                </a:lnTo>
                <a:lnTo>
                  <a:pt x="948134" y="410852"/>
                </a:lnTo>
                <a:lnTo>
                  <a:pt x="948471" y="422134"/>
                </a:lnTo>
                <a:lnTo>
                  <a:pt x="946129" y="424197"/>
                </a:lnTo>
                <a:lnTo>
                  <a:pt x="941421" y="425018"/>
                </a:lnTo>
                <a:lnTo>
                  <a:pt x="939388" y="426478"/>
                </a:lnTo>
                <a:lnTo>
                  <a:pt x="936056" y="432313"/>
                </a:lnTo>
                <a:lnTo>
                  <a:pt x="934967" y="435013"/>
                </a:lnTo>
                <a:lnTo>
                  <a:pt x="934718" y="436954"/>
                </a:lnTo>
                <a:lnTo>
                  <a:pt x="936031" y="439534"/>
                </a:lnTo>
                <a:lnTo>
                  <a:pt x="942905" y="447489"/>
                </a:lnTo>
                <a:lnTo>
                  <a:pt x="944845" y="452017"/>
                </a:lnTo>
                <a:lnTo>
                  <a:pt x="944393" y="454696"/>
                </a:lnTo>
                <a:lnTo>
                  <a:pt x="939622" y="460715"/>
                </a:lnTo>
                <a:lnTo>
                  <a:pt x="939576" y="462815"/>
                </a:lnTo>
                <a:lnTo>
                  <a:pt x="942042" y="465387"/>
                </a:lnTo>
                <a:lnTo>
                  <a:pt x="944263" y="466301"/>
                </a:lnTo>
                <a:lnTo>
                  <a:pt x="948117" y="466942"/>
                </a:lnTo>
                <a:lnTo>
                  <a:pt x="951345" y="466547"/>
                </a:lnTo>
                <a:lnTo>
                  <a:pt x="952596" y="465652"/>
                </a:lnTo>
                <a:lnTo>
                  <a:pt x="955254" y="462037"/>
                </a:lnTo>
                <a:lnTo>
                  <a:pt x="957376" y="456899"/>
                </a:lnTo>
                <a:lnTo>
                  <a:pt x="959766" y="454595"/>
                </a:lnTo>
                <a:lnTo>
                  <a:pt x="963587" y="452993"/>
                </a:lnTo>
                <a:lnTo>
                  <a:pt x="970373" y="451344"/>
                </a:lnTo>
                <a:lnTo>
                  <a:pt x="974342" y="445898"/>
                </a:lnTo>
                <a:lnTo>
                  <a:pt x="978798" y="438624"/>
                </a:lnTo>
                <a:lnTo>
                  <a:pt x="981818" y="417633"/>
                </a:lnTo>
                <a:lnTo>
                  <a:pt x="983030" y="402124"/>
                </a:lnTo>
                <a:lnTo>
                  <a:pt x="982848" y="361674"/>
                </a:lnTo>
                <a:lnTo>
                  <a:pt x="977767" y="350301"/>
                </a:lnTo>
                <a:lnTo>
                  <a:pt x="974933" y="345720"/>
                </a:lnTo>
                <a:lnTo>
                  <a:pt x="972127" y="342237"/>
                </a:lnTo>
                <a:lnTo>
                  <a:pt x="968186" y="335286"/>
                </a:lnTo>
                <a:lnTo>
                  <a:pt x="967720" y="333377"/>
                </a:lnTo>
                <a:lnTo>
                  <a:pt x="968195" y="330669"/>
                </a:lnTo>
                <a:lnTo>
                  <a:pt x="969177" y="330235"/>
                </a:lnTo>
                <a:lnTo>
                  <a:pt x="971719" y="332137"/>
                </a:lnTo>
                <a:lnTo>
                  <a:pt x="980672" y="343931"/>
                </a:lnTo>
                <a:lnTo>
                  <a:pt x="985130" y="350555"/>
                </a:lnTo>
                <a:lnTo>
                  <a:pt x="988240" y="354028"/>
                </a:lnTo>
                <a:lnTo>
                  <a:pt x="990951" y="356331"/>
                </a:lnTo>
                <a:lnTo>
                  <a:pt x="993265" y="360060"/>
                </a:lnTo>
                <a:lnTo>
                  <a:pt x="995450" y="365096"/>
                </a:lnTo>
                <a:lnTo>
                  <a:pt x="997891" y="369372"/>
                </a:lnTo>
                <a:lnTo>
                  <a:pt x="1000941" y="373245"/>
                </a:lnTo>
                <a:lnTo>
                  <a:pt x="1004257" y="376331"/>
                </a:lnTo>
                <a:lnTo>
                  <a:pt x="1007496" y="378247"/>
                </a:lnTo>
                <a:lnTo>
                  <a:pt x="1008980" y="378645"/>
                </a:lnTo>
                <a:lnTo>
                  <a:pt x="1011563" y="378289"/>
                </a:lnTo>
                <a:lnTo>
                  <a:pt x="1012979" y="376240"/>
                </a:lnTo>
                <a:lnTo>
                  <a:pt x="1013609" y="371943"/>
                </a:lnTo>
                <a:lnTo>
                  <a:pt x="1016405" y="370864"/>
                </a:lnTo>
                <a:lnTo>
                  <a:pt x="1019815" y="370272"/>
                </a:lnTo>
                <a:lnTo>
                  <a:pt x="1020751" y="368779"/>
                </a:lnTo>
                <a:lnTo>
                  <a:pt x="1019877" y="366440"/>
                </a:lnTo>
                <a:lnTo>
                  <a:pt x="1016771" y="363313"/>
                </a:lnTo>
                <a:lnTo>
                  <a:pt x="1004080" y="357046"/>
                </a:lnTo>
                <a:lnTo>
                  <a:pt x="1001547" y="355065"/>
                </a:lnTo>
                <a:lnTo>
                  <a:pt x="999645" y="352447"/>
                </a:lnTo>
                <a:lnTo>
                  <a:pt x="998036" y="347016"/>
                </a:lnTo>
                <a:lnTo>
                  <a:pt x="997420" y="342500"/>
                </a:lnTo>
                <a:lnTo>
                  <a:pt x="998207" y="340682"/>
                </a:lnTo>
                <a:lnTo>
                  <a:pt x="1002592" y="337428"/>
                </a:lnTo>
                <a:lnTo>
                  <a:pt x="1002664" y="334625"/>
                </a:lnTo>
                <a:lnTo>
                  <a:pt x="1001705" y="332775"/>
                </a:lnTo>
                <a:lnTo>
                  <a:pt x="975254" y="314213"/>
                </a:lnTo>
                <a:lnTo>
                  <a:pt x="972896" y="311775"/>
                </a:lnTo>
                <a:lnTo>
                  <a:pt x="968273" y="305690"/>
                </a:lnTo>
                <a:lnTo>
                  <a:pt x="960959" y="298706"/>
                </a:lnTo>
                <a:lnTo>
                  <a:pt x="959050" y="297805"/>
                </a:lnTo>
                <a:lnTo>
                  <a:pt x="955866" y="297211"/>
                </a:lnTo>
                <a:lnTo>
                  <a:pt x="953138" y="297555"/>
                </a:lnTo>
                <a:lnTo>
                  <a:pt x="952039" y="298320"/>
                </a:lnTo>
                <a:close/>
                <a:moveTo>
                  <a:pt x="648241" y="347932"/>
                </a:moveTo>
                <a:lnTo>
                  <a:pt x="642794" y="348762"/>
                </a:lnTo>
                <a:lnTo>
                  <a:pt x="637670" y="350133"/>
                </a:lnTo>
                <a:lnTo>
                  <a:pt x="632905" y="352017"/>
                </a:lnTo>
                <a:lnTo>
                  <a:pt x="628532" y="354385"/>
                </a:lnTo>
                <a:lnTo>
                  <a:pt x="624586" y="357208"/>
                </a:lnTo>
                <a:lnTo>
                  <a:pt x="621101" y="360457"/>
                </a:lnTo>
                <a:lnTo>
                  <a:pt x="618113" y="364105"/>
                </a:lnTo>
                <a:lnTo>
                  <a:pt x="615654" y="368122"/>
                </a:lnTo>
                <a:lnTo>
                  <a:pt x="613761" y="372480"/>
                </a:lnTo>
                <a:lnTo>
                  <a:pt x="612466" y="377150"/>
                </a:lnTo>
                <a:lnTo>
                  <a:pt x="611598" y="381441"/>
                </a:lnTo>
                <a:lnTo>
                  <a:pt x="611598" y="451352"/>
                </a:lnTo>
                <a:lnTo>
                  <a:pt x="613317" y="459657"/>
                </a:lnTo>
                <a:lnTo>
                  <a:pt x="616071" y="466314"/>
                </a:lnTo>
                <a:lnTo>
                  <a:pt x="617931" y="469386"/>
                </a:lnTo>
                <a:lnTo>
                  <a:pt x="622509" y="474888"/>
                </a:lnTo>
                <a:lnTo>
                  <a:pt x="628089" y="479361"/>
                </a:lnTo>
                <a:lnTo>
                  <a:pt x="634500" y="482595"/>
                </a:lnTo>
                <a:lnTo>
                  <a:pt x="642274" y="485017"/>
                </a:lnTo>
                <a:lnTo>
                  <a:pt x="657769" y="485634"/>
                </a:lnTo>
                <a:lnTo>
                  <a:pt x="704356" y="485548"/>
                </a:lnTo>
                <a:lnTo>
                  <a:pt x="710843" y="484724"/>
                </a:lnTo>
                <a:lnTo>
                  <a:pt x="720089" y="481248"/>
                </a:lnTo>
                <a:lnTo>
                  <a:pt x="726366" y="477026"/>
                </a:lnTo>
                <a:lnTo>
                  <a:pt x="731603" y="472064"/>
                </a:lnTo>
                <a:lnTo>
                  <a:pt x="736078" y="465049"/>
                </a:lnTo>
                <a:lnTo>
                  <a:pt x="739418" y="454961"/>
                </a:lnTo>
                <a:lnTo>
                  <a:pt x="740071" y="445910"/>
                </a:lnTo>
                <a:lnTo>
                  <a:pt x="740217" y="435217"/>
                </a:lnTo>
                <a:lnTo>
                  <a:pt x="739848" y="378066"/>
                </a:lnTo>
                <a:lnTo>
                  <a:pt x="735483" y="367532"/>
                </a:lnTo>
                <a:lnTo>
                  <a:pt x="732875" y="363548"/>
                </a:lnTo>
                <a:lnTo>
                  <a:pt x="729578" y="359551"/>
                </a:lnTo>
                <a:lnTo>
                  <a:pt x="723745" y="354700"/>
                </a:lnTo>
                <a:lnTo>
                  <a:pt x="717348" y="351338"/>
                </a:lnTo>
                <a:lnTo>
                  <a:pt x="705616" y="347740"/>
                </a:lnTo>
                <a:lnTo>
                  <a:pt x="648241" y="347932"/>
                </a:lnTo>
                <a:close/>
                <a:moveTo>
                  <a:pt x="701566" y="378066"/>
                </a:moveTo>
                <a:lnTo>
                  <a:pt x="704329" y="379657"/>
                </a:lnTo>
                <a:lnTo>
                  <a:pt x="707757" y="383127"/>
                </a:lnTo>
                <a:lnTo>
                  <a:pt x="709184" y="385781"/>
                </a:lnTo>
                <a:lnTo>
                  <a:pt x="709391" y="388140"/>
                </a:lnTo>
                <a:lnTo>
                  <a:pt x="709722" y="408119"/>
                </a:lnTo>
                <a:lnTo>
                  <a:pt x="709511" y="440696"/>
                </a:lnTo>
                <a:lnTo>
                  <a:pt x="709136" y="447881"/>
                </a:lnTo>
                <a:lnTo>
                  <a:pt x="707395" y="450942"/>
                </a:lnTo>
                <a:lnTo>
                  <a:pt x="703977" y="454775"/>
                </a:lnTo>
                <a:lnTo>
                  <a:pt x="695395" y="457427"/>
                </a:lnTo>
                <a:lnTo>
                  <a:pt x="654027" y="457138"/>
                </a:lnTo>
                <a:lnTo>
                  <a:pt x="646795" y="454155"/>
                </a:lnTo>
                <a:lnTo>
                  <a:pt x="644080" y="451198"/>
                </a:lnTo>
                <a:lnTo>
                  <a:pt x="641105" y="445566"/>
                </a:lnTo>
                <a:lnTo>
                  <a:pt x="641202" y="388529"/>
                </a:lnTo>
                <a:lnTo>
                  <a:pt x="644507" y="382038"/>
                </a:lnTo>
                <a:lnTo>
                  <a:pt x="648056" y="378824"/>
                </a:lnTo>
                <a:lnTo>
                  <a:pt x="649880" y="378018"/>
                </a:lnTo>
                <a:lnTo>
                  <a:pt x="651928" y="377747"/>
                </a:lnTo>
                <a:lnTo>
                  <a:pt x="682908" y="377341"/>
                </a:lnTo>
                <a:lnTo>
                  <a:pt x="701566" y="378066"/>
                </a:lnTo>
                <a:close/>
                <a:moveTo>
                  <a:pt x="29266" y="350825"/>
                </a:moveTo>
                <a:lnTo>
                  <a:pt x="1832" y="351066"/>
                </a:lnTo>
                <a:lnTo>
                  <a:pt x="0" y="353332"/>
                </a:lnTo>
                <a:lnTo>
                  <a:pt x="0" y="376765"/>
                </a:lnTo>
                <a:lnTo>
                  <a:pt x="1832" y="379031"/>
                </a:lnTo>
                <a:lnTo>
                  <a:pt x="69959" y="379272"/>
                </a:lnTo>
                <a:lnTo>
                  <a:pt x="74599" y="381245"/>
                </a:lnTo>
                <a:lnTo>
                  <a:pt x="76550" y="382535"/>
                </a:lnTo>
                <a:lnTo>
                  <a:pt x="80036" y="387131"/>
                </a:lnTo>
                <a:lnTo>
                  <a:pt x="79915" y="397647"/>
                </a:lnTo>
                <a:lnTo>
                  <a:pt x="79312" y="400232"/>
                </a:lnTo>
                <a:lnTo>
                  <a:pt x="76999" y="401055"/>
                </a:lnTo>
                <a:lnTo>
                  <a:pt x="73266" y="401318"/>
                </a:lnTo>
                <a:lnTo>
                  <a:pt x="35341" y="401836"/>
                </a:lnTo>
                <a:lnTo>
                  <a:pt x="34423" y="403197"/>
                </a:lnTo>
                <a:lnTo>
                  <a:pt x="33935" y="406477"/>
                </a:lnTo>
                <a:lnTo>
                  <a:pt x="33875" y="423531"/>
                </a:lnTo>
                <a:lnTo>
                  <a:pt x="34582" y="428925"/>
                </a:lnTo>
                <a:lnTo>
                  <a:pt x="35250" y="430066"/>
                </a:lnTo>
                <a:lnTo>
                  <a:pt x="36072" y="430463"/>
                </a:lnTo>
                <a:lnTo>
                  <a:pt x="78011" y="430861"/>
                </a:lnTo>
                <a:lnTo>
                  <a:pt x="80277" y="432693"/>
                </a:lnTo>
                <a:lnTo>
                  <a:pt x="79550" y="447009"/>
                </a:lnTo>
                <a:lnTo>
                  <a:pt x="78522" y="448922"/>
                </a:lnTo>
                <a:lnTo>
                  <a:pt x="76084" y="451270"/>
                </a:lnTo>
                <a:lnTo>
                  <a:pt x="70634" y="454245"/>
                </a:lnTo>
                <a:lnTo>
                  <a:pt x="2025" y="454727"/>
                </a:lnTo>
                <a:lnTo>
                  <a:pt x="0" y="456559"/>
                </a:lnTo>
                <a:lnTo>
                  <a:pt x="0" y="480907"/>
                </a:lnTo>
                <a:lnTo>
                  <a:pt x="1832" y="483174"/>
                </a:lnTo>
                <a:lnTo>
                  <a:pt x="68296" y="483210"/>
                </a:lnTo>
                <a:lnTo>
                  <a:pt x="77628" y="482610"/>
                </a:lnTo>
                <a:lnTo>
                  <a:pt x="84714" y="481646"/>
                </a:lnTo>
                <a:lnTo>
                  <a:pt x="89438" y="480275"/>
                </a:lnTo>
                <a:lnTo>
                  <a:pt x="95899" y="477539"/>
                </a:lnTo>
                <a:lnTo>
                  <a:pt x="101748" y="472575"/>
                </a:lnTo>
                <a:lnTo>
                  <a:pt x="105541" y="467039"/>
                </a:lnTo>
                <a:lnTo>
                  <a:pt x="107538" y="462347"/>
                </a:lnTo>
                <a:lnTo>
                  <a:pt x="109850" y="454768"/>
                </a:lnTo>
                <a:lnTo>
                  <a:pt x="110438" y="450441"/>
                </a:lnTo>
                <a:lnTo>
                  <a:pt x="111158" y="427596"/>
                </a:lnTo>
                <a:lnTo>
                  <a:pt x="110640" y="387299"/>
                </a:lnTo>
                <a:lnTo>
                  <a:pt x="109783" y="378229"/>
                </a:lnTo>
                <a:lnTo>
                  <a:pt x="106276" y="367275"/>
                </a:lnTo>
                <a:lnTo>
                  <a:pt x="103724" y="363007"/>
                </a:lnTo>
                <a:lnTo>
                  <a:pt x="102112" y="361107"/>
                </a:lnTo>
                <a:lnTo>
                  <a:pt x="98204" y="357766"/>
                </a:lnTo>
                <a:lnTo>
                  <a:pt x="93368" y="355019"/>
                </a:lnTo>
                <a:lnTo>
                  <a:pt x="85591" y="352246"/>
                </a:lnTo>
                <a:lnTo>
                  <a:pt x="79310" y="351252"/>
                </a:lnTo>
                <a:lnTo>
                  <a:pt x="69398" y="350763"/>
                </a:lnTo>
                <a:lnTo>
                  <a:pt x="29266" y="350825"/>
                </a:lnTo>
                <a:close/>
                <a:moveTo>
                  <a:pt x="220002" y="350729"/>
                </a:moveTo>
                <a:lnTo>
                  <a:pt x="216985" y="351231"/>
                </a:lnTo>
                <a:lnTo>
                  <a:pt x="216386" y="351645"/>
                </a:lnTo>
                <a:lnTo>
                  <a:pt x="216129" y="352606"/>
                </a:lnTo>
                <a:lnTo>
                  <a:pt x="215277" y="397979"/>
                </a:lnTo>
                <a:lnTo>
                  <a:pt x="213445" y="400004"/>
                </a:lnTo>
                <a:lnTo>
                  <a:pt x="170408" y="399954"/>
                </a:lnTo>
                <a:lnTo>
                  <a:pt x="155250" y="399522"/>
                </a:lnTo>
                <a:lnTo>
                  <a:pt x="154068" y="397769"/>
                </a:lnTo>
                <a:lnTo>
                  <a:pt x="153500" y="392218"/>
                </a:lnTo>
                <a:lnTo>
                  <a:pt x="153321" y="352320"/>
                </a:lnTo>
                <a:lnTo>
                  <a:pt x="151494" y="351257"/>
                </a:lnTo>
                <a:lnTo>
                  <a:pt x="148964" y="350958"/>
                </a:lnTo>
                <a:lnTo>
                  <a:pt x="124875" y="350825"/>
                </a:lnTo>
                <a:lnTo>
                  <a:pt x="122946" y="352754"/>
                </a:lnTo>
                <a:lnTo>
                  <a:pt x="122946" y="481004"/>
                </a:lnTo>
                <a:lnTo>
                  <a:pt x="124310" y="482292"/>
                </a:lnTo>
                <a:lnTo>
                  <a:pt x="126586" y="483051"/>
                </a:lnTo>
                <a:lnTo>
                  <a:pt x="129417" y="483298"/>
                </a:lnTo>
                <a:lnTo>
                  <a:pt x="151345" y="483174"/>
                </a:lnTo>
                <a:lnTo>
                  <a:pt x="153418" y="481100"/>
                </a:lnTo>
                <a:lnTo>
                  <a:pt x="153396" y="440774"/>
                </a:lnTo>
                <a:lnTo>
                  <a:pt x="154039" y="431263"/>
                </a:lnTo>
                <a:lnTo>
                  <a:pt x="154761" y="429772"/>
                </a:lnTo>
                <a:lnTo>
                  <a:pt x="155718" y="429331"/>
                </a:lnTo>
                <a:lnTo>
                  <a:pt x="166581" y="429019"/>
                </a:lnTo>
                <a:lnTo>
                  <a:pt x="213541" y="428932"/>
                </a:lnTo>
                <a:lnTo>
                  <a:pt x="215518" y="431488"/>
                </a:lnTo>
                <a:lnTo>
                  <a:pt x="215518" y="481052"/>
                </a:lnTo>
                <a:lnTo>
                  <a:pt x="217929" y="483463"/>
                </a:lnTo>
                <a:lnTo>
                  <a:pt x="243434" y="483174"/>
                </a:lnTo>
                <a:lnTo>
                  <a:pt x="245604" y="481004"/>
                </a:lnTo>
                <a:lnTo>
                  <a:pt x="245411" y="353236"/>
                </a:lnTo>
                <a:lnTo>
                  <a:pt x="244117" y="351601"/>
                </a:lnTo>
                <a:lnTo>
                  <a:pt x="241619" y="351170"/>
                </a:lnTo>
                <a:lnTo>
                  <a:pt x="220002" y="350729"/>
                </a:lnTo>
                <a:close/>
                <a:moveTo>
                  <a:pt x="288080" y="351356"/>
                </a:moveTo>
                <a:lnTo>
                  <a:pt x="282940" y="352596"/>
                </a:lnTo>
                <a:lnTo>
                  <a:pt x="275966" y="355208"/>
                </a:lnTo>
                <a:lnTo>
                  <a:pt x="272314" y="357238"/>
                </a:lnTo>
                <a:lnTo>
                  <a:pt x="269012" y="360147"/>
                </a:lnTo>
                <a:lnTo>
                  <a:pt x="266194" y="363561"/>
                </a:lnTo>
                <a:lnTo>
                  <a:pt x="262969" y="369466"/>
                </a:lnTo>
                <a:lnTo>
                  <a:pt x="261552" y="373817"/>
                </a:lnTo>
                <a:lnTo>
                  <a:pt x="259875" y="382116"/>
                </a:lnTo>
                <a:lnTo>
                  <a:pt x="259466" y="400248"/>
                </a:lnTo>
                <a:lnTo>
                  <a:pt x="259634" y="451352"/>
                </a:lnTo>
                <a:lnTo>
                  <a:pt x="261816" y="460716"/>
                </a:lnTo>
                <a:lnTo>
                  <a:pt x="265146" y="468552"/>
                </a:lnTo>
                <a:lnTo>
                  <a:pt x="268274" y="472693"/>
                </a:lnTo>
                <a:lnTo>
                  <a:pt x="274511" y="477535"/>
                </a:lnTo>
                <a:lnTo>
                  <a:pt x="281993" y="480878"/>
                </a:lnTo>
                <a:lnTo>
                  <a:pt x="287663" y="482153"/>
                </a:lnTo>
                <a:lnTo>
                  <a:pt x="296313" y="482840"/>
                </a:lnTo>
                <a:lnTo>
                  <a:pt x="310209" y="483120"/>
                </a:lnTo>
                <a:lnTo>
                  <a:pt x="367489" y="483174"/>
                </a:lnTo>
                <a:lnTo>
                  <a:pt x="369321" y="480907"/>
                </a:lnTo>
                <a:lnTo>
                  <a:pt x="369243" y="459994"/>
                </a:lnTo>
                <a:lnTo>
                  <a:pt x="368984" y="456999"/>
                </a:lnTo>
                <a:lnTo>
                  <a:pt x="367995" y="455140"/>
                </a:lnTo>
                <a:lnTo>
                  <a:pt x="366162" y="454684"/>
                </a:lnTo>
                <a:lnTo>
                  <a:pt x="359752" y="454560"/>
                </a:lnTo>
                <a:lnTo>
                  <a:pt x="299652" y="454245"/>
                </a:lnTo>
                <a:lnTo>
                  <a:pt x="294909" y="451901"/>
                </a:lnTo>
                <a:lnTo>
                  <a:pt x="291577" y="448897"/>
                </a:lnTo>
                <a:lnTo>
                  <a:pt x="289806" y="444491"/>
                </a:lnTo>
                <a:lnTo>
                  <a:pt x="289286" y="438045"/>
                </a:lnTo>
                <a:lnTo>
                  <a:pt x="289546" y="433175"/>
                </a:lnTo>
                <a:lnTo>
                  <a:pt x="291311" y="431102"/>
                </a:lnTo>
                <a:lnTo>
                  <a:pt x="367441" y="430234"/>
                </a:lnTo>
                <a:lnTo>
                  <a:pt x="368570" y="428989"/>
                </a:lnTo>
                <a:lnTo>
                  <a:pt x="368996" y="427136"/>
                </a:lnTo>
                <a:lnTo>
                  <a:pt x="369321" y="415722"/>
                </a:lnTo>
                <a:lnTo>
                  <a:pt x="369321" y="403957"/>
                </a:lnTo>
                <a:lnTo>
                  <a:pt x="367489" y="401691"/>
                </a:lnTo>
                <a:lnTo>
                  <a:pt x="291229" y="400849"/>
                </a:lnTo>
                <a:lnTo>
                  <a:pt x="290254" y="400571"/>
                </a:lnTo>
                <a:lnTo>
                  <a:pt x="289750" y="399928"/>
                </a:lnTo>
                <a:lnTo>
                  <a:pt x="289299" y="396122"/>
                </a:lnTo>
                <a:lnTo>
                  <a:pt x="289792" y="388945"/>
                </a:lnTo>
                <a:lnTo>
                  <a:pt x="292207" y="383837"/>
                </a:lnTo>
                <a:lnTo>
                  <a:pt x="293649" y="382159"/>
                </a:lnTo>
                <a:lnTo>
                  <a:pt x="294911" y="381390"/>
                </a:lnTo>
                <a:lnTo>
                  <a:pt x="300809" y="379272"/>
                </a:lnTo>
                <a:lnTo>
                  <a:pt x="366766" y="379272"/>
                </a:lnTo>
                <a:lnTo>
                  <a:pt x="369321" y="377295"/>
                </a:lnTo>
                <a:lnTo>
                  <a:pt x="369321" y="352320"/>
                </a:lnTo>
                <a:lnTo>
                  <a:pt x="367052" y="351258"/>
                </a:lnTo>
                <a:lnTo>
                  <a:pt x="357110" y="350913"/>
                </a:lnTo>
                <a:lnTo>
                  <a:pt x="288080" y="351356"/>
                </a:lnTo>
                <a:close/>
                <a:moveTo>
                  <a:pt x="385570" y="351693"/>
                </a:moveTo>
                <a:lnTo>
                  <a:pt x="384750" y="352609"/>
                </a:lnTo>
                <a:lnTo>
                  <a:pt x="384750" y="481052"/>
                </a:lnTo>
                <a:lnTo>
                  <a:pt x="387113" y="483415"/>
                </a:lnTo>
                <a:lnTo>
                  <a:pt x="405133" y="483375"/>
                </a:lnTo>
                <a:lnTo>
                  <a:pt x="411932" y="482863"/>
                </a:lnTo>
                <a:lnTo>
                  <a:pt x="413524" y="482261"/>
                </a:lnTo>
                <a:lnTo>
                  <a:pt x="414546" y="481341"/>
                </a:lnTo>
                <a:lnTo>
                  <a:pt x="414914" y="479524"/>
                </a:lnTo>
                <a:lnTo>
                  <a:pt x="415274" y="440977"/>
                </a:lnTo>
                <a:lnTo>
                  <a:pt x="415684" y="437163"/>
                </a:lnTo>
                <a:lnTo>
                  <a:pt x="416478" y="435448"/>
                </a:lnTo>
                <a:lnTo>
                  <a:pt x="417777" y="434718"/>
                </a:lnTo>
                <a:lnTo>
                  <a:pt x="420759" y="434518"/>
                </a:lnTo>
                <a:lnTo>
                  <a:pt x="458465" y="434238"/>
                </a:lnTo>
                <a:lnTo>
                  <a:pt x="470297" y="433622"/>
                </a:lnTo>
                <a:lnTo>
                  <a:pt x="480890" y="431101"/>
                </a:lnTo>
                <a:lnTo>
                  <a:pt x="484985" y="429315"/>
                </a:lnTo>
                <a:lnTo>
                  <a:pt x="488622" y="427110"/>
                </a:lnTo>
                <a:lnTo>
                  <a:pt x="493172" y="423052"/>
                </a:lnTo>
                <a:lnTo>
                  <a:pt x="496061" y="419100"/>
                </a:lnTo>
                <a:lnTo>
                  <a:pt x="497645" y="415473"/>
                </a:lnTo>
                <a:lnTo>
                  <a:pt x="500079" y="406995"/>
                </a:lnTo>
                <a:lnTo>
                  <a:pt x="500356" y="383525"/>
                </a:lnTo>
                <a:lnTo>
                  <a:pt x="499903" y="377809"/>
                </a:lnTo>
                <a:lnTo>
                  <a:pt x="497071" y="367867"/>
                </a:lnTo>
                <a:lnTo>
                  <a:pt x="495068" y="364149"/>
                </a:lnTo>
                <a:lnTo>
                  <a:pt x="492400" y="360727"/>
                </a:lnTo>
                <a:lnTo>
                  <a:pt x="489259" y="357809"/>
                </a:lnTo>
                <a:lnTo>
                  <a:pt x="485832" y="355601"/>
                </a:lnTo>
                <a:lnTo>
                  <a:pt x="476739" y="352010"/>
                </a:lnTo>
                <a:lnTo>
                  <a:pt x="469366" y="351115"/>
                </a:lnTo>
                <a:lnTo>
                  <a:pt x="451214" y="350844"/>
                </a:lnTo>
                <a:lnTo>
                  <a:pt x="386341" y="350825"/>
                </a:lnTo>
                <a:lnTo>
                  <a:pt x="385570" y="351693"/>
                </a:lnTo>
                <a:close/>
                <a:moveTo>
                  <a:pt x="460205" y="379802"/>
                </a:moveTo>
                <a:lnTo>
                  <a:pt x="464999" y="381664"/>
                </a:lnTo>
                <a:lnTo>
                  <a:pt x="467202" y="383280"/>
                </a:lnTo>
                <a:lnTo>
                  <a:pt x="468717" y="385294"/>
                </a:lnTo>
                <a:lnTo>
                  <a:pt x="469896" y="389252"/>
                </a:lnTo>
                <a:lnTo>
                  <a:pt x="469987" y="393604"/>
                </a:lnTo>
                <a:lnTo>
                  <a:pt x="469192" y="398375"/>
                </a:lnTo>
                <a:lnTo>
                  <a:pt x="467471" y="400921"/>
                </a:lnTo>
                <a:lnTo>
                  <a:pt x="463881" y="403716"/>
                </a:lnTo>
                <a:lnTo>
                  <a:pt x="461952" y="404392"/>
                </a:lnTo>
                <a:lnTo>
                  <a:pt x="455480" y="404687"/>
                </a:lnTo>
                <a:lnTo>
                  <a:pt x="417102" y="404825"/>
                </a:lnTo>
                <a:lnTo>
                  <a:pt x="415125" y="402270"/>
                </a:lnTo>
                <a:lnTo>
                  <a:pt x="415423" y="384060"/>
                </a:lnTo>
                <a:lnTo>
                  <a:pt x="416242" y="380953"/>
                </a:lnTo>
                <a:lnTo>
                  <a:pt x="417825" y="379513"/>
                </a:lnTo>
                <a:lnTo>
                  <a:pt x="438581" y="379133"/>
                </a:lnTo>
                <a:lnTo>
                  <a:pt x="460205" y="379802"/>
                </a:lnTo>
                <a:close/>
                <a:moveTo>
                  <a:pt x="539759" y="351549"/>
                </a:moveTo>
                <a:lnTo>
                  <a:pt x="535238" y="352710"/>
                </a:lnTo>
                <a:lnTo>
                  <a:pt x="528752" y="355089"/>
                </a:lnTo>
                <a:lnTo>
                  <a:pt x="525446" y="357075"/>
                </a:lnTo>
                <a:lnTo>
                  <a:pt x="522155" y="359847"/>
                </a:lnTo>
                <a:lnTo>
                  <a:pt x="519205" y="363088"/>
                </a:lnTo>
                <a:lnTo>
                  <a:pt x="516923" y="366480"/>
                </a:lnTo>
                <a:lnTo>
                  <a:pt x="513245" y="375866"/>
                </a:lnTo>
                <a:lnTo>
                  <a:pt x="512385" y="385775"/>
                </a:lnTo>
                <a:lnTo>
                  <a:pt x="512132" y="398793"/>
                </a:lnTo>
                <a:lnTo>
                  <a:pt x="512036" y="481052"/>
                </a:lnTo>
                <a:lnTo>
                  <a:pt x="514398" y="483415"/>
                </a:lnTo>
                <a:lnTo>
                  <a:pt x="536458" y="483183"/>
                </a:lnTo>
                <a:lnTo>
                  <a:pt x="539941" y="482493"/>
                </a:lnTo>
                <a:lnTo>
                  <a:pt x="541398" y="481100"/>
                </a:lnTo>
                <a:lnTo>
                  <a:pt x="541808" y="469758"/>
                </a:lnTo>
                <a:lnTo>
                  <a:pt x="542206" y="394254"/>
                </a:lnTo>
                <a:lnTo>
                  <a:pt x="542689" y="388623"/>
                </a:lnTo>
                <a:lnTo>
                  <a:pt x="544469" y="383984"/>
                </a:lnTo>
                <a:lnTo>
                  <a:pt x="547719" y="381549"/>
                </a:lnTo>
                <a:lnTo>
                  <a:pt x="553523" y="379583"/>
                </a:lnTo>
                <a:lnTo>
                  <a:pt x="563369" y="379151"/>
                </a:lnTo>
                <a:lnTo>
                  <a:pt x="599400" y="379031"/>
                </a:lnTo>
                <a:lnTo>
                  <a:pt x="601232" y="376765"/>
                </a:lnTo>
                <a:lnTo>
                  <a:pt x="601100" y="354972"/>
                </a:lnTo>
                <a:lnTo>
                  <a:pt x="600800" y="352629"/>
                </a:lnTo>
                <a:lnTo>
                  <a:pt x="599738" y="350825"/>
                </a:lnTo>
                <a:lnTo>
                  <a:pt x="551864" y="350993"/>
                </a:lnTo>
                <a:lnTo>
                  <a:pt x="539759" y="351549"/>
                </a:lnTo>
                <a:close/>
                <a:moveTo>
                  <a:pt x="839170" y="362927"/>
                </a:moveTo>
                <a:lnTo>
                  <a:pt x="835115" y="365348"/>
                </a:lnTo>
                <a:lnTo>
                  <a:pt x="831061" y="366908"/>
                </a:lnTo>
                <a:lnTo>
                  <a:pt x="828117" y="368773"/>
                </a:lnTo>
                <a:lnTo>
                  <a:pt x="819589" y="376421"/>
                </a:lnTo>
                <a:lnTo>
                  <a:pt x="815303" y="379343"/>
                </a:lnTo>
                <a:lnTo>
                  <a:pt x="813750" y="381414"/>
                </a:lnTo>
                <a:lnTo>
                  <a:pt x="813375" y="383129"/>
                </a:lnTo>
                <a:lnTo>
                  <a:pt x="813753" y="383978"/>
                </a:lnTo>
                <a:lnTo>
                  <a:pt x="820208" y="390960"/>
                </a:lnTo>
                <a:lnTo>
                  <a:pt x="821405" y="393464"/>
                </a:lnTo>
                <a:lnTo>
                  <a:pt x="820330" y="400956"/>
                </a:lnTo>
                <a:lnTo>
                  <a:pt x="819785" y="411825"/>
                </a:lnTo>
                <a:lnTo>
                  <a:pt x="819268" y="413748"/>
                </a:lnTo>
                <a:lnTo>
                  <a:pt x="817804" y="416027"/>
                </a:lnTo>
                <a:lnTo>
                  <a:pt x="814966" y="418904"/>
                </a:lnTo>
                <a:lnTo>
                  <a:pt x="807782" y="417313"/>
                </a:lnTo>
                <a:lnTo>
                  <a:pt x="802004" y="419345"/>
                </a:lnTo>
                <a:lnTo>
                  <a:pt x="799652" y="419633"/>
                </a:lnTo>
                <a:lnTo>
                  <a:pt x="791978" y="417535"/>
                </a:lnTo>
                <a:lnTo>
                  <a:pt x="789040" y="417361"/>
                </a:lnTo>
                <a:lnTo>
                  <a:pt x="787779" y="417699"/>
                </a:lnTo>
                <a:lnTo>
                  <a:pt x="785332" y="419354"/>
                </a:lnTo>
                <a:lnTo>
                  <a:pt x="779499" y="426316"/>
                </a:lnTo>
                <a:lnTo>
                  <a:pt x="775133" y="430466"/>
                </a:lnTo>
                <a:lnTo>
                  <a:pt x="770638" y="433231"/>
                </a:lnTo>
                <a:lnTo>
                  <a:pt x="767839" y="434120"/>
                </a:lnTo>
                <a:lnTo>
                  <a:pt x="765343" y="434382"/>
                </a:lnTo>
                <a:lnTo>
                  <a:pt x="762521" y="436268"/>
                </a:lnTo>
                <a:lnTo>
                  <a:pt x="761515" y="438360"/>
                </a:lnTo>
                <a:lnTo>
                  <a:pt x="761381" y="440772"/>
                </a:lnTo>
                <a:lnTo>
                  <a:pt x="762268" y="443204"/>
                </a:lnTo>
                <a:lnTo>
                  <a:pt x="763763" y="444852"/>
                </a:lnTo>
                <a:lnTo>
                  <a:pt x="765680" y="445983"/>
                </a:lnTo>
                <a:lnTo>
                  <a:pt x="767721" y="446523"/>
                </a:lnTo>
                <a:lnTo>
                  <a:pt x="770370" y="446053"/>
                </a:lnTo>
                <a:lnTo>
                  <a:pt x="772289" y="444498"/>
                </a:lnTo>
                <a:lnTo>
                  <a:pt x="783475" y="437792"/>
                </a:lnTo>
                <a:lnTo>
                  <a:pt x="790022" y="430165"/>
                </a:lnTo>
                <a:lnTo>
                  <a:pt x="792106" y="428559"/>
                </a:lnTo>
                <a:lnTo>
                  <a:pt x="793594" y="428507"/>
                </a:lnTo>
                <a:lnTo>
                  <a:pt x="798994" y="430561"/>
                </a:lnTo>
                <a:lnTo>
                  <a:pt x="801888" y="431048"/>
                </a:lnTo>
                <a:lnTo>
                  <a:pt x="804288" y="430585"/>
                </a:lnTo>
                <a:lnTo>
                  <a:pt x="807204" y="428450"/>
                </a:lnTo>
                <a:lnTo>
                  <a:pt x="815663" y="428866"/>
                </a:lnTo>
                <a:lnTo>
                  <a:pt x="818298" y="428629"/>
                </a:lnTo>
                <a:lnTo>
                  <a:pt x="821476" y="427279"/>
                </a:lnTo>
                <a:lnTo>
                  <a:pt x="831356" y="419073"/>
                </a:lnTo>
                <a:lnTo>
                  <a:pt x="832088" y="417543"/>
                </a:lnTo>
                <a:lnTo>
                  <a:pt x="832102" y="416340"/>
                </a:lnTo>
                <a:lnTo>
                  <a:pt x="830086" y="410888"/>
                </a:lnTo>
                <a:lnTo>
                  <a:pt x="829734" y="404914"/>
                </a:lnTo>
                <a:lnTo>
                  <a:pt x="830676" y="400422"/>
                </a:lnTo>
                <a:lnTo>
                  <a:pt x="833006" y="394452"/>
                </a:lnTo>
                <a:lnTo>
                  <a:pt x="833288" y="392043"/>
                </a:lnTo>
                <a:lnTo>
                  <a:pt x="832319" y="388865"/>
                </a:lnTo>
                <a:lnTo>
                  <a:pt x="829533" y="385128"/>
                </a:lnTo>
                <a:lnTo>
                  <a:pt x="828804" y="383225"/>
                </a:lnTo>
                <a:lnTo>
                  <a:pt x="829866" y="381039"/>
                </a:lnTo>
                <a:lnTo>
                  <a:pt x="832667" y="378386"/>
                </a:lnTo>
                <a:lnTo>
                  <a:pt x="841796" y="372915"/>
                </a:lnTo>
                <a:lnTo>
                  <a:pt x="843331" y="371310"/>
                </a:lnTo>
                <a:lnTo>
                  <a:pt x="844290" y="366830"/>
                </a:lnTo>
                <a:lnTo>
                  <a:pt x="844088" y="363843"/>
                </a:lnTo>
                <a:lnTo>
                  <a:pt x="842008" y="362535"/>
                </a:lnTo>
                <a:lnTo>
                  <a:pt x="839170" y="362927"/>
                </a:lnTo>
                <a:close/>
                <a:moveTo>
                  <a:pt x="639948" y="508438"/>
                </a:moveTo>
                <a:lnTo>
                  <a:pt x="620566" y="508727"/>
                </a:lnTo>
                <a:lnTo>
                  <a:pt x="618348" y="510945"/>
                </a:lnTo>
                <a:lnTo>
                  <a:pt x="618244" y="630942"/>
                </a:lnTo>
                <a:lnTo>
                  <a:pt x="618348" y="638520"/>
                </a:lnTo>
                <a:lnTo>
                  <a:pt x="618916" y="639726"/>
                </a:lnTo>
                <a:lnTo>
                  <a:pt x="621362" y="640762"/>
                </a:lnTo>
                <a:lnTo>
                  <a:pt x="624770" y="641059"/>
                </a:lnTo>
                <a:lnTo>
                  <a:pt x="645830" y="641027"/>
                </a:lnTo>
                <a:lnTo>
                  <a:pt x="648000" y="639002"/>
                </a:lnTo>
                <a:lnTo>
                  <a:pt x="648121" y="552433"/>
                </a:lnTo>
                <a:lnTo>
                  <a:pt x="648327" y="542340"/>
                </a:lnTo>
                <a:lnTo>
                  <a:pt x="648905" y="539545"/>
                </a:lnTo>
                <a:lnTo>
                  <a:pt x="650266" y="538427"/>
                </a:lnTo>
                <a:lnTo>
                  <a:pt x="656561" y="538124"/>
                </a:lnTo>
                <a:lnTo>
                  <a:pt x="701134" y="537933"/>
                </a:lnTo>
                <a:lnTo>
                  <a:pt x="708144" y="538447"/>
                </a:lnTo>
                <a:lnTo>
                  <a:pt x="708991" y="539960"/>
                </a:lnTo>
                <a:lnTo>
                  <a:pt x="709266" y="541867"/>
                </a:lnTo>
                <a:lnTo>
                  <a:pt x="709665" y="556123"/>
                </a:lnTo>
                <a:lnTo>
                  <a:pt x="710100" y="639436"/>
                </a:lnTo>
                <a:lnTo>
                  <a:pt x="711443" y="640428"/>
                </a:lnTo>
                <a:lnTo>
                  <a:pt x="714856" y="640915"/>
                </a:lnTo>
                <a:lnTo>
                  <a:pt x="738498" y="641075"/>
                </a:lnTo>
                <a:lnTo>
                  <a:pt x="740137" y="639243"/>
                </a:lnTo>
                <a:lnTo>
                  <a:pt x="740208" y="537616"/>
                </a:lnTo>
                <a:lnTo>
                  <a:pt x="740053" y="514161"/>
                </a:lnTo>
                <a:lnTo>
                  <a:pt x="739698" y="510089"/>
                </a:lnTo>
                <a:lnTo>
                  <a:pt x="737196" y="508854"/>
                </a:lnTo>
                <a:lnTo>
                  <a:pt x="733145" y="508503"/>
                </a:lnTo>
                <a:lnTo>
                  <a:pt x="639948" y="508438"/>
                </a:lnTo>
                <a:close/>
                <a:moveTo>
                  <a:pt x="155732" y="509691"/>
                </a:moveTo>
                <a:lnTo>
                  <a:pt x="146635" y="511681"/>
                </a:lnTo>
                <a:lnTo>
                  <a:pt x="142742" y="513060"/>
                </a:lnTo>
                <a:lnTo>
                  <a:pt x="136175" y="516646"/>
                </a:lnTo>
                <a:lnTo>
                  <a:pt x="133463" y="518880"/>
                </a:lnTo>
                <a:lnTo>
                  <a:pt x="131106" y="521425"/>
                </a:lnTo>
                <a:lnTo>
                  <a:pt x="127386" y="527497"/>
                </a:lnTo>
                <a:lnTo>
                  <a:pt x="124169" y="537449"/>
                </a:lnTo>
                <a:lnTo>
                  <a:pt x="123576" y="543611"/>
                </a:lnTo>
                <a:lnTo>
                  <a:pt x="123278" y="563284"/>
                </a:lnTo>
                <a:lnTo>
                  <a:pt x="123183" y="629608"/>
                </a:lnTo>
                <a:lnTo>
                  <a:pt x="123477" y="640207"/>
                </a:lnTo>
                <a:lnTo>
                  <a:pt x="124111" y="641162"/>
                </a:lnTo>
                <a:lnTo>
                  <a:pt x="125411" y="641755"/>
                </a:lnTo>
                <a:lnTo>
                  <a:pt x="132307" y="642127"/>
                </a:lnTo>
                <a:lnTo>
                  <a:pt x="151538" y="641799"/>
                </a:lnTo>
                <a:lnTo>
                  <a:pt x="153321" y="639388"/>
                </a:lnTo>
                <a:lnTo>
                  <a:pt x="153843" y="550730"/>
                </a:lnTo>
                <a:lnTo>
                  <a:pt x="154141" y="546238"/>
                </a:lnTo>
                <a:lnTo>
                  <a:pt x="156371" y="542652"/>
                </a:lnTo>
                <a:lnTo>
                  <a:pt x="158963" y="540115"/>
                </a:lnTo>
                <a:lnTo>
                  <a:pt x="163467" y="539187"/>
                </a:lnTo>
                <a:lnTo>
                  <a:pt x="175426" y="538517"/>
                </a:lnTo>
                <a:lnTo>
                  <a:pt x="210066" y="538133"/>
                </a:lnTo>
                <a:lnTo>
                  <a:pt x="211422" y="537434"/>
                </a:lnTo>
                <a:lnTo>
                  <a:pt x="212052" y="536087"/>
                </a:lnTo>
                <a:lnTo>
                  <a:pt x="212584" y="529474"/>
                </a:lnTo>
                <a:lnTo>
                  <a:pt x="212625" y="511475"/>
                </a:lnTo>
                <a:lnTo>
                  <a:pt x="210793" y="509209"/>
                </a:lnTo>
                <a:lnTo>
                  <a:pt x="167705" y="509202"/>
                </a:lnTo>
                <a:lnTo>
                  <a:pt x="155732" y="509691"/>
                </a:lnTo>
                <a:close/>
                <a:moveTo>
                  <a:pt x="228680" y="509547"/>
                </a:moveTo>
                <a:lnTo>
                  <a:pt x="227330" y="510849"/>
                </a:lnTo>
                <a:lnTo>
                  <a:pt x="227120" y="519604"/>
                </a:lnTo>
                <a:lnTo>
                  <a:pt x="227798" y="637460"/>
                </a:lnTo>
                <a:lnTo>
                  <a:pt x="228968" y="640558"/>
                </a:lnTo>
                <a:lnTo>
                  <a:pt x="229645" y="641268"/>
                </a:lnTo>
                <a:lnTo>
                  <a:pt x="231035" y="641681"/>
                </a:lnTo>
                <a:lnTo>
                  <a:pt x="255783" y="642059"/>
                </a:lnTo>
                <a:lnTo>
                  <a:pt x="257469" y="640450"/>
                </a:lnTo>
                <a:lnTo>
                  <a:pt x="257852" y="637922"/>
                </a:lnTo>
                <a:lnTo>
                  <a:pt x="258070" y="600426"/>
                </a:lnTo>
                <a:lnTo>
                  <a:pt x="258363" y="596539"/>
                </a:lnTo>
                <a:lnTo>
                  <a:pt x="258923" y="594721"/>
                </a:lnTo>
                <a:lnTo>
                  <a:pt x="259827" y="594018"/>
                </a:lnTo>
                <a:lnTo>
                  <a:pt x="261308" y="593903"/>
                </a:lnTo>
                <a:lnTo>
                  <a:pt x="302407" y="593305"/>
                </a:lnTo>
                <a:lnTo>
                  <a:pt x="312282" y="592731"/>
                </a:lnTo>
                <a:lnTo>
                  <a:pt x="316825" y="591987"/>
                </a:lnTo>
                <a:lnTo>
                  <a:pt x="324011" y="590005"/>
                </a:lnTo>
                <a:lnTo>
                  <a:pt x="328758" y="587937"/>
                </a:lnTo>
                <a:lnTo>
                  <a:pt x="332781" y="585291"/>
                </a:lnTo>
                <a:lnTo>
                  <a:pt x="336139" y="582021"/>
                </a:lnTo>
                <a:lnTo>
                  <a:pt x="338890" y="578079"/>
                </a:lnTo>
                <a:lnTo>
                  <a:pt x="341349" y="572744"/>
                </a:lnTo>
                <a:lnTo>
                  <a:pt x="342169" y="569511"/>
                </a:lnTo>
                <a:lnTo>
                  <a:pt x="342755" y="558710"/>
                </a:lnTo>
                <a:lnTo>
                  <a:pt x="342562" y="532352"/>
                </a:lnTo>
                <a:lnTo>
                  <a:pt x="339042" y="524680"/>
                </a:lnTo>
                <a:lnTo>
                  <a:pt x="337306" y="522060"/>
                </a:lnTo>
                <a:lnTo>
                  <a:pt x="332979" y="517523"/>
                </a:lnTo>
                <a:lnTo>
                  <a:pt x="327534" y="513937"/>
                </a:lnTo>
                <a:lnTo>
                  <a:pt x="324400" y="512506"/>
                </a:lnTo>
                <a:lnTo>
                  <a:pt x="317327" y="510381"/>
                </a:lnTo>
                <a:lnTo>
                  <a:pt x="309625" y="509466"/>
                </a:lnTo>
                <a:lnTo>
                  <a:pt x="292799" y="509144"/>
                </a:lnTo>
                <a:lnTo>
                  <a:pt x="246602" y="509062"/>
                </a:lnTo>
                <a:lnTo>
                  <a:pt x="228680" y="509547"/>
                </a:lnTo>
                <a:close/>
                <a:moveTo>
                  <a:pt x="302593" y="538620"/>
                </a:moveTo>
                <a:lnTo>
                  <a:pt x="306383" y="539715"/>
                </a:lnTo>
                <a:lnTo>
                  <a:pt x="309012" y="541026"/>
                </a:lnTo>
                <a:lnTo>
                  <a:pt x="310776" y="542717"/>
                </a:lnTo>
                <a:lnTo>
                  <a:pt x="312429" y="545466"/>
                </a:lnTo>
                <a:lnTo>
                  <a:pt x="312429" y="557038"/>
                </a:lnTo>
                <a:lnTo>
                  <a:pt x="309879" y="560238"/>
                </a:lnTo>
                <a:lnTo>
                  <a:pt x="305534" y="563209"/>
                </a:lnTo>
                <a:lnTo>
                  <a:pt x="259971" y="563499"/>
                </a:lnTo>
                <a:lnTo>
                  <a:pt x="257946" y="560895"/>
                </a:lnTo>
                <a:lnTo>
                  <a:pt x="258149" y="542498"/>
                </a:lnTo>
                <a:lnTo>
                  <a:pt x="258764" y="539671"/>
                </a:lnTo>
                <a:lnTo>
                  <a:pt x="260020" y="538524"/>
                </a:lnTo>
                <a:lnTo>
                  <a:pt x="288388" y="537918"/>
                </a:lnTo>
                <a:lnTo>
                  <a:pt x="298124" y="538084"/>
                </a:lnTo>
                <a:lnTo>
                  <a:pt x="302593" y="538620"/>
                </a:lnTo>
                <a:close/>
                <a:moveTo>
                  <a:pt x="482095" y="509884"/>
                </a:moveTo>
                <a:lnTo>
                  <a:pt x="480938" y="510800"/>
                </a:lnTo>
                <a:lnTo>
                  <a:pt x="480821" y="619139"/>
                </a:lnTo>
                <a:lnTo>
                  <a:pt x="481004" y="633572"/>
                </a:lnTo>
                <a:lnTo>
                  <a:pt x="481869" y="641074"/>
                </a:lnTo>
                <a:lnTo>
                  <a:pt x="483011" y="641750"/>
                </a:lnTo>
                <a:lnTo>
                  <a:pt x="484990" y="641892"/>
                </a:lnTo>
                <a:lnTo>
                  <a:pt x="504984" y="642104"/>
                </a:lnTo>
                <a:lnTo>
                  <a:pt x="507993" y="641560"/>
                </a:lnTo>
                <a:lnTo>
                  <a:pt x="510348" y="639725"/>
                </a:lnTo>
                <a:lnTo>
                  <a:pt x="510598" y="550531"/>
                </a:lnTo>
                <a:lnTo>
                  <a:pt x="510782" y="540404"/>
                </a:lnTo>
                <a:lnTo>
                  <a:pt x="511439" y="539180"/>
                </a:lnTo>
                <a:lnTo>
                  <a:pt x="515296" y="538210"/>
                </a:lnTo>
                <a:lnTo>
                  <a:pt x="521885" y="537964"/>
                </a:lnTo>
                <a:lnTo>
                  <a:pt x="568929" y="537897"/>
                </a:lnTo>
                <a:lnTo>
                  <a:pt x="571918" y="540597"/>
                </a:lnTo>
                <a:lnTo>
                  <a:pt x="571967" y="613497"/>
                </a:lnTo>
                <a:lnTo>
                  <a:pt x="572400" y="639291"/>
                </a:lnTo>
                <a:lnTo>
                  <a:pt x="575920" y="642040"/>
                </a:lnTo>
                <a:lnTo>
                  <a:pt x="593214" y="641993"/>
                </a:lnTo>
                <a:lnTo>
                  <a:pt x="600158" y="641582"/>
                </a:lnTo>
                <a:lnTo>
                  <a:pt x="602196" y="638954"/>
                </a:lnTo>
                <a:lnTo>
                  <a:pt x="602196" y="511331"/>
                </a:lnTo>
                <a:lnTo>
                  <a:pt x="599834" y="508968"/>
                </a:lnTo>
                <a:lnTo>
                  <a:pt x="483204" y="508968"/>
                </a:lnTo>
                <a:lnTo>
                  <a:pt x="482095" y="509884"/>
                </a:lnTo>
                <a:close/>
                <a:moveTo>
                  <a:pt x="355146" y="511041"/>
                </a:moveTo>
                <a:lnTo>
                  <a:pt x="353816" y="513279"/>
                </a:lnTo>
                <a:lnTo>
                  <a:pt x="353572" y="515731"/>
                </a:lnTo>
                <a:lnTo>
                  <a:pt x="353666" y="556733"/>
                </a:lnTo>
                <a:lnTo>
                  <a:pt x="354098" y="568663"/>
                </a:lnTo>
                <a:lnTo>
                  <a:pt x="355388" y="574098"/>
                </a:lnTo>
                <a:lnTo>
                  <a:pt x="358254" y="578951"/>
                </a:lnTo>
                <a:lnTo>
                  <a:pt x="361049" y="582386"/>
                </a:lnTo>
                <a:lnTo>
                  <a:pt x="364319" y="585340"/>
                </a:lnTo>
                <a:lnTo>
                  <a:pt x="370164" y="588908"/>
                </a:lnTo>
                <a:lnTo>
                  <a:pt x="380461" y="592435"/>
                </a:lnTo>
                <a:lnTo>
                  <a:pt x="391393" y="593346"/>
                </a:lnTo>
                <a:lnTo>
                  <a:pt x="434700" y="594066"/>
                </a:lnTo>
                <a:lnTo>
                  <a:pt x="436641" y="594776"/>
                </a:lnTo>
                <a:lnTo>
                  <a:pt x="437388" y="595778"/>
                </a:lnTo>
                <a:lnTo>
                  <a:pt x="437962" y="600008"/>
                </a:lnTo>
                <a:lnTo>
                  <a:pt x="438027" y="607084"/>
                </a:lnTo>
                <a:lnTo>
                  <a:pt x="433988" y="611699"/>
                </a:lnTo>
                <a:lnTo>
                  <a:pt x="430777" y="613086"/>
                </a:lnTo>
                <a:lnTo>
                  <a:pt x="419506" y="613958"/>
                </a:lnTo>
                <a:lnTo>
                  <a:pt x="370714" y="614208"/>
                </a:lnTo>
                <a:lnTo>
                  <a:pt x="361952" y="614474"/>
                </a:lnTo>
                <a:lnTo>
                  <a:pt x="360729" y="614857"/>
                </a:lnTo>
                <a:lnTo>
                  <a:pt x="359773" y="615848"/>
                </a:lnTo>
                <a:lnTo>
                  <a:pt x="359172" y="617709"/>
                </a:lnTo>
                <a:lnTo>
                  <a:pt x="358768" y="623052"/>
                </a:lnTo>
                <a:lnTo>
                  <a:pt x="358944" y="638745"/>
                </a:lnTo>
                <a:lnTo>
                  <a:pt x="359360" y="641086"/>
                </a:lnTo>
                <a:lnTo>
                  <a:pt x="360091" y="642334"/>
                </a:lnTo>
                <a:lnTo>
                  <a:pt x="361871" y="643064"/>
                </a:lnTo>
                <a:lnTo>
                  <a:pt x="371527" y="643365"/>
                </a:lnTo>
                <a:lnTo>
                  <a:pt x="437545" y="643486"/>
                </a:lnTo>
                <a:lnTo>
                  <a:pt x="450984" y="639346"/>
                </a:lnTo>
                <a:lnTo>
                  <a:pt x="456503" y="636181"/>
                </a:lnTo>
                <a:lnTo>
                  <a:pt x="459773" y="633307"/>
                </a:lnTo>
                <a:lnTo>
                  <a:pt x="463586" y="628534"/>
                </a:lnTo>
                <a:lnTo>
                  <a:pt x="465998" y="623344"/>
                </a:lnTo>
                <a:lnTo>
                  <a:pt x="467293" y="617740"/>
                </a:lnTo>
                <a:lnTo>
                  <a:pt x="467373" y="529513"/>
                </a:lnTo>
                <a:lnTo>
                  <a:pt x="467160" y="517677"/>
                </a:lnTo>
                <a:lnTo>
                  <a:pt x="466215" y="511313"/>
                </a:lnTo>
                <a:lnTo>
                  <a:pt x="463933" y="510268"/>
                </a:lnTo>
                <a:lnTo>
                  <a:pt x="452467" y="509920"/>
                </a:lnTo>
                <a:lnTo>
                  <a:pt x="441093" y="510268"/>
                </a:lnTo>
                <a:lnTo>
                  <a:pt x="440100" y="510463"/>
                </a:lnTo>
                <a:lnTo>
                  <a:pt x="439008" y="511355"/>
                </a:lnTo>
                <a:lnTo>
                  <a:pt x="438123" y="515182"/>
                </a:lnTo>
                <a:lnTo>
                  <a:pt x="437900" y="521123"/>
                </a:lnTo>
                <a:lnTo>
                  <a:pt x="437930" y="562004"/>
                </a:lnTo>
                <a:lnTo>
                  <a:pt x="436590" y="563417"/>
                </a:lnTo>
                <a:lnTo>
                  <a:pt x="433972" y="564310"/>
                </a:lnTo>
                <a:lnTo>
                  <a:pt x="430304" y="564617"/>
                </a:lnTo>
                <a:lnTo>
                  <a:pt x="397334" y="564945"/>
                </a:lnTo>
                <a:lnTo>
                  <a:pt x="390167" y="563186"/>
                </a:lnTo>
                <a:lnTo>
                  <a:pt x="387317" y="561986"/>
                </a:lnTo>
                <a:lnTo>
                  <a:pt x="385176" y="559408"/>
                </a:lnTo>
                <a:lnTo>
                  <a:pt x="383423" y="555038"/>
                </a:lnTo>
                <a:lnTo>
                  <a:pt x="382988" y="550994"/>
                </a:lnTo>
                <a:lnTo>
                  <a:pt x="384310" y="543164"/>
                </a:lnTo>
                <a:lnTo>
                  <a:pt x="384594" y="522332"/>
                </a:lnTo>
                <a:lnTo>
                  <a:pt x="384316" y="515357"/>
                </a:lnTo>
                <a:lnTo>
                  <a:pt x="383361" y="512338"/>
                </a:lnTo>
                <a:lnTo>
                  <a:pt x="380652" y="510174"/>
                </a:lnTo>
                <a:lnTo>
                  <a:pt x="356304" y="509884"/>
                </a:lnTo>
                <a:lnTo>
                  <a:pt x="355146" y="511041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plate"/>
          <p:cNvSpPr/>
          <p:nvPr/>
        </p:nvSpPr>
        <p:spPr>
          <a:xfrm>
            <a:off x="6764253" y="10276252"/>
            <a:ext cx="327747" cy="415747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folio: 25"/>
          <p:cNvSpPr txBox="1"/>
          <p:nvPr/>
        </p:nvSpPr>
        <p:spPr>
          <a:xfrm>
            <a:off x="648000" y="10355540"/>
            <a:ext cx="6336000" cy="1377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75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A39EB0"/>
                </a:solidFill>
                <a:latin typeface="Onest SemiBold"/>
                <a:ea typeface="Onest SemiBold"/>
                <a:cs typeface="Onest SemiBold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3F1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itle: ГРАЖДАНСКОЕ"/>
          <p:cNvSpPr txBox="1"/>
          <p:nvPr/>
        </p:nvSpPr>
        <p:spPr>
          <a:xfrm>
            <a:off x="576000" y="1674521"/>
            <a:ext cx="5448960" cy="8435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916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121">
                <a:solidFill>
                  <a:srgbClr val="2A2440"/>
                </a:solidFill>
                <a:latin typeface="PT Serif"/>
                <a:ea typeface="PT Serif"/>
                <a:cs typeface="PT Serif"/>
              </a:rPr>
              <a:t>ГРАЖДАНСКОЕ</a:t>
            </a:r>
          </a:p>
          <a:p>
            <a:pPr algn="l">
              <a:lnSpc>
                <a:spcPts val="2916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121">
                <a:solidFill>
                  <a:srgbClr val="2A2440"/>
                </a:solidFill>
                <a:latin typeface="PT Serif"/>
                <a:ea typeface="PT Serif"/>
                <a:cs typeface="PT Serif"/>
              </a:rPr>
              <a:t>СТРОИТЕЛЬСТВО</a:t>
            </a:r>
          </a:p>
        </p:txBody>
      </p:sp>
      <p:sp>
        <p:nvSpPr>
          <p:cNvPr id="4" name="body: Строительство кирпичных многоэ"/>
          <p:cNvSpPr txBox="1"/>
          <p:nvPr/>
        </p:nvSpPr>
        <p:spPr>
          <a:xfrm>
            <a:off x="576000" y="2844924"/>
            <a:ext cx="5195520" cy="398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A2440"/>
                </a:solidFill>
                <a:latin typeface="Onest"/>
                <a:ea typeface="Onest"/>
                <a:cs typeface="Onest"/>
              </a:rPr>
              <a:t>Строительство кирпичных многоэтажных жилых домов с индивидуальным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A2440"/>
                </a:solidFill>
                <a:latin typeface="Onest"/>
                <a:ea typeface="Onest"/>
                <a:cs typeface="Onest"/>
              </a:rPr>
              <a:t>отоплением комфорт-класса</a:t>
            </a:r>
          </a:p>
        </p:txBody>
      </p:sp>
      <p:pic>
        <p:nvPicPr>
          <p:cNvPr id="5" name="image" descr="6e11445766044adf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4276800"/>
            <a:ext cx="7560000" cy="2066400"/>
          </a:xfrm>
          <a:prstGeom prst="rect">
            <a:avLst/>
          </a:prstGeom>
        </p:spPr>
      </p:pic>
      <p:sp>
        <p:nvSpPr>
          <p:cNvPr id="6" name="plate"/>
          <p:cNvSpPr/>
          <p:nvPr/>
        </p:nvSpPr>
        <p:spPr>
          <a:xfrm>
            <a:off x="5284000" y="6048956"/>
            <a:ext cx="1735999" cy="294244"/>
          </a:xfrm>
          <a:prstGeom prst="rect">
            <a:avLst/>
          </a:prstGeom>
          <a:solidFill>
            <a:srgbClr val="F3F1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ption: Ввод в эксплуатацию 2023г."/>
          <p:cNvSpPr txBox="1"/>
          <p:nvPr/>
        </p:nvSpPr>
        <p:spPr>
          <a:xfrm>
            <a:off x="576000" y="6127736"/>
            <a:ext cx="6336000" cy="14763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93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60">
                <a:solidFill>
                  <a:srgbClr val="2A2440"/>
                </a:solidFill>
                <a:latin typeface="Onest SemiBold"/>
                <a:ea typeface="Onest SemiBold"/>
                <a:cs typeface="Onest SemiBold"/>
              </a:rPr>
              <a:t>Ввод в эксплуатацию 2023г.</a:t>
            </a:r>
          </a:p>
        </p:txBody>
      </p:sp>
      <p:pic>
        <p:nvPicPr>
          <p:cNvPr id="8" name="image" descr="09fc6f1d8d73032f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6451200"/>
            <a:ext cx="3726000" cy="2066400"/>
          </a:xfrm>
          <a:prstGeom prst="rect">
            <a:avLst/>
          </a:prstGeom>
        </p:spPr>
      </p:pic>
      <p:pic>
        <p:nvPicPr>
          <p:cNvPr id="9" name="image" descr="71f5f447779732c3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834000" y="6451200"/>
            <a:ext cx="3726000" cy="2066400"/>
          </a:xfrm>
          <a:prstGeom prst="rect">
            <a:avLst/>
          </a:prstGeom>
        </p:spPr>
      </p:pic>
      <p:pic>
        <p:nvPicPr>
          <p:cNvPr id="10" name="image" descr="01cf82f56f38d080.jp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0" y="8625600"/>
            <a:ext cx="3726000" cy="2066400"/>
          </a:xfrm>
          <a:prstGeom prst="rect">
            <a:avLst/>
          </a:prstGeom>
        </p:spPr>
      </p:pic>
      <p:pic>
        <p:nvPicPr>
          <p:cNvPr id="11" name="image" descr="4cef24ca87b58680.jpg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3834000" y="8625600"/>
            <a:ext cx="3726000" cy="2066400"/>
          </a:xfrm>
          <a:prstGeom prst="rect">
            <a:avLst/>
          </a:prstGeom>
        </p:spPr>
      </p:pic>
      <p:sp>
        <p:nvSpPr>
          <p:cNvPr id="12" name="plate"/>
          <p:cNvSpPr/>
          <p:nvPr/>
        </p:nvSpPr>
        <p:spPr>
          <a:xfrm>
            <a:off x="5283334" y="10268156"/>
            <a:ext cx="1736666" cy="423844"/>
          </a:xfrm>
          <a:prstGeom prst="rect">
            <a:avLst/>
          </a:prstGeom>
          <a:solidFill>
            <a:srgbClr val="F3F1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ption: Ввод в эксплуатацию 2025г."/>
          <p:cNvSpPr txBox="1"/>
          <p:nvPr/>
        </p:nvSpPr>
        <p:spPr>
          <a:xfrm>
            <a:off x="576000" y="10346936"/>
            <a:ext cx="6336000" cy="14763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93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60">
                <a:solidFill>
                  <a:srgbClr val="2A2440"/>
                </a:solidFill>
                <a:latin typeface="Onest SemiBold"/>
                <a:ea typeface="Onest SemiBold"/>
                <a:cs typeface="Onest SemiBold"/>
              </a:rPr>
              <a:t>Ввод в эксплуатацию 2025г.</a:t>
            </a:r>
          </a:p>
        </p:txBody>
      </p:sp>
      <p:sp>
        <p:nvSpPr>
          <p:cNvPr id="14" name="plate"/>
          <p:cNvSpPr/>
          <p:nvPr/>
        </p:nvSpPr>
        <p:spPr>
          <a:xfrm>
            <a:off x="468000" y="10276252"/>
            <a:ext cx="328458" cy="415747"/>
          </a:xfrm>
          <a:prstGeom prst="rect">
            <a:avLst/>
          </a:prstGeom>
          <a:solidFill>
            <a:srgbClr val="F3F1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folio: 26"/>
          <p:cNvSpPr txBox="1"/>
          <p:nvPr/>
        </p:nvSpPr>
        <p:spPr>
          <a:xfrm>
            <a:off x="576000" y="10355540"/>
            <a:ext cx="6336000" cy="1377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A6672"/>
                </a:solidFill>
                <a:latin typeface="Onest SemiBold"/>
                <a:ea typeface="Onest SemiBold"/>
                <a:cs typeface="Onest SemiBold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F3F1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3F1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logo"/>
          <p:cNvSpPr/>
          <p:nvPr/>
        </p:nvSpPr>
        <p:spPr>
          <a:xfrm>
            <a:off x="5919911" y="582603"/>
            <a:ext cx="1056269" cy="643486"/>
          </a:xfrm>
          <a:custGeom>
            <a:avLst/>
            <a:gdLst/>
            <a:ahLst/>
            <a:cxnLst/>
            <a:rect l="0" t="0" r="r" b="b"/>
            <a:pathLst>
              <a:path w="1056269" h="643486">
                <a:moveTo>
                  <a:pt x="990129" y="307"/>
                </a:moveTo>
                <a:lnTo>
                  <a:pt x="984765" y="2441"/>
                </a:lnTo>
                <a:lnTo>
                  <a:pt x="980334" y="4783"/>
                </a:lnTo>
                <a:lnTo>
                  <a:pt x="973784" y="15399"/>
                </a:lnTo>
                <a:lnTo>
                  <a:pt x="945108" y="29884"/>
                </a:lnTo>
                <a:lnTo>
                  <a:pt x="936215" y="35779"/>
                </a:lnTo>
                <a:lnTo>
                  <a:pt x="925637" y="44186"/>
                </a:lnTo>
                <a:lnTo>
                  <a:pt x="922678" y="47590"/>
                </a:lnTo>
                <a:lnTo>
                  <a:pt x="919642" y="52792"/>
                </a:lnTo>
                <a:lnTo>
                  <a:pt x="914571" y="59051"/>
                </a:lnTo>
                <a:lnTo>
                  <a:pt x="913179" y="62022"/>
                </a:lnTo>
                <a:lnTo>
                  <a:pt x="913123" y="64251"/>
                </a:lnTo>
                <a:lnTo>
                  <a:pt x="914088" y="66524"/>
                </a:lnTo>
                <a:lnTo>
                  <a:pt x="918250" y="70371"/>
                </a:lnTo>
                <a:lnTo>
                  <a:pt x="918820" y="71628"/>
                </a:lnTo>
                <a:lnTo>
                  <a:pt x="917254" y="72548"/>
                </a:lnTo>
                <a:lnTo>
                  <a:pt x="912540" y="73833"/>
                </a:lnTo>
                <a:lnTo>
                  <a:pt x="910998" y="74930"/>
                </a:lnTo>
                <a:lnTo>
                  <a:pt x="907953" y="81097"/>
                </a:lnTo>
                <a:lnTo>
                  <a:pt x="901179" y="88226"/>
                </a:lnTo>
                <a:lnTo>
                  <a:pt x="898935" y="91512"/>
                </a:lnTo>
                <a:lnTo>
                  <a:pt x="896496" y="96302"/>
                </a:lnTo>
                <a:lnTo>
                  <a:pt x="894904" y="96871"/>
                </a:lnTo>
                <a:lnTo>
                  <a:pt x="892716" y="96691"/>
                </a:lnTo>
                <a:lnTo>
                  <a:pt x="886793" y="93872"/>
                </a:lnTo>
                <a:lnTo>
                  <a:pt x="885232" y="93566"/>
                </a:lnTo>
                <a:lnTo>
                  <a:pt x="879043" y="95049"/>
                </a:lnTo>
                <a:lnTo>
                  <a:pt x="874648" y="96727"/>
                </a:lnTo>
                <a:lnTo>
                  <a:pt x="871795" y="98579"/>
                </a:lnTo>
                <a:lnTo>
                  <a:pt x="870301" y="100254"/>
                </a:lnTo>
                <a:lnTo>
                  <a:pt x="863433" y="110615"/>
                </a:lnTo>
                <a:lnTo>
                  <a:pt x="859275" y="113693"/>
                </a:lnTo>
                <a:lnTo>
                  <a:pt x="856327" y="114619"/>
                </a:lnTo>
                <a:lnTo>
                  <a:pt x="854159" y="114634"/>
                </a:lnTo>
                <a:lnTo>
                  <a:pt x="848178" y="110817"/>
                </a:lnTo>
                <a:lnTo>
                  <a:pt x="844691" y="109921"/>
                </a:lnTo>
                <a:lnTo>
                  <a:pt x="840996" y="110094"/>
                </a:lnTo>
                <a:lnTo>
                  <a:pt x="837278" y="111327"/>
                </a:lnTo>
                <a:lnTo>
                  <a:pt x="830309" y="115701"/>
                </a:lnTo>
                <a:lnTo>
                  <a:pt x="812274" y="124472"/>
                </a:lnTo>
                <a:lnTo>
                  <a:pt x="810392" y="125926"/>
                </a:lnTo>
                <a:lnTo>
                  <a:pt x="808602" y="128847"/>
                </a:lnTo>
                <a:lnTo>
                  <a:pt x="809498" y="136259"/>
                </a:lnTo>
                <a:lnTo>
                  <a:pt x="811743" y="141043"/>
                </a:lnTo>
                <a:lnTo>
                  <a:pt x="811639" y="143299"/>
                </a:lnTo>
                <a:lnTo>
                  <a:pt x="809504" y="144904"/>
                </a:lnTo>
                <a:lnTo>
                  <a:pt x="803387" y="146819"/>
                </a:lnTo>
                <a:lnTo>
                  <a:pt x="799989" y="149218"/>
                </a:lnTo>
                <a:lnTo>
                  <a:pt x="798039" y="148765"/>
                </a:lnTo>
                <a:lnTo>
                  <a:pt x="794559" y="146688"/>
                </a:lnTo>
                <a:lnTo>
                  <a:pt x="786966" y="141660"/>
                </a:lnTo>
                <a:lnTo>
                  <a:pt x="777514" y="134651"/>
                </a:lnTo>
                <a:lnTo>
                  <a:pt x="758690" y="122136"/>
                </a:lnTo>
                <a:lnTo>
                  <a:pt x="747605" y="114310"/>
                </a:lnTo>
                <a:lnTo>
                  <a:pt x="734049" y="103713"/>
                </a:lnTo>
                <a:lnTo>
                  <a:pt x="711398" y="87282"/>
                </a:lnTo>
                <a:lnTo>
                  <a:pt x="707893" y="85299"/>
                </a:lnTo>
                <a:lnTo>
                  <a:pt x="706225" y="85513"/>
                </a:lnTo>
                <a:lnTo>
                  <a:pt x="705447" y="86702"/>
                </a:lnTo>
                <a:lnTo>
                  <a:pt x="706106" y="89234"/>
                </a:lnTo>
                <a:lnTo>
                  <a:pt x="707056" y="90691"/>
                </a:lnTo>
                <a:lnTo>
                  <a:pt x="709522" y="92736"/>
                </a:lnTo>
                <a:lnTo>
                  <a:pt x="728697" y="106781"/>
                </a:lnTo>
                <a:lnTo>
                  <a:pt x="751732" y="122897"/>
                </a:lnTo>
                <a:lnTo>
                  <a:pt x="765770" y="133493"/>
                </a:lnTo>
                <a:lnTo>
                  <a:pt x="771437" y="137312"/>
                </a:lnTo>
                <a:lnTo>
                  <a:pt x="776142" y="139562"/>
                </a:lnTo>
                <a:lnTo>
                  <a:pt x="781474" y="142851"/>
                </a:lnTo>
                <a:lnTo>
                  <a:pt x="785655" y="146180"/>
                </a:lnTo>
                <a:lnTo>
                  <a:pt x="787681" y="148503"/>
                </a:lnTo>
                <a:lnTo>
                  <a:pt x="788375" y="150255"/>
                </a:lnTo>
                <a:lnTo>
                  <a:pt x="789027" y="160620"/>
                </a:lnTo>
                <a:lnTo>
                  <a:pt x="786500" y="160654"/>
                </a:lnTo>
                <a:lnTo>
                  <a:pt x="784862" y="159571"/>
                </a:lnTo>
                <a:lnTo>
                  <a:pt x="783393" y="157474"/>
                </a:lnTo>
                <a:lnTo>
                  <a:pt x="781622" y="153577"/>
                </a:lnTo>
                <a:lnTo>
                  <a:pt x="779910" y="151326"/>
                </a:lnTo>
                <a:lnTo>
                  <a:pt x="771756" y="142974"/>
                </a:lnTo>
                <a:lnTo>
                  <a:pt x="769312" y="140932"/>
                </a:lnTo>
                <a:lnTo>
                  <a:pt x="767499" y="140113"/>
                </a:lnTo>
                <a:lnTo>
                  <a:pt x="765865" y="140315"/>
                </a:lnTo>
                <a:lnTo>
                  <a:pt x="761593" y="142299"/>
                </a:lnTo>
                <a:lnTo>
                  <a:pt x="753204" y="142540"/>
                </a:lnTo>
                <a:lnTo>
                  <a:pt x="749509" y="147584"/>
                </a:lnTo>
                <a:lnTo>
                  <a:pt x="748063" y="153309"/>
                </a:lnTo>
                <a:lnTo>
                  <a:pt x="746768" y="154275"/>
                </a:lnTo>
                <a:lnTo>
                  <a:pt x="743981" y="155306"/>
                </a:lnTo>
                <a:lnTo>
                  <a:pt x="741838" y="155282"/>
                </a:lnTo>
                <a:lnTo>
                  <a:pt x="736928" y="152601"/>
                </a:lnTo>
                <a:lnTo>
                  <a:pt x="734080" y="151761"/>
                </a:lnTo>
                <a:lnTo>
                  <a:pt x="726005" y="153635"/>
                </a:lnTo>
                <a:lnTo>
                  <a:pt x="722608" y="153980"/>
                </a:lnTo>
                <a:lnTo>
                  <a:pt x="720441" y="153701"/>
                </a:lnTo>
                <a:lnTo>
                  <a:pt x="716327" y="150447"/>
                </a:lnTo>
                <a:lnTo>
                  <a:pt x="714536" y="147843"/>
                </a:lnTo>
                <a:lnTo>
                  <a:pt x="716034" y="142306"/>
                </a:lnTo>
                <a:lnTo>
                  <a:pt x="716782" y="133751"/>
                </a:lnTo>
                <a:lnTo>
                  <a:pt x="716512" y="130100"/>
                </a:lnTo>
                <a:lnTo>
                  <a:pt x="714936" y="127653"/>
                </a:lnTo>
                <a:lnTo>
                  <a:pt x="709232" y="122338"/>
                </a:lnTo>
                <a:lnTo>
                  <a:pt x="705776" y="120054"/>
                </a:lnTo>
                <a:lnTo>
                  <a:pt x="702875" y="119395"/>
                </a:lnTo>
                <a:lnTo>
                  <a:pt x="694655" y="119133"/>
                </a:lnTo>
                <a:lnTo>
                  <a:pt x="691652" y="118631"/>
                </a:lnTo>
                <a:lnTo>
                  <a:pt x="690721" y="117815"/>
                </a:lnTo>
                <a:lnTo>
                  <a:pt x="689830" y="114026"/>
                </a:lnTo>
                <a:lnTo>
                  <a:pt x="688886" y="112448"/>
                </a:lnTo>
                <a:lnTo>
                  <a:pt x="687004" y="111273"/>
                </a:lnTo>
                <a:lnTo>
                  <a:pt x="682377" y="109609"/>
                </a:lnTo>
                <a:lnTo>
                  <a:pt x="677103" y="111550"/>
                </a:lnTo>
                <a:lnTo>
                  <a:pt x="673891" y="114190"/>
                </a:lnTo>
                <a:lnTo>
                  <a:pt x="674455" y="125887"/>
                </a:lnTo>
                <a:lnTo>
                  <a:pt x="675211" y="129461"/>
                </a:lnTo>
                <a:lnTo>
                  <a:pt x="675614" y="129920"/>
                </a:lnTo>
                <a:lnTo>
                  <a:pt x="676735" y="129886"/>
                </a:lnTo>
                <a:lnTo>
                  <a:pt x="680641" y="127610"/>
                </a:lnTo>
                <a:lnTo>
                  <a:pt x="682286" y="127672"/>
                </a:lnTo>
                <a:lnTo>
                  <a:pt x="684122" y="128410"/>
                </a:lnTo>
                <a:lnTo>
                  <a:pt x="693709" y="135525"/>
                </a:lnTo>
                <a:lnTo>
                  <a:pt x="700980" y="142389"/>
                </a:lnTo>
                <a:lnTo>
                  <a:pt x="701464" y="144697"/>
                </a:lnTo>
                <a:lnTo>
                  <a:pt x="701117" y="146026"/>
                </a:lnTo>
                <a:lnTo>
                  <a:pt x="699209" y="149325"/>
                </a:lnTo>
                <a:lnTo>
                  <a:pt x="694313" y="155679"/>
                </a:lnTo>
                <a:lnTo>
                  <a:pt x="693043" y="158983"/>
                </a:lnTo>
                <a:lnTo>
                  <a:pt x="693053" y="160668"/>
                </a:lnTo>
                <a:lnTo>
                  <a:pt x="693789" y="163376"/>
                </a:lnTo>
                <a:lnTo>
                  <a:pt x="695126" y="165711"/>
                </a:lnTo>
                <a:lnTo>
                  <a:pt x="696911" y="167504"/>
                </a:lnTo>
                <a:lnTo>
                  <a:pt x="699998" y="168866"/>
                </a:lnTo>
                <a:lnTo>
                  <a:pt x="703861" y="169063"/>
                </a:lnTo>
                <a:lnTo>
                  <a:pt x="709414" y="168253"/>
                </a:lnTo>
                <a:lnTo>
                  <a:pt x="714843" y="166243"/>
                </a:lnTo>
                <a:lnTo>
                  <a:pt x="719020" y="166852"/>
                </a:lnTo>
                <a:lnTo>
                  <a:pt x="724160" y="165624"/>
                </a:lnTo>
                <a:lnTo>
                  <a:pt x="726519" y="166565"/>
                </a:lnTo>
                <a:lnTo>
                  <a:pt x="758636" y="193750"/>
                </a:lnTo>
                <a:lnTo>
                  <a:pt x="760031" y="195403"/>
                </a:lnTo>
                <a:lnTo>
                  <a:pt x="763630" y="197962"/>
                </a:lnTo>
                <a:lnTo>
                  <a:pt x="773369" y="206281"/>
                </a:lnTo>
                <a:lnTo>
                  <a:pt x="782988" y="215012"/>
                </a:lnTo>
                <a:lnTo>
                  <a:pt x="789551" y="219837"/>
                </a:lnTo>
                <a:lnTo>
                  <a:pt x="792119" y="222990"/>
                </a:lnTo>
                <a:lnTo>
                  <a:pt x="799661" y="229348"/>
                </a:lnTo>
                <a:lnTo>
                  <a:pt x="804582" y="232935"/>
                </a:lnTo>
                <a:lnTo>
                  <a:pt x="805727" y="234276"/>
                </a:lnTo>
                <a:lnTo>
                  <a:pt x="808260" y="234750"/>
                </a:lnTo>
                <a:lnTo>
                  <a:pt x="809348" y="233928"/>
                </a:lnTo>
                <a:lnTo>
                  <a:pt x="809290" y="232777"/>
                </a:lnTo>
                <a:lnTo>
                  <a:pt x="805379" y="229009"/>
                </a:lnTo>
                <a:lnTo>
                  <a:pt x="801566" y="226225"/>
                </a:lnTo>
                <a:lnTo>
                  <a:pt x="795704" y="220743"/>
                </a:lnTo>
                <a:lnTo>
                  <a:pt x="790840" y="217943"/>
                </a:lnTo>
                <a:lnTo>
                  <a:pt x="787394" y="215349"/>
                </a:lnTo>
                <a:lnTo>
                  <a:pt x="785465" y="213054"/>
                </a:lnTo>
                <a:lnTo>
                  <a:pt x="777561" y="207340"/>
                </a:lnTo>
                <a:lnTo>
                  <a:pt x="740372" y="172697"/>
                </a:lnTo>
                <a:lnTo>
                  <a:pt x="738770" y="170436"/>
                </a:lnTo>
                <a:lnTo>
                  <a:pt x="738772" y="167988"/>
                </a:lnTo>
                <a:lnTo>
                  <a:pt x="740850" y="166539"/>
                </a:lnTo>
                <a:lnTo>
                  <a:pt x="749328" y="164908"/>
                </a:lnTo>
                <a:lnTo>
                  <a:pt x="753778" y="163198"/>
                </a:lnTo>
                <a:lnTo>
                  <a:pt x="756160" y="161451"/>
                </a:lnTo>
                <a:lnTo>
                  <a:pt x="757962" y="159299"/>
                </a:lnTo>
                <a:lnTo>
                  <a:pt x="760514" y="153798"/>
                </a:lnTo>
                <a:lnTo>
                  <a:pt x="762438" y="152921"/>
                </a:lnTo>
                <a:lnTo>
                  <a:pt x="764667" y="152882"/>
                </a:lnTo>
                <a:lnTo>
                  <a:pt x="768169" y="154153"/>
                </a:lnTo>
                <a:lnTo>
                  <a:pt x="770561" y="156136"/>
                </a:lnTo>
                <a:lnTo>
                  <a:pt x="771670" y="163947"/>
                </a:lnTo>
                <a:lnTo>
                  <a:pt x="782991" y="172282"/>
                </a:lnTo>
                <a:lnTo>
                  <a:pt x="786576" y="173075"/>
                </a:lnTo>
                <a:lnTo>
                  <a:pt x="802334" y="173975"/>
                </a:lnTo>
                <a:lnTo>
                  <a:pt x="803870" y="172444"/>
                </a:lnTo>
                <a:lnTo>
                  <a:pt x="804148" y="171311"/>
                </a:lnTo>
                <a:lnTo>
                  <a:pt x="802065" y="166040"/>
                </a:lnTo>
                <a:lnTo>
                  <a:pt x="801984" y="163519"/>
                </a:lnTo>
                <a:lnTo>
                  <a:pt x="803492" y="162104"/>
                </a:lnTo>
                <a:lnTo>
                  <a:pt x="806984" y="162014"/>
                </a:lnTo>
                <a:lnTo>
                  <a:pt x="814619" y="166384"/>
                </a:lnTo>
                <a:lnTo>
                  <a:pt x="820794" y="170878"/>
                </a:lnTo>
                <a:lnTo>
                  <a:pt x="826670" y="174331"/>
                </a:lnTo>
                <a:lnTo>
                  <a:pt x="852261" y="191465"/>
                </a:lnTo>
                <a:lnTo>
                  <a:pt x="853906" y="192101"/>
                </a:lnTo>
                <a:lnTo>
                  <a:pt x="855421" y="191895"/>
                </a:lnTo>
                <a:lnTo>
                  <a:pt x="855962" y="191491"/>
                </a:lnTo>
                <a:lnTo>
                  <a:pt x="856124" y="190224"/>
                </a:lnTo>
                <a:lnTo>
                  <a:pt x="855175" y="188549"/>
                </a:lnTo>
                <a:lnTo>
                  <a:pt x="853254" y="186715"/>
                </a:lnTo>
                <a:lnTo>
                  <a:pt x="826435" y="168774"/>
                </a:lnTo>
                <a:lnTo>
                  <a:pt x="821312" y="164797"/>
                </a:lnTo>
                <a:lnTo>
                  <a:pt x="815173" y="160983"/>
                </a:lnTo>
                <a:lnTo>
                  <a:pt x="812000" y="157727"/>
                </a:lnTo>
                <a:lnTo>
                  <a:pt x="811394" y="156210"/>
                </a:lnTo>
                <a:lnTo>
                  <a:pt x="811678" y="155542"/>
                </a:lnTo>
                <a:lnTo>
                  <a:pt x="816563" y="153629"/>
                </a:lnTo>
                <a:lnTo>
                  <a:pt x="825911" y="144757"/>
                </a:lnTo>
                <a:lnTo>
                  <a:pt x="825658" y="140881"/>
                </a:lnTo>
                <a:lnTo>
                  <a:pt x="820944" y="134534"/>
                </a:lnTo>
                <a:lnTo>
                  <a:pt x="820596" y="133289"/>
                </a:lnTo>
                <a:lnTo>
                  <a:pt x="821062" y="131777"/>
                </a:lnTo>
                <a:lnTo>
                  <a:pt x="825835" y="128789"/>
                </a:lnTo>
                <a:lnTo>
                  <a:pt x="835070" y="125069"/>
                </a:lnTo>
                <a:lnTo>
                  <a:pt x="845183" y="126055"/>
                </a:lnTo>
                <a:lnTo>
                  <a:pt x="866170" y="122531"/>
                </a:lnTo>
                <a:lnTo>
                  <a:pt x="868213" y="121153"/>
                </a:lnTo>
                <a:lnTo>
                  <a:pt x="869774" y="119457"/>
                </a:lnTo>
                <a:lnTo>
                  <a:pt x="877829" y="107659"/>
                </a:lnTo>
                <a:lnTo>
                  <a:pt x="880442" y="105164"/>
                </a:lnTo>
                <a:lnTo>
                  <a:pt x="881725" y="104474"/>
                </a:lnTo>
                <a:lnTo>
                  <a:pt x="883015" y="104149"/>
                </a:lnTo>
                <a:lnTo>
                  <a:pt x="885685" y="104570"/>
                </a:lnTo>
                <a:lnTo>
                  <a:pt x="889705" y="107005"/>
                </a:lnTo>
                <a:lnTo>
                  <a:pt x="893262" y="107948"/>
                </a:lnTo>
                <a:lnTo>
                  <a:pt x="898907" y="108257"/>
                </a:lnTo>
                <a:lnTo>
                  <a:pt x="901549" y="107410"/>
                </a:lnTo>
                <a:lnTo>
                  <a:pt x="903627" y="105302"/>
                </a:lnTo>
                <a:lnTo>
                  <a:pt x="907161" y="98050"/>
                </a:lnTo>
                <a:lnTo>
                  <a:pt x="909248" y="94850"/>
                </a:lnTo>
                <a:lnTo>
                  <a:pt x="918343" y="84725"/>
                </a:lnTo>
                <a:lnTo>
                  <a:pt x="927375" y="78916"/>
                </a:lnTo>
                <a:lnTo>
                  <a:pt x="931627" y="74867"/>
                </a:lnTo>
                <a:lnTo>
                  <a:pt x="931982" y="73449"/>
                </a:lnTo>
                <a:lnTo>
                  <a:pt x="931494" y="71467"/>
                </a:lnTo>
                <a:lnTo>
                  <a:pt x="927337" y="63639"/>
                </a:lnTo>
                <a:lnTo>
                  <a:pt x="926932" y="61961"/>
                </a:lnTo>
                <a:lnTo>
                  <a:pt x="927731" y="59277"/>
                </a:lnTo>
                <a:lnTo>
                  <a:pt x="931084" y="53724"/>
                </a:lnTo>
                <a:lnTo>
                  <a:pt x="934696" y="49748"/>
                </a:lnTo>
                <a:lnTo>
                  <a:pt x="941721" y="44424"/>
                </a:lnTo>
                <a:lnTo>
                  <a:pt x="952852" y="37291"/>
                </a:lnTo>
                <a:lnTo>
                  <a:pt x="955328" y="36098"/>
                </a:lnTo>
                <a:lnTo>
                  <a:pt x="957475" y="35835"/>
                </a:lnTo>
                <a:lnTo>
                  <a:pt x="959754" y="37122"/>
                </a:lnTo>
                <a:lnTo>
                  <a:pt x="976557" y="51548"/>
                </a:lnTo>
                <a:lnTo>
                  <a:pt x="983320" y="55808"/>
                </a:lnTo>
                <a:lnTo>
                  <a:pt x="984492" y="57662"/>
                </a:lnTo>
                <a:lnTo>
                  <a:pt x="986444" y="63697"/>
                </a:lnTo>
                <a:lnTo>
                  <a:pt x="988321" y="66656"/>
                </a:lnTo>
                <a:lnTo>
                  <a:pt x="991290" y="68432"/>
                </a:lnTo>
                <a:lnTo>
                  <a:pt x="1000573" y="71187"/>
                </a:lnTo>
                <a:lnTo>
                  <a:pt x="1002247" y="72330"/>
                </a:lnTo>
                <a:lnTo>
                  <a:pt x="1003966" y="74316"/>
                </a:lnTo>
                <a:lnTo>
                  <a:pt x="1003816" y="87126"/>
                </a:lnTo>
                <a:lnTo>
                  <a:pt x="1007202" y="108097"/>
                </a:lnTo>
                <a:lnTo>
                  <a:pt x="1009164" y="115745"/>
                </a:lnTo>
                <a:lnTo>
                  <a:pt x="1009300" y="118643"/>
                </a:lnTo>
                <a:lnTo>
                  <a:pt x="1008251" y="120852"/>
                </a:lnTo>
                <a:lnTo>
                  <a:pt x="1004645" y="124036"/>
                </a:lnTo>
                <a:lnTo>
                  <a:pt x="1002363" y="127226"/>
                </a:lnTo>
                <a:lnTo>
                  <a:pt x="1000732" y="132069"/>
                </a:lnTo>
                <a:lnTo>
                  <a:pt x="998428" y="142271"/>
                </a:lnTo>
                <a:lnTo>
                  <a:pt x="997339" y="144283"/>
                </a:lnTo>
                <a:lnTo>
                  <a:pt x="996142" y="144253"/>
                </a:lnTo>
                <a:lnTo>
                  <a:pt x="991792" y="140334"/>
                </a:lnTo>
                <a:lnTo>
                  <a:pt x="988222" y="136254"/>
                </a:lnTo>
                <a:lnTo>
                  <a:pt x="984548" y="130673"/>
                </a:lnTo>
                <a:lnTo>
                  <a:pt x="981872" y="128487"/>
                </a:lnTo>
                <a:lnTo>
                  <a:pt x="980299" y="128780"/>
                </a:lnTo>
                <a:lnTo>
                  <a:pt x="978573" y="129872"/>
                </a:lnTo>
                <a:lnTo>
                  <a:pt x="965721" y="140529"/>
                </a:lnTo>
                <a:lnTo>
                  <a:pt x="965257" y="141779"/>
                </a:lnTo>
                <a:lnTo>
                  <a:pt x="965642" y="143263"/>
                </a:lnTo>
                <a:lnTo>
                  <a:pt x="971040" y="150062"/>
                </a:lnTo>
                <a:lnTo>
                  <a:pt x="971885" y="151887"/>
                </a:lnTo>
                <a:lnTo>
                  <a:pt x="971683" y="153263"/>
                </a:lnTo>
                <a:lnTo>
                  <a:pt x="970422" y="154231"/>
                </a:lnTo>
                <a:lnTo>
                  <a:pt x="965637" y="155621"/>
                </a:lnTo>
                <a:lnTo>
                  <a:pt x="961646" y="158342"/>
                </a:lnTo>
                <a:lnTo>
                  <a:pt x="957525" y="162703"/>
                </a:lnTo>
                <a:lnTo>
                  <a:pt x="952955" y="169299"/>
                </a:lnTo>
                <a:lnTo>
                  <a:pt x="953289" y="180202"/>
                </a:lnTo>
                <a:lnTo>
                  <a:pt x="956837" y="196757"/>
                </a:lnTo>
                <a:lnTo>
                  <a:pt x="959834" y="203914"/>
                </a:lnTo>
                <a:lnTo>
                  <a:pt x="960172" y="206501"/>
                </a:lnTo>
                <a:lnTo>
                  <a:pt x="959922" y="207520"/>
                </a:lnTo>
                <a:lnTo>
                  <a:pt x="959389" y="208369"/>
                </a:lnTo>
                <a:lnTo>
                  <a:pt x="957459" y="209590"/>
                </a:lnTo>
                <a:lnTo>
                  <a:pt x="949273" y="211141"/>
                </a:lnTo>
                <a:lnTo>
                  <a:pt x="945163" y="212781"/>
                </a:lnTo>
                <a:lnTo>
                  <a:pt x="943427" y="213909"/>
                </a:lnTo>
                <a:lnTo>
                  <a:pt x="941881" y="215259"/>
                </a:lnTo>
                <a:lnTo>
                  <a:pt x="939286" y="218681"/>
                </a:lnTo>
                <a:lnTo>
                  <a:pt x="936171" y="225402"/>
                </a:lnTo>
                <a:lnTo>
                  <a:pt x="934175" y="228000"/>
                </a:lnTo>
                <a:lnTo>
                  <a:pt x="933977" y="229446"/>
                </a:lnTo>
                <a:lnTo>
                  <a:pt x="935224" y="230996"/>
                </a:lnTo>
                <a:lnTo>
                  <a:pt x="938038" y="232933"/>
                </a:lnTo>
                <a:lnTo>
                  <a:pt x="940742" y="234095"/>
                </a:lnTo>
                <a:lnTo>
                  <a:pt x="942211" y="234044"/>
                </a:lnTo>
                <a:lnTo>
                  <a:pt x="944437" y="232712"/>
                </a:lnTo>
                <a:lnTo>
                  <a:pt x="947038" y="229991"/>
                </a:lnTo>
                <a:lnTo>
                  <a:pt x="948827" y="223253"/>
                </a:lnTo>
                <a:lnTo>
                  <a:pt x="950779" y="220930"/>
                </a:lnTo>
                <a:lnTo>
                  <a:pt x="953438" y="220309"/>
                </a:lnTo>
                <a:lnTo>
                  <a:pt x="957707" y="223501"/>
                </a:lnTo>
                <a:lnTo>
                  <a:pt x="960380" y="224022"/>
                </a:lnTo>
                <a:lnTo>
                  <a:pt x="962372" y="223783"/>
                </a:lnTo>
                <a:lnTo>
                  <a:pt x="964003" y="223011"/>
                </a:lnTo>
                <a:lnTo>
                  <a:pt x="965944" y="220679"/>
                </a:lnTo>
                <a:lnTo>
                  <a:pt x="968669" y="213961"/>
                </a:lnTo>
                <a:lnTo>
                  <a:pt x="971355" y="209616"/>
                </a:lnTo>
                <a:lnTo>
                  <a:pt x="974525" y="205565"/>
                </a:lnTo>
                <a:lnTo>
                  <a:pt x="975429" y="202803"/>
                </a:lnTo>
                <a:lnTo>
                  <a:pt x="974428" y="200490"/>
                </a:lnTo>
                <a:lnTo>
                  <a:pt x="969425" y="197987"/>
                </a:lnTo>
                <a:lnTo>
                  <a:pt x="967451" y="194844"/>
                </a:lnTo>
                <a:lnTo>
                  <a:pt x="965420" y="187781"/>
                </a:lnTo>
                <a:lnTo>
                  <a:pt x="964068" y="181121"/>
                </a:lnTo>
                <a:lnTo>
                  <a:pt x="963466" y="175631"/>
                </a:lnTo>
                <a:lnTo>
                  <a:pt x="963707" y="172095"/>
                </a:lnTo>
                <a:lnTo>
                  <a:pt x="966359" y="168190"/>
                </a:lnTo>
                <a:lnTo>
                  <a:pt x="968542" y="166430"/>
                </a:lnTo>
                <a:lnTo>
                  <a:pt x="969734" y="166020"/>
                </a:lnTo>
                <a:lnTo>
                  <a:pt x="976397" y="169345"/>
                </a:lnTo>
                <a:lnTo>
                  <a:pt x="980401" y="169485"/>
                </a:lnTo>
                <a:lnTo>
                  <a:pt x="981566" y="168963"/>
                </a:lnTo>
                <a:lnTo>
                  <a:pt x="982340" y="166128"/>
                </a:lnTo>
                <a:lnTo>
                  <a:pt x="983052" y="150993"/>
                </a:lnTo>
                <a:lnTo>
                  <a:pt x="983489" y="149158"/>
                </a:lnTo>
                <a:lnTo>
                  <a:pt x="984594" y="148422"/>
                </a:lnTo>
                <a:lnTo>
                  <a:pt x="986003" y="149217"/>
                </a:lnTo>
                <a:lnTo>
                  <a:pt x="986904" y="151242"/>
                </a:lnTo>
                <a:lnTo>
                  <a:pt x="988168" y="167857"/>
                </a:lnTo>
                <a:lnTo>
                  <a:pt x="991521" y="182744"/>
                </a:lnTo>
                <a:lnTo>
                  <a:pt x="994245" y="192555"/>
                </a:lnTo>
                <a:lnTo>
                  <a:pt x="994503" y="195416"/>
                </a:lnTo>
                <a:lnTo>
                  <a:pt x="993523" y="202005"/>
                </a:lnTo>
                <a:lnTo>
                  <a:pt x="993648" y="204812"/>
                </a:lnTo>
                <a:lnTo>
                  <a:pt x="996505" y="211233"/>
                </a:lnTo>
                <a:lnTo>
                  <a:pt x="999675" y="221274"/>
                </a:lnTo>
                <a:lnTo>
                  <a:pt x="1002880" y="225871"/>
                </a:lnTo>
                <a:lnTo>
                  <a:pt x="1007287" y="230736"/>
                </a:lnTo>
                <a:lnTo>
                  <a:pt x="1010799" y="233904"/>
                </a:lnTo>
                <a:lnTo>
                  <a:pt x="1016344" y="237934"/>
                </a:lnTo>
                <a:lnTo>
                  <a:pt x="1035697" y="249973"/>
                </a:lnTo>
                <a:lnTo>
                  <a:pt x="1048805" y="257434"/>
                </a:lnTo>
                <a:lnTo>
                  <a:pt x="1052359" y="258550"/>
                </a:lnTo>
                <a:lnTo>
                  <a:pt x="1055011" y="258396"/>
                </a:lnTo>
                <a:lnTo>
                  <a:pt x="1055863" y="257476"/>
                </a:lnTo>
                <a:lnTo>
                  <a:pt x="1056269" y="255718"/>
                </a:lnTo>
                <a:lnTo>
                  <a:pt x="1055893" y="245959"/>
                </a:lnTo>
                <a:lnTo>
                  <a:pt x="1049328" y="233369"/>
                </a:lnTo>
                <a:lnTo>
                  <a:pt x="1048700" y="221961"/>
                </a:lnTo>
                <a:lnTo>
                  <a:pt x="1046877" y="219298"/>
                </a:lnTo>
                <a:lnTo>
                  <a:pt x="1041911" y="213704"/>
                </a:lnTo>
                <a:lnTo>
                  <a:pt x="1044916" y="206545"/>
                </a:lnTo>
                <a:lnTo>
                  <a:pt x="1045093" y="202349"/>
                </a:lnTo>
                <a:lnTo>
                  <a:pt x="1043083" y="199144"/>
                </a:lnTo>
                <a:lnTo>
                  <a:pt x="1037812" y="195905"/>
                </a:lnTo>
                <a:lnTo>
                  <a:pt x="1036890" y="194792"/>
                </a:lnTo>
                <a:lnTo>
                  <a:pt x="1036299" y="191974"/>
                </a:lnTo>
                <a:lnTo>
                  <a:pt x="1035884" y="182895"/>
                </a:lnTo>
                <a:lnTo>
                  <a:pt x="1032949" y="181207"/>
                </a:lnTo>
                <a:lnTo>
                  <a:pt x="1027591" y="180050"/>
                </a:lnTo>
                <a:lnTo>
                  <a:pt x="1022239" y="174828"/>
                </a:lnTo>
                <a:lnTo>
                  <a:pt x="1020003" y="173361"/>
                </a:lnTo>
                <a:lnTo>
                  <a:pt x="1018587" y="173199"/>
                </a:lnTo>
                <a:lnTo>
                  <a:pt x="1013665" y="174523"/>
                </a:lnTo>
                <a:lnTo>
                  <a:pt x="1011825" y="174457"/>
                </a:lnTo>
                <a:lnTo>
                  <a:pt x="1008947" y="170186"/>
                </a:lnTo>
                <a:lnTo>
                  <a:pt x="1003146" y="158981"/>
                </a:lnTo>
                <a:lnTo>
                  <a:pt x="1006813" y="152123"/>
                </a:lnTo>
                <a:lnTo>
                  <a:pt x="1009832" y="148630"/>
                </a:lnTo>
                <a:lnTo>
                  <a:pt x="1010740" y="146843"/>
                </a:lnTo>
                <a:lnTo>
                  <a:pt x="1010203" y="136623"/>
                </a:lnTo>
                <a:lnTo>
                  <a:pt x="1011091" y="132293"/>
                </a:lnTo>
                <a:lnTo>
                  <a:pt x="1013223" y="130805"/>
                </a:lnTo>
                <a:lnTo>
                  <a:pt x="1020745" y="127643"/>
                </a:lnTo>
                <a:lnTo>
                  <a:pt x="1022052" y="126303"/>
                </a:lnTo>
                <a:lnTo>
                  <a:pt x="1022273" y="125478"/>
                </a:lnTo>
                <a:lnTo>
                  <a:pt x="1021950" y="123296"/>
                </a:lnTo>
                <a:lnTo>
                  <a:pt x="1019576" y="117126"/>
                </a:lnTo>
                <a:lnTo>
                  <a:pt x="1018282" y="111977"/>
                </a:lnTo>
                <a:lnTo>
                  <a:pt x="1014686" y="90747"/>
                </a:lnTo>
                <a:lnTo>
                  <a:pt x="1013946" y="81597"/>
                </a:lnTo>
                <a:lnTo>
                  <a:pt x="1013946" y="78366"/>
                </a:lnTo>
                <a:lnTo>
                  <a:pt x="1021661" y="70266"/>
                </a:lnTo>
                <a:lnTo>
                  <a:pt x="1021661" y="65975"/>
                </a:lnTo>
                <a:lnTo>
                  <a:pt x="1017652" y="62612"/>
                </a:lnTo>
                <a:lnTo>
                  <a:pt x="1015061" y="61431"/>
                </a:lnTo>
                <a:lnTo>
                  <a:pt x="1011911" y="61161"/>
                </a:lnTo>
                <a:lnTo>
                  <a:pt x="1006376" y="61624"/>
                </a:lnTo>
                <a:lnTo>
                  <a:pt x="1000814" y="61437"/>
                </a:lnTo>
                <a:lnTo>
                  <a:pt x="996975" y="60527"/>
                </a:lnTo>
                <a:lnTo>
                  <a:pt x="995681" y="59156"/>
                </a:lnTo>
                <a:lnTo>
                  <a:pt x="994100" y="50288"/>
                </a:lnTo>
                <a:lnTo>
                  <a:pt x="991424" y="45169"/>
                </a:lnTo>
                <a:lnTo>
                  <a:pt x="992021" y="42520"/>
                </a:lnTo>
                <a:lnTo>
                  <a:pt x="994387" y="38534"/>
                </a:lnTo>
                <a:lnTo>
                  <a:pt x="996361" y="36126"/>
                </a:lnTo>
                <a:lnTo>
                  <a:pt x="1001781" y="34400"/>
                </a:lnTo>
                <a:lnTo>
                  <a:pt x="1007184" y="30062"/>
                </a:lnTo>
                <a:lnTo>
                  <a:pt x="1012292" y="26825"/>
                </a:lnTo>
                <a:lnTo>
                  <a:pt x="1014356" y="24047"/>
                </a:lnTo>
                <a:lnTo>
                  <a:pt x="1014702" y="20788"/>
                </a:lnTo>
                <a:lnTo>
                  <a:pt x="1013946" y="18436"/>
                </a:lnTo>
                <a:lnTo>
                  <a:pt x="1012627" y="16447"/>
                </a:lnTo>
                <a:lnTo>
                  <a:pt x="1004671" y="13209"/>
                </a:lnTo>
                <a:lnTo>
                  <a:pt x="1002453" y="11523"/>
                </a:lnTo>
                <a:lnTo>
                  <a:pt x="1001484" y="9680"/>
                </a:lnTo>
                <a:lnTo>
                  <a:pt x="1000291" y="5309"/>
                </a:lnTo>
                <a:lnTo>
                  <a:pt x="997517" y="1320"/>
                </a:lnTo>
                <a:lnTo>
                  <a:pt x="994565" y="0"/>
                </a:lnTo>
                <a:lnTo>
                  <a:pt x="990129" y="307"/>
                </a:lnTo>
                <a:close/>
                <a:moveTo>
                  <a:pt x="990514" y="16266"/>
                </a:moveTo>
                <a:lnTo>
                  <a:pt x="995471" y="21221"/>
                </a:lnTo>
                <a:lnTo>
                  <a:pt x="996402" y="23975"/>
                </a:lnTo>
                <a:lnTo>
                  <a:pt x="994956" y="25096"/>
                </a:lnTo>
                <a:lnTo>
                  <a:pt x="990189" y="26114"/>
                </a:lnTo>
                <a:lnTo>
                  <a:pt x="988248" y="26934"/>
                </a:lnTo>
                <a:lnTo>
                  <a:pt x="984242" y="33525"/>
                </a:lnTo>
                <a:lnTo>
                  <a:pt x="981860" y="34507"/>
                </a:lnTo>
                <a:lnTo>
                  <a:pt x="975221" y="34579"/>
                </a:lnTo>
                <a:lnTo>
                  <a:pt x="969234" y="33900"/>
                </a:lnTo>
                <a:lnTo>
                  <a:pt x="966459" y="32746"/>
                </a:lnTo>
                <a:lnTo>
                  <a:pt x="966533" y="31760"/>
                </a:lnTo>
                <a:lnTo>
                  <a:pt x="972675" y="26681"/>
                </a:lnTo>
                <a:lnTo>
                  <a:pt x="979603" y="27125"/>
                </a:lnTo>
                <a:lnTo>
                  <a:pt x="982264" y="26566"/>
                </a:lnTo>
                <a:lnTo>
                  <a:pt x="983401" y="24875"/>
                </a:lnTo>
                <a:lnTo>
                  <a:pt x="983999" y="20588"/>
                </a:lnTo>
                <a:lnTo>
                  <a:pt x="987171" y="15733"/>
                </a:lnTo>
                <a:lnTo>
                  <a:pt x="989000" y="14528"/>
                </a:lnTo>
                <a:lnTo>
                  <a:pt x="990514" y="16266"/>
                </a:lnTo>
                <a:close/>
                <a:moveTo>
                  <a:pt x="702771" y="130486"/>
                </a:moveTo>
                <a:lnTo>
                  <a:pt x="704846" y="132106"/>
                </a:lnTo>
                <a:lnTo>
                  <a:pt x="705874" y="134420"/>
                </a:lnTo>
                <a:lnTo>
                  <a:pt x="705702" y="137368"/>
                </a:lnTo>
                <a:lnTo>
                  <a:pt x="704417" y="138586"/>
                </a:lnTo>
                <a:lnTo>
                  <a:pt x="703268" y="138600"/>
                </a:lnTo>
                <a:lnTo>
                  <a:pt x="702100" y="137910"/>
                </a:lnTo>
                <a:lnTo>
                  <a:pt x="697689" y="133916"/>
                </a:lnTo>
                <a:lnTo>
                  <a:pt x="697224" y="132895"/>
                </a:lnTo>
                <a:lnTo>
                  <a:pt x="697413" y="130782"/>
                </a:lnTo>
                <a:lnTo>
                  <a:pt x="698619" y="129636"/>
                </a:lnTo>
                <a:lnTo>
                  <a:pt x="700801" y="129727"/>
                </a:lnTo>
                <a:lnTo>
                  <a:pt x="702771" y="130486"/>
                </a:lnTo>
                <a:close/>
                <a:moveTo>
                  <a:pt x="1007486" y="185450"/>
                </a:moveTo>
                <a:lnTo>
                  <a:pt x="1010097" y="187206"/>
                </a:lnTo>
                <a:lnTo>
                  <a:pt x="1011919" y="187776"/>
                </a:lnTo>
                <a:lnTo>
                  <a:pt x="1015723" y="186116"/>
                </a:lnTo>
                <a:lnTo>
                  <a:pt x="1017256" y="186168"/>
                </a:lnTo>
                <a:lnTo>
                  <a:pt x="1022883" y="188928"/>
                </a:lnTo>
                <a:lnTo>
                  <a:pt x="1025131" y="190865"/>
                </a:lnTo>
                <a:lnTo>
                  <a:pt x="1025757" y="196886"/>
                </a:lnTo>
                <a:lnTo>
                  <a:pt x="1026289" y="198589"/>
                </a:lnTo>
                <a:lnTo>
                  <a:pt x="1027900" y="201000"/>
                </a:lnTo>
                <a:lnTo>
                  <a:pt x="1032798" y="205941"/>
                </a:lnTo>
                <a:lnTo>
                  <a:pt x="1032050" y="212405"/>
                </a:lnTo>
                <a:lnTo>
                  <a:pt x="1032274" y="217001"/>
                </a:lnTo>
                <a:lnTo>
                  <a:pt x="1033865" y="220542"/>
                </a:lnTo>
                <a:lnTo>
                  <a:pt x="1038246" y="225565"/>
                </a:lnTo>
                <a:lnTo>
                  <a:pt x="1038765" y="232156"/>
                </a:lnTo>
                <a:lnTo>
                  <a:pt x="1039792" y="236539"/>
                </a:lnTo>
                <a:lnTo>
                  <a:pt x="1039819" y="237234"/>
                </a:lnTo>
                <a:lnTo>
                  <a:pt x="1039179" y="238140"/>
                </a:lnTo>
                <a:lnTo>
                  <a:pt x="1036884" y="238220"/>
                </a:lnTo>
                <a:lnTo>
                  <a:pt x="1034771" y="237366"/>
                </a:lnTo>
                <a:lnTo>
                  <a:pt x="1019043" y="227401"/>
                </a:lnTo>
                <a:lnTo>
                  <a:pt x="1014466" y="223396"/>
                </a:lnTo>
                <a:lnTo>
                  <a:pt x="1009297" y="216686"/>
                </a:lnTo>
                <a:lnTo>
                  <a:pt x="1007250" y="212068"/>
                </a:lnTo>
                <a:lnTo>
                  <a:pt x="1004559" y="202285"/>
                </a:lnTo>
                <a:lnTo>
                  <a:pt x="1004623" y="194533"/>
                </a:lnTo>
                <a:lnTo>
                  <a:pt x="1002899" y="186981"/>
                </a:lnTo>
                <a:lnTo>
                  <a:pt x="1002992" y="184969"/>
                </a:lnTo>
                <a:lnTo>
                  <a:pt x="1003831" y="183218"/>
                </a:lnTo>
                <a:lnTo>
                  <a:pt x="1004617" y="183369"/>
                </a:lnTo>
                <a:lnTo>
                  <a:pt x="1007486" y="185450"/>
                </a:lnTo>
                <a:close/>
                <a:moveTo>
                  <a:pt x="654316" y="8938"/>
                </a:moveTo>
                <a:lnTo>
                  <a:pt x="653078" y="11174"/>
                </a:lnTo>
                <a:lnTo>
                  <a:pt x="652316" y="14321"/>
                </a:lnTo>
                <a:lnTo>
                  <a:pt x="650451" y="26202"/>
                </a:lnTo>
                <a:lnTo>
                  <a:pt x="648285" y="35328"/>
                </a:lnTo>
                <a:lnTo>
                  <a:pt x="647598" y="44380"/>
                </a:lnTo>
                <a:lnTo>
                  <a:pt x="646633" y="47384"/>
                </a:lnTo>
                <a:lnTo>
                  <a:pt x="644929" y="49680"/>
                </a:lnTo>
                <a:lnTo>
                  <a:pt x="641361" y="52837"/>
                </a:lnTo>
                <a:lnTo>
                  <a:pt x="627014" y="58415"/>
                </a:lnTo>
                <a:lnTo>
                  <a:pt x="625366" y="59589"/>
                </a:lnTo>
                <a:lnTo>
                  <a:pt x="624382" y="61507"/>
                </a:lnTo>
                <a:lnTo>
                  <a:pt x="624864" y="62679"/>
                </a:lnTo>
                <a:lnTo>
                  <a:pt x="626097" y="63427"/>
                </a:lnTo>
                <a:lnTo>
                  <a:pt x="641893" y="65070"/>
                </a:lnTo>
                <a:lnTo>
                  <a:pt x="645011" y="66024"/>
                </a:lnTo>
                <a:lnTo>
                  <a:pt x="646134" y="66807"/>
                </a:lnTo>
                <a:lnTo>
                  <a:pt x="646210" y="67289"/>
                </a:lnTo>
                <a:lnTo>
                  <a:pt x="639562" y="71579"/>
                </a:lnTo>
                <a:lnTo>
                  <a:pt x="631179" y="74136"/>
                </a:lnTo>
                <a:lnTo>
                  <a:pt x="616835" y="79662"/>
                </a:lnTo>
                <a:lnTo>
                  <a:pt x="612988" y="81510"/>
                </a:lnTo>
                <a:lnTo>
                  <a:pt x="611598" y="82802"/>
                </a:lnTo>
                <a:lnTo>
                  <a:pt x="613816" y="84634"/>
                </a:lnTo>
                <a:lnTo>
                  <a:pt x="638801" y="84798"/>
                </a:lnTo>
                <a:lnTo>
                  <a:pt x="641607" y="85082"/>
                </a:lnTo>
                <a:lnTo>
                  <a:pt x="643700" y="85911"/>
                </a:lnTo>
                <a:lnTo>
                  <a:pt x="644317" y="87085"/>
                </a:lnTo>
                <a:lnTo>
                  <a:pt x="644699" y="93646"/>
                </a:lnTo>
                <a:lnTo>
                  <a:pt x="644507" y="106525"/>
                </a:lnTo>
                <a:lnTo>
                  <a:pt x="643508" y="117950"/>
                </a:lnTo>
                <a:lnTo>
                  <a:pt x="644052" y="122228"/>
                </a:lnTo>
                <a:lnTo>
                  <a:pt x="645335" y="122337"/>
                </a:lnTo>
                <a:lnTo>
                  <a:pt x="650508" y="119316"/>
                </a:lnTo>
                <a:lnTo>
                  <a:pt x="652498" y="114781"/>
                </a:lnTo>
                <a:lnTo>
                  <a:pt x="654485" y="113521"/>
                </a:lnTo>
                <a:lnTo>
                  <a:pt x="658173" y="112984"/>
                </a:lnTo>
                <a:lnTo>
                  <a:pt x="660745" y="115621"/>
                </a:lnTo>
                <a:lnTo>
                  <a:pt x="661512" y="117406"/>
                </a:lnTo>
                <a:lnTo>
                  <a:pt x="661012" y="118836"/>
                </a:lnTo>
                <a:lnTo>
                  <a:pt x="659326" y="119821"/>
                </a:lnTo>
                <a:lnTo>
                  <a:pt x="656535" y="120269"/>
                </a:lnTo>
                <a:lnTo>
                  <a:pt x="651616" y="120120"/>
                </a:lnTo>
                <a:lnTo>
                  <a:pt x="650906" y="124905"/>
                </a:lnTo>
                <a:lnTo>
                  <a:pt x="650459" y="125857"/>
                </a:lnTo>
                <a:lnTo>
                  <a:pt x="649616" y="126432"/>
                </a:lnTo>
                <a:lnTo>
                  <a:pt x="646471" y="126376"/>
                </a:lnTo>
                <a:lnTo>
                  <a:pt x="643094" y="124400"/>
                </a:lnTo>
                <a:lnTo>
                  <a:pt x="642455" y="124749"/>
                </a:lnTo>
                <a:lnTo>
                  <a:pt x="641717" y="126175"/>
                </a:lnTo>
                <a:lnTo>
                  <a:pt x="640494" y="133710"/>
                </a:lnTo>
                <a:lnTo>
                  <a:pt x="640623" y="144950"/>
                </a:lnTo>
                <a:lnTo>
                  <a:pt x="638432" y="150216"/>
                </a:lnTo>
                <a:lnTo>
                  <a:pt x="636983" y="156003"/>
                </a:lnTo>
                <a:lnTo>
                  <a:pt x="634722" y="171964"/>
                </a:lnTo>
                <a:lnTo>
                  <a:pt x="632819" y="179677"/>
                </a:lnTo>
                <a:lnTo>
                  <a:pt x="631275" y="193823"/>
                </a:lnTo>
                <a:lnTo>
                  <a:pt x="629920" y="198565"/>
                </a:lnTo>
                <a:lnTo>
                  <a:pt x="632438" y="200226"/>
                </a:lnTo>
                <a:lnTo>
                  <a:pt x="634806" y="199942"/>
                </a:lnTo>
                <a:lnTo>
                  <a:pt x="653255" y="186656"/>
                </a:lnTo>
                <a:lnTo>
                  <a:pt x="655283" y="185639"/>
                </a:lnTo>
                <a:lnTo>
                  <a:pt x="656624" y="185474"/>
                </a:lnTo>
                <a:lnTo>
                  <a:pt x="659292" y="186401"/>
                </a:lnTo>
                <a:lnTo>
                  <a:pt x="664990" y="190778"/>
                </a:lnTo>
                <a:lnTo>
                  <a:pt x="669998" y="193906"/>
                </a:lnTo>
                <a:lnTo>
                  <a:pt x="671358" y="195351"/>
                </a:lnTo>
                <a:lnTo>
                  <a:pt x="676762" y="199323"/>
                </a:lnTo>
                <a:lnTo>
                  <a:pt x="678214" y="200112"/>
                </a:lnTo>
                <a:lnTo>
                  <a:pt x="680140" y="200427"/>
                </a:lnTo>
                <a:lnTo>
                  <a:pt x="681540" y="199680"/>
                </a:lnTo>
                <a:lnTo>
                  <a:pt x="682004" y="198556"/>
                </a:lnTo>
                <a:lnTo>
                  <a:pt x="681840" y="193279"/>
                </a:lnTo>
                <a:lnTo>
                  <a:pt x="679074" y="178875"/>
                </a:lnTo>
                <a:lnTo>
                  <a:pt x="677092" y="163052"/>
                </a:lnTo>
                <a:lnTo>
                  <a:pt x="676268" y="160252"/>
                </a:lnTo>
                <a:lnTo>
                  <a:pt x="675254" y="159026"/>
                </a:lnTo>
                <a:lnTo>
                  <a:pt x="674355" y="158764"/>
                </a:lnTo>
                <a:lnTo>
                  <a:pt x="673782" y="159855"/>
                </a:lnTo>
                <a:lnTo>
                  <a:pt x="673312" y="163995"/>
                </a:lnTo>
                <a:lnTo>
                  <a:pt x="669660" y="164543"/>
                </a:lnTo>
                <a:lnTo>
                  <a:pt x="664152" y="161536"/>
                </a:lnTo>
                <a:lnTo>
                  <a:pt x="663137" y="160498"/>
                </a:lnTo>
                <a:lnTo>
                  <a:pt x="663323" y="158696"/>
                </a:lnTo>
                <a:lnTo>
                  <a:pt x="666129" y="155739"/>
                </a:lnTo>
                <a:lnTo>
                  <a:pt x="666321" y="155268"/>
                </a:lnTo>
                <a:lnTo>
                  <a:pt x="665920" y="154798"/>
                </a:lnTo>
                <a:lnTo>
                  <a:pt x="662572" y="154793"/>
                </a:lnTo>
                <a:lnTo>
                  <a:pt x="657988" y="156335"/>
                </a:lnTo>
                <a:lnTo>
                  <a:pt x="656398" y="156441"/>
                </a:lnTo>
                <a:lnTo>
                  <a:pt x="648859" y="153603"/>
                </a:lnTo>
                <a:lnTo>
                  <a:pt x="647855" y="152954"/>
                </a:lnTo>
                <a:lnTo>
                  <a:pt x="647576" y="151731"/>
                </a:lnTo>
                <a:lnTo>
                  <a:pt x="648536" y="149470"/>
                </a:lnTo>
                <a:lnTo>
                  <a:pt x="650811" y="147184"/>
                </a:lnTo>
                <a:lnTo>
                  <a:pt x="654683" y="145058"/>
                </a:lnTo>
                <a:lnTo>
                  <a:pt x="657393" y="144630"/>
                </a:lnTo>
                <a:lnTo>
                  <a:pt x="660825" y="145915"/>
                </a:lnTo>
                <a:lnTo>
                  <a:pt x="664160" y="148069"/>
                </a:lnTo>
                <a:lnTo>
                  <a:pt x="665777" y="149986"/>
                </a:lnTo>
                <a:lnTo>
                  <a:pt x="667588" y="153903"/>
                </a:lnTo>
                <a:lnTo>
                  <a:pt x="673405" y="156125"/>
                </a:lnTo>
                <a:lnTo>
                  <a:pt x="674169" y="155834"/>
                </a:lnTo>
                <a:lnTo>
                  <a:pt x="674567" y="154944"/>
                </a:lnTo>
                <a:lnTo>
                  <a:pt x="674725" y="151759"/>
                </a:lnTo>
                <a:lnTo>
                  <a:pt x="673837" y="144715"/>
                </a:lnTo>
                <a:lnTo>
                  <a:pt x="673767" y="140236"/>
                </a:lnTo>
                <a:lnTo>
                  <a:pt x="672117" y="132209"/>
                </a:lnTo>
                <a:lnTo>
                  <a:pt x="670724" y="127874"/>
                </a:lnTo>
                <a:lnTo>
                  <a:pt x="669377" y="113026"/>
                </a:lnTo>
                <a:lnTo>
                  <a:pt x="667538" y="105256"/>
                </a:lnTo>
                <a:lnTo>
                  <a:pt x="667241" y="99212"/>
                </a:lnTo>
                <a:lnTo>
                  <a:pt x="667533" y="94542"/>
                </a:lnTo>
                <a:lnTo>
                  <a:pt x="667049" y="90351"/>
                </a:lnTo>
                <a:lnTo>
                  <a:pt x="667706" y="87831"/>
                </a:lnTo>
                <a:lnTo>
                  <a:pt x="669341" y="86454"/>
                </a:lnTo>
                <a:lnTo>
                  <a:pt x="672348" y="84924"/>
                </a:lnTo>
                <a:lnTo>
                  <a:pt x="698468" y="84715"/>
                </a:lnTo>
                <a:lnTo>
                  <a:pt x="700698" y="84249"/>
                </a:lnTo>
                <a:lnTo>
                  <a:pt x="701538" y="82945"/>
                </a:lnTo>
                <a:lnTo>
                  <a:pt x="701090" y="82109"/>
                </a:lnTo>
                <a:lnTo>
                  <a:pt x="698762" y="80762"/>
                </a:lnTo>
                <a:lnTo>
                  <a:pt x="691613" y="78278"/>
                </a:lnTo>
                <a:lnTo>
                  <a:pt x="685955" y="76950"/>
                </a:lnTo>
                <a:lnTo>
                  <a:pt x="682112" y="74491"/>
                </a:lnTo>
                <a:lnTo>
                  <a:pt x="674754" y="71760"/>
                </a:lnTo>
                <a:lnTo>
                  <a:pt x="671076" y="69652"/>
                </a:lnTo>
                <a:lnTo>
                  <a:pt x="668902" y="67767"/>
                </a:lnTo>
                <a:lnTo>
                  <a:pt x="668753" y="67243"/>
                </a:lnTo>
                <a:lnTo>
                  <a:pt x="669196" y="66771"/>
                </a:lnTo>
                <a:lnTo>
                  <a:pt x="671610" y="65593"/>
                </a:lnTo>
                <a:lnTo>
                  <a:pt x="687240" y="65511"/>
                </a:lnTo>
                <a:lnTo>
                  <a:pt x="689131" y="64876"/>
                </a:lnTo>
                <a:lnTo>
                  <a:pt x="689711" y="63789"/>
                </a:lnTo>
                <a:lnTo>
                  <a:pt x="687710" y="61408"/>
                </a:lnTo>
                <a:lnTo>
                  <a:pt x="677212" y="55134"/>
                </a:lnTo>
                <a:lnTo>
                  <a:pt x="673234" y="53186"/>
                </a:lnTo>
                <a:lnTo>
                  <a:pt x="670661" y="51270"/>
                </a:lnTo>
                <a:lnTo>
                  <a:pt x="668235" y="48730"/>
                </a:lnTo>
                <a:lnTo>
                  <a:pt x="666621" y="44871"/>
                </a:lnTo>
                <a:lnTo>
                  <a:pt x="666008" y="37758"/>
                </a:lnTo>
                <a:lnTo>
                  <a:pt x="663967" y="29913"/>
                </a:lnTo>
                <a:lnTo>
                  <a:pt x="662253" y="18776"/>
                </a:lnTo>
                <a:lnTo>
                  <a:pt x="660579" y="11580"/>
                </a:lnTo>
                <a:lnTo>
                  <a:pt x="659716" y="9551"/>
                </a:lnTo>
                <a:lnTo>
                  <a:pt x="658456" y="8359"/>
                </a:lnTo>
                <a:lnTo>
                  <a:pt x="656265" y="8070"/>
                </a:lnTo>
                <a:lnTo>
                  <a:pt x="654316" y="8938"/>
                </a:lnTo>
                <a:close/>
                <a:moveTo>
                  <a:pt x="658366" y="37674"/>
                </a:moveTo>
                <a:lnTo>
                  <a:pt x="657983" y="39530"/>
                </a:lnTo>
                <a:lnTo>
                  <a:pt x="657130" y="39782"/>
                </a:lnTo>
                <a:lnTo>
                  <a:pt x="656159" y="39481"/>
                </a:lnTo>
                <a:lnTo>
                  <a:pt x="655262" y="37879"/>
                </a:lnTo>
                <a:lnTo>
                  <a:pt x="655467" y="36024"/>
                </a:lnTo>
                <a:lnTo>
                  <a:pt x="656368" y="35559"/>
                </a:lnTo>
                <a:lnTo>
                  <a:pt x="657889" y="35793"/>
                </a:lnTo>
                <a:lnTo>
                  <a:pt x="658366" y="37674"/>
                </a:lnTo>
                <a:close/>
                <a:moveTo>
                  <a:pt x="650121" y="54597"/>
                </a:moveTo>
                <a:lnTo>
                  <a:pt x="650881" y="55556"/>
                </a:lnTo>
                <a:lnTo>
                  <a:pt x="650095" y="56871"/>
                </a:lnTo>
                <a:lnTo>
                  <a:pt x="647474" y="57116"/>
                </a:lnTo>
                <a:lnTo>
                  <a:pt x="646375" y="56414"/>
                </a:lnTo>
                <a:lnTo>
                  <a:pt x="646517" y="55701"/>
                </a:lnTo>
                <a:lnTo>
                  <a:pt x="647903" y="54739"/>
                </a:lnTo>
                <a:lnTo>
                  <a:pt x="648964" y="54350"/>
                </a:lnTo>
                <a:lnTo>
                  <a:pt x="650121" y="54597"/>
                </a:lnTo>
                <a:close/>
                <a:moveTo>
                  <a:pt x="673505" y="57441"/>
                </a:moveTo>
                <a:lnTo>
                  <a:pt x="674766" y="58513"/>
                </a:lnTo>
                <a:lnTo>
                  <a:pt x="674711" y="60196"/>
                </a:lnTo>
                <a:lnTo>
                  <a:pt x="672833" y="61266"/>
                </a:lnTo>
                <a:lnTo>
                  <a:pt x="670854" y="61250"/>
                </a:lnTo>
                <a:lnTo>
                  <a:pt x="669232" y="60585"/>
                </a:lnTo>
                <a:lnTo>
                  <a:pt x="667986" y="59362"/>
                </a:lnTo>
                <a:lnTo>
                  <a:pt x="667334" y="57832"/>
                </a:lnTo>
                <a:lnTo>
                  <a:pt x="667286" y="56091"/>
                </a:lnTo>
                <a:lnTo>
                  <a:pt x="670931" y="56592"/>
                </a:lnTo>
                <a:lnTo>
                  <a:pt x="673505" y="57441"/>
                </a:lnTo>
                <a:close/>
                <a:moveTo>
                  <a:pt x="644143" y="57200"/>
                </a:moveTo>
                <a:lnTo>
                  <a:pt x="644551" y="57819"/>
                </a:lnTo>
                <a:lnTo>
                  <a:pt x="644411" y="58632"/>
                </a:lnTo>
                <a:lnTo>
                  <a:pt x="642975" y="60138"/>
                </a:lnTo>
                <a:lnTo>
                  <a:pt x="641259" y="60509"/>
                </a:lnTo>
                <a:lnTo>
                  <a:pt x="639773" y="59894"/>
                </a:lnTo>
                <a:lnTo>
                  <a:pt x="640302" y="58423"/>
                </a:lnTo>
                <a:lnTo>
                  <a:pt x="642010" y="57073"/>
                </a:lnTo>
                <a:lnTo>
                  <a:pt x="642948" y="56771"/>
                </a:lnTo>
                <a:lnTo>
                  <a:pt x="644143" y="57200"/>
                </a:lnTo>
                <a:close/>
                <a:moveTo>
                  <a:pt x="644046" y="74365"/>
                </a:moveTo>
                <a:lnTo>
                  <a:pt x="645087" y="75861"/>
                </a:lnTo>
                <a:lnTo>
                  <a:pt x="644295" y="77080"/>
                </a:lnTo>
                <a:lnTo>
                  <a:pt x="641736" y="77266"/>
                </a:lnTo>
                <a:lnTo>
                  <a:pt x="640549" y="76325"/>
                </a:lnTo>
                <a:lnTo>
                  <a:pt x="640292" y="74659"/>
                </a:lnTo>
                <a:lnTo>
                  <a:pt x="640661" y="73738"/>
                </a:lnTo>
                <a:lnTo>
                  <a:pt x="642366" y="73678"/>
                </a:lnTo>
                <a:lnTo>
                  <a:pt x="644046" y="74365"/>
                </a:lnTo>
                <a:close/>
                <a:moveTo>
                  <a:pt x="671480" y="75329"/>
                </a:moveTo>
                <a:lnTo>
                  <a:pt x="671531" y="76349"/>
                </a:lnTo>
                <a:lnTo>
                  <a:pt x="670721" y="77400"/>
                </a:lnTo>
                <a:lnTo>
                  <a:pt x="669283" y="77653"/>
                </a:lnTo>
                <a:lnTo>
                  <a:pt x="668513" y="77148"/>
                </a:lnTo>
                <a:lnTo>
                  <a:pt x="668369" y="75939"/>
                </a:lnTo>
                <a:lnTo>
                  <a:pt x="669296" y="74823"/>
                </a:lnTo>
                <a:lnTo>
                  <a:pt x="670582" y="74618"/>
                </a:lnTo>
                <a:lnTo>
                  <a:pt x="671480" y="75329"/>
                </a:lnTo>
                <a:close/>
                <a:moveTo>
                  <a:pt x="649929" y="88540"/>
                </a:moveTo>
                <a:lnTo>
                  <a:pt x="649495" y="89504"/>
                </a:lnTo>
                <a:lnTo>
                  <a:pt x="648834" y="89161"/>
                </a:lnTo>
                <a:lnTo>
                  <a:pt x="648609" y="88430"/>
                </a:lnTo>
                <a:lnTo>
                  <a:pt x="649356" y="87581"/>
                </a:lnTo>
                <a:lnTo>
                  <a:pt x="649929" y="88540"/>
                </a:lnTo>
                <a:close/>
                <a:moveTo>
                  <a:pt x="659957" y="92204"/>
                </a:moveTo>
                <a:lnTo>
                  <a:pt x="660839" y="93363"/>
                </a:lnTo>
                <a:lnTo>
                  <a:pt x="660974" y="94866"/>
                </a:lnTo>
                <a:lnTo>
                  <a:pt x="660370" y="96354"/>
                </a:lnTo>
                <a:lnTo>
                  <a:pt x="659254" y="97293"/>
                </a:lnTo>
                <a:lnTo>
                  <a:pt x="657086" y="97538"/>
                </a:lnTo>
                <a:lnTo>
                  <a:pt x="654904" y="97035"/>
                </a:lnTo>
                <a:lnTo>
                  <a:pt x="653319" y="96270"/>
                </a:lnTo>
                <a:lnTo>
                  <a:pt x="652562" y="95103"/>
                </a:lnTo>
                <a:lnTo>
                  <a:pt x="652677" y="92927"/>
                </a:lnTo>
                <a:lnTo>
                  <a:pt x="654337" y="91875"/>
                </a:lnTo>
                <a:lnTo>
                  <a:pt x="657780" y="91525"/>
                </a:lnTo>
                <a:lnTo>
                  <a:pt x="659957" y="92204"/>
                </a:lnTo>
                <a:close/>
                <a:moveTo>
                  <a:pt x="650411" y="109561"/>
                </a:moveTo>
                <a:lnTo>
                  <a:pt x="650772" y="110415"/>
                </a:lnTo>
                <a:lnTo>
                  <a:pt x="650039" y="111228"/>
                </a:lnTo>
                <a:lnTo>
                  <a:pt x="649125" y="111447"/>
                </a:lnTo>
                <a:lnTo>
                  <a:pt x="648157" y="110869"/>
                </a:lnTo>
                <a:lnTo>
                  <a:pt x="648039" y="109842"/>
                </a:lnTo>
                <a:lnTo>
                  <a:pt x="648543" y="108967"/>
                </a:lnTo>
                <a:lnTo>
                  <a:pt x="649422" y="108842"/>
                </a:lnTo>
                <a:lnTo>
                  <a:pt x="650411" y="109561"/>
                </a:lnTo>
                <a:close/>
                <a:moveTo>
                  <a:pt x="666707" y="109609"/>
                </a:moveTo>
                <a:lnTo>
                  <a:pt x="665237" y="110628"/>
                </a:lnTo>
                <a:lnTo>
                  <a:pt x="664183" y="110532"/>
                </a:lnTo>
                <a:lnTo>
                  <a:pt x="663911" y="110091"/>
                </a:lnTo>
                <a:lnTo>
                  <a:pt x="664164" y="109217"/>
                </a:lnTo>
                <a:lnTo>
                  <a:pt x="665009" y="108832"/>
                </a:lnTo>
                <a:lnTo>
                  <a:pt x="666468" y="108911"/>
                </a:lnTo>
                <a:lnTo>
                  <a:pt x="666707" y="109609"/>
                </a:lnTo>
                <a:close/>
                <a:moveTo>
                  <a:pt x="666466" y="121229"/>
                </a:moveTo>
                <a:lnTo>
                  <a:pt x="667446" y="123145"/>
                </a:lnTo>
                <a:lnTo>
                  <a:pt x="667595" y="124776"/>
                </a:lnTo>
                <a:lnTo>
                  <a:pt x="666530" y="126694"/>
                </a:lnTo>
                <a:lnTo>
                  <a:pt x="663037" y="128588"/>
                </a:lnTo>
                <a:lnTo>
                  <a:pt x="664379" y="132535"/>
                </a:lnTo>
                <a:lnTo>
                  <a:pt x="663560" y="134554"/>
                </a:lnTo>
                <a:lnTo>
                  <a:pt x="660445" y="136446"/>
                </a:lnTo>
                <a:lnTo>
                  <a:pt x="657565" y="137453"/>
                </a:lnTo>
                <a:lnTo>
                  <a:pt x="655124" y="136516"/>
                </a:lnTo>
                <a:lnTo>
                  <a:pt x="651570" y="133917"/>
                </a:lnTo>
                <a:lnTo>
                  <a:pt x="651178" y="131999"/>
                </a:lnTo>
                <a:lnTo>
                  <a:pt x="653289" y="128873"/>
                </a:lnTo>
                <a:lnTo>
                  <a:pt x="656105" y="127421"/>
                </a:lnTo>
                <a:lnTo>
                  <a:pt x="661941" y="126947"/>
                </a:lnTo>
                <a:lnTo>
                  <a:pt x="663477" y="120988"/>
                </a:lnTo>
                <a:lnTo>
                  <a:pt x="664917" y="120403"/>
                </a:lnTo>
                <a:lnTo>
                  <a:pt x="666466" y="121229"/>
                </a:lnTo>
                <a:close/>
                <a:moveTo>
                  <a:pt x="648964" y="137911"/>
                </a:moveTo>
                <a:lnTo>
                  <a:pt x="651113" y="140123"/>
                </a:lnTo>
                <a:lnTo>
                  <a:pt x="651106" y="141171"/>
                </a:lnTo>
                <a:lnTo>
                  <a:pt x="650374" y="142390"/>
                </a:lnTo>
                <a:lnTo>
                  <a:pt x="646096" y="146204"/>
                </a:lnTo>
                <a:lnTo>
                  <a:pt x="644903" y="146249"/>
                </a:lnTo>
                <a:lnTo>
                  <a:pt x="643181" y="145362"/>
                </a:lnTo>
                <a:lnTo>
                  <a:pt x="642510" y="144492"/>
                </a:lnTo>
                <a:lnTo>
                  <a:pt x="642419" y="142539"/>
                </a:lnTo>
                <a:lnTo>
                  <a:pt x="643064" y="138888"/>
                </a:lnTo>
                <a:lnTo>
                  <a:pt x="643924" y="137074"/>
                </a:lnTo>
                <a:lnTo>
                  <a:pt x="644486" y="136573"/>
                </a:lnTo>
                <a:lnTo>
                  <a:pt x="645919" y="136355"/>
                </a:lnTo>
                <a:lnTo>
                  <a:pt x="648964" y="137911"/>
                </a:lnTo>
                <a:close/>
                <a:moveTo>
                  <a:pt x="670564" y="137332"/>
                </a:moveTo>
                <a:lnTo>
                  <a:pt x="671149" y="140193"/>
                </a:lnTo>
                <a:lnTo>
                  <a:pt x="670845" y="144062"/>
                </a:lnTo>
                <a:lnTo>
                  <a:pt x="670057" y="145415"/>
                </a:lnTo>
                <a:lnTo>
                  <a:pt x="668278" y="145820"/>
                </a:lnTo>
                <a:lnTo>
                  <a:pt x="663706" y="142454"/>
                </a:lnTo>
                <a:lnTo>
                  <a:pt x="662874" y="141141"/>
                </a:lnTo>
                <a:lnTo>
                  <a:pt x="662772" y="139777"/>
                </a:lnTo>
                <a:lnTo>
                  <a:pt x="663595" y="138423"/>
                </a:lnTo>
                <a:lnTo>
                  <a:pt x="665892" y="137253"/>
                </a:lnTo>
                <a:lnTo>
                  <a:pt x="668626" y="136795"/>
                </a:lnTo>
                <a:lnTo>
                  <a:pt x="670564" y="137332"/>
                </a:lnTo>
                <a:close/>
                <a:moveTo>
                  <a:pt x="645589" y="156136"/>
                </a:moveTo>
                <a:lnTo>
                  <a:pt x="649157" y="159897"/>
                </a:lnTo>
                <a:lnTo>
                  <a:pt x="646873" y="161675"/>
                </a:lnTo>
                <a:lnTo>
                  <a:pt x="641588" y="163465"/>
                </a:lnTo>
                <a:lnTo>
                  <a:pt x="640428" y="161876"/>
                </a:lnTo>
                <a:lnTo>
                  <a:pt x="640006" y="160507"/>
                </a:lnTo>
                <a:lnTo>
                  <a:pt x="639800" y="158034"/>
                </a:lnTo>
                <a:lnTo>
                  <a:pt x="640140" y="156029"/>
                </a:lnTo>
                <a:lnTo>
                  <a:pt x="640704" y="155414"/>
                </a:lnTo>
                <a:lnTo>
                  <a:pt x="642111" y="155095"/>
                </a:lnTo>
                <a:lnTo>
                  <a:pt x="645589" y="156136"/>
                </a:lnTo>
                <a:close/>
                <a:moveTo>
                  <a:pt x="660005" y="163995"/>
                </a:moveTo>
                <a:lnTo>
                  <a:pt x="665581" y="166732"/>
                </a:lnTo>
                <a:lnTo>
                  <a:pt x="666568" y="168098"/>
                </a:lnTo>
                <a:lnTo>
                  <a:pt x="666668" y="170566"/>
                </a:lnTo>
                <a:lnTo>
                  <a:pt x="664971" y="172674"/>
                </a:lnTo>
                <a:lnTo>
                  <a:pt x="660151" y="176232"/>
                </a:lnTo>
                <a:lnTo>
                  <a:pt x="657122" y="177614"/>
                </a:lnTo>
                <a:lnTo>
                  <a:pt x="654380" y="177414"/>
                </a:lnTo>
                <a:lnTo>
                  <a:pt x="652749" y="176393"/>
                </a:lnTo>
                <a:lnTo>
                  <a:pt x="647458" y="171916"/>
                </a:lnTo>
                <a:lnTo>
                  <a:pt x="645171" y="168294"/>
                </a:lnTo>
                <a:lnTo>
                  <a:pt x="645175" y="167372"/>
                </a:lnTo>
                <a:lnTo>
                  <a:pt x="645784" y="166634"/>
                </a:lnTo>
                <a:lnTo>
                  <a:pt x="653891" y="162486"/>
                </a:lnTo>
                <a:lnTo>
                  <a:pt x="656374" y="162387"/>
                </a:lnTo>
                <a:lnTo>
                  <a:pt x="660005" y="163995"/>
                </a:lnTo>
                <a:close/>
                <a:moveTo>
                  <a:pt x="644288" y="175036"/>
                </a:moveTo>
                <a:lnTo>
                  <a:pt x="649309" y="179122"/>
                </a:lnTo>
                <a:lnTo>
                  <a:pt x="650603" y="181441"/>
                </a:lnTo>
                <a:lnTo>
                  <a:pt x="650652" y="183040"/>
                </a:lnTo>
                <a:lnTo>
                  <a:pt x="649798" y="184001"/>
                </a:lnTo>
                <a:lnTo>
                  <a:pt x="646886" y="185662"/>
                </a:lnTo>
                <a:lnTo>
                  <a:pt x="640552" y="190384"/>
                </a:lnTo>
                <a:lnTo>
                  <a:pt x="638502" y="191618"/>
                </a:lnTo>
                <a:lnTo>
                  <a:pt x="637679" y="191566"/>
                </a:lnTo>
                <a:lnTo>
                  <a:pt x="636892" y="190450"/>
                </a:lnTo>
                <a:lnTo>
                  <a:pt x="636449" y="187250"/>
                </a:lnTo>
                <a:lnTo>
                  <a:pt x="637935" y="179032"/>
                </a:lnTo>
                <a:lnTo>
                  <a:pt x="638086" y="175892"/>
                </a:lnTo>
                <a:lnTo>
                  <a:pt x="639503" y="174186"/>
                </a:lnTo>
                <a:lnTo>
                  <a:pt x="641059" y="173467"/>
                </a:lnTo>
                <a:lnTo>
                  <a:pt x="642641" y="173753"/>
                </a:lnTo>
                <a:lnTo>
                  <a:pt x="644288" y="175036"/>
                </a:lnTo>
                <a:close/>
                <a:moveTo>
                  <a:pt x="673698" y="174554"/>
                </a:moveTo>
                <a:lnTo>
                  <a:pt x="674484" y="178158"/>
                </a:lnTo>
                <a:lnTo>
                  <a:pt x="675172" y="189141"/>
                </a:lnTo>
                <a:lnTo>
                  <a:pt x="674894" y="190935"/>
                </a:lnTo>
                <a:lnTo>
                  <a:pt x="673215" y="191608"/>
                </a:lnTo>
                <a:lnTo>
                  <a:pt x="671332" y="190683"/>
                </a:lnTo>
                <a:lnTo>
                  <a:pt x="666150" y="186140"/>
                </a:lnTo>
                <a:lnTo>
                  <a:pt x="663285" y="184336"/>
                </a:lnTo>
                <a:lnTo>
                  <a:pt x="662633" y="182370"/>
                </a:lnTo>
                <a:lnTo>
                  <a:pt x="663454" y="180346"/>
                </a:lnTo>
                <a:lnTo>
                  <a:pt x="668680" y="175912"/>
                </a:lnTo>
                <a:lnTo>
                  <a:pt x="672204" y="173879"/>
                </a:lnTo>
                <a:lnTo>
                  <a:pt x="673698" y="174554"/>
                </a:lnTo>
                <a:close/>
                <a:moveTo>
                  <a:pt x="322120" y="11300"/>
                </a:moveTo>
                <a:lnTo>
                  <a:pt x="320780" y="12225"/>
                </a:lnTo>
                <a:lnTo>
                  <a:pt x="319992" y="13963"/>
                </a:lnTo>
                <a:lnTo>
                  <a:pt x="318620" y="23022"/>
                </a:lnTo>
                <a:lnTo>
                  <a:pt x="316436" y="32985"/>
                </a:lnTo>
                <a:lnTo>
                  <a:pt x="315068" y="43607"/>
                </a:lnTo>
                <a:lnTo>
                  <a:pt x="313347" y="50860"/>
                </a:lnTo>
                <a:lnTo>
                  <a:pt x="311483" y="62283"/>
                </a:lnTo>
                <a:lnTo>
                  <a:pt x="310598" y="64264"/>
                </a:lnTo>
                <a:lnTo>
                  <a:pt x="308317" y="66874"/>
                </a:lnTo>
                <a:lnTo>
                  <a:pt x="306271" y="68255"/>
                </a:lnTo>
                <a:lnTo>
                  <a:pt x="301261" y="70284"/>
                </a:lnTo>
                <a:lnTo>
                  <a:pt x="296974" y="72754"/>
                </a:lnTo>
                <a:lnTo>
                  <a:pt x="284517" y="77829"/>
                </a:lnTo>
                <a:lnTo>
                  <a:pt x="282525" y="79286"/>
                </a:lnTo>
                <a:lnTo>
                  <a:pt x="281113" y="81568"/>
                </a:lnTo>
                <a:lnTo>
                  <a:pt x="281517" y="82775"/>
                </a:lnTo>
                <a:lnTo>
                  <a:pt x="284348" y="83547"/>
                </a:lnTo>
                <a:lnTo>
                  <a:pt x="308021" y="84971"/>
                </a:lnTo>
                <a:lnTo>
                  <a:pt x="310546" y="85972"/>
                </a:lnTo>
                <a:lnTo>
                  <a:pt x="311416" y="86804"/>
                </a:lnTo>
                <a:lnTo>
                  <a:pt x="311408" y="87737"/>
                </a:lnTo>
                <a:lnTo>
                  <a:pt x="308941" y="90414"/>
                </a:lnTo>
                <a:lnTo>
                  <a:pt x="306122" y="92083"/>
                </a:lnTo>
                <a:lnTo>
                  <a:pt x="297940" y="95488"/>
                </a:lnTo>
                <a:lnTo>
                  <a:pt x="291956" y="97345"/>
                </a:lnTo>
                <a:lnTo>
                  <a:pt x="286921" y="99549"/>
                </a:lnTo>
                <a:lnTo>
                  <a:pt x="270719" y="105274"/>
                </a:lnTo>
                <a:lnTo>
                  <a:pt x="267086" y="107243"/>
                </a:lnTo>
                <a:lnTo>
                  <a:pt x="266058" y="108122"/>
                </a:lnTo>
                <a:lnTo>
                  <a:pt x="265544" y="109687"/>
                </a:lnTo>
                <a:lnTo>
                  <a:pt x="266835" y="110697"/>
                </a:lnTo>
                <a:lnTo>
                  <a:pt x="270235" y="110983"/>
                </a:lnTo>
                <a:lnTo>
                  <a:pt x="304576" y="111441"/>
                </a:lnTo>
                <a:lnTo>
                  <a:pt x="307975" y="112157"/>
                </a:lnTo>
                <a:lnTo>
                  <a:pt x="309198" y="113032"/>
                </a:lnTo>
                <a:lnTo>
                  <a:pt x="309700" y="114260"/>
                </a:lnTo>
                <a:lnTo>
                  <a:pt x="309983" y="121248"/>
                </a:lnTo>
                <a:lnTo>
                  <a:pt x="309108" y="128918"/>
                </a:lnTo>
                <a:lnTo>
                  <a:pt x="307525" y="155496"/>
                </a:lnTo>
                <a:lnTo>
                  <a:pt x="305583" y="160665"/>
                </a:lnTo>
                <a:lnTo>
                  <a:pt x="303681" y="178137"/>
                </a:lnTo>
                <a:lnTo>
                  <a:pt x="301282" y="187090"/>
                </a:lnTo>
                <a:lnTo>
                  <a:pt x="299766" y="201512"/>
                </a:lnTo>
                <a:lnTo>
                  <a:pt x="297548" y="210642"/>
                </a:lnTo>
                <a:lnTo>
                  <a:pt x="295855" y="224986"/>
                </a:lnTo>
                <a:lnTo>
                  <a:pt x="293643" y="235146"/>
                </a:lnTo>
                <a:lnTo>
                  <a:pt x="291240" y="254038"/>
                </a:lnTo>
                <a:lnTo>
                  <a:pt x="289911" y="259107"/>
                </a:lnTo>
                <a:lnTo>
                  <a:pt x="289881" y="261497"/>
                </a:lnTo>
                <a:lnTo>
                  <a:pt x="290395" y="262834"/>
                </a:lnTo>
                <a:lnTo>
                  <a:pt x="292120" y="263446"/>
                </a:lnTo>
                <a:lnTo>
                  <a:pt x="295397" y="262325"/>
                </a:lnTo>
                <a:lnTo>
                  <a:pt x="314938" y="248753"/>
                </a:lnTo>
                <a:lnTo>
                  <a:pt x="321329" y="243812"/>
                </a:lnTo>
                <a:lnTo>
                  <a:pt x="323144" y="243042"/>
                </a:lnTo>
                <a:lnTo>
                  <a:pt x="324901" y="242883"/>
                </a:lnTo>
                <a:lnTo>
                  <a:pt x="327402" y="243800"/>
                </a:lnTo>
                <a:lnTo>
                  <a:pt x="341652" y="254710"/>
                </a:lnTo>
                <a:lnTo>
                  <a:pt x="351859" y="261941"/>
                </a:lnTo>
                <a:lnTo>
                  <a:pt x="354393" y="263244"/>
                </a:lnTo>
                <a:lnTo>
                  <a:pt x="356289" y="263454"/>
                </a:lnTo>
                <a:lnTo>
                  <a:pt x="357171" y="262979"/>
                </a:lnTo>
                <a:lnTo>
                  <a:pt x="357583" y="261991"/>
                </a:lnTo>
                <a:lnTo>
                  <a:pt x="357591" y="257737"/>
                </a:lnTo>
                <a:lnTo>
                  <a:pt x="355267" y="243564"/>
                </a:lnTo>
                <a:lnTo>
                  <a:pt x="353733" y="230515"/>
                </a:lnTo>
                <a:lnTo>
                  <a:pt x="351641" y="220470"/>
                </a:lnTo>
                <a:lnTo>
                  <a:pt x="349730" y="204646"/>
                </a:lnTo>
                <a:lnTo>
                  <a:pt x="347255" y="193136"/>
                </a:lnTo>
                <a:lnTo>
                  <a:pt x="345853" y="181117"/>
                </a:lnTo>
                <a:lnTo>
                  <a:pt x="343316" y="166576"/>
                </a:lnTo>
                <a:lnTo>
                  <a:pt x="341755" y="152785"/>
                </a:lnTo>
                <a:lnTo>
                  <a:pt x="341049" y="149933"/>
                </a:lnTo>
                <a:lnTo>
                  <a:pt x="339452" y="146836"/>
                </a:lnTo>
                <a:lnTo>
                  <a:pt x="339079" y="144534"/>
                </a:lnTo>
                <a:lnTo>
                  <a:pt x="338609" y="113900"/>
                </a:lnTo>
                <a:lnTo>
                  <a:pt x="340872" y="112088"/>
                </a:lnTo>
                <a:lnTo>
                  <a:pt x="344672" y="111459"/>
                </a:lnTo>
                <a:lnTo>
                  <a:pt x="381147" y="111733"/>
                </a:lnTo>
                <a:lnTo>
                  <a:pt x="382550" y="111210"/>
                </a:lnTo>
                <a:lnTo>
                  <a:pt x="383575" y="109350"/>
                </a:lnTo>
                <a:lnTo>
                  <a:pt x="381646" y="107861"/>
                </a:lnTo>
                <a:lnTo>
                  <a:pt x="376374" y="105301"/>
                </a:lnTo>
                <a:lnTo>
                  <a:pt x="365203" y="100693"/>
                </a:lnTo>
                <a:lnTo>
                  <a:pt x="350012" y="95259"/>
                </a:lnTo>
                <a:lnTo>
                  <a:pt x="341612" y="91704"/>
                </a:lnTo>
                <a:lnTo>
                  <a:pt x="339809" y="90147"/>
                </a:lnTo>
                <a:lnTo>
                  <a:pt x="339563" y="87207"/>
                </a:lnTo>
                <a:lnTo>
                  <a:pt x="340109" y="86261"/>
                </a:lnTo>
                <a:lnTo>
                  <a:pt x="341282" y="85692"/>
                </a:lnTo>
                <a:lnTo>
                  <a:pt x="350276" y="85272"/>
                </a:lnTo>
                <a:lnTo>
                  <a:pt x="365415" y="86542"/>
                </a:lnTo>
                <a:lnTo>
                  <a:pt x="367345" y="85695"/>
                </a:lnTo>
                <a:lnTo>
                  <a:pt x="368195" y="84573"/>
                </a:lnTo>
                <a:lnTo>
                  <a:pt x="368348" y="83534"/>
                </a:lnTo>
                <a:lnTo>
                  <a:pt x="366417" y="81438"/>
                </a:lnTo>
                <a:lnTo>
                  <a:pt x="358329" y="77083"/>
                </a:lnTo>
                <a:lnTo>
                  <a:pt x="346833" y="69830"/>
                </a:lnTo>
                <a:lnTo>
                  <a:pt x="342749" y="67801"/>
                </a:lnTo>
                <a:lnTo>
                  <a:pt x="339047" y="64456"/>
                </a:lnTo>
                <a:lnTo>
                  <a:pt x="338570" y="63384"/>
                </a:lnTo>
                <a:lnTo>
                  <a:pt x="338187" y="58978"/>
                </a:lnTo>
                <a:lnTo>
                  <a:pt x="336380" y="51508"/>
                </a:lnTo>
                <a:lnTo>
                  <a:pt x="334256" y="38217"/>
                </a:lnTo>
                <a:lnTo>
                  <a:pt x="331973" y="28236"/>
                </a:lnTo>
                <a:lnTo>
                  <a:pt x="329750" y="15314"/>
                </a:lnTo>
                <a:lnTo>
                  <a:pt x="328482" y="12571"/>
                </a:lnTo>
                <a:lnTo>
                  <a:pt x="326321" y="10887"/>
                </a:lnTo>
                <a:lnTo>
                  <a:pt x="324354" y="10496"/>
                </a:lnTo>
                <a:lnTo>
                  <a:pt x="322120" y="11300"/>
                </a:lnTo>
                <a:close/>
                <a:moveTo>
                  <a:pt x="326363" y="34250"/>
                </a:moveTo>
                <a:lnTo>
                  <a:pt x="326809" y="35608"/>
                </a:lnTo>
                <a:lnTo>
                  <a:pt x="326519" y="37319"/>
                </a:lnTo>
                <a:lnTo>
                  <a:pt x="324964" y="37674"/>
                </a:lnTo>
                <a:lnTo>
                  <a:pt x="323423" y="37340"/>
                </a:lnTo>
                <a:lnTo>
                  <a:pt x="323131" y="35792"/>
                </a:lnTo>
                <a:lnTo>
                  <a:pt x="323818" y="34289"/>
                </a:lnTo>
                <a:lnTo>
                  <a:pt x="325088" y="33650"/>
                </a:lnTo>
                <a:lnTo>
                  <a:pt x="326363" y="34250"/>
                </a:lnTo>
                <a:close/>
                <a:moveTo>
                  <a:pt x="326989" y="46931"/>
                </a:moveTo>
                <a:lnTo>
                  <a:pt x="327839" y="49203"/>
                </a:lnTo>
                <a:lnTo>
                  <a:pt x="327568" y="52090"/>
                </a:lnTo>
                <a:lnTo>
                  <a:pt x="325416" y="52861"/>
                </a:lnTo>
                <a:lnTo>
                  <a:pt x="322650" y="52475"/>
                </a:lnTo>
                <a:lnTo>
                  <a:pt x="321577" y="50232"/>
                </a:lnTo>
                <a:lnTo>
                  <a:pt x="321725" y="48031"/>
                </a:lnTo>
                <a:lnTo>
                  <a:pt x="322282" y="46872"/>
                </a:lnTo>
                <a:lnTo>
                  <a:pt x="324382" y="46129"/>
                </a:lnTo>
                <a:lnTo>
                  <a:pt x="326989" y="46931"/>
                </a:lnTo>
                <a:close/>
                <a:moveTo>
                  <a:pt x="319179" y="55031"/>
                </a:moveTo>
                <a:lnTo>
                  <a:pt x="319534" y="56234"/>
                </a:lnTo>
                <a:lnTo>
                  <a:pt x="319050" y="57416"/>
                </a:lnTo>
                <a:lnTo>
                  <a:pt x="318010" y="58061"/>
                </a:lnTo>
                <a:lnTo>
                  <a:pt x="316858" y="57775"/>
                </a:lnTo>
                <a:lnTo>
                  <a:pt x="316369" y="55951"/>
                </a:lnTo>
                <a:lnTo>
                  <a:pt x="316915" y="54694"/>
                </a:lnTo>
                <a:lnTo>
                  <a:pt x="317997" y="54312"/>
                </a:lnTo>
                <a:lnTo>
                  <a:pt x="319179" y="55031"/>
                </a:lnTo>
                <a:close/>
                <a:moveTo>
                  <a:pt x="332871" y="55899"/>
                </a:moveTo>
                <a:lnTo>
                  <a:pt x="333788" y="56574"/>
                </a:lnTo>
                <a:lnTo>
                  <a:pt x="332335" y="56965"/>
                </a:lnTo>
                <a:lnTo>
                  <a:pt x="330954" y="56568"/>
                </a:lnTo>
                <a:lnTo>
                  <a:pt x="330268" y="55754"/>
                </a:lnTo>
                <a:lnTo>
                  <a:pt x="331190" y="55302"/>
                </a:lnTo>
                <a:lnTo>
                  <a:pt x="332871" y="55899"/>
                </a:lnTo>
                <a:close/>
                <a:moveTo>
                  <a:pt x="327375" y="61781"/>
                </a:moveTo>
                <a:lnTo>
                  <a:pt x="328116" y="63685"/>
                </a:lnTo>
                <a:lnTo>
                  <a:pt x="327301" y="64666"/>
                </a:lnTo>
                <a:lnTo>
                  <a:pt x="325674" y="65483"/>
                </a:lnTo>
                <a:lnTo>
                  <a:pt x="324436" y="65503"/>
                </a:lnTo>
                <a:lnTo>
                  <a:pt x="322587" y="64839"/>
                </a:lnTo>
                <a:lnTo>
                  <a:pt x="321204" y="63131"/>
                </a:lnTo>
                <a:lnTo>
                  <a:pt x="321535" y="61893"/>
                </a:lnTo>
                <a:lnTo>
                  <a:pt x="323458" y="60828"/>
                </a:lnTo>
                <a:lnTo>
                  <a:pt x="325979" y="60935"/>
                </a:lnTo>
                <a:lnTo>
                  <a:pt x="327375" y="61781"/>
                </a:lnTo>
                <a:close/>
                <a:moveTo>
                  <a:pt x="334029" y="71279"/>
                </a:moveTo>
                <a:lnTo>
                  <a:pt x="334614" y="73168"/>
                </a:lnTo>
                <a:lnTo>
                  <a:pt x="334246" y="75354"/>
                </a:lnTo>
                <a:lnTo>
                  <a:pt x="333363" y="76090"/>
                </a:lnTo>
                <a:lnTo>
                  <a:pt x="332166" y="75930"/>
                </a:lnTo>
                <a:lnTo>
                  <a:pt x="330945" y="74757"/>
                </a:lnTo>
                <a:lnTo>
                  <a:pt x="330971" y="72646"/>
                </a:lnTo>
                <a:lnTo>
                  <a:pt x="332333" y="71004"/>
                </a:lnTo>
                <a:lnTo>
                  <a:pt x="333206" y="70851"/>
                </a:lnTo>
                <a:lnTo>
                  <a:pt x="334029" y="71279"/>
                </a:lnTo>
                <a:close/>
                <a:moveTo>
                  <a:pt x="318407" y="72774"/>
                </a:moveTo>
                <a:lnTo>
                  <a:pt x="318565" y="74355"/>
                </a:lnTo>
                <a:lnTo>
                  <a:pt x="317277" y="75329"/>
                </a:lnTo>
                <a:lnTo>
                  <a:pt x="314708" y="74877"/>
                </a:lnTo>
                <a:lnTo>
                  <a:pt x="313113" y="73765"/>
                </a:lnTo>
                <a:lnTo>
                  <a:pt x="314031" y="71866"/>
                </a:lnTo>
                <a:lnTo>
                  <a:pt x="315620" y="71166"/>
                </a:lnTo>
                <a:lnTo>
                  <a:pt x="317297" y="71492"/>
                </a:lnTo>
                <a:lnTo>
                  <a:pt x="318407" y="72774"/>
                </a:lnTo>
                <a:close/>
                <a:moveTo>
                  <a:pt x="343864" y="73738"/>
                </a:moveTo>
                <a:lnTo>
                  <a:pt x="350210" y="77862"/>
                </a:lnTo>
                <a:lnTo>
                  <a:pt x="350962" y="78791"/>
                </a:lnTo>
                <a:lnTo>
                  <a:pt x="350736" y="79735"/>
                </a:lnTo>
                <a:lnTo>
                  <a:pt x="349367" y="80446"/>
                </a:lnTo>
                <a:lnTo>
                  <a:pt x="345786" y="80764"/>
                </a:lnTo>
                <a:lnTo>
                  <a:pt x="342279" y="80518"/>
                </a:lnTo>
                <a:lnTo>
                  <a:pt x="340085" y="79716"/>
                </a:lnTo>
                <a:lnTo>
                  <a:pt x="339317" y="78736"/>
                </a:lnTo>
                <a:lnTo>
                  <a:pt x="338983" y="77303"/>
                </a:lnTo>
                <a:lnTo>
                  <a:pt x="339380" y="73754"/>
                </a:lnTo>
                <a:lnTo>
                  <a:pt x="340696" y="72699"/>
                </a:lnTo>
                <a:lnTo>
                  <a:pt x="343864" y="73738"/>
                </a:lnTo>
                <a:close/>
                <a:moveTo>
                  <a:pt x="309584" y="73690"/>
                </a:moveTo>
                <a:lnTo>
                  <a:pt x="311072" y="74353"/>
                </a:lnTo>
                <a:lnTo>
                  <a:pt x="311285" y="75196"/>
                </a:lnTo>
                <a:lnTo>
                  <a:pt x="309584" y="76775"/>
                </a:lnTo>
                <a:lnTo>
                  <a:pt x="307370" y="77889"/>
                </a:lnTo>
                <a:lnTo>
                  <a:pt x="305269" y="78351"/>
                </a:lnTo>
                <a:lnTo>
                  <a:pt x="303499" y="78178"/>
                </a:lnTo>
                <a:lnTo>
                  <a:pt x="301940" y="76770"/>
                </a:lnTo>
                <a:lnTo>
                  <a:pt x="301927" y="75296"/>
                </a:lnTo>
                <a:lnTo>
                  <a:pt x="303360" y="73745"/>
                </a:lnTo>
                <a:lnTo>
                  <a:pt x="306079" y="73163"/>
                </a:lnTo>
                <a:lnTo>
                  <a:pt x="309584" y="73690"/>
                </a:lnTo>
                <a:close/>
                <a:moveTo>
                  <a:pt x="334029" y="88395"/>
                </a:moveTo>
                <a:lnTo>
                  <a:pt x="333212" y="90233"/>
                </a:lnTo>
                <a:lnTo>
                  <a:pt x="332244" y="90490"/>
                </a:lnTo>
                <a:lnTo>
                  <a:pt x="331680" y="90010"/>
                </a:lnTo>
                <a:lnTo>
                  <a:pt x="331450" y="88343"/>
                </a:lnTo>
                <a:lnTo>
                  <a:pt x="332529" y="86792"/>
                </a:lnTo>
                <a:lnTo>
                  <a:pt x="333893" y="86795"/>
                </a:lnTo>
                <a:lnTo>
                  <a:pt x="334029" y="88395"/>
                </a:lnTo>
                <a:close/>
                <a:moveTo>
                  <a:pt x="317636" y="88732"/>
                </a:moveTo>
                <a:lnTo>
                  <a:pt x="317577" y="89780"/>
                </a:lnTo>
                <a:lnTo>
                  <a:pt x="317011" y="90243"/>
                </a:lnTo>
                <a:lnTo>
                  <a:pt x="315804" y="89745"/>
                </a:lnTo>
                <a:lnTo>
                  <a:pt x="315158" y="88780"/>
                </a:lnTo>
                <a:lnTo>
                  <a:pt x="315650" y="87976"/>
                </a:lnTo>
                <a:lnTo>
                  <a:pt x="316455" y="87695"/>
                </a:lnTo>
                <a:lnTo>
                  <a:pt x="317208" y="87965"/>
                </a:lnTo>
                <a:lnTo>
                  <a:pt x="317636" y="88732"/>
                </a:lnTo>
                <a:close/>
                <a:moveTo>
                  <a:pt x="326411" y="96977"/>
                </a:moveTo>
                <a:lnTo>
                  <a:pt x="326773" y="98220"/>
                </a:lnTo>
                <a:lnTo>
                  <a:pt x="325857" y="99028"/>
                </a:lnTo>
                <a:lnTo>
                  <a:pt x="323165" y="98942"/>
                </a:lnTo>
                <a:lnTo>
                  <a:pt x="322103" y="98127"/>
                </a:lnTo>
                <a:lnTo>
                  <a:pt x="322421" y="97104"/>
                </a:lnTo>
                <a:lnTo>
                  <a:pt x="323843" y="96405"/>
                </a:lnTo>
                <a:lnTo>
                  <a:pt x="325552" y="96448"/>
                </a:lnTo>
                <a:lnTo>
                  <a:pt x="326411" y="96977"/>
                </a:lnTo>
                <a:close/>
                <a:moveTo>
                  <a:pt x="310066" y="98182"/>
                </a:moveTo>
                <a:lnTo>
                  <a:pt x="310973" y="99816"/>
                </a:lnTo>
                <a:lnTo>
                  <a:pt x="311145" y="101137"/>
                </a:lnTo>
                <a:lnTo>
                  <a:pt x="310006" y="102558"/>
                </a:lnTo>
                <a:lnTo>
                  <a:pt x="305625" y="103394"/>
                </a:lnTo>
                <a:lnTo>
                  <a:pt x="303913" y="102811"/>
                </a:lnTo>
                <a:lnTo>
                  <a:pt x="303196" y="101987"/>
                </a:lnTo>
                <a:lnTo>
                  <a:pt x="302910" y="98733"/>
                </a:lnTo>
                <a:lnTo>
                  <a:pt x="304067" y="97139"/>
                </a:lnTo>
                <a:lnTo>
                  <a:pt x="308209" y="96984"/>
                </a:lnTo>
                <a:lnTo>
                  <a:pt x="310066" y="98182"/>
                </a:lnTo>
                <a:close/>
                <a:moveTo>
                  <a:pt x="345262" y="98616"/>
                </a:moveTo>
                <a:lnTo>
                  <a:pt x="346666" y="100980"/>
                </a:lnTo>
                <a:lnTo>
                  <a:pt x="346143" y="102853"/>
                </a:lnTo>
                <a:lnTo>
                  <a:pt x="344536" y="103632"/>
                </a:lnTo>
                <a:lnTo>
                  <a:pt x="342514" y="103942"/>
                </a:lnTo>
                <a:lnTo>
                  <a:pt x="339525" y="103390"/>
                </a:lnTo>
                <a:lnTo>
                  <a:pt x="338952" y="100690"/>
                </a:lnTo>
                <a:lnTo>
                  <a:pt x="339718" y="97990"/>
                </a:lnTo>
                <a:lnTo>
                  <a:pt x="340619" y="97402"/>
                </a:lnTo>
                <a:lnTo>
                  <a:pt x="342346" y="97218"/>
                </a:lnTo>
                <a:lnTo>
                  <a:pt x="345262" y="98616"/>
                </a:lnTo>
                <a:close/>
                <a:moveTo>
                  <a:pt x="334559" y="100786"/>
                </a:moveTo>
                <a:lnTo>
                  <a:pt x="335017" y="102384"/>
                </a:lnTo>
                <a:lnTo>
                  <a:pt x="334597" y="103839"/>
                </a:lnTo>
                <a:lnTo>
                  <a:pt x="333311" y="104499"/>
                </a:lnTo>
                <a:lnTo>
                  <a:pt x="331882" y="104117"/>
                </a:lnTo>
                <a:lnTo>
                  <a:pt x="331060" y="102538"/>
                </a:lnTo>
                <a:lnTo>
                  <a:pt x="331549" y="100783"/>
                </a:lnTo>
                <a:lnTo>
                  <a:pt x="332966" y="100011"/>
                </a:lnTo>
                <a:lnTo>
                  <a:pt x="334559" y="100786"/>
                </a:lnTo>
                <a:close/>
                <a:moveTo>
                  <a:pt x="317250" y="102281"/>
                </a:moveTo>
                <a:lnTo>
                  <a:pt x="316641" y="102994"/>
                </a:lnTo>
                <a:lnTo>
                  <a:pt x="315828" y="102648"/>
                </a:lnTo>
                <a:lnTo>
                  <a:pt x="316614" y="101577"/>
                </a:lnTo>
                <a:lnTo>
                  <a:pt x="317250" y="102281"/>
                </a:lnTo>
                <a:close/>
                <a:moveTo>
                  <a:pt x="361993" y="104499"/>
                </a:moveTo>
                <a:lnTo>
                  <a:pt x="363517" y="105392"/>
                </a:lnTo>
                <a:lnTo>
                  <a:pt x="363771" y="106053"/>
                </a:lnTo>
                <a:lnTo>
                  <a:pt x="363417" y="106704"/>
                </a:lnTo>
                <a:lnTo>
                  <a:pt x="361074" y="107658"/>
                </a:lnTo>
                <a:lnTo>
                  <a:pt x="359880" y="107418"/>
                </a:lnTo>
                <a:lnTo>
                  <a:pt x="359040" y="106722"/>
                </a:lnTo>
                <a:lnTo>
                  <a:pt x="358808" y="105328"/>
                </a:lnTo>
                <a:lnTo>
                  <a:pt x="359582" y="104499"/>
                </a:lnTo>
                <a:lnTo>
                  <a:pt x="360450" y="103968"/>
                </a:lnTo>
                <a:lnTo>
                  <a:pt x="361993" y="104499"/>
                </a:lnTo>
                <a:close/>
                <a:moveTo>
                  <a:pt x="334704" y="113949"/>
                </a:moveTo>
                <a:lnTo>
                  <a:pt x="335519" y="115800"/>
                </a:lnTo>
                <a:lnTo>
                  <a:pt x="335050" y="118602"/>
                </a:lnTo>
                <a:lnTo>
                  <a:pt x="333252" y="119779"/>
                </a:lnTo>
                <a:lnTo>
                  <a:pt x="331143" y="119529"/>
                </a:lnTo>
                <a:lnTo>
                  <a:pt x="330284" y="117576"/>
                </a:lnTo>
                <a:lnTo>
                  <a:pt x="330974" y="114835"/>
                </a:lnTo>
                <a:lnTo>
                  <a:pt x="332956" y="113189"/>
                </a:lnTo>
                <a:lnTo>
                  <a:pt x="334704" y="113949"/>
                </a:lnTo>
                <a:close/>
                <a:moveTo>
                  <a:pt x="318696" y="115588"/>
                </a:moveTo>
                <a:lnTo>
                  <a:pt x="319110" y="117536"/>
                </a:lnTo>
                <a:lnTo>
                  <a:pt x="318148" y="118674"/>
                </a:lnTo>
                <a:lnTo>
                  <a:pt x="316913" y="118840"/>
                </a:lnTo>
                <a:lnTo>
                  <a:pt x="315321" y="118432"/>
                </a:lnTo>
                <a:lnTo>
                  <a:pt x="313664" y="117028"/>
                </a:lnTo>
                <a:lnTo>
                  <a:pt x="314029" y="115752"/>
                </a:lnTo>
                <a:lnTo>
                  <a:pt x="315826" y="114706"/>
                </a:lnTo>
                <a:lnTo>
                  <a:pt x="317744" y="114776"/>
                </a:lnTo>
                <a:lnTo>
                  <a:pt x="318696" y="115588"/>
                </a:lnTo>
                <a:close/>
                <a:moveTo>
                  <a:pt x="328773" y="121566"/>
                </a:moveTo>
                <a:lnTo>
                  <a:pt x="330545" y="124147"/>
                </a:lnTo>
                <a:lnTo>
                  <a:pt x="330750" y="125460"/>
                </a:lnTo>
                <a:lnTo>
                  <a:pt x="330168" y="126507"/>
                </a:lnTo>
                <a:lnTo>
                  <a:pt x="328794" y="127339"/>
                </a:lnTo>
                <a:lnTo>
                  <a:pt x="326088" y="128130"/>
                </a:lnTo>
                <a:lnTo>
                  <a:pt x="323995" y="128219"/>
                </a:lnTo>
                <a:lnTo>
                  <a:pt x="319752" y="127463"/>
                </a:lnTo>
                <a:lnTo>
                  <a:pt x="318100" y="126532"/>
                </a:lnTo>
                <a:lnTo>
                  <a:pt x="317892" y="125564"/>
                </a:lnTo>
                <a:lnTo>
                  <a:pt x="318696" y="123254"/>
                </a:lnTo>
                <a:lnTo>
                  <a:pt x="319850" y="121194"/>
                </a:lnTo>
                <a:lnTo>
                  <a:pt x="321154" y="120213"/>
                </a:lnTo>
                <a:lnTo>
                  <a:pt x="327279" y="119879"/>
                </a:lnTo>
                <a:lnTo>
                  <a:pt x="328773" y="121566"/>
                </a:lnTo>
                <a:close/>
                <a:moveTo>
                  <a:pt x="334655" y="128943"/>
                </a:moveTo>
                <a:lnTo>
                  <a:pt x="335704" y="131185"/>
                </a:lnTo>
                <a:lnTo>
                  <a:pt x="335089" y="133572"/>
                </a:lnTo>
                <a:lnTo>
                  <a:pt x="333135" y="134333"/>
                </a:lnTo>
                <a:lnTo>
                  <a:pt x="331189" y="133927"/>
                </a:lnTo>
                <a:lnTo>
                  <a:pt x="330497" y="132170"/>
                </a:lnTo>
                <a:lnTo>
                  <a:pt x="331832" y="128979"/>
                </a:lnTo>
                <a:lnTo>
                  <a:pt x="333058" y="128146"/>
                </a:lnTo>
                <a:lnTo>
                  <a:pt x="334655" y="128943"/>
                </a:lnTo>
                <a:close/>
                <a:moveTo>
                  <a:pt x="316527" y="129522"/>
                </a:moveTo>
                <a:lnTo>
                  <a:pt x="318256" y="131251"/>
                </a:lnTo>
                <a:lnTo>
                  <a:pt x="318432" y="132552"/>
                </a:lnTo>
                <a:lnTo>
                  <a:pt x="318070" y="133234"/>
                </a:lnTo>
                <a:lnTo>
                  <a:pt x="315231" y="133939"/>
                </a:lnTo>
                <a:lnTo>
                  <a:pt x="312573" y="133090"/>
                </a:lnTo>
                <a:lnTo>
                  <a:pt x="312001" y="131511"/>
                </a:lnTo>
                <a:lnTo>
                  <a:pt x="313220" y="129714"/>
                </a:lnTo>
                <a:lnTo>
                  <a:pt x="314429" y="129112"/>
                </a:lnTo>
                <a:lnTo>
                  <a:pt x="316527" y="129522"/>
                </a:lnTo>
                <a:close/>
                <a:moveTo>
                  <a:pt x="316768" y="142781"/>
                </a:moveTo>
                <a:lnTo>
                  <a:pt x="318136" y="144144"/>
                </a:lnTo>
                <a:lnTo>
                  <a:pt x="317626" y="145655"/>
                </a:lnTo>
                <a:lnTo>
                  <a:pt x="315160" y="147094"/>
                </a:lnTo>
                <a:lnTo>
                  <a:pt x="313940" y="147228"/>
                </a:lnTo>
                <a:lnTo>
                  <a:pt x="313037" y="146817"/>
                </a:lnTo>
                <a:lnTo>
                  <a:pt x="312333" y="145211"/>
                </a:lnTo>
                <a:lnTo>
                  <a:pt x="312751" y="142769"/>
                </a:lnTo>
                <a:lnTo>
                  <a:pt x="314630" y="142093"/>
                </a:lnTo>
                <a:lnTo>
                  <a:pt x="316768" y="142781"/>
                </a:lnTo>
                <a:close/>
                <a:moveTo>
                  <a:pt x="335475" y="142829"/>
                </a:moveTo>
                <a:lnTo>
                  <a:pt x="336142" y="143496"/>
                </a:lnTo>
                <a:lnTo>
                  <a:pt x="336409" y="144631"/>
                </a:lnTo>
                <a:lnTo>
                  <a:pt x="334993" y="146397"/>
                </a:lnTo>
                <a:lnTo>
                  <a:pt x="333196" y="146792"/>
                </a:lnTo>
                <a:lnTo>
                  <a:pt x="331923" y="146125"/>
                </a:lnTo>
                <a:lnTo>
                  <a:pt x="331055" y="145072"/>
                </a:lnTo>
                <a:lnTo>
                  <a:pt x="330871" y="143461"/>
                </a:lnTo>
                <a:lnTo>
                  <a:pt x="331840" y="142298"/>
                </a:lnTo>
                <a:lnTo>
                  <a:pt x="333620" y="142115"/>
                </a:lnTo>
                <a:lnTo>
                  <a:pt x="335475" y="142829"/>
                </a:lnTo>
                <a:close/>
                <a:moveTo>
                  <a:pt x="328966" y="149579"/>
                </a:moveTo>
                <a:lnTo>
                  <a:pt x="331651" y="151573"/>
                </a:lnTo>
                <a:lnTo>
                  <a:pt x="331962" y="153658"/>
                </a:lnTo>
                <a:lnTo>
                  <a:pt x="330834" y="155233"/>
                </a:lnTo>
                <a:lnTo>
                  <a:pt x="328629" y="157052"/>
                </a:lnTo>
                <a:lnTo>
                  <a:pt x="325414" y="158447"/>
                </a:lnTo>
                <a:lnTo>
                  <a:pt x="322123" y="158159"/>
                </a:lnTo>
                <a:lnTo>
                  <a:pt x="320030" y="157064"/>
                </a:lnTo>
                <a:lnTo>
                  <a:pt x="317420" y="154412"/>
                </a:lnTo>
                <a:lnTo>
                  <a:pt x="316378" y="152502"/>
                </a:lnTo>
                <a:lnTo>
                  <a:pt x="316618" y="151547"/>
                </a:lnTo>
                <a:lnTo>
                  <a:pt x="317664" y="150633"/>
                </a:lnTo>
                <a:lnTo>
                  <a:pt x="322646" y="148242"/>
                </a:lnTo>
                <a:lnTo>
                  <a:pt x="325108" y="148051"/>
                </a:lnTo>
                <a:lnTo>
                  <a:pt x="328966" y="149579"/>
                </a:lnTo>
                <a:close/>
                <a:moveTo>
                  <a:pt x="316527" y="158257"/>
                </a:moveTo>
                <a:lnTo>
                  <a:pt x="318202" y="160837"/>
                </a:lnTo>
                <a:lnTo>
                  <a:pt x="318474" y="162713"/>
                </a:lnTo>
                <a:lnTo>
                  <a:pt x="318108" y="163879"/>
                </a:lnTo>
                <a:lnTo>
                  <a:pt x="311561" y="168093"/>
                </a:lnTo>
                <a:lnTo>
                  <a:pt x="309808" y="168428"/>
                </a:lnTo>
                <a:lnTo>
                  <a:pt x="308853" y="167072"/>
                </a:lnTo>
                <a:lnTo>
                  <a:pt x="308731" y="164646"/>
                </a:lnTo>
                <a:lnTo>
                  <a:pt x="310187" y="160364"/>
                </a:lnTo>
                <a:lnTo>
                  <a:pt x="311613" y="158587"/>
                </a:lnTo>
                <a:lnTo>
                  <a:pt x="313159" y="157657"/>
                </a:lnTo>
                <a:lnTo>
                  <a:pt x="314811" y="157545"/>
                </a:lnTo>
                <a:lnTo>
                  <a:pt x="316527" y="158257"/>
                </a:lnTo>
                <a:close/>
                <a:moveTo>
                  <a:pt x="337982" y="158209"/>
                </a:moveTo>
                <a:lnTo>
                  <a:pt x="338999" y="161910"/>
                </a:lnTo>
                <a:lnTo>
                  <a:pt x="339341" y="166034"/>
                </a:lnTo>
                <a:lnTo>
                  <a:pt x="338146" y="168055"/>
                </a:lnTo>
                <a:lnTo>
                  <a:pt x="336729" y="168523"/>
                </a:lnTo>
                <a:lnTo>
                  <a:pt x="331632" y="164646"/>
                </a:lnTo>
                <a:lnTo>
                  <a:pt x="331106" y="163874"/>
                </a:lnTo>
                <a:lnTo>
                  <a:pt x="330991" y="162387"/>
                </a:lnTo>
                <a:lnTo>
                  <a:pt x="331697" y="160235"/>
                </a:lnTo>
                <a:lnTo>
                  <a:pt x="333636" y="158310"/>
                </a:lnTo>
                <a:lnTo>
                  <a:pt x="336059" y="157499"/>
                </a:lnTo>
                <a:lnTo>
                  <a:pt x="337982" y="158209"/>
                </a:lnTo>
                <a:close/>
                <a:moveTo>
                  <a:pt x="328773" y="167322"/>
                </a:moveTo>
                <a:lnTo>
                  <a:pt x="333355" y="170124"/>
                </a:lnTo>
                <a:lnTo>
                  <a:pt x="334935" y="171591"/>
                </a:lnTo>
                <a:lnTo>
                  <a:pt x="335650" y="174132"/>
                </a:lnTo>
                <a:lnTo>
                  <a:pt x="334287" y="176429"/>
                </a:lnTo>
                <a:lnTo>
                  <a:pt x="328139" y="180373"/>
                </a:lnTo>
                <a:lnTo>
                  <a:pt x="325477" y="180918"/>
                </a:lnTo>
                <a:lnTo>
                  <a:pt x="322984" y="180161"/>
                </a:lnTo>
                <a:lnTo>
                  <a:pt x="316732" y="175627"/>
                </a:lnTo>
                <a:lnTo>
                  <a:pt x="316296" y="173926"/>
                </a:lnTo>
                <a:lnTo>
                  <a:pt x="316650" y="171519"/>
                </a:lnTo>
                <a:lnTo>
                  <a:pt x="321059" y="168045"/>
                </a:lnTo>
                <a:lnTo>
                  <a:pt x="322917" y="166901"/>
                </a:lnTo>
                <a:lnTo>
                  <a:pt x="325458" y="166110"/>
                </a:lnTo>
                <a:lnTo>
                  <a:pt x="327610" y="166453"/>
                </a:lnTo>
                <a:lnTo>
                  <a:pt x="328773" y="167322"/>
                </a:lnTo>
                <a:close/>
                <a:moveTo>
                  <a:pt x="312043" y="179134"/>
                </a:moveTo>
                <a:lnTo>
                  <a:pt x="316199" y="181919"/>
                </a:lnTo>
                <a:lnTo>
                  <a:pt x="317607" y="183319"/>
                </a:lnTo>
                <a:lnTo>
                  <a:pt x="318160" y="184842"/>
                </a:lnTo>
                <a:lnTo>
                  <a:pt x="317851" y="186358"/>
                </a:lnTo>
                <a:lnTo>
                  <a:pt x="316673" y="187741"/>
                </a:lnTo>
                <a:lnTo>
                  <a:pt x="310668" y="191802"/>
                </a:lnTo>
                <a:lnTo>
                  <a:pt x="307544" y="193159"/>
                </a:lnTo>
                <a:lnTo>
                  <a:pt x="305777" y="193322"/>
                </a:lnTo>
                <a:lnTo>
                  <a:pt x="305025" y="192456"/>
                </a:lnTo>
                <a:lnTo>
                  <a:pt x="304787" y="189738"/>
                </a:lnTo>
                <a:lnTo>
                  <a:pt x="305594" y="184135"/>
                </a:lnTo>
                <a:lnTo>
                  <a:pt x="306672" y="180726"/>
                </a:lnTo>
                <a:lnTo>
                  <a:pt x="307993" y="178652"/>
                </a:lnTo>
                <a:lnTo>
                  <a:pt x="309214" y="177894"/>
                </a:lnTo>
                <a:lnTo>
                  <a:pt x="310263" y="177895"/>
                </a:lnTo>
                <a:lnTo>
                  <a:pt x="312043" y="179134"/>
                </a:lnTo>
                <a:close/>
                <a:moveTo>
                  <a:pt x="342177" y="178797"/>
                </a:moveTo>
                <a:lnTo>
                  <a:pt x="342789" y="182664"/>
                </a:lnTo>
                <a:lnTo>
                  <a:pt x="343286" y="191670"/>
                </a:lnTo>
                <a:lnTo>
                  <a:pt x="340831" y="192620"/>
                </a:lnTo>
                <a:lnTo>
                  <a:pt x="332992" y="187303"/>
                </a:lnTo>
                <a:lnTo>
                  <a:pt x="332102" y="186136"/>
                </a:lnTo>
                <a:lnTo>
                  <a:pt x="331714" y="184052"/>
                </a:lnTo>
                <a:lnTo>
                  <a:pt x="332640" y="182154"/>
                </a:lnTo>
                <a:lnTo>
                  <a:pt x="336313" y="179508"/>
                </a:lnTo>
                <a:lnTo>
                  <a:pt x="340441" y="178242"/>
                </a:lnTo>
                <a:lnTo>
                  <a:pt x="342177" y="178797"/>
                </a:lnTo>
                <a:close/>
                <a:moveTo>
                  <a:pt x="328870" y="190609"/>
                </a:moveTo>
                <a:lnTo>
                  <a:pt x="337164" y="196565"/>
                </a:lnTo>
                <a:lnTo>
                  <a:pt x="338814" y="198462"/>
                </a:lnTo>
                <a:lnTo>
                  <a:pt x="338199" y="199877"/>
                </a:lnTo>
                <a:lnTo>
                  <a:pt x="331097" y="203707"/>
                </a:lnTo>
                <a:lnTo>
                  <a:pt x="325616" y="205897"/>
                </a:lnTo>
                <a:lnTo>
                  <a:pt x="323803" y="206108"/>
                </a:lnTo>
                <a:lnTo>
                  <a:pt x="316289" y="202887"/>
                </a:lnTo>
                <a:lnTo>
                  <a:pt x="312856" y="200612"/>
                </a:lnTo>
                <a:lnTo>
                  <a:pt x="311292" y="199022"/>
                </a:lnTo>
                <a:lnTo>
                  <a:pt x="311320" y="197793"/>
                </a:lnTo>
                <a:lnTo>
                  <a:pt x="312483" y="196617"/>
                </a:lnTo>
                <a:lnTo>
                  <a:pt x="322955" y="189054"/>
                </a:lnTo>
                <a:lnTo>
                  <a:pt x="325382" y="188789"/>
                </a:lnTo>
                <a:lnTo>
                  <a:pt x="328870" y="190609"/>
                </a:lnTo>
                <a:close/>
                <a:moveTo>
                  <a:pt x="309439" y="204206"/>
                </a:moveTo>
                <a:lnTo>
                  <a:pt x="314299" y="207872"/>
                </a:lnTo>
                <a:lnTo>
                  <a:pt x="315694" y="209607"/>
                </a:lnTo>
                <a:lnTo>
                  <a:pt x="315660" y="210430"/>
                </a:lnTo>
                <a:lnTo>
                  <a:pt x="314543" y="211304"/>
                </a:lnTo>
                <a:lnTo>
                  <a:pt x="310325" y="212969"/>
                </a:lnTo>
                <a:lnTo>
                  <a:pt x="306296" y="215171"/>
                </a:lnTo>
                <a:lnTo>
                  <a:pt x="304977" y="215264"/>
                </a:lnTo>
                <a:lnTo>
                  <a:pt x="303034" y="214510"/>
                </a:lnTo>
                <a:lnTo>
                  <a:pt x="302157" y="213378"/>
                </a:lnTo>
                <a:lnTo>
                  <a:pt x="302082" y="211470"/>
                </a:lnTo>
                <a:lnTo>
                  <a:pt x="303312" y="206805"/>
                </a:lnTo>
                <a:lnTo>
                  <a:pt x="304690" y="203661"/>
                </a:lnTo>
                <a:lnTo>
                  <a:pt x="306444" y="202979"/>
                </a:lnTo>
                <a:lnTo>
                  <a:pt x="309439" y="204206"/>
                </a:lnTo>
                <a:close/>
                <a:moveTo>
                  <a:pt x="344443" y="204399"/>
                </a:moveTo>
                <a:lnTo>
                  <a:pt x="345583" y="206447"/>
                </a:lnTo>
                <a:lnTo>
                  <a:pt x="346414" y="211028"/>
                </a:lnTo>
                <a:lnTo>
                  <a:pt x="346086" y="215348"/>
                </a:lnTo>
                <a:lnTo>
                  <a:pt x="345166" y="216934"/>
                </a:lnTo>
                <a:lnTo>
                  <a:pt x="343637" y="216938"/>
                </a:lnTo>
                <a:lnTo>
                  <a:pt x="340127" y="215553"/>
                </a:lnTo>
                <a:lnTo>
                  <a:pt x="331995" y="210406"/>
                </a:lnTo>
                <a:lnTo>
                  <a:pt x="331823" y="209696"/>
                </a:lnTo>
                <a:lnTo>
                  <a:pt x="332544" y="208383"/>
                </a:lnTo>
                <a:lnTo>
                  <a:pt x="337496" y="204518"/>
                </a:lnTo>
                <a:lnTo>
                  <a:pt x="339863" y="203561"/>
                </a:lnTo>
                <a:lnTo>
                  <a:pt x="341975" y="203327"/>
                </a:lnTo>
                <a:lnTo>
                  <a:pt x="344443" y="204399"/>
                </a:lnTo>
                <a:close/>
                <a:moveTo>
                  <a:pt x="329786" y="215584"/>
                </a:moveTo>
                <a:lnTo>
                  <a:pt x="338097" y="220321"/>
                </a:lnTo>
                <a:lnTo>
                  <a:pt x="339210" y="221322"/>
                </a:lnTo>
                <a:lnTo>
                  <a:pt x="339328" y="222461"/>
                </a:lnTo>
                <a:lnTo>
                  <a:pt x="338350" y="224317"/>
                </a:lnTo>
                <a:lnTo>
                  <a:pt x="336291" y="226394"/>
                </a:lnTo>
                <a:lnTo>
                  <a:pt x="325491" y="234133"/>
                </a:lnTo>
                <a:lnTo>
                  <a:pt x="323011" y="233790"/>
                </a:lnTo>
                <a:lnTo>
                  <a:pt x="320396" y="232373"/>
                </a:lnTo>
                <a:lnTo>
                  <a:pt x="310761" y="225058"/>
                </a:lnTo>
                <a:lnTo>
                  <a:pt x="307685" y="221775"/>
                </a:lnTo>
                <a:lnTo>
                  <a:pt x="308055" y="220529"/>
                </a:lnTo>
                <a:lnTo>
                  <a:pt x="310311" y="218823"/>
                </a:lnTo>
                <a:lnTo>
                  <a:pt x="320849" y="213208"/>
                </a:lnTo>
                <a:lnTo>
                  <a:pt x="322544" y="212894"/>
                </a:lnTo>
                <a:lnTo>
                  <a:pt x="324503" y="213170"/>
                </a:lnTo>
                <a:lnTo>
                  <a:pt x="329786" y="215584"/>
                </a:lnTo>
                <a:close/>
                <a:moveTo>
                  <a:pt x="304666" y="227011"/>
                </a:moveTo>
                <a:lnTo>
                  <a:pt x="315811" y="235386"/>
                </a:lnTo>
                <a:lnTo>
                  <a:pt x="317448" y="236972"/>
                </a:lnTo>
                <a:lnTo>
                  <a:pt x="317554" y="238028"/>
                </a:lnTo>
                <a:lnTo>
                  <a:pt x="316453" y="240187"/>
                </a:lnTo>
                <a:lnTo>
                  <a:pt x="314855" y="241752"/>
                </a:lnTo>
                <a:lnTo>
                  <a:pt x="303478" y="250271"/>
                </a:lnTo>
                <a:lnTo>
                  <a:pt x="300004" y="252304"/>
                </a:lnTo>
                <a:lnTo>
                  <a:pt x="298617" y="252623"/>
                </a:lnTo>
                <a:lnTo>
                  <a:pt x="297436" y="251276"/>
                </a:lnTo>
                <a:lnTo>
                  <a:pt x="297247" y="248782"/>
                </a:lnTo>
                <a:lnTo>
                  <a:pt x="298965" y="240728"/>
                </a:lnTo>
                <a:lnTo>
                  <a:pt x="300512" y="228188"/>
                </a:lnTo>
                <a:lnTo>
                  <a:pt x="301698" y="226229"/>
                </a:lnTo>
                <a:lnTo>
                  <a:pt x="302943" y="226187"/>
                </a:lnTo>
                <a:lnTo>
                  <a:pt x="304666" y="227011"/>
                </a:lnTo>
                <a:close/>
                <a:moveTo>
                  <a:pt x="347288" y="228940"/>
                </a:moveTo>
                <a:lnTo>
                  <a:pt x="348214" y="231686"/>
                </a:lnTo>
                <a:lnTo>
                  <a:pt x="349933" y="245905"/>
                </a:lnTo>
                <a:lnTo>
                  <a:pt x="349631" y="251026"/>
                </a:lnTo>
                <a:lnTo>
                  <a:pt x="349216" y="252034"/>
                </a:lnTo>
                <a:lnTo>
                  <a:pt x="348367" y="252399"/>
                </a:lnTo>
                <a:lnTo>
                  <a:pt x="346203" y="251709"/>
                </a:lnTo>
                <a:lnTo>
                  <a:pt x="343977" y="250323"/>
                </a:lnTo>
                <a:lnTo>
                  <a:pt x="331473" y="241090"/>
                </a:lnTo>
                <a:lnTo>
                  <a:pt x="331473" y="236895"/>
                </a:lnTo>
                <a:lnTo>
                  <a:pt x="343834" y="227741"/>
                </a:lnTo>
                <a:lnTo>
                  <a:pt x="345435" y="227554"/>
                </a:lnTo>
                <a:lnTo>
                  <a:pt x="347288" y="228940"/>
                </a:lnTo>
                <a:close/>
                <a:moveTo>
                  <a:pt x="464545" y="82368"/>
                </a:moveTo>
                <a:lnTo>
                  <a:pt x="449711" y="83090"/>
                </a:lnTo>
                <a:lnTo>
                  <a:pt x="406409" y="83600"/>
                </a:lnTo>
                <a:lnTo>
                  <a:pt x="393182" y="85158"/>
                </a:lnTo>
                <a:lnTo>
                  <a:pt x="388982" y="86094"/>
                </a:lnTo>
                <a:lnTo>
                  <a:pt x="388986" y="86537"/>
                </a:lnTo>
                <a:lnTo>
                  <a:pt x="395405" y="88523"/>
                </a:lnTo>
                <a:lnTo>
                  <a:pt x="396484" y="89480"/>
                </a:lnTo>
                <a:lnTo>
                  <a:pt x="396678" y="90691"/>
                </a:lnTo>
                <a:lnTo>
                  <a:pt x="392057" y="99990"/>
                </a:lnTo>
                <a:lnTo>
                  <a:pt x="390840" y="101078"/>
                </a:lnTo>
                <a:lnTo>
                  <a:pt x="387593" y="102546"/>
                </a:lnTo>
                <a:lnTo>
                  <a:pt x="386317" y="104306"/>
                </a:lnTo>
                <a:lnTo>
                  <a:pt x="386343" y="106430"/>
                </a:lnTo>
                <a:lnTo>
                  <a:pt x="388102" y="109262"/>
                </a:lnTo>
                <a:lnTo>
                  <a:pt x="388497" y="110783"/>
                </a:lnTo>
                <a:lnTo>
                  <a:pt x="388345" y="112496"/>
                </a:lnTo>
                <a:lnTo>
                  <a:pt x="387398" y="115048"/>
                </a:lnTo>
                <a:lnTo>
                  <a:pt x="386763" y="115835"/>
                </a:lnTo>
                <a:lnTo>
                  <a:pt x="385563" y="116340"/>
                </a:lnTo>
                <a:lnTo>
                  <a:pt x="371352" y="115612"/>
                </a:lnTo>
                <a:lnTo>
                  <a:pt x="367200" y="116016"/>
                </a:lnTo>
                <a:lnTo>
                  <a:pt x="365684" y="116752"/>
                </a:lnTo>
                <a:lnTo>
                  <a:pt x="364802" y="117961"/>
                </a:lnTo>
                <a:lnTo>
                  <a:pt x="362786" y="122786"/>
                </a:lnTo>
                <a:lnTo>
                  <a:pt x="361378" y="124724"/>
                </a:lnTo>
                <a:lnTo>
                  <a:pt x="359704" y="126130"/>
                </a:lnTo>
                <a:lnTo>
                  <a:pt x="355449" y="127810"/>
                </a:lnTo>
                <a:lnTo>
                  <a:pt x="353802" y="129196"/>
                </a:lnTo>
                <a:lnTo>
                  <a:pt x="352160" y="131838"/>
                </a:lnTo>
                <a:lnTo>
                  <a:pt x="350108" y="137983"/>
                </a:lnTo>
                <a:lnTo>
                  <a:pt x="343105" y="144360"/>
                </a:lnTo>
                <a:lnTo>
                  <a:pt x="342696" y="145359"/>
                </a:lnTo>
                <a:lnTo>
                  <a:pt x="342900" y="146975"/>
                </a:lnTo>
                <a:lnTo>
                  <a:pt x="345791" y="149422"/>
                </a:lnTo>
                <a:lnTo>
                  <a:pt x="349982" y="151691"/>
                </a:lnTo>
                <a:lnTo>
                  <a:pt x="356574" y="154467"/>
                </a:lnTo>
                <a:lnTo>
                  <a:pt x="360751" y="157136"/>
                </a:lnTo>
                <a:lnTo>
                  <a:pt x="364844" y="158348"/>
                </a:lnTo>
                <a:lnTo>
                  <a:pt x="367803" y="160584"/>
                </a:lnTo>
                <a:lnTo>
                  <a:pt x="372754" y="162491"/>
                </a:lnTo>
                <a:lnTo>
                  <a:pt x="387478" y="170879"/>
                </a:lnTo>
                <a:lnTo>
                  <a:pt x="394447" y="174078"/>
                </a:lnTo>
                <a:lnTo>
                  <a:pt x="398606" y="176797"/>
                </a:lnTo>
                <a:lnTo>
                  <a:pt x="429555" y="192392"/>
                </a:lnTo>
                <a:lnTo>
                  <a:pt x="453321" y="203246"/>
                </a:lnTo>
                <a:lnTo>
                  <a:pt x="463669" y="207318"/>
                </a:lnTo>
                <a:lnTo>
                  <a:pt x="504247" y="220590"/>
                </a:lnTo>
                <a:lnTo>
                  <a:pt x="518816" y="226698"/>
                </a:lnTo>
                <a:lnTo>
                  <a:pt x="541163" y="234195"/>
                </a:lnTo>
                <a:lnTo>
                  <a:pt x="548359" y="236190"/>
                </a:lnTo>
                <a:lnTo>
                  <a:pt x="564800" y="241777"/>
                </a:lnTo>
                <a:lnTo>
                  <a:pt x="572273" y="243850"/>
                </a:lnTo>
                <a:lnTo>
                  <a:pt x="589348" y="249620"/>
                </a:lnTo>
                <a:lnTo>
                  <a:pt x="596523" y="251574"/>
                </a:lnTo>
                <a:lnTo>
                  <a:pt x="624917" y="260982"/>
                </a:lnTo>
                <a:lnTo>
                  <a:pt x="657866" y="270995"/>
                </a:lnTo>
                <a:lnTo>
                  <a:pt x="687033" y="280523"/>
                </a:lnTo>
                <a:lnTo>
                  <a:pt x="694726" y="282463"/>
                </a:lnTo>
                <a:lnTo>
                  <a:pt x="700674" y="284720"/>
                </a:lnTo>
                <a:lnTo>
                  <a:pt x="706383" y="285994"/>
                </a:lnTo>
                <a:lnTo>
                  <a:pt x="708259" y="285837"/>
                </a:lnTo>
                <a:lnTo>
                  <a:pt x="709036" y="284737"/>
                </a:lnTo>
                <a:lnTo>
                  <a:pt x="709060" y="283288"/>
                </a:lnTo>
                <a:lnTo>
                  <a:pt x="707185" y="281722"/>
                </a:lnTo>
                <a:lnTo>
                  <a:pt x="702440" y="280505"/>
                </a:lnTo>
                <a:lnTo>
                  <a:pt x="673649" y="270502"/>
                </a:lnTo>
                <a:lnTo>
                  <a:pt x="534835" y="224674"/>
                </a:lnTo>
                <a:lnTo>
                  <a:pt x="459182" y="199120"/>
                </a:lnTo>
                <a:lnTo>
                  <a:pt x="425405" y="184186"/>
                </a:lnTo>
                <a:lnTo>
                  <a:pt x="400076" y="172072"/>
                </a:lnTo>
                <a:lnTo>
                  <a:pt x="399334" y="171146"/>
                </a:lnTo>
                <a:lnTo>
                  <a:pt x="399737" y="170290"/>
                </a:lnTo>
                <a:lnTo>
                  <a:pt x="402388" y="169363"/>
                </a:lnTo>
                <a:lnTo>
                  <a:pt x="407025" y="168913"/>
                </a:lnTo>
                <a:lnTo>
                  <a:pt x="408958" y="166094"/>
                </a:lnTo>
                <a:lnTo>
                  <a:pt x="410822" y="165140"/>
                </a:lnTo>
                <a:lnTo>
                  <a:pt x="413082" y="165538"/>
                </a:lnTo>
                <a:lnTo>
                  <a:pt x="415718" y="167278"/>
                </a:lnTo>
                <a:lnTo>
                  <a:pt x="421489" y="173879"/>
                </a:lnTo>
                <a:lnTo>
                  <a:pt x="428191" y="173252"/>
                </a:lnTo>
                <a:lnTo>
                  <a:pt x="451287" y="184420"/>
                </a:lnTo>
                <a:lnTo>
                  <a:pt x="468775" y="191521"/>
                </a:lnTo>
                <a:lnTo>
                  <a:pt x="495528" y="199290"/>
                </a:lnTo>
                <a:lnTo>
                  <a:pt x="504719" y="201319"/>
                </a:lnTo>
                <a:lnTo>
                  <a:pt x="510481" y="203229"/>
                </a:lnTo>
                <a:lnTo>
                  <a:pt x="519191" y="205054"/>
                </a:lnTo>
                <a:lnTo>
                  <a:pt x="523113" y="206821"/>
                </a:lnTo>
                <a:lnTo>
                  <a:pt x="530609" y="209244"/>
                </a:lnTo>
                <a:lnTo>
                  <a:pt x="534571" y="211255"/>
                </a:lnTo>
                <a:lnTo>
                  <a:pt x="545484" y="215418"/>
                </a:lnTo>
                <a:lnTo>
                  <a:pt x="575960" y="226289"/>
                </a:lnTo>
                <a:lnTo>
                  <a:pt x="604070" y="235655"/>
                </a:lnTo>
                <a:lnTo>
                  <a:pt x="618330" y="239848"/>
                </a:lnTo>
                <a:lnTo>
                  <a:pt x="623585" y="241861"/>
                </a:lnTo>
                <a:lnTo>
                  <a:pt x="650268" y="249916"/>
                </a:lnTo>
                <a:lnTo>
                  <a:pt x="677736" y="257627"/>
                </a:lnTo>
                <a:lnTo>
                  <a:pt x="738371" y="272788"/>
                </a:lnTo>
                <a:lnTo>
                  <a:pt x="776484" y="280930"/>
                </a:lnTo>
                <a:lnTo>
                  <a:pt x="780878" y="280930"/>
                </a:lnTo>
                <a:lnTo>
                  <a:pt x="782286" y="280287"/>
                </a:lnTo>
                <a:lnTo>
                  <a:pt x="783153" y="279349"/>
                </a:lnTo>
                <a:lnTo>
                  <a:pt x="783902" y="276650"/>
                </a:lnTo>
                <a:lnTo>
                  <a:pt x="783386" y="275707"/>
                </a:lnTo>
                <a:lnTo>
                  <a:pt x="782402" y="275296"/>
                </a:lnTo>
                <a:lnTo>
                  <a:pt x="750988" y="268942"/>
                </a:lnTo>
                <a:lnTo>
                  <a:pt x="726339" y="262594"/>
                </a:lnTo>
                <a:lnTo>
                  <a:pt x="686387" y="253427"/>
                </a:lnTo>
                <a:lnTo>
                  <a:pt x="670275" y="249224"/>
                </a:lnTo>
                <a:lnTo>
                  <a:pt x="637509" y="239393"/>
                </a:lnTo>
                <a:lnTo>
                  <a:pt x="579283" y="220273"/>
                </a:lnTo>
                <a:lnTo>
                  <a:pt x="560101" y="214483"/>
                </a:lnTo>
                <a:lnTo>
                  <a:pt x="544063" y="209017"/>
                </a:lnTo>
                <a:lnTo>
                  <a:pt x="537399" y="207470"/>
                </a:lnTo>
                <a:lnTo>
                  <a:pt x="535866" y="206659"/>
                </a:lnTo>
                <a:lnTo>
                  <a:pt x="535588" y="206170"/>
                </a:lnTo>
                <a:lnTo>
                  <a:pt x="536003" y="204985"/>
                </a:lnTo>
                <a:lnTo>
                  <a:pt x="542055" y="200393"/>
                </a:lnTo>
                <a:lnTo>
                  <a:pt x="543128" y="199143"/>
                </a:lnTo>
                <a:lnTo>
                  <a:pt x="543786" y="196779"/>
                </a:lnTo>
                <a:lnTo>
                  <a:pt x="543857" y="190609"/>
                </a:lnTo>
                <a:lnTo>
                  <a:pt x="547996" y="185495"/>
                </a:lnTo>
                <a:lnTo>
                  <a:pt x="548623" y="183361"/>
                </a:lnTo>
                <a:lnTo>
                  <a:pt x="548598" y="179351"/>
                </a:lnTo>
                <a:lnTo>
                  <a:pt x="549616" y="178215"/>
                </a:lnTo>
                <a:lnTo>
                  <a:pt x="551523" y="177768"/>
                </a:lnTo>
                <a:lnTo>
                  <a:pt x="554253" y="178021"/>
                </a:lnTo>
                <a:lnTo>
                  <a:pt x="561950" y="180147"/>
                </a:lnTo>
                <a:lnTo>
                  <a:pt x="571520" y="182124"/>
                </a:lnTo>
                <a:lnTo>
                  <a:pt x="592927" y="188030"/>
                </a:lnTo>
                <a:lnTo>
                  <a:pt x="621604" y="195132"/>
                </a:lnTo>
                <a:lnTo>
                  <a:pt x="623917" y="195430"/>
                </a:lnTo>
                <a:lnTo>
                  <a:pt x="625641" y="195063"/>
                </a:lnTo>
                <a:lnTo>
                  <a:pt x="626612" y="194112"/>
                </a:lnTo>
                <a:lnTo>
                  <a:pt x="626669" y="192657"/>
                </a:lnTo>
                <a:lnTo>
                  <a:pt x="625697" y="190959"/>
                </a:lnTo>
                <a:lnTo>
                  <a:pt x="624098" y="189940"/>
                </a:lnTo>
                <a:lnTo>
                  <a:pt x="610298" y="186336"/>
                </a:lnTo>
                <a:lnTo>
                  <a:pt x="597231" y="183667"/>
                </a:lnTo>
                <a:lnTo>
                  <a:pt x="595421" y="182706"/>
                </a:lnTo>
                <a:lnTo>
                  <a:pt x="594945" y="181567"/>
                </a:lnTo>
                <a:lnTo>
                  <a:pt x="595513" y="180382"/>
                </a:lnTo>
                <a:lnTo>
                  <a:pt x="597046" y="179237"/>
                </a:lnTo>
                <a:lnTo>
                  <a:pt x="605276" y="176133"/>
                </a:lnTo>
                <a:lnTo>
                  <a:pt x="606101" y="174464"/>
                </a:lnTo>
                <a:lnTo>
                  <a:pt x="607221" y="168815"/>
                </a:lnTo>
                <a:lnTo>
                  <a:pt x="609203" y="166803"/>
                </a:lnTo>
                <a:lnTo>
                  <a:pt x="611362" y="166306"/>
                </a:lnTo>
                <a:lnTo>
                  <a:pt x="626277" y="166127"/>
                </a:lnTo>
                <a:lnTo>
                  <a:pt x="630217" y="165588"/>
                </a:lnTo>
                <a:lnTo>
                  <a:pt x="631513" y="164990"/>
                </a:lnTo>
                <a:lnTo>
                  <a:pt x="631987" y="164090"/>
                </a:lnTo>
                <a:lnTo>
                  <a:pt x="631269" y="157448"/>
                </a:lnTo>
                <a:lnTo>
                  <a:pt x="631603" y="154496"/>
                </a:lnTo>
                <a:lnTo>
                  <a:pt x="632718" y="151450"/>
                </a:lnTo>
                <a:lnTo>
                  <a:pt x="635478" y="146474"/>
                </a:lnTo>
                <a:lnTo>
                  <a:pt x="636007" y="143636"/>
                </a:lnTo>
                <a:lnTo>
                  <a:pt x="635450" y="140453"/>
                </a:lnTo>
                <a:lnTo>
                  <a:pt x="633823" y="139236"/>
                </a:lnTo>
                <a:lnTo>
                  <a:pt x="631619" y="139677"/>
                </a:lnTo>
                <a:lnTo>
                  <a:pt x="627161" y="143659"/>
                </a:lnTo>
                <a:lnTo>
                  <a:pt x="621096" y="150760"/>
                </a:lnTo>
                <a:lnTo>
                  <a:pt x="620187" y="152487"/>
                </a:lnTo>
                <a:lnTo>
                  <a:pt x="619602" y="154906"/>
                </a:lnTo>
                <a:lnTo>
                  <a:pt x="617524" y="156890"/>
                </a:lnTo>
                <a:lnTo>
                  <a:pt x="615014" y="157297"/>
                </a:lnTo>
                <a:lnTo>
                  <a:pt x="609788" y="156270"/>
                </a:lnTo>
                <a:lnTo>
                  <a:pt x="606307" y="156166"/>
                </a:lnTo>
                <a:lnTo>
                  <a:pt x="602956" y="156804"/>
                </a:lnTo>
                <a:lnTo>
                  <a:pt x="599120" y="158658"/>
                </a:lnTo>
                <a:lnTo>
                  <a:pt x="597996" y="160541"/>
                </a:lnTo>
                <a:lnTo>
                  <a:pt x="596725" y="166199"/>
                </a:lnTo>
                <a:lnTo>
                  <a:pt x="596164" y="167093"/>
                </a:lnTo>
                <a:lnTo>
                  <a:pt x="595412" y="167350"/>
                </a:lnTo>
                <a:lnTo>
                  <a:pt x="591915" y="165954"/>
                </a:lnTo>
                <a:lnTo>
                  <a:pt x="585754" y="164849"/>
                </a:lnTo>
                <a:lnTo>
                  <a:pt x="581332" y="161777"/>
                </a:lnTo>
                <a:lnTo>
                  <a:pt x="576788" y="160222"/>
                </a:lnTo>
                <a:lnTo>
                  <a:pt x="569799" y="155448"/>
                </a:lnTo>
                <a:lnTo>
                  <a:pt x="563484" y="153224"/>
                </a:lnTo>
                <a:lnTo>
                  <a:pt x="561043" y="153274"/>
                </a:lnTo>
                <a:lnTo>
                  <a:pt x="559021" y="154111"/>
                </a:lnTo>
                <a:lnTo>
                  <a:pt x="549202" y="163204"/>
                </a:lnTo>
                <a:lnTo>
                  <a:pt x="542288" y="167866"/>
                </a:lnTo>
                <a:lnTo>
                  <a:pt x="540420" y="168744"/>
                </a:lnTo>
                <a:lnTo>
                  <a:pt x="538439" y="169088"/>
                </a:lnTo>
                <a:lnTo>
                  <a:pt x="534908" y="168619"/>
                </a:lnTo>
                <a:lnTo>
                  <a:pt x="528755" y="166687"/>
                </a:lnTo>
                <a:lnTo>
                  <a:pt x="518846" y="164598"/>
                </a:lnTo>
                <a:lnTo>
                  <a:pt x="511493" y="162356"/>
                </a:lnTo>
                <a:lnTo>
                  <a:pt x="502843" y="160886"/>
                </a:lnTo>
                <a:lnTo>
                  <a:pt x="496437" y="158843"/>
                </a:lnTo>
                <a:lnTo>
                  <a:pt x="486458" y="157239"/>
                </a:lnTo>
                <a:lnTo>
                  <a:pt x="479681" y="155014"/>
                </a:lnTo>
                <a:lnTo>
                  <a:pt x="470007" y="153745"/>
                </a:lnTo>
                <a:lnTo>
                  <a:pt x="469612" y="154281"/>
                </a:lnTo>
                <a:lnTo>
                  <a:pt x="469843" y="155419"/>
                </a:lnTo>
                <a:lnTo>
                  <a:pt x="471919" y="156721"/>
                </a:lnTo>
                <a:lnTo>
                  <a:pt x="480715" y="158565"/>
                </a:lnTo>
                <a:lnTo>
                  <a:pt x="486653" y="161237"/>
                </a:lnTo>
                <a:lnTo>
                  <a:pt x="494468" y="162609"/>
                </a:lnTo>
                <a:lnTo>
                  <a:pt x="502666" y="165007"/>
                </a:lnTo>
                <a:lnTo>
                  <a:pt x="511554" y="166207"/>
                </a:lnTo>
                <a:lnTo>
                  <a:pt x="516366" y="168866"/>
                </a:lnTo>
                <a:lnTo>
                  <a:pt x="521950" y="169684"/>
                </a:lnTo>
                <a:lnTo>
                  <a:pt x="535021" y="173935"/>
                </a:lnTo>
                <a:lnTo>
                  <a:pt x="535918" y="174513"/>
                </a:lnTo>
                <a:lnTo>
                  <a:pt x="536950" y="176061"/>
                </a:lnTo>
                <a:lnTo>
                  <a:pt x="536563" y="179253"/>
                </a:lnTo>
                <a:lnTo>
                  <a:pt x="532650" y="184928"/>
                </a:lnTo>
                <a:lnTo>
                  <a:pt x="530387" y="186951"/>
                </a:lnTo>
                <a:lnTo>
                  <a:pt x="529831" y="186989"/>
                </a:lnTo>
                <a:lnTo>
                  <a:pt x="528814" y="186175"/>
                </a:lnTo>
                <a:lnTo>
                  <a:pt x="526332" y="182051"/>
                </a:lnTo>
                <a:lnTo>
                  <a:pt x="522186" y="177417"/>
                </a:lnTo>
                <a:lnTo>
                  <a:pt x="518625" y="174510"/>
                </a:lnTo>
                <a:lnTo>
                  <a:pt x="512921" y="170975"/>
                </a:lnTo>
                <a:lnTo>
                  <a:pt x="510774" y="171085"/>
                </a:lnTo>
                <a:lnTo>
                  <a:pt x="504545" y="175102"/>
                </a:lnTo>
                <a:lnTo>
                  <a:pt x="502126" y="175705"/>
                </a:lnTo>
                <a:lnTo>
                  <a:pt x="498909" y="174578"/>
                </a:lnTo>
                <a:lnTo>
                  <a:pt x="491613" y="173649"/>
                </a:lnTo>
                <a:lnTo>
                  <a:pt x="486964" y="171854"/>
                </a:lnTo>
                <a:lnTo>
                  <a:pt x="486877" y="168214"/>
                </a:lnTo>
                <a:lnTo>
                  <a:pt x="486139" y="166671"/>
                </a:lnTo>
                <a:lnTo>
                  <a:pt x="479491" y="162066"/>
                </a:lnTo>
                <a:lnTo>
                  <a:pt x="464020" y="161337"/>
                </a:lnTo>
                <a:lnTo>
                  <a:pt x="458301" y="160739"/>
                </a:lnTo>
                <a:lnTo>
                  <a:pt x="455672" y="160042"/>
                </a:lnTo>
                <a:lnTo>
                  <a:pt x="454202" y="158543"/>
                </a:lnTo>
                <a:lnTo>
                  <a:pt x="453842" y="156523"/>
                </a:lnTo>
                <a:lnTo>
                  <a:pt x="454661" y="154256"/>
                </a:lnTo>
                <a:lnTo>
                  <a:pt x="456227" y="152403"/>
                </a:lnTo>
                <a:lnTo>
                  <a:pt x="457915" y="152005"/>
                </a:lnTo>
                <a:lnTo>
                  <a:pt x="461067" y="152989"/>
                </a:lnTo>
                <a:lnTo>
                  <a:pt x="465735" y="153480"/>
                </a:lnTo>
                <a:lnTo>
                  <a:pt x="467347" y="153101"/>
                </a:lnTo>
                <a:lnTo>
                  <a:pt x="467402" y="152314"/>
                </a:lnTo>
                <a:lnTo>
                  <a:pt x="457762" y="149397"/>
                </a:lnTo>
                <a:lnTo>
                  <a:pt x="447520" y="141101"/>
                </a:lnTo>
                <a:lnTo>
                  <a:pt x="445675" y="140081"/>
                </a:lnTo>
                <a:lnTo>
                  <a:pt x="443974" y="139894"/>
                </a:lnTo>
                <a:lnTo>
                  <a:pt x="439352" y="141284"/>
                </a:lnTo>
                <a:lnTo>
                  <a:pt x="437967" y="141262"/>
                </a:lnTo>
                <a:lnTo>
                  <a:pt x="434808" y="136730"/>
                </a:lnTo>
                <a:lnTo>
                  <a:pt x="431711" y="133473"/>
                </a:lnTo>
                <a:lnTo>
                  <a:pt x="431701" y="131825"/>
                </a:lnTo>
                <a:lnTo>
                  <a:pt x="432709" y="131137"/>
                </a:lnTo>
                <a:lnTo>
                  <a:pt x="437263" y="130578"/>
                </a:lnTo>
                <a:lnTo>
                  <a:pt x="460880" y="129731"/>
                </a:lnTo>
                <a:lnTo>
                  <a:pt x="489982" y="127378"/>
                </a:lnTo>
                <a:lnTo>
                  <a:pt x="503546" y="126022"/>
                </a:lnTo>
                <a:lnTo>
                  <a:pt x="509336" y="123640"/>
                </a:lnTo>
                <a:lnTo>
                  <a:pt x="521998" y="124598"/>
                </a:lnTo>
                <a:lnTo>
                  <a:pt x="530624" y="123459"/>
                </a:lnTo>
                <a:lnTo>
                  <a:pt x="547521" y="122680"/>
                </a:lnTo>
                <a:lnTo>
                  <a:pt x="560065" y="121179"/>
                </a:lnTo>
                <a:lnTo>
                  <a:pt x="568628" y="119539"/>
                </a:lnTo>
                <a:lnTo>
                  <a:pt x="588313" y="118692"/>
                </a:lnTo>
                <a:lnTo>
                  <a:pt x="591855" y="118016"/>
                </a:lnTo>
                <a:lnTo>
                  <a:pt x="593085" y="117136"/>
                </a:lnTo>
                <a:lnTo>
                  <a:pt x="591751" y="116618"/>
                </a:lnTo>
                <a:lnTo>
                  <a:pt x="586757" y="116379"/>
                </a:lnTo>
                <a:lnTo>
                  <a:pt x="568945" y="116795"/>
                </a:lnTo>
                <a:lnTo>
                  <a:pt x="552388" y="118699"/>
                </a:lnTo>
                <a:lnTo>
                  <a:pt x="521120" y="120058"/>
                </a:lnTo>
                <a:lnTo>
                  <a:pt x="512483" y="121546"/>
                </a:lnTo>
                <a:lnTo>
                  <a:pt x="505177" y="121452"/>
                </a:lnTo>
                <a:lnTo>
                  <a:pt x="497819" y="122663"/>
                </a:lnTo>
                <a:lnTo>
                  <a:pt x="454481" y="124577"/>
                </a:lnTo>
                <a:lnTo>
                  <a:pt x="444913" y="126071"/>
                </a:lnTo>
                <a:lnTo>
                  <a:pt x="441498" y="125857"/>
                </a:lnTo>
                <a:lnTo>
                  <a:pt x="438735" y="122704"/>
                </a:lnTo>
                <a:lnTo>
                  <a:pt x="437490" y="121934"/>
                </a:lnTo>
                <a:lnTo>
                  <a:pt x="432397" y="123579"/>
                </a:lnTo>
                <a:lnTo>
                  <a:pt x="431204" y="123634"/>
                </a:lnTo>
                <a:lnTo>
                  <a:pt x="429901" y="123056"/>
                </a:lnTo>
                <a:lnTo>
                  <a:pt x="429154" y="121213"/>
                </a:lnTo>
                <a:lnTo>
                  <a:pt x="429806" y="118335"/>
                </a:lnTo>
                <a:lnTo>
                  <a:pt x="432401" y="115915"/>
                </a:lnTo>
                <a:lnTo>
                  <a:pt x="435128" y="114649"/>
                </a:lnTo>
                <a:lnTo>
                  <a:pt x="442000" y="113155"/>
                </a:lnTo>
                <a:lnTo>
                  <a:pt x="452456" y="111895"/>
                </a:lnTo>
                <a:lnTo>
                  <a:pt x="467438" y="112924"/>
                </a:lnTo>
                <a:lnTo>
                  <a:pt x="478121" y="111760"/>
                </a:lnTo>
                <a:lnTo>
                  <a:pt x="512787" y="111106"/>
                </a:lnTo>
                <a:lnTo>
                  <a:pt x="530387" y="109947"/>
                </a:lnTo>
                <a:lnTo>
                  <a:pt x="546479" y="109579"/>
                </a:lnTo>
                <a:lnTo>
                  <a:pt x="556018" y="108198"/>
                </a:lnTo>
                <a:lnTo>
                  <a:pt x="582847" y="107677"/>
                </a:lnTo>
                <a:lnTo>
                  <a:pt x="607385" y="106595"/>
                </a:lnTo>
                <a:lnTo>
                  <a:pt x="613075" y="106156"/>
                </a:lnTo>
                <a:lnTo>
                  <a:pt x="615938" y="105316"/>
                </a:lnTo>
                <a:lnTo>
                  <a:pt x="615572" y="104291"/>
                </a:lnTo>
                <a:lnTo>
                  <a:pt x="614431" y="103902"/>
                </a:lnTo>
                <a:lnTo>
                  <a:pt x="599762" y="103221"/>
                </a:lnTo>
                <a:lnTo>
                  <a:pt x="586412" y="104119"/>
                </a:lnTo>
                <a:lnTo>
                  <a:pt x="539784" y="104771"/>
                </a:lnTo>
                <a:lnTo>
                  <a:pt x="536112" y="105067"/>
                </a:lnTo>
                <a:lnTo>
                  <a:pt x="530014" y="106288"/>
                </a:lnTo>
                <a:lnTo>
                  <a:pt x="511023" y="106548"/>
                </a:lnTo>
                <a:lnTo>
                  <a:pt x="498504" y="107748"/>
                </a:lnTo>
                <a:lnTo>
                  <a:pt x="470728" y="108211"/>
                </a:lnTo>
                <a:lnTo>
                  <a:pt x="449717" y="109935"/>
                </a:lnTo>
                <a:lnTo>
                  <a:pt x="430302" y="109569"/>
                </a:lnTo>
                <a:lnTo>
                  <a:pt x="429204" y="109320"/>
                </a:lnTo>
                <a:lnTo>
                  <a:pt x="427796" y="108117"/>
                </a:lnTo>
                <a:lnTo>
                  <a:pt x="426799" y="106352"/>
                </a:lnTo>
                <a:lnTo>
                  <a:pt x="426274" y="104273"/>
                </a:lnTo>
                <a:lnTo>
                  <a:pt x="426283" y="102126"/>
                </a:lnTo>
                <a:lnTo>
                  <a:pt x="427594" y="98108"/>
                </a:lnTo>
                <a:lnTo>
                  <a:pt x="428031" y="94926"/>
                </a:lnTo>
                <a:lnTo>
                  <a:pt x="427689" y="93451"/>
                </a:lnTo>
                <a:lnTo>
                  <a:pt x="425684" y="90324"/>
                </a:lnTo>
                <a:lnTo>
                  <a:pt x="427564" y="88395"/>
                </a:lnTo>
                <a:lnTo>
                  <a:pt x="479704" y="88054"/>
                </a:lnTo>
                <a:lnTo>
                  <a:pt x="539499" y="86545"/>
                </a:lnTo>
                <a:lnTo>
                  <a:pt x="558575" y="85110"/>
                </a:lnTo>
                <a:lnTo>
                  <a:pt x="591086" y="84205"/>
                </a:lnTo>
                <a:lnTo>
                  <a:pt x="597313" y="83385"/>
                </a:lnTo>
                <a:lnTo>
                  <a:pt x="597616" y="82754"/>
                </a:lnTo>
                <a:lnTo>
                  <a:pt x="596063" y="82268"/>
                </a:lnTo>
                <a:lnTo>
                  <a:pt x="579745" y="81747"/>
                </a:lnTo>
                <a:lnTo>
                  <a:pt x="487803" y="81639"/>
                </a:lnTo>
                <a:lnTo>
                  <a:pt x="464545" y="82368"/>
                </a:lnTo>
                <a:close/>
                <a:moveTo>
                  <a:pt x="410111" y="101413"/>
                </a:moveTo>
                <a:lnTo>
                  <a:pt x="411579" y="103683"/>
                </a:lnTo>
                <a:lnTo>
                  <a:pt x="415031" y="107549"/>
                </a:lnTo>
                <a:lnTo>
                  <a:pt x="415352" y="108946"/>
                </a:lnTo>
                <a:lnTo>
                  <a:pt x="414691" y="110284"/>
                </a:lnTo>
                <a:lnTo>
                  <a:pt x="413775" y="111441"/>
                </a:lnTo>
                <a:lnTo>
                  <a:pt x="405621" y="111782"/>
                </a:lnTo>
                <a:lnTo>
                  <a:pt x="402701" y="111141"/>
                </a:lnTo>
                <a:lnTo>
                  <a:pt x="401818" y="108500"/>
                </a:lnTo>
                <a:lnTo>
                  <a:pt x="401789" y="105763"/>
                </a:lnTo>
                <a:lnTo>
                  <a:pt x="402440" y="103336"/>
                </a:lnTo>
                <a:lnTo>
                  <a:pt x="403665" y="101391"/>
                </a:lnTo>
                <a:lnTo>
                  <a:pt x="406345" y="99750"/>
                </a:lnTo>
                <a:lnTo>
                  <a:pt x="409387" y="99629"/>
                </a:lnTo>
                <a:lnTo>
                  <a:pt x="410111" y="101413"/>
                </a:lnTo>
                <a:close/>
                <a:moveTo>
                  <a:pt x="412473" y="114865"/>
                </a:moveTo>
                <a:lnTo>
                  <a:pt x="415876" y="115952"/>
                </a:lnTo>
                <a:lnTo>
                  <a:pt x="417578" y="117336"/>
                </a:lnTo>
                <a:lnTo>
                  <a:pt x="418765" y="119170"/>
                </a:lnTo>
                <a:lnTo>
                  <a:pt x="419384" y="121392"/>
                </a:lnTo>
                <a:lnTo>
                  <a:pt x="419395" y="124175"/>
                </a:lnTo>
                <a:lnTo>
                  <a:pt x="418966" y="125348"/>
                </a:lnTo>
                <a:lnTo>
                  <a:pt x="417774" y="126224"/>
                </a:lnTo>
                <a:lnTo>
                  <a:pt x="416335" y="126420"/>
                </a:lnTo>
                <a:lnTo>
                  <a:pt x="415298" y="125999"/>
                </a:lnTo>
                <a:lnTo>
                  <a:pt x="410490" y="121639"/>
                </a:lnTo>
                <a:lnTo>
                  <a:pt x="404701" y="119809"/>
                </a:lnTo>
                <a:lnTo>
                  <a:pt x="403077" y="118661"/>
                </a:lnTo>
                <a:lnTo>
                  <a:pt x="402131" y="117340"/>
                </a:lnTo>
                <a:lnTo>
                  <a:pt x="402008" y="115989"/>
                </a:lnTo>
                <a:lnTo>
                  <a:pt x="403023" y="114238"/>
                </a:lnTo>
                <a:lnTo>
                  <a:pt x="412473" y="114865"/>
                </a:lnTo>
                <a:close/>
                <a:moveTo>
                  <a:pt x="383545" y="124218"/>
                </a:moveTo>
                <a:lnTo>
                  <a:pt x="383993" y="124871"/>
                </a:lnTo>
                <a:lnTo>
                  <a:pt x="384090" y="126976"/>
                </a:lnTo>
                <a:lnTo>
                  <a:pt x="382593" y="131283"/>
                </a:lnTo>
                <a:lnTo>
                  <a:pt x="379697" y="135615"/>
                </a:lnTo>
                <a:lnTo>
                  <a:pt x="377049" y="138113"/>
                </a:lnTo>
                <a:lnTo>
                  <a:pt x="373692" y="140692"/>
                </a:lnTo>
                <a:lnTo>
                  <a:pt x="372077" y="141405"/>
                </a:lnTo>
                <a:lnTo>
                  <a:pt x="370696" y="141426"/>
                </a:lnTo>
                <a:lnTo>
                  <a:pt x="367230" y="140226"/>
                </a:lnTo>
                <a:lnTo>
                  <a:pt x="364741" y="140611"/>
                </a:lnTo>
                <a:lnTo>
                  <a:pt x="364908" y="141997"/>
                </a:lnTo>
                <a:lnTo>
                  <a:pt x="366126" y="143940"/>
                </a:lnTo>
                <a:lnTo>
                  <a:pt x="371043" y="148472"/>
                </a:lnTo>
                <a:lnTo>
                  <a:pt x="372899" y="154700"/>
                </a:lnTo>
                <a:lnTo>
                  <a:pt x="373007" y="156491"/>
                </a:lnTo>
                <a:lnTo>
                  <a:pt x="372616" y="157624"/>
                </a:lnTo>
                <a:lnTo>
                  <a:pt x="371269" y="158298"/>
                </a:lnTo>
                <a:lnTo>
                  <a:pt x="368857" y="157932"/>
                </a:lnTo>
                <a:lnTo>
                  <a:pt x="364265" y="155208"/>
                </a:lnTo>
                <a:lnTo>
                  <a:pt x="358991" y="152994"/>
                </a:lnTo>
                <a:lnTo>
                  <a:pt x="357926" y="150556"/>
                </a:lnTo>
                <a:lnTo>
                  <a:pt x="358166" y="146403"/>
                </a:lnTo>
                <a:lnTo>
                  <a:pt x="360033" y="142679"/>
                </a:lnTo>
                <a:lnTo>
                  <a:pt x="363162" y="140352"/>
                </a:lnTo>
                <a:lnTo>
                  <a:pt x="363137" y="137722"/>
                </a:lnTo>
                <a:lnTo>
                  <a:pt x="364084" y="135916"/>
                </a:lnTo>
                <a:lnTo>
                  <a:pt x="367851" y="132891"/>
                </a:lnTo>
                <a:lnTo>
                  <a:pt x="371815" y="128364"/>
                </a:lnTo>
                <a:lnTo>
                  <a:pt x="377420" y="123916"/>
                </a:lnTo>
                <a:lnTo>
                  <a:pt x="380531" y="123465"/>
                </a:lnTo>
                <a:lnTo>
                  <a:pt x="383545" y="124218"/>
                </a:lnTo>
                <a:close/>
                <a:moveTo>
                  <a:pt x="397864" y="139888"/>
                </a:moveTo>
                <a:lnTo>
                  <a:pt x="400486" y="144256"/>
                </a:lnTo>
                <a:lnTo>
                  <a:pt x="402517" y="149123"/>
                </a:lnTo>
                <a:lnTo>
                  <a:pt x="402046" y="151730"/>
                </a:lnTo>
                <a:lnTo>
                  <a:pt x="400211" y="153102"/>
                </a:lnTo>
                <a:lnTo>
                  <a:pt x="398805" y="153038"/>
                </a:lnTo>
                <a:lnTo>
                  <a:pt x="397810" y="152369"/>
                </a:lnTo>
                <a:lnTo>
                  <a:pt x="396214" y="146848"/>
                </a:lnTo>
                <a:lnTo>
                  <a:pt x="395085" y="145172"/>
                </a:lnTo>
                <a:lnTo>
                  <a:pt x="393205" y="144021"/>
                </a:lnTo>
                <a:lnTo>
                  <a:pt x="389812" y="142781"/>
                </a:lnTo>
                <a:lnTo>
                  <a:pt x="390103" y="140228"/>
                </a:lnTo>
                <a:lnTo>
                  <a:pt x="390883" y="139227"/>
                </a:lnTo>
                <a:lnTo>
                  <a:pt x="392681" y="138134"/>
                </a:lnTo>
                <a:lnTo>
                  <a:pt x="395878" y="138013"/>
                </a:lnTo>
                <a:lnTo>
                  <a:pt x="397864" y="139888"/>
                </a:lnTo>
                <a:close/>
                <a:moveTo>
                  <a:pt x="436532" y="143793"/>
                </a:moveTo>
                <a:lnTo>
                  <a:pt x="436796" y="146937"/>
                </a:lnTo>
                <a:lnTo>
                  <a:pt x="436068" y="148741"/>
                </a:lnTo>
                <a:lnTo>
                  <a:pt x="431025" y="151663"/>
                </a:lnTo>
                <a:lnTo>
                  <a:pt x="426581" y="157265"/>
                </a:lnTo>
                <a:lnTo>
                  <a:pt x="425687" y="157341"/>
                </a:lnTo>
                <a:lnTo>
                  <a:pt x="424940" y="156887"/>
                </a:lnTo>
                <a:lnTo>
                  <a:pt x="423823" y="155026"/>
                </a:lnTo>
                <a:lnTo>
                  <a:pt x="423562" y="151990"/>
                </a:lnTo>
                <a:lnTo>
                  <a:pt x="427167" y="149718"/>
                </a:lnTo>
                <a:lnTo>
                  <a:pt x="429460" y="145462"/>
                </a:lnTo>
                <a:lnTo>
                  <a:pt x="431208" y="143844"/>
                </a:lnTo>
                <a:lnTo>
                  <a:pt x="434121" y="143022"/>
                </a:lnTo>
                <a:lnTo>
                  <a:pt x="435815" y="143209"/>
                </a:lnTo>
                <a:lnTo>
                  <a:pt x="436532" y="143793"/>
                </a:lnTo>
                <a:close/>
                <a:moveTo>
                  <a:pt x="562179" y="169588"/>
                </a:moveTo>
                <a:lnTo>
                  <a:pt x="562649" y="172113"/>
                </a:lnTo>
                <a:lnTo>
                  <a:pt x="561304" y="173649"/>
                </a:lnTo>
                <a:lnTo>
                  <a:pt x="558699" y="173727"/>
                </a:lnTo>
                <a:lnTo>
                  <a:pt x="556231" y="172242"/>
                </a:lnTo>
                <a:lnTo>
                  <a:pt x="556122" y="171402"/>
                </a:lnTo>
                <a:lnTo>
                  <a:pt x="556678" y="170498"/>
                </a:lnTo>
                <a:lnTo>
                  <a:pt x="559290" y="168813"/>
                </a:lnTo>
                <a:lnTo>
                  <a:pt x="561224" y="168554"/>
                </a:lnTo>
                <a:lnTo>
                  <a:pt x="562179" y="169588"/>
                </a:lnTo>
                <a:close/>
                <a:moveTo>
                  <a:pt x="463339" y="170938"/>
                </a:moveTo>
                <a:lnTo>
                  <a:pt x="466320" y="171431"/>
                </a:lnTo>
                <a:lnTo>
                  <a:pt x="467974" y="172278"/>
                </a:lnTo>
                <a:lnTo>
                  <a:pt x="471453" y="178246"/>
                </a:lnTo>
                <a:lnTo>
                  <a:pt x="473911" y="180228"/>
                </a:lnTo>
                <a:lnTo>
                  <a:pt x="477604" y="181677"/>
                </a:lnTo>
                <a:lnTo>
                  <a:pt x="485108" y="182768"/>
                </a:lnTo>
                <a:lnTo>
                  <a:pt x="493966" y="184837"/>
                </a:lnTo>
                <a:lnTo>
                  <a:pt x="495448" y="185669"/>
                </a:lnTo>
                <a:lnTo>
                  <a:pt x="499201" y="189024"/>
                </a:lnTo>
                <a:lnTo>
                  <a:pt x="502055" y="190368"/>
                </a:lnTo>
                <a:lnTo>
                  <a:pt x="508462" y="188371"/>
                </a:lnTo>
                <a:lnTo>
                  <a:pt x="513422" y="185312"/>
                </a:lnTo>
                <a:lnTo>
                  <a:pt x="514871" y="185071"/>
                </a:lnTo>
                <a:lnTo>
                  <a:pt x="517859" y="187947"/>
                </a:lnTo>
                <a:lnTo>
                  <a:pt x="523662" y="197292"/>
                </a:lnTo>
                <a:lnTo>
                  <a:pt x="524080" y="199192"/>
                </a:lnTo>
                <a:lnTo>
                  <a:pt x="523770" y="201662"/>
                </a:lnTo>
                <a:lnTo>
                  <a:pt x="522788" y="202513"/>
                </a:lnTo>
                <a:lnTo>
                  <a:pt x="521744" y="202452"/>
                </a:lnTo>
                <a:lnTo>
                  <a:pt x="507126" y="197577"/>
                </a:lnTo>
                <a:lnTo>
                  <a:pt x="500079" y="195822"/>
                </a:lnTo>
                <a:lnTo>
                  <a:pt x="493934" y="193478"/>
                </a:lnTo>
                <a:lnTo>
                  <a:pt x="474423" y="187789"/>
                </a:lnTo>
                <a:lnTo>
                  <a:pt x="463586" y="183871"/>
                </a:lnTo>
                <a:lnTo>
                  <a:pt x="451334" y="178411"/>
                </a:lnTo>
                <a:lnTo>
                  <a:pt x="447985" y="176511"/>
                </a:lnTo>
                <a:lnTo>
                  <a:pt x="446988" y="175082"/>
                </a:lnTo>
                <a:lnTo>
                  <a:pt x="448115" y="173632"/>
                </a:lnTo>
                <a:lnTo>
                  <a:pt x="452202" y="170841"/>
                </a:lnTo>
                <a:lnTo>
                  <a:pt x="455131" y="170166"/>
                </a:lnTo>
                <a:lnTo>
                  <a:pt x="463339" y="170938"/>
                </a:lnTo>
                <a:close/>
                <a:moveTo>
                  <a:pt x="588889" y="177881"/>
                </a:moveTo>
                <a:lnTo>
                  <a:pt x="589613" y="179472"/>
                </a:lnTo>
                <a:lnTo>
                  <a:pt x="588120" y="180461"/>
                </a:lnTo>
                <a:lnTo>
                  <a:pt x="584673" y="180187"/>
                </a:lnTo>
                <a:lnTo>
                  <a:pt x="583393" y="178990"/>
                </a:lnTo>
                <a:lnTo>
                  <a:pt x="583802" y="178143"/>
                </a:lnTo>
                <a:lnTo>
                  <a:pt x="585508" y="177368"/>
                </a:lnTo>
                <a:lnTo>
                  <a:pt x="587670" y="177362"/>
                </a:lnTo>
                <a:lnTo>
                  <a:pt x="588889" y="177881"/>
                </a:lnTo>
                <a:close/>
                <a:moveTo>
                  <a:pt x="432338" y="100931"/>
                </a:moveTo>
                <a:lnTo>
                  <a:pt x="432042" y="102431"/>
                </a:lnTo>
                <a:lnTo>
                  <a:pt x="432723" y="103968"/>
                </a:lnTo>
                <a:lnTo>
                  <a:pt x="433716" y="104340"/>
                </a:lnTo>
                <a:lnTo>
                  <a:pt x="435116" y="103709"/>
                </a:lnTo>
                <a:lnTo>
                  <a:pt x="435747" y="102310"/>
                </a:lnTo>
                <a:lnTo>
                  <a:pt x="435375" y="101316"/>
                </a:lnTo>
                <a:lnTo>
                  <a:pt x="433838" y="100635"/>
                </a:lnTo>
                <a:lnTo>
                  <a:pt x="432338" y="100931"/>
                </a:lnTo>
                <a:close/>
                <a:moveTo>
                  <a:pt x="634259" y="111441"/>
                </a:moveTo>
                <a:lnTo>
                  <a:pt x="625104" y="112473"/>
                </a:lnTo>
                <a:lnTo>
                  <a:pt x="622861" y="113248"/>
                </a:lnTo>
                <a:lnTo>
                  <a:pt x="622624" y="113909"/>
                </a:lnTo>
                <a:lnTo>
                  <a:pt x="623555" y="114624"/>
                </a:lnTo>
                <a:lnTo>
                  <a:pt x="625772" y="114938"/>
                </a:lnTo>
                <a:lnTo>
                  <a:pt x="631505" y="114768"/>
                </a:lnTo>
                <a:lnTo>
                  <a:pt x="636912" y="114077"/>
                </a:lnTo>
                <a:lnTo>
                  <a:pt x="638654" y="113295"/>
                </a:lnTo>
                <a:lnTo>
                  <a:pt x="638828" y="112477"/>
                </a:lnTo>
                <a:lnTo>
                  <a:pt x="638331" y="111490"/>
                </a:lnTo>
                <a:lnTo>
                  <a:pt x="637055" y="110905"/>
                </a:lnTo>
                <a:lnTo>
                  <a:pt x="634259" y="111441"/>
                </a:lnTo>
                <a:close/>
                <a:moveTo>
                  <a:pt x="611357" y="113852"/>
                </a:moveTo>
                <a:lnTo>
                  <a:pt x="611213" y="115076"/>
                </a:lnTo>
                <a:lnTo>
                  <a:pt x="613238" y="115540"/>
                </a:lnTo>
                <a:lnTo>
                  <a:pt x="615381" y="115131"/>
                </a:lnTo>
                <a:lnTo>
                  <a:pt x="616560" y="113958"/>
                </a:lnTo>
                <a:lnTo>
                  <a:pt x="616227" y="113489"/>
                </a:lnTo>
                <a:lnTo>
                  <a:pt x="614669" y="113154"/>
                </a:lnTo>
                <a:lnTo>
                  <a:pt x="612689" y="113283"/>
                </a:lnTo>
                <a:lnTo>
                  <a:pt x="611357" y="113852"/>
                </a:lnTo>
                <a:close/>
                <a:moveTo>
                  <a:pt x="597279" y="116118"/>
                </a:moveTo>
                <a:lnTo>
                  <a:pt x="595978" y="117138"/>
                </a:lnTo>
                <a:lnTo>
                  <a:pt x="597566" y="117843"/>
                </a:lnTo>
                <a:lnTo>
                  <a:pt x="601471" y="117762"/>
                </a:lnTo>
                <a:lnTo>
                  <a:pt x="602378" y="117367"/>
                </a:lnTo>
                <a:lnTo>
                  <a:pt x="602679" y="116745"/>
                </a:lnTo>
                <a:lnTo>
                  <a:pt x="602358" y="116129"/>
                </a:lnTo>
                <a:lnTo>
                  <a:pt x="600919" y="115636"/>
                </a:lnTo>
                <a:lnTo>
                  <a:pt x="597279" y="116118"/>
                </a:lnTo>
                <a:close/>
                <a:moveTo>
                  <a:pt x="276027" y="116986"/>
                </a:moveTo>
                <a:lnTo>
                  <a:pt x="275915" y="117692"/>
                </a:lnTo>
                <a:lnTo>
                  <a:pt x="276593" y="118309"/>
                </a:lnTo>
                <a:lnTo>
                  <a:pt x="280602" y="119845"/>
                </a:lnTo>
                <a:lnTo>
                  <a:pt x="284079" y="122169"/>
                </a:lnTo>
                <a:lnTo>
                  <a:pt x="288406" y="123917"/>
                </a:lnTo>
                <a:lnTo>
                  <a:pt x="292245" y="126068"/>
                </a:lnTo>
                <a:lnTo>
                  <a:pt x="296807" y="127810"/>
                </a:lnTo>
                <a:lnTo>
                  <a:pt x="300429" y="130181"/>
                </a:lnTo>
                <a:lnTo>
                  <a:pt x="302755" y="130551"/>
                </a:lnTo>
                <a:lnTo>
                  <a:pt x="304079" y="129687"/>
                </a:lnTo>
                <a:lnTo>
                  <a:pt x="304133" y="128647"/>
                </a:lnTo>
                <a:lnTo>
                  <a:pt x="303364" y="127575"/>
                </a:lnTo>
                <a:lnTo>
                  <a:pt x="297879" y="124238"/>
                </a:lnTo>
                <a:lnTo>
                  <a:pt x="293452" y="122864"/>
                </a:lnTo>
                <a:lnTo>
                  <a:pt x="289788" y="120603"/>
                </a:lnTo>
                <a:lnTo>
                  <a:pt x="284689" y="118935"/>
                </a:lnTo>
                <a:lnTo>
                  <a:pt x="280773" y="117035"/>
                </a:lnTo>
                <a:lnTo>
                  <a:pt x="277881" y="116460"/>
                </a:lnTo>
                <a:lnTo>
                  <a:pt x="276027" y="116986"/>
                </a:lnTo>
                <a:close/>
                <a:moveTo>
                  <a:pt x="875668" y="132945"/>
                </a:moveTo>
                <a:lnTo>
                  <a:pt x="872953" y="134908"/>
                </a:lnTo>
                <a:lnTo>
                  <a:pt x="871929" y="137160"/>
                </a:lnTo>
                <a:lnTo>
                  <a:pt x="866567" y="167063"/>
                </a:lnTo>
                <a:lnTo>
                  <a:pt x="864155" y="178223"/>
                </a:lnTo>
                <a:lnTo>
                  <a:pt x="862680" y="189850"/>
                </a:lnTo>
                <a:lnTo>
                  <a:pt x="860336" y="199306"/>
                </a:lnTo>
                <a:lnTo>
                  <a:pt x="858275" y="212816"/>
                </a:lnTo>
                <a:lnTo>
                  <a:pt x="857232" y="215837"/>
                </a:lnTo>
                <a:lnTo>
                  <a:pt x="855616" y="217898"/>
                </a:lnTo>
                <a:lnTo>
                  <a:pt x="853128" y="219577"/>
                </a:lnTo>
                <a:lnTo>
                  <a:pt x="815399" y="236724"/>
                </a:lnTo>
                <a:lnTo>
                  <a:pt x="811606" y="239150"/>
                </a:lnTo>
                <a:lnTo>
                  <a:pt x="810482" y="240656"/>
                </a:lnTo>
                <a:lnTo>
                  <a:pt x="811805" y="242280"/>
                </a:lnTo>
                <a:lnTo>
                  <a:pt x="814094" y="243127"/>
                </a:lnTo>
                <a:lnTo>
                  <a:pt x="851223" y="244079"/>
                </a:lnTo>
                <a:lnTo>
                  <a:pt x="854449" y="245810"/>
                </a:lnTo>
                <a:lnTo>
                  <a:pt x="855915" y="247869"/>
                </a:lnTo>
                <a:lnTo>
                  <a:pt x="856032" y="252247"/>
                </a:lnTo>
                <a:lnTo>
                  <a:pt x="855125" y="254674"/>
                </a:lnTo>
                <a:lnTo>
                  <a:pt x="853853" y="255894"/>
                </a:lnTo>
                <a:lnTo>
                  <a:pt x="851878" y="256948"/>
                </a:lnTo>
                <a:lnTo>
                  <a:pt x="841320" y="261164"/>
                </a:lnTo>
                <a:lnTo>
                  <a:pt x="815860" y="270012"/>
                </a:lnTo>
                <a:lnTo>
                  <a:pt x="810193" y="272604"/>
                </a:lnTo>
                <a:lnTo>
                  <a:pt x="791910" y="279165"/>
                </a:lnTo>
                <a:lnTo>
                  <a:pt x="788100" y="281027"/>
                </a:lnTo>
                <a:lnTo>
                  <a:pt x="786409" y="282838"/>
                </a:lnTo>
                <a:lnTo>
                  <a:pt x="786843" y="284219"/>
                </a:lnTo>
                <a:lnTo>
                  <a:pt x="788304" y="285736"/>
                </a:lnTo>
                <a:lnTo>
                  <a:pt x="854213" y="285929"/>
                </a:lnTo>
                <a:lnTo>
                  <a:pt x="855539" y="286942"/>
                </a:lnTo>
                <a:lnTo>
                  <a:pt x="855914" y="289090"/>
                </a:lnTo>
                <a:lnTo>
                  <a:pt x="856181" y="298934"/>
                </a:lnTo>
                <a:lnTo>
                  <a:pt x="855600" y="303148"/>
                </a:lnTo>
                <a:lnTo>
                  <a:pt x="853451" y="304940"/>
                </a:lnTo>
                <a:lnTo>
                  <a:pt x="848902" y="307370"/>
                </a:lnTo>
                <a:lnTo>
                  <a:pt x="821041" y="318184"/>
                </a:lnTo>
                <a:lnTo>
                  <a:pt x="810506" y="315671"/>
                </a:lnTo>
                <a:lnTo>
                  <a:pt x="803977" y="312745"/>
                </a:lnTo>
                <a:lnTo>
                  <a:pt x="774615" y="303649"/>
                </a:lnTo>
                <a:lnTo>
                  <a:pt x="754602" y="296944"/>
                </a:lnTo>
                <a:lnTo>
                  <a:pt x="747692" y="295924"/>
                </a:lnTo>
                <a:lnTo>
                  <a:pt x="746598" y="296391"/>
                </a:lnTo>
                <a:lnTo>
                  <a:pt x="746424" y="297323"/>
                </a:lnTo>
                <a:lnTo>
                  <a:pt x="746975" y="298781"/>
                </a:lnTo>
                <a:lnTo>
                  <a:pt x="748288" y="299850"/>
                </a:lnTo>
                <a:lnTo>
                  <a:pt x="755289" y="301797"/>
                </a:lnTo>
                <a:lnTo>
                  <a:pt x="769813" y="307680"/>
                </a:lnTo>
                <a:lnTo>
                  <a:pt x="779989" y="311210"/>
                </a:lnTo>
                <a:lnTo>
                  <a:pt x="794951" y="315351"/>
                </a:lnTo>
                <a:lnTo>
                  <a:pt x="808274" y="318458"/>
                </a:lnTo>
                <a:lnTo>
                  <a:pt x="810300" y="319609"/>
                </a:lnTo>
                <a:lnTo>
                  <a:pt x="811801" y="321316"/>
                </a:lnTo>
                <a:lnTo>
                  <a:pt x="811720" y="322192"/>
                </a:lnTo>
                <a:lnTo>
                  <a:pt x="810060" y="325290"/>
                </a:lnTo>
                <a:lnTo>
                  <a:pt x="810316" y="326221"/>
                </a:lnTo>
                <a:lnTo>
                  <a:pt x="811387" y="327041"/>
                </a:lnTo>
                <a:lnTo>
                  <a:pt x="847052" y="328277"/>
                </a:lnTo>
                <a:lnTo>
                  <a:pt x="853806" y="328842"/>
                </a:lnTo>
                <a:lnTo>
                  <a:pt x="854669" y="329358"/>
                </a:lnTo>
                <a:lnTo>
                  <a:pt x="854954" y="331198"/>
                </a:lnTo>
                <a:lnTo>
                  <a:pt x="854703" y="334111"/>
                </a:lnTo>
                <a:lnTo>
                  <a:pt x="852948" y="342605"/>
                </a:lnTo>
                <a:lnTo>
                  <a:pt x="850412" y="360789"/>
                </a:lnTo>
                <a:lnTo>
                  <a:pt x="848728" y="369177"/>
                </a:lnTo>
                <a:lnTo>
                  <a:pt x="847341" y="381259"/>
                </a:lnTo>
                <a:lnTo>
                  <a:pt x="844901" y="392416"/>
                </a:lnTo>
                <a:lnTo>
                  <a:pt x="839228" y="431063"/>
                </a:lnTo>
                <a:lnTo>
                  <a:pt x="833139" y="467029"/>
                </a:lnTo>
                <a:lnTo>
                  <a:pt x="828244" y="500323"/>
                </a:lnTo>
                <a:lnTo>
                  <a:pt x="825675" y="513904"/>
                </a:lnTo>
                <a:lnTo>
                  <a:pt x="825648" y="516110"/>
                </a:lnTo>
                <a:lnTo>
                  <a:pt x="826425" y="518263"/>
                </a:lnTo>
                <a:lnTo>
                  <a:pt x="828023" y="518902"/>
                </a:lnTo>
                <a:lnTo>
                  <a:pt x="831225" y="517655"/>
                </a:lnTo>
                <a:lnTo>
                  <a:pt x="873940" y="486961"/>
                </a:lnTo>
                <a:lnTo>
                  <a:pt x="875983" y="485744"/>
                </a:lnTo>
                <a:lnTo>
                  <a:pt x="877886" y="485343"/>
                </a:lnTo>
                <a:lnTo>
                  <a:pt x="879935" y="485676"/>
                </a:lnTo>
                <a:lnTo>
                  <a:pt x="881471" y="486491"/>
                </a:lnTo>
                <a:lnTo>
                  <a:pt x="915396" y="512048"/>
                </a:lnTo>
                <a:lnTo>
                  <a:pt x="922326" y="516807"/>
                </a:lnTo>
                <a:lnTo>
                  <a:pt x="926871" y="519190"/>
                </a:lnTo>
                <a:lnTo>
                  <a:pt x="928040" y="517641"/>
                </a:lnTo>
                <a:lnTo>
                  <a:pt x="928451" y="516215"/>
                </a:lnTo>
                <a:lnTo>
                  <a:pt x="928364" y="510736"/>
                </a:lnTo>
                <a:lnTo>
                  <a:pt x="925919" y="498679"/>
                </a:lnTo>
                <a:lnTo>
                  <a:pt x="924509" y="486169"/>
                </a:lnTo>
                <a:lnTo>
                  <a:pt x="922466" y="475092"/>
                </a:lnTo>
                <a:lnTo>
                  <a:pt x="920597" y="460041"/>
                </a:lnTo>
                <a:lnTo>
                  <a:pt x="918838" y="451286"/>
                </a:lnTo>
                <a:lnTo>
                  <a:pt x="916583" y="432517"/>
                </a:lnTo>
                <a:lnTo>
                  <a:pt x="914715" y="424340"/>
                </a:lnTo>
                <a:lnTo>
                  <a:pt x="912582" y="407700"/>
                </a:lnTo>
                <a:lnTo>
                  <a:pt x="910708" y="399575"/>
                </a:lnTo>
                <a:lnTo>
                  <a:pt x="908894" y="384190"/>
                </a:lnTo>
                <a:lnTo>
                  <a:pt x="906913" y="373296"/>
                </a:lnTo>
                <a:lnTo>
                  <a:pt x="905374" y="359546"/>
                </a:lnTo>
                <a:lnTo>
                  <a:pt x="902814" y="345320"/>
                </a:lnTo>
                <a:lnTo>
                  <a:pt x="901463" y="332986"/>
                </a:lnTo>
                <a:lnTo>
                  <a:pt x="903198" y="331057"/>
                </a:lnTo>
                <a:lnTo>
                  <a:pt x="925479" y="331164"/>
                </a:lnTo>
                <a:lnTo>
                  <a:pt x="941952" y="331887"/>
                </a:lnTo>
                <a:lnTo>
                  <a:pt x="945407" y="331073"/>
                </a:lnTo>
                <a:lnTo>
                  <a:pt x="947025" y="329177"/>
                </a:lnTo>
                <a:lnTo>
                  <a:pt x="942254" y="325754"/>
                </a:lnTo>
                <a:lnTo>
                  <a:pt x="904745" y="307098"/>
                </a:lnTo>
                <a:lnTo>
                  <a:pt x="899196" y="302949"/>
                </a:lnTo>
                <a:lnTo>
                  <a:pt x="899542" y="288269"/>
                </a:lnTo>
                <a:lnTo>
                  <a:pt x="900068" y="287079"/>
                </a:lnTo>
                <a:lnTo>
                  <a:pt x="901472" y="286310"/>
                </a:lnTo>
                <a:lnTo>
                  <a:pt x="908322" y="285756"/>
                </a:lnTo>
                <a:lnTo>
                  <a:pt x="966262" y="285832"/>
                </a:lnTo>
                <a:lnTo>
                  <a:pt x="967753" y="284353"/>
                </a:lnTo>
                <a:lnTo>
                  <a:pt x="968126" y="283062"/>
                </a:lnTo>
                <a:lnTo>
                  <a:pt x="967564" y="281975"/>
                </a:lnTo>
                <a:lnTo>
                  <a:pt x="963587" y="280137"/>
                </a:lnTo>
                <a:lnTo>
                  <a:pt x="954878" y="276959"/>
                </a:lnTo>
                <a:lnTo>
                  <a:pt x="940091" y="270574"/>
                </a:lnTo>
                <a:lnTo>
                  <a:pt x="933718" y="268602"/>
                </a:lnTo>
                <a:lnTo>
                  <a:pt x="904680" y="257135"/>
                </a:lnTo>
                <a:lnTo>
                  <a:pt x="901494" y="255201"/>
                </a:lnTo>
                <a:lnTo>
                  <a:pt x="899504" y="252890"/>
                </a:lnTo>
                <a:lnTo>
                  <a:pt x="898873" y="250498"/>
                </a:lnTo>
                <a:lnTo>
                  <a:pt x="899119" y="249364"/>
                </a:lnTo>
                <a:lnTo>
                  <a:pt x="900836" y="247406"/>
                </a:lnTo>
                <a:lnTo>
                  <a:pt x="902644" y="246776"/>
                </a:lnTo>
                <a:lnTo>
                  <a:pt x="910873" y="246612"/>
                </a:lnTo>
                <a:lnTo>
                  <a:pt x="943795" y="247309"/>
                </a:lnTo>
                <a:lnTo>
                  <a:pt x="945516" y="245785"/>
                </a:lnTo>
                <a:lnTo>
                  <a:pt x="945863" y="244758"/>
                </a:lnTo>
                <a:lnTo>
                  <a:pt x="941348" y="241173"/>
                </a:lnTo>
                <a:lnTo>
                  <a:pt x="902426" y="218674"/>
                </a:lnTo>
                <a:lnTo>
                  <a:pt x="900013" y="216404"/>
                </a:lnTo>
                <a:lnTo>
                  <a:pt x="898657" y="213114"/>
                </a:lnTo>
                <a:lnTo>
                  <a:pt x="897545" y="201661"/>
                </a:lnTo>
                <a:lnTo>
                  <a:pt x="895605" y="193523"/>
                </a:lnTo>
                <a:lnTo>
                  <a:pt x="893658" y="181418"/>
                </a:lnTo>
                <a:lnTo>
                  <a:pt x="889333" y="158584"/>
                </a:lnTo>
                <a:lnTo>
                  <a:pt x="887517" y="151037"/>
                </a:lnTo>
                <a:lnTo>
                  <a:pt x="885296" y="137924"/>
                </a:lnTo>
                <a:lnTo>
                  <a:pt x="883886" y="135049"/>
                </a:lnTo>
                <a:lnTo>
                  <a:pt x="881044" y="132313"/>
                </a:lnTo>
                <a:lnTo>
                  <a:pt x="879034" y="131918"/>
                </a:lnTo>
                <a:lnTo>
                  <a:pt x="875668" y="132945"/>
                </a:lnTo>
                <a:close/>
                <a:moveTo>
                  <a:pt x="878705" y="152182"/>
                </a:moveTo>
                <a:lnTo>
                  <a:pt x="877880" y="153545"/>
                </a:lnTo>
                <a:lnTo>
                  <a:pt x="877101" y="153471"/>
                </a:lnTo>
                <a:lnTo>
                  <a:pt x="876729" y="152954"/>
                </a:lnTo>
                <a:lnTo>
                  <a:pt x="876668" y="151652"/>
                </a:lnTo>
                <a:lnTo>
                  <a:pt x="877329" y="150868"/>
                </a:lnTo>
                <a:lnTo>
                  <a:pt x="878393" y="151127"/>
                </a:lnTo>
                <a:lnTo>
                  <a:pt x="878705" y="152182"/>
                </a:lnTo>
                <a:close/>
                <a:moveTo>
                  <a:pt x="880779" y="167370"/>
                </a:moveTo>
                <a:lnTo>
                  <a:pt x="882833" y="169918"/>
                </a:lnTo>
                <a:lnTo>
                  <a:pt x="882948" y="172341"/>
                </a:lnTo>
                <a:lnTo>
                  <a:pt x="881967" y="173748"/>
                </a:lnTo>
                <a:lnTo>
                  <a:pt x="880152" y="174891"/>
                </a:lnTo>
                <a:lnTo>
                  <a:pt x="878181" y="175540"/>
                </a:lnTo>
                <a:lnTo>
                  <a:pt x="876673" y="175339"/>
                </a:lnTo>
                <a:lnTo>
                  <a:pt x="873500" y="172108"/>
                </a:lnTo>
                <a:lnTo>
                  <a:pt x="873275" y="171318"/>
                </a:lnTo>
                <a:lnTo>
                  <a:pt x="873751" y="169879"/>
                </a:lnTo>
                <a:lnTo>
                  <a:pt x="875137" y="167678"/>
                </a:lnTo>
                <a:lnTo>
                  <a:pt x="876835" y="166287"/>
                </a:lnTo>
                <a:lnTo>
                  <a:pt x="878710" y="166187"/>
                </a:lnTo>
                <a:lnTo>
                  <a:pt x="880779" y="167370"/>
                </a:lnTo>
                <a:close/>
                <a:moveTo>
                  <a:pt x="872582" y="178797"/>
                </a:moveTo>
                <a:lnTo>
                  <a:pt x="873076" y="179912"/>
                </a:lnTo>
                <a:lnTo>
                  <a:pt x="872184" y="181206"/>
                </a:lnTo>
                <a:lnTo>
                  <a:pt x="870350" y="182745"/>
                </a:lnTo>
                <a:lnTo>
                  <a:pt x="869046" y="182773"/>
                </a:lnTo>
                <a:lnTo>
                  <a:pt x="868317" y="180769"/>
                </a:lnTo>
                <a:lnTo>
                  <a:pt x="868802" y="178693"/>
                </a:lnTo>
                <a:lnTo>
                  <a:pt x="870385" y="177918"/>
                </a:lnTo>
                <a:lnTo>
                  <a:pt x="872582" y="178797"/>
                </a:lnTo>
                <a:close/>
                <a:moveTo>
                  <a:pt x="886082" y="178797"/>
                </a:moveTo>
                <a:lnTo>
                  <a:pt x="886599" y="180824"/>
                </a:lnTo>
                <a:lnTo>
                  <a:pt x="886175" y="181642"/>
                </a:lnTo>
                <a:lnTo>
                  <a:pt x="885379" y="181793"/>
                </a:lnTo>
                <a:lnTo>
                  <a:pt x="884072" y="180726"/>
                </a:lnTo>
                <a:lnTo>
                  <a:pt x="883803" y="179294"/>
                </a:lnTo>
                <a:lnTo>
                  <a:pt x="884788" y="178210"/>
                </a:lnTo>
                <a:lnTo>
                  <a:pt x="886082" y="178797"/>
                </a:lnTo>
                <a:close/>
                <a:moveTo>
                  <a:pt x="882659" y="188488"/>
                </a:moveTo>
                <a:lnTo>
                  <a:pt x="884732" y="190980"/>
                </a:lnTo>
                <a:lnTo>
                  <a:pt x="885183" y="192910"/>
                </a:lnTo>
                <a:lnTo>
                  <a:pt x="883382" y="195527"/>
                </a:lnTo>
                <a:lnTo>
                  <a:pt x="880672" y="197451"/>
                </a:lnTo>
                <a:lnTo>
                  <a:pt x="877596" y="198613"/>
                </a:lnTo>
                <a:lnTo>
                  <a:pt x="873421" y="196029"/>
                </a:lnTo>
                <a:lnTo>
                  <a:pt x="871795" y="194458"/>
                </a:lnTo>
                <a:lnTo>
                  <a:pt x="871299" y="192205"/>
                </a:lnTo>
                <a:lnTo>
                  <a:pt x="871710" y="190354"/>
                </a:lnTo>
                <a:lnTo>
                  <a:pt x="876747" y="186215"/>
                </a:lnTo>
                <a:lnTo>
                  <a:pt x="878021" y="185853"/>
                </a:lnTo>
                <a:lnTo>
                  <a:pt x="879397" y="186106"/>
                </a:lnTo>
                <a:lnTo>
                  <a:pt x="882659" y="188488"/>
                </a:lnTo>
                <a:close/>
                <a:moveTo>
                  <a:pt x="890229" y="199047"/>
                </a:moveTo>
                <a:lnTo>
                  <a:pt x="891461" y="202042"/>
                </a:lnTo>
                <a:lnTo>
                  <a:pt x="892375" y="206049"/>
                </a:lnTo>
                <a:lnTo>
                  <a:pt x="891805" y="207369"/>
                </a:lnTo>
                <a:lnTo>
                  <a:pt x="890744" y="207655"/>
                </a:lnTo>
                <a:lnTo>
                  <a:pt x="888549" y="207020"/>
                </a:lnTo>
                <a:lnTo>
                  <a:pt x="886927" y="205941"/>
                </a:lnTo>
                <a:lnTo>
                  <a:pt x="885014" y="203972"/>
                </a:lnTo>
                <a:lnTo>
                  <a:pt x="884365" y="202500"/>
                </a:lnTo>
                <a:lnTo>
                  <a:pt x="884952" y="201042"/>
                </a:lnTo>
                <a:lnTo>
                  <a:pt x="887642" y="198446"/>
                </a:lnTo>
                <a:lnTo>
                  <a:pt x="888898" y="198055"/>
                </a:lnTo>
                <a:lnTo>
                  <a:pt x="890229" y="199047"/>
                </a:lnTo>
                <a:close/>
                <a:moveTo>
                  <a:pt x="870895" y="200300"/>
                </a:moveTo>
                <a:lnTo>
                  <a:pt x="872097" y="202120"/>
                </a:lnTo>
                <a:lnTo>
                  <a:pt x="871374" y="204097"/>
                </a:lnTo>
                <a:lnTo>
                  <a:pt x="868124" y="207362"/>
                </a:lnTo>
                <a:lnTo>
                  <a:pt x="866320" y="208298"/>
                </a:lnTo>
                <a:lnTo>
                  <a:pt x="864943" y="208226"/>
                </a:lnTo>
                <a:lnTo>
                  <a:pt x="864076" y="207150"/>
                </a:lnTo>
                <a:lnTo>
                  <a:pt x="863807" y="205074"/>
                </a:lnTo>
                <a:lnTo>
                  <a:pt x="864243" y="201906"/>
                </a:lnTo>
                <a:lnTo>
                  <a:pt x="865295" y="199755"/>
                </a:lnTo>
                <a:lnTo>
                  <a:pt x="866838" y="198710"/>
                </a:lnTo>
                <a:lnTo>
                  <a:pt x="867754" y="198631"/>
                </a:lnTo>
                <a:lnTo>
                  <a:pt x="870895" y="200300"/>
                </a:lnTo>
                <a:close/>
                <a:moveTo>
                  <a:pt x="881261" y="208256"/>
                </a:moveTo>
                <a:lnTo>
                  <a:pt x="885774" y="213111"/>
                </a:lnTo>
                <a:lnTo>
                  <a:pt x="886179" y="213897"/>
                </a:lnTo>
                <a:lnTo>
                  <a:pt x="885647" y="214738"/>
                </a:lnTo>
                <a:lnTo>
                  <a:pt x="883700" y="215160"/>
                </a:lnTo>
                <a:lnTo>
                  <a:pt x="877982" y="215247"/>
                </a:lnTo>
                <a:lnTo>
                  <a:pt x="872156" y="214934"/>
                </a:lnTo>
                <a:lnTo>
                  <a:pt x="870527" y="214385"/>
                </a:lnTo>
                <a:lnTo>
                  <a:pt x="870321" y="213941"/>
                </a:lnTo>
                <a:lnTo>
                  <a:pt x="871010" y="212605"/>
                </a:lnTo>
                <a:lnTo>
                  <a:pt x="875957" y="207629"/>
                </a:lnTo>
                <a:lnTo>
                  <a:pt x="879136" y="207722"/>
                </a:lnTo>
                <a:lnTo>
                  <a:pt x="881261" y="208256"/>
                </a:lnTo>
                <a:close/>
                <a:moveTo>
                  <a:pt x="880875" y="221418"/>
                </a:moveTo>
                <a:lnTo>
                  <a:pt x="881153" y="221973"/>
                </a:lnTo>
                <a:lnTo>
                  <a:pt x="880708" y="222967"/>
                </a:lnTo>
                <a:lnTo>
                  <a:pt x="878501" y="223866"/>
                </a:lnTo>
                <a:lnTo>
                  <a:pt x="875985" y="223566"/>
                </a:lnTo>
                <a:lnTo>
                  <a:pt x="874782" y="222165"/>
                </a:lnTo>
                <a:lnTo>
                  <a:pt x="875089" y="221370"/>
                </a:lnTo>
                <a:lnTo>
                  <a:pt x="876546" y="220743"/>
                </a:lnTo>
                <a:lnTo>
                  <a:pt x="879419" y="220770"/>
                </a:lnTo>
                <a:lnTo>
                  <a:pt x="880875" y="221418"/>
                </a:lnTo>
                <a:close/>
                <a:moveTo>
                  <a:pt x="893893" y="222865"/>
                </a:moveTo>
                <a:lnTo>
                  <a:pt x="894652" y="226123"/>
                </a:lnTo>
                <a:lnTo>
                  <a:pt x="894741" y="231117"/>
                </a:lnTo>
                <a:lnTo>
                  <a:pt x="893634" y="234219"/>
                </a:lnTo>
                <a:lnTo>
                  <a:pt x="892154" y="234606"/>
                </a:lnTo>
                <a:lnTo>
                  <a:pt x="890063" y="233665"/>
                </a:lnTo>
                <a:lnTo>
                  <a:pt x="885864" y="230662"/>
                </a:lnTo>
                <a:lnTo>
                  <a:pt x="885039" y="228822"/>
                </a:lnTo>
                <a:lnTo>
                  <a:pt x="886273" y="226402"/>
                </a:lnTo>
                <a:lnTo>
                  <a:pt x="889312" y="223732"/>
                </a:lnTo>
                <a:lnTo>
                  <a:pt x="892254" y="222178"/>
                </a:lnTo>
                <a:lnTo>
                  <a:pt x="893001" y="222195"/>
                </a:lnTo>
                <a:lnTo>
                  <a:pt x="893893" y="222865"/>
                </a:lnTo>
                <a:close/>
                <a:moveTo>
                  <a:pt x="867713" y="224022"/>
                </a:moveTo>
                <a:lnTo>
                  <a:pt x="870479" y="227104"/>
                </a:lnTo>
                <a:lnTo>
                  <a:pt x="871179" y="228509"/>
                </a:lnTo>
                <a:lnTo>
                  <a:pt x="871101" y="229442"/>
                </a:lnTo>
                <a:lnTo>
                  <a:pt x="869347" y="231121"/>
                </a:lnTo>
                <a:lnTo>
                  <a:pt x="865509" y="233287"/>
                </a:lnTo>
                <a:lnTo>
                  <a:pt x="864132" y="233598"/>
                </a:lnTo>
                <a:lnTo>
                  <a:pt x="862751" y="233194"/>
                </a:lnTo>
                <a:lnTo>
                  <a:pt x="861829" y="232258"/>
                </a:lnTo>
                <a:lnTo>
                  <a:pt x="861344" y="230426"/>
                </a:lnTo>
                <a:lnTo>
                  <a:pt x="861454" y="224565"/>
                </a:lnTo>
                <a:lnTo>
                  <a:pt x="862880" y="223219"/>
                </a:lnTo>
                <a:lnTo>
                  <a:pt x="864387" y="222744"/>
                </a:lnTo>
                <a:lnTo>
                  <a:pt x="866008" y="223009"/>
                </a:lnTo>
                <a:lnTo>
                  <a:pt x="867713" y="224022"/>
                </a:lnTo>
                <a:close/>
                <a:moveTo>
                  <a:pt x="906091" y="227059"/>
                </a:moveTo>
                <a:lnTo>
                  <a:pt x="921000" y="236271"/>
                </a:lnTo>
                <a:lnTo>
                  <a:pt x="922444" y="238189"/>
                </a:lnTo>
                <a:lnTo>
                  <a:pt x="922291" y="239547"/>
                </a:lnTo>
                <a:lnTo>
                  <a:pt x="919342" y="240356"/>
                </a:lnTo>
                <a:lnTo>
                  <a:pt x="913347" y="240304"/>
                </a:lnTo>
                <a:lnTo>
                  <a:pt x="902970" y="239036"/>
                </a:lnTo>
                <a:lnTo>
                  <a:pt x="900113" y="238052"/>
                </a:lnTo>
                <a:lnTo>
                  <a:pt x="899052" y="237184"/>
                </a:lnTo>
                <a:lnTo>
                  <a:pt x="899677" y="225741"/>
                </a:lnTo>
                <a:lnTo>
                  <a:pt x="900437" y="225165"/>
                </a:lnTo>
                <a:lnTo>
                  <a:pt x="902029" y="225227"/>
                </a:lnTo>
                <a:lnTo>
                  <a:pt x="906091" y="227059"/>
                </a:lnTo>
                <a:close/>
                <a:moveTo>
                  <a:pt x="855032" y="226722"/>
                </a:moveTo>
                <a:lnTo>
                  <a:pt x="856099" y="228849"/>
                </a:lnTo>
                <a:lnTo>
                  <a:pt x="856244" y="231589"/>
                </a:lnTo>
                <a:lnTo>
                  <a:pt x="855643" y="235330"/>
                </a:lnTo>
                <a:lnTo>
                  <a:pt x="854544" y="236322"/>
                </a:lnTo>
                <a:lnTo>
                  <a:pt x="850561" y="236980"/>
                </a:lnTo>
                <a:lnTo>
                  <a:pt x="842619" y="237270"/>
                </a:lnTo>
                <a:lnTo>
                  <a:pt x="837000" y="237199"/>
                </a:lnTo>
                <a:lnTo>
                  <a:pt x="835647" y="236709"/>
                </a:lnTo>
                <a:lnTo>
                  <a:pt x="836298" y="234967"/>
                </a:lnTo>
                <a:lnTo>
                  <a:pt x="839315" y="232169"/>
                </a:lnTo>
                <a:lnTo>
                  <a:pt x="844780" y="230129"/>
                </a:lnTo>
                <a:lnTo>
                  <a:pt x="853629" y="226041"/>
                </a:lnTo>
                <a:lnTo>
                  <a:pt x="855032" y="226722"/>
                </a:lnTo>
                <a:close/>
                <a:moveTo>
                  <a:pt x="880393" y="234243"/>
                </a:moveTo>
                <a:lnTo>
                  <a:pt x="882425" y="236201"/>
                </a:lnTo>
                <a:lnTo>
                  <a:pt x="882593" y="237251"/>
                </a:lnTo>
                <a:lnTo>
                  <a:pt x="881840" y="238016"/>
                </a:lnTo>
                <a:lnTo>
                  <a:pt x="878002" y="238436"/>
                </a:lnTo>
                <a:lnTo>
                  <a:pt x="876372" y="238053"/>
                </a:lnTo>
                <a:lnTo>
                  <a:pt x="875373" y="237323"/>
                </a:lnTo>
                <a:lnTo>
                  <a:pt x="875132" y="235666"/>
                </a:lnTo>
                <a:lnTo>
                  <a:pt x="876489" y="233595"/>
                </a:lnTo>
                <a:lnTo>
                  <a:pt x="878187" y="233271"/>
                </a:lnTo>
                <a:lnTo>
                  <a:pt x="880393" y="234243"/>
                </a:lnTo>
                <a:close/>
                <a:moveTo>
                  <a:pt x="878946" y="247116"/>
                </a:moveTo>
                <a:lnTo>
                  <a:pt x="877831" y="247916"/>
                </a:lnTo>
                <a:lnTo>
                  <a:pt x="877025" y="247297"/>
                </a:lnTo>
                <a:lnTo>
                  <a:pt x="877725" y="246698"/>
                </a:lnTo>
                <a:lnTo>
                  <a:pt x="878946" y="247116"/>
                </a:lnTo>
                <a:close/>
                <a:moveTo>
                  <a:pt x="893893" y="247647"/>
                </a:moveTo>
                <a:lnTo>
                  <a:pt x="894740" y="249288"/>
                </a:lnTo>
                <a:lnTo>
                  <a:pt x="894795" y="250947"/>
                </a:lnTo>
                <a:lnTo>
                  <a:pt x="894005" y="253634"/>
                </a:lnTo>
                <a:lnTo>
                  <a:pt x="893086" y="254713"/>
                </a:lnTo>
                <a:lnTo>
                  <a:pt x="891064" y="255363"/>
                </a:lnTo>
                <a:lnTo>
                  <a:pt x="889320" y="255144"/>
                </a:lnTo>
                <a:lnTo>
                  <a:pt x="886462" y="253979"/>
                </a:lnTo>
                <a:lnTo>
                  <a:pt x="885414" y="253121"/>
                </a:lnTo>
                <a:lnTo>
                  <a:pt x="885178" y="252173"/>
                </a:lnTo>
                <a:lnTo>
                  <a:pt x="885764" y="251057"/>
                </a:lnTo>
                <a:lnTo>
                  <a:pt x="889939" y="247691"/>
                </a:lnTo>
                <a:lnTo>
                  <a:pt x="892244" y="246776"/>
                </a:lnTo>
                <a:lnTo>
                  <a:pt x="893893" y="247647"/>
                </a:lnTo>
                <a:close/>
                <a:moveTo>
                  <a:pt x="868484" y="249141"/>
                </a:moveTo>
                <a:lnTo>
                  <a:pt x="870244" y="250655"/>
                </a:lnTo>
                <a:lnTo>
                  <a:pt x="871013" y="252001"/>
                </a:lnTo>
                <a:lnTo>
                  <a:pt x="870796" y="253165"/>
                </a:lnTo>
                <a:lnTo>
                  <a:pt x="869598" y="254129"/>
                </a:lnTo>
                <a:lnTo>
                  <a:pt x="867423" y="254879"/>
                </a:lnTo>
                <a:lnTo>
                  <a:pt x="864644" y="255065"/>
                </a:lnTo>
                <a:lnTo>
                  <a:pt x="862532" y="254178"/>
                </a:lnTo>
                <a:lnTo>
                  <a:pt x="861540" y="253014"/>
                </a:lnTo>
                <a:lnTo>
                  <a:pt x="860759" y="250227"/>
                </a:lnTo>
                <a:lnTo>
                  <a:pt x="860882" y="249237"/>
                </a:lnTo>
                <a:lnTo>
                  <a:pt x="861850" y="247860"/>
                </a:lnTo>
                <a:lnTo>
                  <a:pt x="864680" y="247426"/>
                </a:lnTo>
                <a:lnTo>
                  <a:pt x="868484" y="249141"/>
                </a:lnTo>
                <a:close/>
                <a:moveTo>
                  <a:pt x="885021" y="261870"/>
                </a:moveTo>
                <a:lnTo>
                  <a:pt x="886001" y="262311"/>
                </a:lnTo>
                <a:lnTo>
                  <a:pt x="886460" y="263028"/>
                </a:lnTo>
                <a:lnTo>
                  <a:pt x="885862" y="264769"/>
                </a:lnTo>
                <a:lnTo>
                  <a:pt x="880651" y="267948"/>
                </a:lnTo>
                <a:lnTo>
                  <a:pt x="878174" y="268844"/>
                </a:lnTo>
                <a:lnTo>
                  <a:pt x="872998" y="266896"/>
                </a:lnTo>
                <a:lnTo>
                  <a:pt x="869894" y="265035"/>
                </a:lnTo>
                <a:lnTo>
                  <a:pt x="868886" y="263829"/>
                </a:lnTo>
                <a:lnTo>
                  <a:pt x="869438" y="262366"/>
                </a:lnTo>
                <a:lnTo>
                  <a:pt x="871443" y="261545"/>
                </a:lnTo>
                <a:lnTo>
                  <a:pt x="885021" y="261870"/>
                </a:lnTo>
                <a:close/>
                <a:moveTo>
                  <a:pt x="855080" y="262882"/>
                </a:moveTo>
                <a:lnTo>
                  <a:pt x="855989" y="263718"/>
                </a:lnTo>
                <a:lnTo>
                  <a:pt x="856322" y="264781"/>
                </a:lnTo>
                <a:lnTo>
                  <a:pt x="856416" y="268591"/>
                </a:lnTo>
                <a:lnTo>
                  <a:pt x="855616" y="274344"/>
                </a:lnTo>
                <a:lnTo>
                  <a:pt x="854289" y="276323"/>
                </a:lnTo>
                <a:lnTo>
                  <a:pt x="853035" y="276350"/>
                </a:lnTo>
                <a:lnTo>
                  <a:pt x="844866" y="272168"/>
                </a:lnTo>
                <a:lnTo>
                  <a:pt x="842037" y="270244"/>
                </a:lnTo>
                <a:lnTo>
                  <a:pt x="840695" y="268484"/>
                </a:lnTo>
                <a:lnTo>
                  <a:pt x="840901" y="267490"/>
                </a:lnTo>
                <a:lnTo>
                  <a:pt x="842258" y="266621"/>
                </a:lnTo>
                <a:lnTo>
                  <a:pt x="847788" y="264877"/>
                </a:lnTo>
                <a:lnTo>
                  <a:pt x="852584" y="262782"/>
                </a:lnTo>
                <a:lnTo>
                  <a:pt x="855080" y="262882"/>
                </a:lnTo>
                <a:close/>
                <a:moveTo>
                  <a:pt x="906670" y="264907"/>
                </a:moveTo>
                <a:lnTo>
                  <a:pt x="914478" y="267876"/>
                </a:lnTo>
                <a:lnTo>
                  <a:pt x="914962" y="269123"/>
                </a:lnTo>
                <a:lnTo>
                  <a:pt x="914288" y="270886"/>
                </a:lnTo>
                <a:lnTo>
                  <a:pt x="912607" y="272559"/>
                </a:lnTo>
                <a:lnTo>
                  <a:pt x="904802" y="276494"/>
                </a:lnTo>
                <a:lnTo>
                  <a:pt x="901890" y="277088"/>
                </a:lnTo>
                <a:lnTo>
                  <a:pt x="900156" y="276754"/>
                </a:lnTo>
                <a:lnTo>
                  <a:pt x="899520" y="275930"/>
                </a:lnTo>
                <a:lnTo>
                  <a:pt x="899152" y="272060"/>
                </a:lnTo>
                <a:lnTo>
                  <a:pt x="899335" y="267180"/>
                </a:lnTo>
                <a:lnTo>
                  <a:pt x="900016" y="264281"/>
                </a:lnTo>
                <a:lnTo>
                  <a:pt x="902439" y="263690"/>
                </a:lnTo>
                <a:lnTo>
                  <a:pt x="906670" y="264907"/>
                </a:lnTo>
                <a:close/>
                <a:moveTo>
                  <a:pt x="893555" y="268765"/>
                </a:moveTo>
                <a:lnTo>
                  <a:pt x="894574" y="271582"/>
                </a:lnTo>
                <a:lnTo>
                  <a:pt x="894431" y="275796"/>
                </a:lnTo>
                <a:lnTo>
                  <a:pt x="893693" y="276888"/>
                </a:lnTo>
                <a:lnTo>
                  <a:pt x="892369" y="277432"/>
                </a:lnTo>
                <a:lnTo>
                  <a:pt x="889885" y="276938"/>
                </a:lnTo>
                <a:lnTo>
                  <a:pt x="888179" y="275814"/>
                </a:lnTo>
                <a:lnTo>
                  <a:pt x="886661" y="274116"/>
                </a:lnTo>
                <a:lnTo>
                  <a:pt x="885921" y="272534"/>
                </a:lnTo>
                <a:lnTo>
                  <a:pt x="886082" y="271627"/>
                </a:lnTo>
                <a:lnTo>
                  <a:pt x="887374" y="270323"/>
                </a:lnTo>
                <a:lnTo>
                  <a:pt x="891240" y="268302"/>
                </a:lnTo>
                <a:lnTo>
                  <a:pt x="892464" y="268020"/>
                </a:lnTo>
                <a:lnTo>
                  <a:pt x="893555" y="268765"/>
                </a:lnTo>
                <a:close/>
                <a:moveTo>
                  <a:pt x="867857" y="270741"/>
                </a:moveTo>
                <a:lnTo>
                  <a:pt x="868897" y="271826"/>
                </a:lnTo>
                <a:lnTo>
                  <a:pt x="869149" y="273064"/>
                </a:lnTo>
                <a:lnTo>
                  <a:pt x="868603" y="274557"/>
                </a:lnTo>
                <a:lnTo>
                  <a:pt x="867287" y="276223"/>
                </a:lnTo>
                <a:lnTo>
                  <a:pt x="866223" y="276948"/>
                </a:lnTo>
                <a:lnTo>
                  <a:pt x="864013" y="277384"/>
                </a:lnTo>
                <a:lnTo>
                  <a:pt x="862095" y="276625"/>
                </a:lnTo>
                <a:lnTo>
                  <a:pt x="861396" y="275857"/>
                </a:lnTo>
                <a:lnTo>
                  <a:pt x="860817" y="273663"/>
                </a:lnTo>
                <a:lnTo>
                  <a:pt x="861381" y="271483"/>
                </a:lnTo>
                <a:lnTo>
                  <a:pt x="862354" y="270293"/>
                </a:lnTo>
                <a:lnTo>
                  <a:pt x="863681" y="269669"/>
                </a:lnTo>
                <a:lnTo>
                  <a:pt x="865256" y="269635"/>
                </a:lnTo>
                <a:lnTo>
                  <a:pt x="867857" y="270741"/>
                </a:lnTo>
                <a:close/>
                <a:moveTo>
                  <a:pt x="828032" y="273490"/>
                </a:moveTo>
                <a:lnTo>
                  <a:pt x="828640" y="274505"/>
                </a:lnTo>
                <a:lnTo>
                  <a:pt x="828726" y="275725"/>
                </a:lnTo>
                <a:lnTo>
                  <a:pt x="828032" y="277443"/>
                </a:lnTo>
                <a:lnTo>
                  <a:pt x="827153" y="278212"/>
                </a:lnTo>
                <a:lnTo>
                  <a:pt x="820589" y="278344"/>
                </a:lnTo>
                <a:lnTo>
                  <a:pt x="818628" y="277848"/>
                </a:lnTo>
                <a:lnTo>
                  <a:pt x="817770" y="276993"/>
                </a:lnTo>
                <a:lnTo>
                  <a:pt x="818307" y="275287"/>
                </a:lnTo>
                <a:lnTo>
                  <a:pt x="820417" y="274190"/>
                </a:lnTo>
                <a:lnTo>
                  <a:pt x="825613" y="272847"/>
                </a:lnTo>
                <a:lnTo>
                  <a:pt x="827079" y="272895"/>
                </a:lnTo>
                <a:lnTo>
                  <a:pt x="828032" y="273490"/>
                </a:lnTo>
                <a:close/>
                <a:moveTo>
                  <a:pt x="937768" y="275707"/>
                </a:moveTo>
                <a:lnTo>
                  <a:pt x="944450" y="278475"/>
                </a:lnTo>
                <a:lnTo>
                  <a:pt x="945640" y="279754"/>
                </a:lnTo>
                <a:lnTo>
                  <a:pt x="944904" y="280481"/>
                </a:lnTo>
                <a:lnTo>
                  <a:pt x="942956" y="280933"/>
                </a:lnTo>
                <a:lnTo>
                  <a:pt x="935784" y="281345"/>
                </a:lnTo>
                <a:lnTo>
                  <a:pt x="930584" y="280915"/>
                </a:lnTo>
                <a:lnTo>
                  <a:pt x="928752" y="278624"/>
                </a:lnTo>
                <a:lnTo>
                  <a:pt x="927643" y="275756"/>
                </a:lnTo>
                <a:lnTo>
                  <a:pt x="928145" y="274501"/>
                </a:lnTo>
                <a:lnTo>
                  <a:pt x="930608" y="273779"/>
                </a:lnTo>
                <a:lnTo>
                  <a:pt x="934581" y="274463"/>
                </a:lnTo>
                <a:lnTo>
                  <a:pt x="937768" y="275707"/>
                </a:lnTo>
                <a:close/>
                <a:moveTo>
                  <a:pt x="839314" y="274743"/>
                </a:moveTo>
                <a:lnTo>
                  <a:pt x="839855" y="276750"/>
                </a:lnTo>
                <a:lnTo>
                  <a:pt x="838665" y="278228"/>
                </a:lnTo>
                <a:lnTo>
                  <a:pt x="836978" y="277892"/>
                </a:lnTo>
                <a:lnTo>
                  <a:pt x="835114" y="276224"/>
                </a:lnTo>
                <a:lnTo>
                  <a:pt x="835402" y="275225"/>
                </a:lnTo>
                <a:lnTo>
                  <a:pt x="836759" y="274400"/>
                </a:lnTo>
                <a:lnTo>
                  <a:pt x="838429" y="274291"/>
                </a:lnTo>
                <a:lnTo>
                  <a:pt x="839314" y="274743"/>
                </a:lnTo>
                <a:close/>
                <a:moveTo>
                  <a:pt x="920411" y="275129"/>
                </a:moveTo>
                <a:lnTo>
                  <a:pt x="921364" y="276134"/>
                </a:lnTo>
                <a:lnTo>
                  <a:pt x="922028" y="278177"/>
                </a:lnTo>
                <a:lnTo>
                  <a:pt x="921857" y="279516"/>
                </a:lnTo>
                <a:lnTo>
                  <a:pt x="920998" y="280471"/>
                </a:lnTo>
                <a:lnTo>
                  <a:pt x="919741" y="281110"/>
                </a:lnTo>
                <a:lnTo>
                  <a:pt x="917453" y="281398"/>
                </a:lnTo>
                <a:lnTo>
                  <a:pt x="915890" y="281089"/>
                </a:lnTo>
                <a:lnTo>
                  <a:pt x="914040" y="279978"/>
                </a:lnTo>
                <a:lnTo>
                  <a:pt x="914469" y="278598"/>
                </a:lnTo>
                <a:lnTo>
                  <a:pt x="918347" y="275278"/>
                </a:lnTo>
                <a:lnTo>
                  <a:pt x="919339" y="274740"/>
                </a:lnTo>
                <a:lnTo>
                  <a:pt x="920411" y="275129"/>
                </a:lnTo>
                <a:close/>
                <a:moveTo>
                  <a:pt x="879188" y="278166"/>
                </a:moveTo>
                <a:lnTo>
                  <a:pt x="879760" y="279211"/>
                </a:lnTo>
                <a:lnTo>
                  <a:pt x="878629" y="279857"/>
                </a:lnTo>
                <a:lnTo>
                  <a:pt x="876005" y="279786"/>
                </a:lnTo>
                <a:lnTo>
                  <a:pt x="875213" y="279095"/>
                </a:lnTo>
                <a:lnTo>
                  <a:pt x="875828" y="278015"/>
                </a:lnTo>
                <a:lnTo>
                  <a:pt x="876830" y="277597"/>
                </a:lnTo>
                <a:lnTo>
                  <a:pt x="879188" y="278166"/>
                </a:lnTo>
                <a:close/>
                <a:moveTo>
                  <a:pt x="882514" y="286797"/>
                </a:moveTo>
                <a:lnTo>
                  <a:pt x="882702" y="287372"/>
                </a:lnTo>
                <a:lnTo>
                  <a:pt x="882175" y="288448"/>
                </a:lnTo>
                <a:lnTo>
                  <a:pt x="878861" y="289772"/>
                </a:lnTo>
                <a:lnTo>
                  <a:pt x="875909" y="289449"/>
                </a:lnTo>
                <a:lnTo>
                  <a:pt x="873922" y="288254"/>
                </a:lnTo>
                <a:lnTo>
                  <a:pt x="873475" y="287377"/>
                </a:lnTo>
                <a:lnTo>
                  <a:pt x="874421" y="286202"/>
                </a:lnTo>
                <a:lnTo>
                  <a:pt x="877210" y="285762"/>
                </a:lnTo>
                <a:lnTo>
                  <a:pt x="880530" y="285984"/>
                </a:lnTo>
                <a:lnTo>
                  <a:pt x="882514" y="286797"/>
                </a:lnTo>
                <a:close/>
                <a:moveTo>
                  <a:pt x="893700" y="288677"/>
                </a:moveTo>
                <a:lnTo>
                  <a:pt x="894572" y="291614"/>
                </a:lnTo>
                <a:lnTo>
                  <a:pt x="894560" y="297405"/>
                </a:lnTo>
                <a:lnTo>
                  <a:pt x="893700" y="300007"/>
                </a:lnTo>
                <a:lnTo>
                  <a:pt x="892266" y="300621"/>
                </a:lnTo>
                <a:lnTo>
                  <a:pt x="885052" y="295962"/>
                </a:lnTo>
                <a:lnTo>
                  <a:pt x="884586" y="295412"/>
                </a:lnTo>
                <a:lnTo>
                  <a:pt x="884437" y="294030"/>
                </a:lnTo>
                <a:lnTo>
                  <a:pt x="886005" y="291561"/>
                </a:lnTo>
                <a:lnTo>
                  <a:pt x="889457" y="289111"/>
                </a:lnTo>
                <a:lnTo>
                  <a:pt x="892410" y="287791"/>
                </a:lnTo>
                <a:lnTo>
                  <a:pt x="893700" y="288677"/>
                </a:lnTo>
                <a:close/>
                <a:moveTo>
                  <a:pt x="867713" y="289641"/>
                </a:moveTo>
                <a:lnTo>
                  <a:pt x="870535" y="292589"/>
                </a:lnTo>
                <a:lnTo>
                  <a:pt x="871184" y="294218"/>
                </a:lnTo>
                <a:lnTo>
                  <a:pt x="870947" y="295433"/>
                </a:lnTo>
                <a:lnTo>
                  <a:pt x="868912" y="297068"/>
                </a:lnTo>
                <a:lnTo>
                  <a:pt x="864496" y="299536"/>
                </a:lnTo>
                <a:lnTo>
                  <a:pt x="862442" y="300156"/>
                </a:lnTo>
                <a:lnTo>
                  <a:pt x="861064" y="299895"/>
                </a:lnTo>
                <a:lnTo>
                  <a:pt x="860351" y="298414"/>
                </a:lnTo>
                <a:lnTo>
                  <a:pt x="860166" y="293443"/>
                </a:lnTo>
                <a:lnTo>
                  <a:pt x="860513" y="289982"/>
                </a:lnTo>
                <a:lnTo>
                  <a:pt x="861300" y="288050"/>
                </a:lnTo>
                <a:lnTo>
                  <a:pt x="864929" y="288559"/>
                </a:lnTo>
                <a:lnTo>
                  <a:pt x="867713" y="289641"/>
                </a:lnTo>
                <a:close/>
                <a:moveTo>
                  <a:pt x="882755" y="299815"/>
                </a:moveTo>
                <a:lnTo>
                  <a:pt x="885516" y="302718"/>
                </a:lnTo>
                <a:lnTo>
                  <a:pt x="885504" y="303117"/>
                </a:lnTo>
                <a:lnTo>
                  <a:pt x="884586" y="303636"/>
                </a:lnTo>
                <a:lnTo>
                  <a:pt x="876556" y="303948"/>
                </a:lnTo>
                <a:lnTo>
                  <a:pt x="873818" y="303570"/>
                </a:lnTo>
                <a:lnTo>
                  <a:pt x="872540" y="302750"/>
                </a:lnTo>
                <a:lnTo>
                  <a:pt x="872411" y="302150"/>
                </a:lnTo>
                <a:lnTo>
                  <a:pt x="873098" y="300523"/>
                </a:lnTo>
                <a:lnTo>
                  <a:pt x="875620" y="297307"/>
                </a:lnTo>
                <a:lnTo>
                  <a:pt x="879541" y="297565"/>
                </a:lnTo>
                <a:lnTo>
                  <a:pt x="882755" y="299815"/>
                </a:lnTo>
                <a:close/>
                <a:moveTo>
                  <a:pt x="882225" y="309457"/>
                </a:moveTo>
                <a:lnTo>
                  <a:pt x="882878" y="310545"/>
                </a:lnTo>
                <a:lnTo>
                  <a:pt x="882187" y="311596"/>
                </a:lnTo>
                <a:lnTo>
                  <a:pt x="877018" y="313411"/>
                </a:lnTo>
                <a:lnTo>
                  <a:pt x="873757" y="311735"/>
                </a:lnTo>
                <a:lnTo>
                  <a:pt x="872706" y="310538"/>
                </a:lnTo>
                <a:lnTo>
                  <a:pt x="873257" y="309554"/>
                </a:lnTo>
                <a:lnTo>
                  <a:pt x="875717" y="308844"/>
                </a:lnTo>
                <a:lnTo>
                  <a:pt x="880008" y="308801"/>
                </a:lnTo>
                <a:lnTo>
                  <a:pt x="882225" y="309457"/>
                </a:lnTo>
                <a:close/>
                <a:moveTo>
                  <a:pt x="866604" y="312640"/>
                </a:moveTo>
                <a:lnTo>
                  <a:pt x="868169" y="313584"/>
                </a:lnTo>
                <a:lnTo>
                  <a:pt x="870021" y="315466"/>
                </a:lnTo>
                <a:lnTo>
                  <a:pt x="870922" y="317413"/>
                </a:lnTo>
                <a:lnTo>
                  <a:pt x="870798" y="318474"/>
                </a:lnTo>
                <a:lnTo>
                  <a:pt x="869569" y="319554"/>
                </a:lnTo>
                <a:lnTo>
                  <a:pt x="866405" y="320384"/>
                </a:lnTo>
                <a:lnTo>
                  <a:pt x="862967" y="320134"/>
                </a:lnTo>
                <a:lnTo>
                  <a:pt x="861252" y="319293"/>
                </a:lnTo>
                <a:lnTo>
                  <a:pt x="860294" y="318192"/>
                </a:lnTo>
                <a:lnTo>
                  <a:pt x="859974" y="316666"/>
                </a:lnTo>
                <a:lnTo>
                  <a:pt x="860188" y="313229"/>
                </a:lnTo>
                <a:lnTo>
                  <a:pt x="860862" y="311897"/>
                </a:lnTo>
                <a:lnTo>
                  <a:pt x="862931" y="311427"/>
                </a:lnTo>
                <a:lnTo>
                  <a:pt x="866604" y="312640"/>
                </a:lnTo>
                <a:close/>
                <a:moveTo>
                  <a:pt x="894375" y="313507"/>
                </a:moveTo>
                <a:lnTo>
                  <a:pt x="894824" y="316454"/>
                </a:lnTo>
                <a:lnTo>
                  <a:pt x="894588" y="319771"/>
                </a:lnTo>
                <a:lnTo>
                  <a:pt x="893983" y="321334"/>
                </a:lnTo>
                <a:lnTo>
                  <a:pt x="892964" y="322137"/>
                </a:lnTo>
                <a:lnTo>
                  <a:pt x="890965" y="322014"/>
                </a:lnTo>
                <a:lnTo>
                  <a:pt x="886254" y="319492"/>
                </a:lnTo>
                <a:lnTo>
                  <a:pt x="885130" y="318335"/>
                </a:lnTo>
                <a:lnTo>
                  <a:pt x="885065" y="317411"/>
                </a:lnTo>
                <a:lnTo>
                  <a:pt x="885938" y="315629"/>
                </a:lnTo>
                <a:lnTo>
                  <a:pt x="889572" y="312567"/>
                </a:lnTo>
                <a:lnTo>
                  <a:pt x="892531" y="311687"/>
                </a:lnTo>
                <a:lnTo>
                  <a:pt x="893484" y="312184"/>
                </a:lnTo>
                <a:lnTo>
                  <a:pt x="894375" y="313507"/>
                </a:lnTo>
                <a:close/>
                <a:moveTo>
                  <a:pt x="854839" y="313218"/>
                </a:moveTo>
                <a:lnTo>
                  <a:pt x="855698" y="314853"/>
                </a:lnTo>
                <a:lnTo>
                  <a:pt x="855773" y="316870"/>
                </a:lnTo>
                <a:lnTo>
                  <a:pt x="855088" y="318716"/>
                </a:lnTo>
                <a:lnTo>
                  <a:pt x="853586" y="320306"/>
                </a:lnTo>
                <a:lnTo>
                  <a:pt x="839133" y="320842"/>
                </a:lnTo>
                <a:lnTo>
                  <a:pt x="837605" y="320614"/>
                </a:lnTo>
                <a:lnTo>
                  <a:pt x="836373" y="319534"/>
                </a:lnTo>
                <a:lnTo>
                  <a:pt x="837334" y="318126"/>
                </a:lnTo>
                <a:lnTo>
                  <a:pt x="838513" y="317274"/>
                </a:lnTo>
                <a:lnTo>
                  <a:pt x="845272" y="315161"/>
                </a:lnTo>
                <a:lnTo>
                  <a:pt x="850672" y="312807"/>
                </a:lnTo>
                <a:lnTo>
                  <a:pt x="852882" y="312349"/>
                </a:lnTo>
                <a:lnTo>
                  <a:pt x="854839" y="313218"/>
                </a:lnTo>
                <a:close/>
                <a:moveTo>
                  <a:pt x="906911" y="313749"/>
                </a:moveTo>
                <a:lnTo>
                  <a:pt x="920859" y="321034"/>
                </a:lnTo>
                <a:lnTo>
                  <a:pt x="921990" y="321975"/>
                </a:lnTo>
                <a:lnTo>
                  <a:pt x="922083" y="323254"/>
                </a:lnTo>
                <a:lnTo>
                  <a:pt x="920481" y="324056"/>
                </a:lnTo>
                <a:lnTo>
                  <a:pt x="912504" y="324018"/>
                </a:lnTo>
                <a:lnTo>
                  <a:pt x="904047" y="323420"/>
                </a:lnTo>
                <a:lnTo>
                  <a:pt x="901210" y="322481"/>
                </a:lnTo>
                <a:lnTo>
                  <a:pt x="900259" y="321430"/>
                </a:lnTo>
                <a:lnTo>
                  <a:pt x="899457" y="319141"/>
                </a:lnTo>
                <a:lnTo>
                  <a:pt x="899236" y="315491"/>
                </a:lnTo>
                <a:lnTo>
                  <a:pt x="899694" y="313413"/>
                </a:lnTo>
                <a:lnTo>
                  <a:pt x="900415" y="312672"/>
                </a:lnTo>
                <a:lnTo>
                  <a:pt x="902294" y="312211"/>
                </a:lnTo>
                <a:lnTo>
                  <a:pt x="904615" y="312593"/>
                </a:lnTo>
                <a:lnTo>
                  <a:pt x="906911" y="313749"/>
                </a:lnTo>
                <a:close/>
                <a:moveTo>
                  <a:pt x="880441" y="329611"/>
                </a:moveTo>
                <a:lnTo>
                  <a:pt x="881303" y="330871"/>
                </a:lnTo>
                <a:lnTo>
                  <a:pt x="880104" y="332456"/>
                </a:lnTo>
                <a:lnTo>
                  <a:pt x="878104" y="333387"/>
                </a:lnTo>
                <a:lnTo>
                  <a:pt x="876970" y="333257"/>
                </a:lnTo>
                <a:lnTo>
                  <a:pt x="876113" y="332578"/>
                </a:lnTo>
                <a:lnTo>
                  <a:pt x="875571" y="330624"/>
                </a:lnTo>
                <a:lnTo>
                  <a:pt x="876268" y="329627"/>
                </a:lnTo>
                <a:lnTo>
                  <a:pt x="878560" y="329149"/>
                </a:lnTo>
                <a:lnTo>
                  <a:pt x="880441" y="329611"/>
                </a:lnTo>
                <a:close/>
                <a:moveTo>
                  <a:pt x="864482" y="332022"/>
                </a:moveTo>
                <a:lnTo>
                  <a:pt x="869839" y="335534"/>
                </a:lnTo>
                <a:lnTo>
                  <a:pt x="870638" y="337659"/>
                </a:lnTo>
                <a:lnTo>
                  <a:pt x="869685" y="338907"/>
                </a:lnTo>
                <a:lnTo>
                  <a:pt x="863624" y="342465"/>
                </a:lnTo>
                <a:lnTo>
                  <a:pt x="860947" y="342906"/>
                </a:lnTo>
                <a:lnTo>
                  <a:pt x="859890" y="341893"/>
                </a:lnTo>
                <a:lnTo>
                  <a:pt x="859389" y="339800"/>
                </a:lnTo>
                <a:lnTo>
                  <a:pt x="860000" y="332843"/>
                </a:lnTo>
                <a:lnTo>
                  <a:pt x="861249" y="331260"/>
                </a:lnTo>
                <a:lnTo>
                  <a:pt x="862604" y="331267"/>
                </a:lnTo>
                <a:lnTo>
                  <a:pt x="864482" y="332022"/>
                </a:lnTo>
                <a:close/>
                <a:moveTo>
                  <a:pt x="895580" y="332697"/>
                </a:moveTo>
                <a:lnTo>
                  <a:pt x="896963" y="334809"/>
                </a:lnTo>
                <a:lnTo>
                  <a:pt x="897640" y="337294"/>
                </a:lnTo>
                <a:lnTo>
                  <a:pt x="897332" y="340661"/>
                </a:lnTo>
                <a:lnTo>
                  <a:pt x="896244" y="341962"/>
                </a:lnTo>
                <a:lnTo>
                  <a:pt x="894900" y="342066"/>
                </a:lnTo>
                <a:lnTo>
                  <a:pt x="892169" y="341065"/>
                </a:lnTo>
                <a:lnTo>
                  <a:pt x="888005" y="338956"/>
                </a:lnTo>
                <a:lnTo>
                  <a:pt x="886436" y="337707"/>
                </a:lnTo>
                <a:lnTo>
                  <a:pt x="886316" y="336435"/>
                </a:lnTo>
                <a:lnTo>
                  <a:pt x="887175" y="334897"/>
                </a:lnTo>
                <a:lnTo>
                  <a:pt x="890489" y="332209"/>
                </a:lnTo>
                <a:lnTo>
                  <a:pt x="893266" y="331537"/>
                </a:lnTo>
                <a:lnTo>
                  <a:pt x="895580" y="332697"/>
                </a:lnTo>
                <a:close/>
                <a:moveTo>
                  <a:pt x="882032" y="342436"/>
                </a:moveTo>
                <a:lnTo>
                  <a:pt x="889737" y="347159"/>
                </a:lnTo>
                <a:lnTo>
                  <a:pt x="891193" y="348511"/>
                </a:lnTo>
                <a:lnTo>
                  <a:pt x="891420" y="349365"/>
                </a:lnTo>
                <a:lnTo>
                  <a:pt x="890777" y="350904"/>
                </a:lnTo>
                <a:lnTo>
                  <a:pt x="888976" y="352715"/>
                </a:lnTo>
                <a:lnTo>
                  <a:pt x="882645" y="357411"/>
                </a:lnTo>
                <a:lnTo>
                  <a:pt x="880148" y="358689"/>
                </a:lnTo>
                <a:lnTo>
                  <a:pt x="877476" y="359285"/>
                </a:lnTo>
                <a:lnTo>
                  <a:pt x="874598" y="358463"/>
                </a:lnTo>
                <a:lnTo>
                  <a:pt x="867339" y="353383"/>
                </a:lnTo>
                <a:lnTo>
                  <a:pt x="863825" y="349475"/>
                </a:lnTo>
                <a:lnTo>
                  <a:pt x="863819" y="348513"/>
                </a:lnTo>
                <a:lnTo>
                  <a:pt x="865019" y="347245"/>
                </a:lnTo>
                <a:lnTo>
                  <a:pt x="876373" y="341042"/>
                </a:lnTo>
                <a:lnTo>
                  <a:pt x="878007" y="340813"/>
                </a:lnTo>
                <a:lnTo>
                  <a:pt x="882032" y="342436"/>
                </a:lnTo>
                <a:close/>
                <a:moveTo>
                  <a:pt x="861734" y="355213"/>
                </a:moveTo>
                <a:lnTo>
                  <a:pt x="869326" y="360640"/>
                </a:lnTo>
                <a:lnTo>
                  <a:pt x="870946" y="362996"/>
                </a:lnTo>
                <a:lnTo>
                  <a:pt x="871088" y="364470"/>
                </a:lnTo>
                <a:lnTo>
                  <a:pt x="859299" y="373100"/>
                </a:lnTo>
                <a:lnTo>
                  <a:pt x="854598" y="374932"/>
                </a:lnTo>
                <a:lnTo>
                  <a:pt x="853230" y="373150"/>
                </a:lnTo>
                <a:lnTo>
                  <a:pt x="852971" y="371877"/>
                </a:lnTo>
                <a:lnTo>
                  <a:pt x="855098" y="364548"/>
                </a:lnTo>
                <a:lnTo>
                  <a:pt x="856538" y="356338"/>
                </a:lnTo>
                <a:lnTo>
                  <a:pt x="857877" y="354809"/>
                </a:lnTo>
                <a:lnTo>
                  <a:pt x="859568" y="354710"/>
                </a:lnTo>
                <a:lnTo>
                  <a:pt x="861734" y="355213"/>
                </a:lnTo>
                <a:close/>
                <a:moveTo>
                  <a:pt x="897895" y="355550"/>
                </a:moveTo>
                <a:lnTo>
                  <a:pt x="899894" y="359983"/>
                </a:lnTo>
                <a:lnTo>
                  <a:pt x="901647" y="368084"/>
                </a:lnTo>
                <a:lnTo>
                  <a:pt x="901958" y="373519"/>
                </a:lnTo>
                <a:lnTo>
                  <a:pt x="901679" y="374517"/>
                </a:lnTo>
                <a:lnTo>
                  <a:pt x="900529" y="375335"/>
                </a:lnTo>
                <a:lnTo>
                  <a:pt x="898564" y="374631"/>
                </a:lnTo>
                <a:lnTo>
                  <a:pt x="887474" y="366915"/>
                </a:lnTo>
                <a:lnTo>
                  <a:pt x="884732" y="364325"/>
                </a:lnTo>
                <a:lnTo>
                  <a:pt x="887502" y="360968"/>
                </a:lnTo>
                <a:lnTo>
                  <a:pt x="894806" y="355087"/>
                </a:lnTo>
                <a:lnTo>
                  <a:pt x="896415" y="354740"/>
                </a:lnTo>
                <a:lnTo>
                  <a:pt x="897895" y="355550"/>
                </a:lnTo>
                <a:close/>
                <a:moveTo>
                  <a:pt x="882707" y="369581"/>
                </a:moveTo>
                <a:lnTo>
                  <a:pt x="892949" y="376659"/>
                </a:lnTo>
                <a:lnTo>
                  <a:pt x="896977" y="378623"/>
                </a:lnTo>
                <a:lnTo>
                  <a:pt x="897540" y="379488"/>
                </a:lnTo>
                <a:lnTo>
                  <a:pt x="897663" y="381330"/>
                </a:lnTo>
                <a:lnTo>
                  <a:pt x="897099" y="382791"/>
                </a:lnTo>
                <a:lnTo>
                  <a:pt x="895702" y="384045"/>
                </a:lnTo>
                <a:lnTo>
                  <a:pt x="891228" y="386653"/>
                </a:lnTo>
                <a:lnTo>
                  <a:pt x="882617" y="392755"/>
                </a:lnTo>
                <a:lnTo>
                  <a:pt x="879634" y="393371"/>
                </a:lnTo>
                <a:lnTo>
                  <a:pt x="876955" y="392281"/>
                </a:lnTo>
                <a:lnTo>
                  <a:pt x="865763" y="384521"/>
                </a:lnTo>
                <a:lnTo>
                  <a:pt x="863209" y="381827"/>
                </a:lnTo>
                <a:lnTo>
                  <a:pt x="862912" y="380225"/>
                </a:lnTo>
                <a:lnTo>
                  <a:pt x="864546" y="377899"/>
                </a:lnTo>
                <a:lnTo>
                  <a:pt x="876668" y="369014"/>
                </a:lnTo>
                <a:lnTo>
                  <a:pt x="879091" y="368182"/>
                </a:lnTo>
                <a:lnTo>
                  <a:pt x="882707" y="369581"/>
                </a:lnTo>
                <a:close/>
                <a:moveTo>
                  <a:pt x="856382" y="386890"/>
                </a:moveTo>
                <a:lnTo>
                  <a:pt x="868399" y="395429"/>
                </a:lnTo>
                <a:lnTo>
                  <a:pt x="870750" y="397617"/>
                </a:lnTo>
                <a:lnTo>
                  <a:pt x="871272" y="399204"/>
                </a:lnTo>
                <a:lnTo>
                  <a:pt x="869255" y="401306"/>
                </a:lnTo>
                <a:lnTo>
                  <a:pt x="852610" y="412349"/>
                </a:lnTo>
                <a:lnTo>
                  <a:pt x="849395" y="413473"/>
                </a:lnTo>
                <a:lnTo>
                  <a:pt x="848249" y="412414"/>
                </a:lnTo>
                <a:lnTo>
                  <a:pt x="847854" y="407940"/>
                </a:lnTo>
                <a:lnTo>
                  <a:pt x="849189" y="396461"/>
                </a:lnTo>
                <a:lnTo>
                  <a:pt x="850454" y="390392"/>
                </a:lnTo>
                <a:lnTo>
                  <a:pt x="851953" y="386983"/>
                </a:lnTo>
                <a:lnTo>
                  <a:pt x="853269" y="385817"/>
                </a:lnTo>
                <a:lnTo>
                  <a:pt x="854622" y="385682"/>
                </a:lnTo>
                <a:lnTo>
                  <a:pt x="856382" y="386890"/>
                </a:lnTo>
                <a:close/>
                <a:moveTo>
                  <a:pt x="904404" y="387179"/>
                </a:moveTo>
                <a:lnTo>
                  <a:pt x="905138" y="389069"/>
                </a:lnTo>
                <a:lnTo>
                  <a:pt x="906493" y="401775"/>
                </a:lnTo>
                <a:lnTo>
                  <a:pt x="908116" y="409599"/>
                </a:lnTo>
                <a:lnTo>
                  <a:pt x="907590" y="411456"/>
                </a:lnTo>
                <a:lnTo>
                  <a:pt x="906210" y="412076"/>
                </a:lnTo>
                <a:lnTo>
                  <a:pt x="903086" y="411133"/>
                </a:lnTo>
                <a:lnTo>
                  <a:pt x="888724" y="400864"/>
                </a:lnTo>
                <a:lnTo>
                  <a:pt x="887103" y="399344"/>
                </a:lnTo>
                <a:lnTo>
                  <a:pt x="886796" y="398456"/>
                </a:lnTo>
                <a:lnTo>
                  <a:pt x="887252" y="396706"/>
                </a:lnTo>
                <a:lnTo>
                  <a:pt x="888786" y="394848"/>
                </a:lnTo>
                <a:lnTo>
                  <a:pt x="896587" y="389686"/>
                </a:lnTo>
                <a:lnTo>
                  <a:pt x="900398" y="386406"/>
                </a:lnTo>
                <a:lnTo>
                  <a:pt x="902234" y="386215"/>
                </a:lnTo>
                <a:lnTo>
                  <a:pt x="904404" y="387179"/>
                </a:lnTo>
                <a:close/>
                <a:moveTo>
                  <a:pt x="881598" y="404247"/>
                </a:moveTo>
                <a:lnTo>
                  <a:pt x="901597" y="417831"/>
                </a:lnTo>
                <a:lnTo>
                  <a:pt x="901818" y="418582"/>
                </a:lnTo>
                <a:lnTo>
                  <a:pt x="901190" y="419754"/>
                </a:lnTo>
                <a:lnTo>
                  <a:pt x="897199" y="423009"/>
                </a:lnTo>
                <a:lnTo>
                  <a:pt x="880529" y="430849"/>
                </a:lnTo>
                <a:lnTo>
                  <a:pt x="876666" y="431393"/>
                </a:lnTo>
                <a:lnTo>
                  <a:pt x="873736" y="430525"/>
                </a:lnTo>
                <a:lnTo>
                  <a:pt x="860594" y="423560"/>
                </a:lnTo>
                <a:lnTo>
                  <a:pt x="857977" y="421862"/>
                </a:lnTo>
                <a:lnTo>
                  <a:pt x="855663" y="419670"/>
                </a:lnTo>
                <a:lnTo>
                  <a:pt x="855368" y="418597"/>
                </a:lnTo>
                <a:lnTo>
                  <a:pt x="856659" y="417144"/>
                </a:lnTo>
                <a:lnTo>
                  <a:pt x="874486" y="404597"/>
                </a:lnTo>
                <a:lnTo>
                  <a:pt x="878042" y="403269"/>
                </a:lnTo>
                <a:lnTo>
                  <a:pt x="881598" y="404247"/>
                </a:lnTo>
                <a:close/>
                <a:moveTo>
                  <a:pt x="908887" y="424400"/>
                </a:moveTo>
                <a:lnTo>
                  <a:pt x="909660" y="426833"/>
                </a:lnTo>
                <a:lnTo>
                  <a:pt x="911093" y="437617"/>
                </a:lnTo>
                <a:lnTo>
                  <a:pt x="912644" y="444604"/>
                </a:lnTo>
                <a:lnTo>
                  <a:pt x="912369" y="447465"/>
                </a:lnTo>
                <a:lnTo>
                  <a:pt x="911225" y="449061"/>
                </a:lnTo>
                <a:lnTo>
                  <a:pt x="909573" y="448929"/>
                </a:lnTo>
                <a:lnTo>
                  <a:pt x="906525" y="447609"/>
                </a:lnTo>
                <a:lnTo>
                  <a:pt x="889092" y="438726"/>
                </a:lnTo>
                <a:lnTo>
                  <a:pt x="887173" y="437291"/>
                </a:lnTo>
                <a:lnTo>
                  <a:pt x="886692" y="434872"/>
                </a:lnTo>
                <a:lnTo>
                  <a:pt x="887218" y="433599"/>
                </a:lnTo>
                <a:lnTo>
                  <a:pt x="887994" y="432939"/>
                </a:lnTo>
                <a:lnTo>
                  <a:pt x="892939" y="431040"/>
                </a:lnTo>
                <a:lnTo>
                  <a:pt x="901179" y="426797"/>
                </a:lnTo>
                <a:lnTo>
                  <a:pt x="905423" y="424095"/>
                </a:lnTo>
                <a:lnTo>
                  <a:pt x="907465" y="423731"/>
                </a:lnTo>
                <a:lnTo>
                  <a:pt x="908887" y="424400"/>
                </a:lnTo>
                <a:close/>
                <a:moveTo>
                  <a:pt x="852429" y="425847"/>
                </a:moveTo>
                <a:lnTo>
                  <a:pt x="865477" y="433105"/>
                </a:lnTo>
                <a:lnTo>
                  <a:pt x="866693" y="434388"/>
                </a:lnTo>
                <a:lnTo>
                  <a:pt x="866708" y="435895"/>
                </a:lnTo>
                <a:lnTo>
                  <a:pt x="865748" y="437430"/>
                </a:lnTo>
                <a:lnTo>
                  <a:pt x="863876" y="438679"/>
                </a:lnTo>
                <a:lnTo>
                  <a:pt x="858081" y="440828"/>
                </a:lnTo>
                <a:lnTo>
                  <a:pt x="847223" y="446347"/>
                </a:lnTo>
                <a:lnTo>
                  <a:pt x="844762" y="446609"/>
                </a:lnTo>
                <a:lnTo>
                  <a:pt x="843745" y="445477"/>
                </a:lnTo>
                <a:lnTo>
                  <a:pt x="843557" y="444120"/>
                </a:lnTo>
                <a:lnTo>
                  <a:pt x="844473" y="432669"/>
                </a:lnTo>
                <a:lnTo>
                  <a:pt x="845679" y="424834"/>
                </a:lnTo>
                <a:lnTo>
                  <a:pt x="846543" y="424259"/>
                </a:lnTo>
                <a:lnTo>
                  <a:pt x="848439" y="424147"/>
                </a:lnTo>
                <a:lnTo>
                  <a:pt x="852429" y="425847"/>
                </a:lnTo>
                <a:close/>
                <a:moveTo>
                  <a:pt x="880634" y="441420"/>
                </a:moveTo>
                <a:lnTo>
                  <a:pt x="900753" y="452479"/>
                </a:lnTo>
                <a:lnTo>
                  <a:pt x="902095" y="453666"/>
                </a:lnTo>
                <a:lnTo>
                  <a:pt x="902556" y="455779"/>
                </a:lnTo>
                <a:lnTo>
                  <a:pt x="902274" y="457103"/>
                </a:lnTo>
                <a:lnTo>
                  <a:pt x="901185" y="458277"/>
                </a:lnTo>
                <a:lnTo>
                  <a:pt x="880850" y="473370"/>
                </a:lnTo>
                <a:lnTo>
                  <a:pt x="878969" y="474428"/>
                </a:lnTo>
                <a:lnTo>
                  <a:pt x="877163" y="474561"/>
                </a:lnTo>
                <a:lnTo>
                  <a:pt x="873771" y="472861"/>
                </a:lnTo>
                <a:lnTo>
                  <a:pt x="857048" y="459942"/>
                </a:lnTo>
                <a:lnTo>
                  <a:pt x="852091" y="455709"/>
                </a:lnTo>
                <a:lnTo>
                  <a:pt x="850571" y="453391"/>
                </a:lnTo>
                <a:lnTo>
                  <a:pt x="850934" y="452365"/>
                </a:lnTo>
                <a:lnTo>
                  <a:pt x="852297" y="451432"/>
                </a:lnTo>
                <a:lnTo>
                  <a:pt x="869595" y="442738"/>
                </a:lnTo>
                <a:lnTo>
                  <a:pt x="873668" y="440241"/>
                </a:lnTo>
                <a:lnTo>
                  <a:pt x="877035" y="439849"/>
                </a:lnTo>
                <a:lnTo>
                  <a:pt x="880634" y="441420"/>
                </a:lnTo>
                <a:close/>
                <a:moveTo>
                  <a:pt x="848571" y="462297"/>
                </a:moveTo>
                <a:lnTo>
                  <a:pt x="867306" y="476144"/>
                </a:lnTo>
                <a:lnTo>
                  <a:pt x="869527" y="478216"/>
                </a:lnTo>
                <a:lnTo>
                  <a:pt x="870268" y="479799"/>
                </a:lnTo>
                <a:lnTo>
                  <a:pt x="869329" y="481295"/>
                </a:lnTo>
                <a:lnTo>
                  <a:pt x="866188" y="484086"/>
                </a:lnTo>
                <a:lnTo>
                  <a:pt x="860824" y="487604"/>
                </a:lnTo>
                <a:lnTo>
                  <a:pt x="839208" y="503677"/>
                </a:lnTo>
                <a:lnTo>
                  <a:pt x="837698" y="503954"/>
                </a:lnTo>
                <a:lnTo>
                  <a:pt x="836376" y="503082"/>
                </a:lnTo>
                <a:lnTo>
                  <a:pt x="836211" y="500021"/>
                </a:lnTo>
                <a:lnTo>
                  <a:pt x="840846" y="462286"/>
                </a:lnTo>
                <a:lnTo>
                  <a:pt x="841695" y="459915"/>
                </a:lnTo>
                <a:lnTo>
                  <a:pt x="843107" y="459209"/>
                </a:lnTo>
                <a:lnTo>
                  <a:pt x="845321" y="460043"/>
                </a:lnTo>
                <a:lnTo>
                  <a:pt x="848571" y="462297"/>
                </a:lnTo>
                <a:close/>
                <a:moveTo>
                  <a:pt x="913516" y="462827"/>
                </a:moveTo>
                <a:lnTo>
                  <a:pt x="914399" y="466918"/>
                </a:lnTo>
                <a:lnTo>
                  <a:pt x="916715" y="487166"/>
                </a:lnTo>
                <a:lnTo>
                  <a:pt x="917734" y="501086"/>
                </a:lnTo>
                <a:lnTo>
                  <a:pt x="917610" y="503344"/>
                </a:lnTo>
                <a:lnTo>
                  <a:pt x="916885" y="504545"/>
                </a:lnTo>
                <a:lnTo>
                  <a:pt x="916302" y="504742"/>
                </a:lnTo>
                <a:lnTo>
                  <a:pt x="913698" y="503698"/>
                </a:lnTo>
                <a:lnTo>
                  <a:pt x="890312" y="485390"/>
                </a:lnTo>
                <a:lnTo>
                  <a:pt x="886569" y="482029"/>
                </a:lnTo>
                <a:lnTo>
                  <a:pt x="885214" y="479991"/>
                </a:lnTo>
                <a:lnTo>
                  <a:pt x="886944" y="478026"/>
                </a:lnTo>
                <a:lnTo>
                  <a:pt x="892405" y="473840"/>
                </a:lnTo>
                <a:lnTo>
                  <a:pt x="908758" y="462383"/>
                </a:lnTo>
                <a:lnTo>
                  <a:pt x="912070" y="461091"/>
                </a:lnTo>
                <a:lnTo>
                  <a:pt x="913516" y="462827"/>
                </a:lnTo>
                <a:close/>
                <a:moveTo>
                  <a:pt x="297482" y="149097"/>
                </a:moveTo>
                <a:lnTo>
                  <a:pt x="294233" y="150770"/>
                </a:lnTo>
                <a:lnTo>
                  <a:pt x="290859" y="153798"/>
                </a:lnTo>
                <a:lnTo>
                  <a:pt x="286218" y="155319"/>
                </a:lnTo>
                <a:lnTo>
                  <a:pt x="283246" y="157133"/>
                </a:lnTo>
                <a:lnTo>
                  <a:pt x="274091" y="169045"/>
                </a:lnTo>
                <a:lnTo>
                  <a:pt x="273075" y="170919"/>
                </a:lnTo>
                <a:lnTo>
                  <a:pt x="272918" y="172740"/>
                </a:lnTo>
                <a:lnTo>
                  <a:pt x="276534" y="185216"/>
                </a:lnTo>
                <a:lnTo>
                  <a:pt x="276474" y="187264"/>
                </a:lnTo>
                <a:lnTo>
                  <a:pt x="268837" y="196509"/>
                </a:lnTo>
                <a:lnTo>
                  <a:pt x="264537" y="204918"/>
                </a:lnTo>
                <a:lnTo>
                  <a:pt x="263194" y="205862"/>
                </a:lnTo>
                <a:lnTo>
                  <a:pt x="259503" y="206072"/>
                </a:lnTo>
                <a:lnTo>
                  <a:pt x="256288" y="207945"/>
                </a:lnTo>
                <a:lnTo>
                  <a:pt x="251058" y="213830"/>
                </a:lnTo>
                <a:lnTo>
                  <a:pt x="249426" y="217722"/>
                </a:lnTo>
                <a:lnTo>
                  <a:pt x="249362" y="219620"/>
                </a:lnTo>
                <a:lnTo>
                  <a:pt x="250601" y="222949"/>
                </a:lnTo>
                <a:lnTo>
                  <a:pt x="256396" y="232885"/>
                </a:lnTo>
                <a:lnTo>
                  <a:pt x="255955" y="233928"/>
                </a:lnTo>
                <a:lnTo>
                  <a:pt x="252871" y="236449"/>
                </a:lnTo>
                <a:lnTo>
                  <a:pt x="251600" y="238444"/>
                </a:lnTo>
                <a:lnTo>
                  <a:pt x="251410" y="240660"/>
                </a:lnTo>
                <a:lnTo>
                  <a:pt x="252552" y="245435"/>
                </a:lnTo>
                <a:lnTo>
                  <a:pt x="250699" y="251181"/>
                </a:lnTo>
                <a:lnTo>
                  <a:pt x="250626" y="254532"/>
                </a:lnTo>
                <a:lnTo>
                  <a:pt x="254330" y="261399"/>
                </a:lnTo>
                <a:lnTo>
                  <a:pt x="258424" y="267281"/>
                </a:lnTo>
                <a:lnTo>
                  <a:pt x="259181" y="269741"/>
                </a:lnTo>
                <a:lnTo>
                  <a:pt x="259712" y="275635"/>
                </a:lnTo>
                <a:lnTo>
                  <a:pt x="262111" y="281505"/>
                </a:lnTo>
                <a:lnTo>
                  <a:pt x="262940" y="285845"/>
                </a:lnTo>
                <a:lnTo>
                  <a:pt x="263883" y="287381"/>
                </a:lnTo>
                <a:lnTo>
                  <a:pt x="265044" y="287903"/>
                </a:lnTo>
                <a:lnTo>
                  <a:pt x="268951" y="288115"/>
                </a:lnTo>
                <a:lnTo>
                  <a:pt x="272001" y="287237"/>
                </a:lnTo>
                <a:lnTo>
                  <a:pt x="273280" y="285586"/>
                </a:lnTo>
                <a:lnTo>
                  <a:pt x="274027" y="282072"/>
                </a:lnTo>
                <a:lnTo>
                  <a:pt x="273145" y="277542"/>
                </a:lnTo>
                <a:lnTo>
                  <a:pt x="270115" y="272007"/>
                </a:lnTo>
                <a:lnTo>
                  <a:pt x="268892" y="265547"/>
                </a:lnTo>
                <a:lnTo>
                  <a:pt x="267119" y="260586"/>
                </a:lnTo>
                <a:lnTo>
                  <a:pt x="264799" y="256185"/>
                </a:lnTo>
                <a:lnTo>
                  <a:pt x="261804" y="252324"/>
                </a:lnTo>
                <a:lnTo>
                  <a:pt x="262720" y="243163"/>
                </a:lnTo>
                <a:lnTo>
                  <a:pt x="268010" y="234745"/>
                </a:lnTo>
                <a:lnTo>
                  <a:pt x="269934" y="229657"/>
                </a:lnTo>
                <a:lnTo>
                  <a:pt x="269944" y="225597"/>
                </a:lnTo>
                <a:lnTo>
                  <a:pt x="267541" y="221659"/>
                </a:lnTo>
                <a:lnTo>
                  <a:pt x="273730" y="218575"/>
                </a:lnTo>
                <a:lnTo>
                  <a:pt x="276796" y="215728"/>
                </a:lnTo>
                <a:lnTo>
                  <a:pt x="277122" y="213075"/>
                </a:lnTo>
                <a:lnTo>
                  <a:pt x="275159" y="207677"/>
                </a:lnTo>
                <a:lnTo>
                  <a:pt x="277550" y="202122"/>
                </a:lnTo>
                <a:lnTo>
                  <a:pt x="284202" y="194493"/>
                </a:lnTo>
                <a:lnTo>
                  <a:pt x="286574" y="190038"/>
                </a:lnTo>
                <a:lnTo>
                  <a:pt x="287015" y="187809"/>
                </a:lnTo>
                <a:lnTo>
                  <a:pt x="286932" y="184604"/>
                </a:lnTo>
                <a:lnTo>
                  <a:pt x="285377" y="179810"/>
                </a:lnTo>
                <a:lnTo>
                  <a:pt x="284851" y="175831"/>
                </a:lnTo>
                <a:lnTo>
                  <a:pt x="285043" y="173252"/>
                </a:lnTo>
                <a:lnTo>
                  <a:pt x="285682" y="171535"/>
                </a:lnTo>
                <a:lnTo>
                  <a:pt x="287435" y="168762"/>
                </a:lnTo>
                <a:lnTo>
                  <a:pt x="289567" y="166497"/>
                </a:lnTo>
                <a:lnTo>
                  <a:pt x="295150" y="163730"/>
                </a:lnTo>
                <a:lnTo>
                  <a:pt x="298302" y="161343"/>
                </a:lnTo>
                <a:lnTo>
                  <a:pt x="302008" y="157351"/>
                </a:lnTo>
                <a:lnTo>
                  <a:pt x="303839" y="154352"/>
                </a:lnTo>
                <a:lnTo>
                  <a:pt x="304211" y="152544"/>
                </a:lnTo>
                <a:lnTo>
                  <a:pt x="304039" y="150640"/>
                </a:lnTo>
                <a:lnTo>
                  <a:pt x="302863" y="148215"/>
                </a:lnTo>
                <a:lnTo>
                  <a:pt x="300928" y="148030"/>
                </a:lnTo>
                <a:lnTo>
                  <a:pt x="297482" y="149097"/>
                </a:lnTo>
                <a:close/>
                <a:moveTo>
                  <a:pt x="717525" y="285254"/>
                </a:moveTo>
                <a:lnTo>
                  <a:pt x="716127" y="286507"/>
                </a:lnTo>
                <a:lnTo>
                  <a:pt x="716741" y="289170"/>
                </a:lnTo>
                <a:lnTo>
                  <a:pt x="719183" y="292692"/>
                </a:lnTo>
                <a:lnTo>
                  <a:pt x="721172" y="293269"/>
                </a:lnTo>
                <a:lnTo>
                  <a:pt x="727424" y="293363"/>
                </a:lnTo>
                <a:lnTo>
                  <a:pt x="730969" y="292722"/>
                </a:lnTo>
                <a:lnTo>
                  <a:pt x="734384" y="289806"/>
                </a:lnTo>
                <a:lnTo>
                  <a:pt x="735750" y="287327"/>
                </a:lnTo>
                <a:lnTo>
                  <a:pt x="735293" y="286011"/>
                </a:lnTo>
                <a:lnTo>
                  <a:pt x="733225" y="284934"/>
                </a:lnTo>
                <a:lnTo>
                  <a:pt x="730336" y="285095"/>
                </a:lnTo>
                <a:lnTo>
                  <a:pt x="725908" y="287098"/>
                </a:lnTo>
                <a:lnTo>
                  <a:pt x="720136" y="284966"/>
                </a:lnTo>
                <a:lnTo>
                  <a:pt x="717525" y="285254"/>
                </a:lnTo>
                <a:close/>
                <a:moveTo>
                  <a:pt x="10221" y="295331"/>
                </a:moveTo>
                <a:lnTo>
                  <a:pt x="6935" y="295755"/>
                </a:lnTo>
                <a:lnTo>
                  <a:pt x="4968" y="297012"/>
                </a:lnTo>
                <a:lnTo>
                  <a:pt x="4381" y="298272"/>
                </a:lnTo>
                <a:lnTo>
                  <a:pt x="3807" y="302688"/>
                </a:lnTo>
                <a:lnTo>
                  <a:pt x="4098" y="329563"/>
                </a:lnTo>
                <a:lnTo>
                  <a:pt x="6279" y="331292"/>
                </a:lnTo>
                <a:lnTo>
                  <a:pt x="8721" y="331745"/>
                </a:lnTo>
                <a:lnTo>
                  <a:pt x="11306" y="331494"/>
                </a:lnTo>
                <a:lnTo>
                  <a:pt x="13982" y="330093"/>
                </a:lnTo>
                <a:lnTo>
                  <a:pt x="13982" y="306082"/>
                </a:lnTo>
                <a:lnTo>
                  <a:pt x="15814" y="303816"/>
                </a:lnTo>
                <a:lnTo>
                  <a:pt x="24407" y="303360"/>
                </a:lnTo>
                <a:lnTo>
                  <a:pt x="26646" y="302897"/>
                </a:lnTo>
                <a:lnTo>
                  <a:pt x="28268" y="301541"/>
                </a:lnTo>
                <a:lnTo>
                  <a:pt x="29216" y="299488"/>
                </a:lnTo>
                <a:lnTo>
                  <a:pt x="28732" y="297580"/>
                </a:lnTo>
                <a:lnTo>
                  <a:pt x="26153" y="295749"/>
                </a:lnTo>
                <a:lnTo>
                  <a:pt x="18534" y="295055"/>
                </a:lnTo>
                <a:lnTo>
                  <a:pt x="10221" y="295331"/>
                </a:lnTo>
                <a:close/>
                <a:moveTo>
                  <a:pt x="51734" y="295427"/>
                </a:moveTo>
                <a:lnTo>
                  <a:pt x="50342" y="296468"/>
                </a:lnTo>
                <a:lnTo>
                  <a:pt x="48986" y="298416"/>
                </a:lnTo>
                <a:lnTo>
                  <a:pt x="49179" y="329852"/>
                </a:lnTo>
                <a:lnTo>
                  <a:pt x="51427" y="331572"/>
                </a:lnTo>
                <a:lnTo>
                  <a:pt x="54025" y="331979"/>
                </a:lnTo>
                <a:lnTo>
                  <a:pt x="58580" y="330334"/>
                </a:lnTo>
                <a:lnTo>
                  <a:pt x="59062" y="321270"/>
                </a:lnTo>
                <a:lnTo>
                  <a:pt x="61666" y="319784"/>
                </a:lnTo>
                <a:lnTo>
                  <a:pt x="67462" y="318640"/>
                </a:lnTo>
                <a:lnTo>
                  <a:pt x="71032" y="317443"/>
                </a:lnTo>
                <a:lnTo>
                  <a:pt x="75311" y="314809"/>
                </a:lnTo>
                <a:lnTo>
                  <a:pt x="77053" y="311626"/>
                </a:lnTo>
                <a:lnTo>
                  <a:pt x="77489" y="309715"/>
                </a:lnTo>
                <a:lnTo>
                  <a:pt x="77535" y="305643"/>
                </a:lnTo>
                <a:lnTo>
                  <a:pt x="76545" y="301749"/>
                </a:lnTo>
                <a:lnTo>
                  <a:pt x="75686" y="300063"/>
                </a:lnTo>
                <a:lnTo>
                  <a:pt x="74596" y="298653"/>
                </a:lnTo>
                <a:lnTo>
                  <a:pt x="71956" y="297020"/>
                </a:lnTo>
                <a:lnTo>
                  <a:pt x="67798" y="296010"/>
                </a:lnTo>
                <a:lnTo>
                  <a:pt x="59848" y="295059"/>
                </a:lnTo>
                <a:lnTo>
                  <a:pt x="54984" y="294963"/>
                </a:lnTo>
                <a:lnTo>
                  <a:pt x="51734" y="295427"/>
                </a:lnTo>
                <a:close/>
                <a:moveTo>
                  <a:pt x="66054" y="304057"/>
                </a:moveTo>
                <a:lnTo>
                  <a:pt x="67889" y="305448"/>
                </a:lnTo>
                <a:lnTo>
                  <a:pt x="68299" y="306656"/>
                </a:lnTo>
                <a:lnTo>
                  <a:pt x="67934" y="308107"/>
                </a:lnTo>
                <a:lnTo>
                  <a:pt x="66209" y="310185"/>
                </a:lnTo>
                <a:lnTo>
                  <a:pt x="65073" y="310794"/>
                </a:lnTo>
                <a:lnTo>
                  <a:pt x="62618" y="311175"/>
                </a:lnTo>
                <a:lnTo>
                  <a:pt x="60407" y="310474"/>
                </a:lnTo>
                <a:lnTo>
                  <a:pt x="59575" y="309731"/>
                </a:lnTo>
                <a:lnTo>
                  <a:pt x="59022" y="308731"/>
                </a:lnTo>
                <a:lnTo>
                  <a:pt x="58918" y="306394"/>
                </a:lnTo>
                <a:lnTo>
                  <a:pt x="60242" y="304040"/>
                </a:lnTo>
                <a:lnTo>
                  <a:pt x="62769" y="303196"/>
                </a:lnTo>
                <a:lnTo>
                  <a:pt x="66054" y="304057"/>
                </a:lnTo>
                <a:close/>
                <a:moveTo>
                  <a:pt x="98357" y="295186"/>
                </a:moveTo>
                <a:lnTo>
                  <a:pt x="96841" y="296529"/>
                </a:lnTo>
                <a:lnTo>
                  <a:pt x="96471" y="297874"/>
                </a:lnTo>
                <a:lnTo>
                  <a:pt x="96627" y="299439"/>
                </a:lnTo>
                <a:lnTo>
                  <a:pt x="104394" y="314969"/>
                </a:lnTo>
                <a:lnTo>
                  <a:pt x="107036" y="321463"/>
                </a:lnTo>
                <a:lnTo>
                  <a:pt x="106644" y="322800"/>
                </a:lnTo>
                <a:lnTo>
                  <a:pt x="105567" y="323778"/>
                </a:lnTo>
                <a:lnTo>
                  <a:pt x="102068" y="324479"/>
                </a:lnTo>
                <a:lnTo>
                  <a:pt x="100696" y="325362"/>
                </a:lnTo>
                <a:lnTo>
                  <a:pt x="99947" y="326961"/>
                </a:lnTo>
                <a:lnTo>
                  <a:pt x="99894" y="329539"/>
                </a:lnTo>
                <a:lnTo>
                  <a:pt x="100603" y="331311"/>
                </a:lnTo>
                <a:lnTo>
                  <a:pt x="101985" y="332407"/>
                </a:lnTo>
                <a:lnTo>
                  <a:pt x="104004" y="332809"/>
                </a:lnTo>
                <a:lnTo>
                  <a:pt x="106622" y="332498"/>
                </a:lnTo>
                <a:lnTo>
                  <a:pt x="111120" y="330662"/>
                </a:lnTo>
                <a:lnTo>
                  <a:pt x="113459" y="328668"/>
                </a:lnTo>
                <a:lnTo>
                  <a:pt x="114674" y="326994"/>
                </a:lnTo>
                <a:lnTo>
                  <a:pt x="125972" y="301716"/>
                </a:lnTo>
                <a:lnTo>
                  <a:pt x="126691" y="299286"/>
                </a:lnTo>
                <a:lnTo>
                  <a:pt x="126629" y="297271"/>
                </a:lnTo>
                <a:lnTo>
                  <a:pt x="125820" y="295800"/>
                </a:lnTo>
                <a:lnTo>
                  <a:pt x="124300" y="295003"/>
                </a:lnTo>
                <a:lnTo>
                  <a:pt x="122420" y="294979"/>
                </a:lnTo>
                <a:lnTo>
                  <a:pt x="120791" y="295647"/>
                </a:lnTo>
                <a:lnTo>
                  <a:pt x="119270" y="297018"/>
                </a:lnTo>
                <a:lnTo>
                  <a:pt x="117831" y="299130"/>
                </a:lnTo>
                <a:lnTo>
                  <a:pt x="114558" y="306519"/>
                </a:lnTo>
                <a:lnTo>
                  <a:pt x="113424" y="307736"/>
                </a:lnTo>
                <a:lnTo>
                  <a:pt x="112827" y="307752"/>
                </a:lnTo>
                <a:lnTo>
                  <a:pt x="110642" y="305353"/>
                </a:lnTo>
                <a:lnTo>
                  <a:pt x="105751" y="297009"/>
                </a:lnTo>
                <a:lnTo>
                  <a:pt x="102651" y="295541"/>
                </a:lnTo>
                <a:lnTo>
                  <a:pt x="98357" y="295186"/>
                </a:lnTo>
                <a:close/>
                <a:moveTo>
                  <a:pt x="153466" y="295379"/>
                </a:moveTo>
                <a:lnTo>
                  <a:pt x="149606" y="295969"/>
                </a:lnTo>
                <a:lnTo>
                  <a:pt x="147054" y="297934"/>
                </a:lnTo>
                <a:lnTo>
                  <a:pt x="147103" y="321280"/>
                </a:lnTo>
                <a:lnTo>
                  <a:pt x="147536" y="330093"/>
                </a:lnTo>
                <a:lnTo>
                  <a:pt x="149604" y="331520"/>
                </a:lnTo>
                <a:lnTo>
                  <a:pt x="152833" y="331982"/>
                </a:lnTo>
                <a:lnTo>
                  <a:pt x="155755" y="331344"/>
                </a:lnTo>
                <a:lnTo>
                  <a:pt x="157564" y="329756"/>
                </a:lnTo>
                <a:lnTo>
                  <a:pt x="157468" y="305407"/>
                </a:lnTo>
                <a:lnTo>
                  <a:pt x="159281" y="304061"/>
                </a:lnTo>
                <a:lnTo>
                  <a:pt x="162037" y="303613"/>
                </a:lnTo>
                <a:lnTo>
                  <a:pt x="164844" y="304274"/>
                </a:lnTo>
                <a:lnTo>
                  <a:pt x="166166" y="305231"/>
                </a:lnTo>
                <a:lnTo>
                  <a:pt x="166587" y="306134"/>
                </a:lnTo>
                <a:lnTo>
                  <a:pt x="166629" y="329756"/>
                </a:lnTo>
                <a:lnTo>
                  <a:pt x="168483" y="331104"/>
                </a:lnTo>
                <a:lnTo>
                  <a:pt x="171469" y="331891"/>
                </a:lnTo>
                <a:lnTo>
                  <a:pt x="174564" y="331710"/>
                </a:lnTo>
                <a:lnTo>
                  <a:pt x="176044" y="331058"/>
                </a:lnTo>
                <a:lnTo>
                  <a:pt x="176548" y="330233"/>
                </a:lnTo>
                <a:lnTo>
                  <a:pt x="176814" y="325519"/>
                </a:lnTo>
                <a:lnTo>
                  <a:pt x="176946" y="297452"/>
                </a:lnTo>
                <a:lnTo>
                  <a:pt x="174777" y="295475"/>
                </a:lnTo>
                <a:lnTo>
                  <a:pt x="153466" y="295379"/>
                </a:lnTo>
                <a:close/>
                <a:moveTo>
                  <a:pt x="204284" y="295331"/>
                </a:moveTo>
                <a:lnTo>
                  <a:pt x="202096" y="296239"/>
                </a:lnTo>
                <a:lnTo>
                  <a:pt x="200427" y="297741"/>
                </a:lnTo>
                <a:lnTo>
                  <a:pt x="200475" y="329659"/>
                </a:lnTo>
                <a:lnTo>
                  <a:pt x="201978" y="331110"/>
                </a:lnTo>
                <a:lnTo>
                  <a:pt x="205119" y="331868"/>
                </a:lnTo>
                <a:lnTo>
                  <a:pt x="208542" y="331445"/>
                </a:lnTo>
                <a:lnTo>
                  <a:pt x="210504" y="329949"/>
                </a:lnTo>
                <a:lnTo>
                  <a:pt x="210938" y="305407"/>
                </a:lnTo>
                <a:lnTo>
                  <a:pt x="212968" y="303935"/>
                </a:lnTo>
                <a:lnTo>
                  <a:pt x="215993" y="303473"/>
                </a:lnTo>
                <a:lnTo>
                  <a:pt x="218691" y="304547"/>
                </a:lnTo>
                <a:lnTo>
                  <a:pt x="219857" y="306806"/>
                </a:lnTo>
                <a:lnTo>
                  <a:pt x="219809" y="329563"/>
                </a:lnTo>
                <a:lnTo>
                  <a:pt x="221344" y="330952"/>
                </a:lnTo>
                <a:lnTo>
                  <a:pt x="224059" y="331783"/>
                </a:lnTo>
                <a:lnTo>
                  <a:pt x="227196" y="331702"/>
                </a:lnTo>
                <a:lnTo>
                  <a:pt x="229645" y="330672"/>
                </a:lnTo>
                <a:lnTo>
                  <a:pt x="230464" y="329949"/>
                </a:lnTo>
                <a:lnTo>
                  <a:pt x="230435" y="305331"/>
                </a:lnTo>
                <a:lnTo>
                  <a:pt x="230067" y="298356"/>
                </a:lnTo>
                <a:lnTo>
                  <a:pt x="229401" y="296473"/>
                </a:lnTo>
                <a:lnTo>
                  <a:pt x="228238" y="295809"/>
                </a:lnTo>
                <a:lnTo>
                  <a:pt x="224103" y="295429"/>
                </a:lnTo>
                <a:lnTo>
                  <a:pt x="204284" y="295331"/>
                </a:lnTo>
                <a:close/>
                <a:moveTo>
                  <a:pt x="263154" y="295668"/>
                </a:moveTo>
                <a:lnTo>
                  <a:pt x="261013" y="297898"/>
                </a:lnTo>
                <a:lnTo>
                  <a:pt x="259104" y="302147"/>
                </a:lnTo>
                <a:lnTo>
                  <a:pt x="253339" y="321166"/>
                </a:lnTo>
                <a:lnTo>
                  <a:pt x="250961" y="327372"/>
                </a:lnTo>
                <a:lnTo>
                  <a:pt x="251040" y="330316"/>
                </a:lnTo>
                <a:lnTo>
                  <a:pt x="252915" y="331815"/>
                </a:lnTo>
                <a:lnTo>
                  <a:pt x="256870" y="331454"/>
                </a:lnTo>
                <a:lnTo>
                  <a:pt x="258473" y="330119"/>
                </a:lnTo>
                <a:lnTo>
                  <a:pt x="260602" y="326485"/>
                </a:lnTo>
                <a:lnTo>
                  <a:pt x="262171" y="324814"/>
                </a:lnTo>
                <a:lnTo>
                  <a:pt x="264014" y="323975"/>
                </a:lnTo>
                <a:lnTo>
                  <a:pt x="266328" y="323850"/>
                </a:lnTo>
                <a:lnTo>
                  <a:pt x="268386" y="324276"/>
                </a:lnTo>
                <a:lnTo>
                  <a:pt x="269446" y="324929"/>
                </a:lnTo>
                <a:lnTo>
                  <a:pt x="273857" y="331174"/>
                </a:lnTo>
                <a:lnTo>
                  <a:pt x="276442" y="331952"/>
                </a:lnTo>
                <a:lnTo>
                  <a:pt x="280189" y="331352"/>
                </a:lnTo>
                <a:lnTo>
                  <a:pt x="282102" y="329225"/>
                </a:lnTo>
                <a:lnTo>
                  <a:pt x="281330" y="325947"/>
                </a:lnTo>
                <a:lnTo>
                  <a:pt x="272369" y="298444"/>
                </a:lnTo>
                <a:lnTo>
                  <a:pt x="270643" y="296506"/>
                </a:lnTo>
                <a:lnTo>
                  <a:pt x="267972" y="295298"/>
                </a:lnTo>
                <a:lnTo>
                  <a:pt x="265419" y="294997"/>
                </a:lnTo>
                <a:lnTo>
                  <a:pt x="263154" y="295668"/>
                </a:lnTo>
                <a:close/>
                <a:moveTo>
                  <a:pt x="267011" y="312688"/>
                </a:moveTo>
                <a:lnTo>
                  <a:pt x="267630" y="313528"/>
                </a:lnTo>
                <a:lnTo>
                  <a:pt x="266985" y="314582"/>
                </a:lnTo>
                <a:lnTo>
                  <a:pt x="264998" y="314875"/>
                </a:lnTo>
                <a:lnTo>
                  <a:pt x="263936" y="314344"/>
                </a:lnTo>
                <a:lnTo>
                  <a:pt x="263911" y="313189"/>
                </a:lnTo>
                <a:lnTo>
                  <a:pt x="264697" y="312447"/>
                </a:lnTo>
                <a:lnTo>
                  <a:pt x="265783" y="312260"/>
                </a:lnTo>
                <a:lnTo>
                  <a:pt x="267011" y="312688"/>
                </a:lnTo>
                <a:close/>
                <a:moveTo>
                  <a:pt x="336102" y="295524"/>
                </a:moveTo>
                <a:lnTo>
                  <a:pt x="334538" y="296998"/>
                </a:lnTo>
                <a:lnTo>
                  <a:pt x="333849" y="300706"/>
                </a:lnTo>
                <a:lnTo>
                  <a:pt x="333643" y="329081"/>
                </a:lnTo>
                <a:lnTo>
                  <a:pt x="335299" y="330949"/>
                </a:lnTo>
                <a:lnTo>
                  <a:pt x="336488" y="331577"/>
                </a:lnTo>
                <a:lnTo>
                  <a:pt x="339347" y="331709"/>
                </a:lnTo>
                <a:lnTo>
                  <a:pt x="341398" y="331128"/>
                </a:lnTo>
                <a:lnTo>
                  <a:pt x="342485" y="329615"/>
                </a:lnTo>
                <a:lnTo>
                  <a:pt x="343016" y="324272"/>
                </a:lnTo>
                <a:lnTo>
                  <a:pt x="343668" y="322280"/>
                </a:lnTo>
                <a:lnTo>
                  <a:pt x="344784" y="320975"/>
                </a:lnTo>
                <a:lnTo>
                  <a:pt x="347383" y="320034"/>
                </a:lnTo>
                <a:lnTo>
                  <a:pt x="348505" y="320294"/>
                </a:lnTo>
                <a:lnTo>
                  <a:pt x="349454" y="321143"/>
                </a:lnTo>
                <a:lnTo>
                  <a:pt x="352693" y="327463"/>
                </a:lnTo>
                <a:lnTo>
                  <a:pt x="355809" y="331287"/>
                </a:lnTo>
                <a:lnTo>
                  <a:pt x="358914" y="332035"/>
                </a:lnTo>
                <a:lnTo>
                  <a:pt x="364125" y="331181"/>
                </a:lnTo>
                <a:lnTo>
                  <a:pt x="364795" y="330244"/>
                </a:lnTo>
                <a:lnTo>
                  <a:pt x="364002" y="327465"/>
                </a:lnTo>
                <a:lnTo>
                  <a:pt x="355460" y="311778"/>
                </a:lnTo>
                <a:lnTo>
                  <a:pt x="354995" y="310024"/>
                </a:lnTo>
                <a:lnTo>
                  <a:pt x="355321" y="308077"/>
                </a:lnTo>
                <a:lnTo>
                  <a:pt x="356509" y="305754"/>
                </a:lnTo>
                <a:lnTo>
                  <a:pt x="361199" y="299365"/>
                </a:lnTo>
                <a:lnTo>
                  <a:pt x="361563" y="297667"/>
                </a:lnTo>
                <a:lnTo>
                  <a:pt x="361196" y="296242"/>
                </a:lnTo>
                <a:lnTo>
                  <a:pt x="360137" y="295262"/>
                </a:lnTo>
                <a:lnTo>
                  <a:pt x="358425" y="294897"/>
                </a:lnTo>
                <a:lnTo>
                  <a:pt x="356275" y="295475"/>
                </a:lnTo>
                <a:lnTo>
                  <a:pt x="353721" y="296865"/>
                </a:lnTo>
                <a:lnTo>
                  <a:pt x="351662" y="298552"/>
                </a:lnTo>
                <a:lnTo>
                  <a:pt x="347233" y="304600"/>
                </a:lnTo>
                <a:lnTo>
                  <a:pt x="344491" y="307432"/>
                </a:lnTo>
                <a:lnTo>
                  <a:pt x="343616" y="306949"/>
                </a:lnTo>
                <a:lnTo>
                  <a:pt x="343064" y="305443"/>
                </a:lnTo>
                <a:lnTo>
                  <a:pt x="342694" y="298764"/>
                </a:lnTo>
                <a:lnTo>
                  <a:pt x="341995" y="296895"/>
                </a:lnTo>
                <a:lnTo>
                  <a:pt x="340795" y="295812"/>
                </a:lnTo>
                <a:lnTo>
                  <a:pt x="339031" y="295150"/>
                </a:lnTo>
                <a:lnTo>
                  <a:pt x="336102" y="295524"/>
                </a:lnTo>
                <a:close/>
                <a:moveTo>
                  <a:pt x="395936" y="295620"/>
                </a:moveTo>
                <a:lnTo>
                  <a:pt x="392641" y="296850"/>
                </a:lnTo>
                <a:lnTo>
                  <a:pt x="389900" y="298549"/>
                </a:lnTo>
                <a:lnTo>
                  <a:pt x="386719" y="302096"/>
                </a:lnTo>
                <a:lnTo>
                  <a:pt x="385148" y="305202"/>
                </a:lnTo>
                <a:lnTo>
                  <a:pt x="383808" y="309510"/>
                </a:lnTo>
                <a:lnTo>
                  <a:pt x="383494" y="314876"/>
                </a:lnTo>
                <a:lnTo>
                  <a:pt x="385685" y="323768"/>
                </a:lnTo>
                <a:lnTo>
                  <a:pt x="386969" y="326140"/>
                </a:lnTo>
                <a:lnTo>
                  <a:pt x="388945" y="328406"/>
                </a:lnTo>
                <a:lnTo>
                  <a:pt x="391084" y="330286"/>
                </a:lnTo>
                <a:lnTo>
                  <a:pt x="393538" y="331417"/>
                </a:lnTo>
                <a:lnTo>
                  <a:pt x="398518" y="332741"/>
                </a:lnTo>
                <a:lnTo>
                  <a:pt x="401276" y="332751"/>
                </a:lnTo>
                <a:lnTo>
                  <a:pt x="406688" y="331491"/>
                </a:lnTo>
                <a:lnTo>
                  <a:pt x="408327" y="330720"/>
                </a:lnTo>
                <a:lnTo>
                  <a:pt x="411940" y="327475"/>
                </a:lnTo>
                <a:lnTo>
                  <a:pt x="414312" y="324197"/>
                </a:lnTo>
                <a:lnTo>
                  <a:pt x="416330" y="320209"/>
                </a:lnTo>
                <a:lnTo>
                  <a:pt x="416134" y="308371"/>
                </a:lnTo>
                <a:lnTo>
                  <a:pt x="414684" y="303750"/>
                </a:lnTo>
                <a:lnTo>
                  <a:pt x="411554" y="299508"/>
                </a:lnTo>
                <a:lnTo>
                  <a:pt x="409265" y="297424"/>
                </a:lnTo>
                <a:lnTo>
                  <a:pt x="405628" y="296007"/>
                </a:lnTo>
                <a:lnTo>
                  <a:pt x="402150" y="295266"/>
                </a:lnTo>
                <a:lnTo>
                  <a:pt x="398906" y="295140"/>
                </a:lnTo>
                <a:lnTo>
                  <a:pt x="395936" y="295620"/>
                </a:lnTo>
                <a:close/>
                <a:moveTo>
                  <a:pt x="403216" y="304540"/>
                </a:moveTo>
                <a:lnTo>
                  <a:pt x="404771" y="306473"/>
                </a:lnTo>
                <a:lnTo>
                  <a:pt x="405816" y="309232"/>
                </a:lnTo>
                <a:lnTo>
                  <a:pt x="406328" y="314247"/>
                </a:lnTo>
                <a:lnTo>
                  <a:pt x="405898" y="317725"/>
                </a:lnTo>
                <a:lnTo>
                  <a:pt x="404670" y="321253"/>
                </a:lnTo>
                <a:lnTo>
                  <a:pt x="403312" y="323168"/>
                </a:lnTo>
                <a:lnTo>
                  <a:pt x="401591" y="324134"/>
                </a:lnTo>
                <a:lnTo>
                  <a:pt x="398815" y="324144"/>
                </a:lnTo>
                <a:lnTo>
                  <a:pt x="397099" y="323211"/>
                </a:lnTo>
                <a:lnTo>
                  <a:pt x="396090" y="322063"/>
                </a:lnTo>
                <a:lnTo>
                  <a:pt x="394056" y="318079"/>
                </a:lnTo>
                <a:lnTo>
                  <a:pt x="393461" y="315328"/>
                </a:lnTo>
                <a:lnTo>
                  <a:pt x="393861" y="311108"/>
                </a:lnTo>
                <a:lnTo>
                  <a:pt x="395316" y="307014"/>
                </a:lnTo>
                <a:lnTo>
                  <a:pt x="397382" y="304347"/>
                </a:lnTo>
                <a:lnTo>
                  <a:pt x="400299" y="303611"/>
                </a:lnTo>
                <a:lnTo>
                  <a:pt x="403216" y="304540"/>
                </a:lnTo>
                <a:close/>
                <a:moveTo>
                  <a:pt x="441257" y="295379"/>
                </a:moveTo>
                <a:lnTo>
                  <a:pt x="439822" y="296784"/>
                </a:lnTo>
                <a:lnTo>
                  <a:pt x="439147" y="300892"/>
                </a:lnTo>
                <a:lnTo>
                  <a:pt x="438991" y="330190"/>
                </a:lnTo>
                <a:lnTo>
                  <a:pt x="441126" y="331661"/>
                </a:lnTo>
                <a:lnTo>
                  <a:pt x="442848" y="331974"/>
                </a:lnTo>
                <a:lnTo>
                  <a:pt x="444570" y="331661"/>
                </a:lnTo>
                <a:lnTo>
                  <a:pt x="446705" y="330190"/>
                </a:lnTo>
                <a:lnTo>
                  <a:pt x="447428" y="318483"/>
                </a:lnTo>
                <a:lnTo>
                  <a:pt x="447621" y="317413"/>
                </a:lnTo>
                <a:lnTo>
                  <a:pt x="448495" y="316576"/>
                </a:lnTo>
                <a:lnTo>
                  <a:pt x="449796" y="318336"/>
                </a:lnTo>
                <a:lnTo>
                  <a:pt x="452802" y="327701"/>
                </a:lnTo>
                <a:lnTo>
                  <a:pt x="454281" y="330129"/>
                </a:lnTo>
                <a:lnTo>
                  <a:pt x="455997" y="331435"/>
                </a:lnTo>
                <a:lnTo>
                  <a:pt x="459193" y="331491"/>
                </a:lnTo>
                <a:lnTo>
                  <a:pt x="461127" y="330283"/>
                </a:lnTo>
                <a:lnTo>
                  <a:pt x="462013" y="328427"/>
                </a:lnTo>
                <a:lnTo>
                  <a:pt x="463610" y="322065"/>
                </a:lnTo>
                <a:lnTo>
                  <a:pt x="464843" y="320335"/>
                </a:lnTo>
                <a:lnTo>
                  <a:pt x="466329" y="319582"/>
                </a:lnTo>
                <a:lnTo>
                  <a:pt x="467435" y="319837"/>
                </a:lnTo>
                <a:lnTo>
                  <a:pt x="467835" y="320601"/>
                </a:lnTo>
                <a:lnTo>
                  <a:pt x="467534" y="329177"/>
                </a:lnTo>
                <a:lnTo>
                  <a:pt x="468643" y="330334"/>
                </a:lnTo>
                <a:lnTo>
                  <a:pt x="470337" y="331462"/>
                </a:lnTo>
                <a:lnTo>
                  <a:pt x="472403" y="331913"/>
                </a:lnTo>
                <a:lnTo>
                  <a:pt x="475421" y="331390"/>
                </a:lnTo>
                <a:lnTo>
                  <a:pt x="476860" y="330283"/>
                </a:lnTo>
                <a:lnTo>
                  <a:pt x="477370" y="329078"/>
                </a:lnTo>
                <a:lnTo>
                  <a:pt x="477606" y="326079"/>
                </a:lnTo>
                <a:lnTo>
                  <a:pt x="477803" y="308452"/>
                </a:lnTo>
                <a:lnTo>
                  <a:pt x="477492" y="299273"/>
                </a:lnTo>
                <a:lnTo>
                  <a:pt x="476648" y="296578"/>
                </a:lnTo>
                <a:lnTo>
                  <a:pt x="474940" y="295504"/>
                </a:lnTo>
                <a:lnTo>
                  <a:pt x="469767" y="294993"/>
                </a:lnTo>
                <a:lnTo>
                  <a:pt x="467490" y="295610"/>
                </a:lnTo>
                <a:lnTo>
                  <a:pt x="464932" y="297118"/>
                </a:lnTo>
                <a:lnTo>
                  <a:pt x="463354" y="299726"/>
                </a:lnTo>
                <a:lnTo>
                  <a:pt x="460856" y="308963"/>
                </a:lnTo>
                <a:lnTo>
                  <a:pt x="459782" y="310509"/>
                </a:lnTo>
                <a:lnTo>
                  <a:pt x="457409" y="311868"/>
                </a:lnTo>
                <a:lnTo>
                  <a:pt x="455814" y="309583"/>
                </a:lnTo>
                <a:lnTo>
                  <a:pt x="452829" y="299718"/>
                </a:lnTo>
                <a:lnTo>
                  <a:pt x="450884" y="296662"/>
                </a:lnTo>
                <a:lnTo>
                  <a:pt x="449828" y="295802"/>
                </a:lnTo>
                <a:lnTo>
                  <a:pt x="447179" y="295153"/>
                </a:lnTo>
                <a:lnTo>
                  <a:pt x="443859" y="294973"/>
                </a:lnTo>
                <a:lnTo>
                  <a:pt x="441257" y="295379"/>
                </a:lnTo>
                <a:close/>
                <a:moveTo>
                  <a:pt x="505045" y="295282"/>
                </a:moveTo>
                <a:lnTo>
                  <a:pt x="503188" y="295991"/>
                </a:lnTo>
                <a:lnTo>
                  <a:pt x="501429" y="297452"/>
                </a:lnTo>
                <a:lnTo>
                  <a:pt x="501429" y="329949"/>
                </a:lnTo>
                <a:lnTo>
                  <a:pt x="503615" y="331458"/>
                </a:lnTo>
                <a:lnTo>
                  <a:pt x="505831" y="331817"/>
                </a:lnTo>
                <a:lnTo>
                  <a:pt x="509306" y="330978"/>
                </a:lnTo>
                <a:lnTo>
                  <a:pt x="510301" y="329920"/>
                </a:lnTo>
                <a:lnTo>
                  <a:pt x="511035" y="323810"/>
                </a:lnTo>
                <a:lnTo>
                  <a:pt x="511071" y="306082"/>
                </a:lnTo>
                <a:lnTo>
                  <a:pt x="514187" y="303859"/>
                </a:lnTo>
                <a:lnTo>
                  <a:pt x="517472" y="303604"/>
                </a:lnTo>
                <a:lnTo>
                  <a:pt x="519403" y="304071"/>
                </a:lnTo>
                <a:lnTo>
                  <a:pt x="520048" y="304666"/>
                </a:lnTo>
                <a:lnTo>
                  <a:pt x="520831" y="306970"/>
                </a:lnTo>
                <a:lnTo>
                  <a:pt x="520955" y="329515"/>
                </a:lnTo>
                <a:lnTo>
                  <a:pt x="522496" y="331037"/>
                </a:lnTo>
                <a:lnTo>
                  <a:pt x="524270" y="331694"/>
                </a:lnTo>
                <a:lnTo>
                  <a:pt x="527336" y="331611"/>
                </a:lnTo>
                <a:lnTo>
                  <a:pt x="529130" y="330899"/>
                </a:lnTo>
                <a:lnTo>
                  <a:pt x="530309" y="329707"/>
                </a:lnTo>
                <a:lnTo>
                  <a:pt x="530641" y="326571"/>
                </a:lnTo>
                <a:lnTo>
                  <a:pt x="530839" y="298175"/>
                </a:lnTo>
                <a:lnTo>
                  <a:pt x="528667" y="296134"/>
                </a:lnTo>
                <a:lnTo>
                  <a:pt x="526886" y="295331"/>
                </a:lnTo>
                <a:lnTo>
                  <a:pt x="505045" y="295282"/>
                </a:lnTo>
                <a:close/>
                <a:moveTo>
                  <a:pt x="563625" y="295957"/>
                </a:moveTo>
                <a:lnTo>
                  <a:pt x="561185" y="298346"/>
                </a:lnTo>
                <a:lnTo>
                  <a:pt x="559915" y="301027"/>
                </a:lnTo>
                <a:lnTo>
                  <a:pt x="557564" y="309850"/>
                </a:lnTo>
                <a:lnTo>
                  <a:pt x="551710" y="326686"/>
                </a:lnTo>
                <a:lnTo>
                  <a:pt x="551501" y="329805"/>
                </a:lnTo>
                <a:lnTo>
                  <a:pt x="553319" y="331769"/>
                </a:lnTo>
                <a:lnTo>
                  <a:pt x="557118" y="331760"/>
                </a:lnTo>
                <a:lnTo>
                  <a:pt x="558939" y="330304"/>
                </a:lnTo>
                <a:lnTo>
                  <a:pt x="560962" y="326512"/>
                </a:lnTo>
                <a:lnTo>
                  <a:pt x="562323" y="324964"/>
                </a:lnTo>
                <a:lnTo>
                  <a:pt x="564153" y="324159"/>
                </a:lnTo>
                <a:lnTo>
                  <a:pt x="567560" y="323894"/>
                </a:lnTo>
                <a:lnTo>
                  <a:pt x="569561" y="324458"/>
                </a:lnTo>
                <a:lnTo>
                  <a:pt x="570570" y="325296"/>
                </a:lnTo>
                <a:lnTo>
                  <a:pt x="573057" y="329597"/>
                </a:lnTo>
                <a:lnTo>
                  <a:pt x="574648" y="331039"/>
                </a:lnTo>
                <a:lnTo>
                  <a:pt x="577463" y="331877"/>
                </a:lnTo>
                <a:lnTo>
                  <a:pt x="580964" y="331407"/>
                </a:lnTo>
                <a:lnTo>
                  <a:pt x="582043" y="330327"/>
                </a:lnTo>
                <a:lnTo>
                  <a:pt x="582332" y="329274"/>
                </a:lnTo>
                <a:lnTo>
                  <a:pt x="581699" y="324856"/>
                </a:lnTo>
                <a:lnTo>
                  <a:pt x="575411" y="306229"/>
                </a:lnTo>
                <a:lnTo>
                  <a:pt x="573271" y="298604"/>
                </a:lnTo>
                <a:lnTo>
                  <a:pt x="572207" y="296952"/>
                </a:lnTo>
                <a:lnTo>
                  <a:pt x="569881" y="295528"/>
                </a:lnTo>
                <a:lnTo>
                  <a:pt x="565798" y="295013"/>
                </a:lnTo>
                <a:lnTo>
                  <a:pt x="563625" y="295957"/>
                </a:lnTo>
                <a:close/>
                <a:moveTo>
                  <a:pt x="567675" y="312688"/>
                </a:moveTo>
                <a:lnTo>
                  <a:pt x="568200" y="313989"/>
                </a:lnTo>
                <a:lnTo>
                  <a:pt x="567521" y="315022"/>
                </a:lnTo>
                <a:lnTo>
                  <a:pt x="565421" y="315459"/>
                </a:lnTo>
                <a:lnTo>
                  <a:pt x="564352" y="314796"/>
                </a:lnTo>
                <a:lnTo>
                  <a:pt x="564168" y="313137"/>
                </a:lnTo>
                <a:lnTo>
                  <a:pt x="564946" y="312011"/>
                </a:lnTo>
                <a:lnTo>
                  <a:pt x="566266" y="311822"/>
                </a:lnTo>
                <a:lnTo>
                  <a:pt x="567675" y="312688"/>
                </a:lnTo>
                <a:close/>
                <a:moveTo>
                  <a:pt x="606632" y="295379"/>
                </a:moveTo>
                <a:lnTo>
                  <a:pt x="605091" y="296781"/>
                </a:lnTo>
                <a:lnTo>
                  <a:pt x="604355" y="300767"/>
                </a:lnTo>
                <a:lnTo>
                  <a:pt x="604185" y="322627"/>
                </a:lnTo>
                <a:lnTo>
                  <a:pt x="604371" y="329140"/>
                </a:lnTo>
                <a:lnTo>
                  <a:pt x="604729" y="330180"/>
                </a:lnTo>
                <a:lnTo>
                  <a:pt x="606718" y="331592"/>
                </a:lnTo>
                <a:lnTo>
                  <a:pt x="609477" y="331957"/>
                </a:lnTo>
                <a:lnTo>
                  <a:pt x="611240" y="331512"/>
                </a:lnTo>
                <a:lnTo>
                  <a:pt x="613189" y="330093"/>
                </a:lnTo>
                <a:lnTo>
                  <a:pt x="613507" y="321391"/>
                </a:lnTo>
                <a:lnTo>
                  <a:pt x="614021" y="318678"/>
                </a:lnTo>
                <a:lnTo>
                  <a:pt x="615892" y="317237"/>
                </a:lnTo>
                <a:lnTo>
                  <a:pt x="619138" y="316828"/>
                </a:lnTo>
                <a:lnTo>
                  <a:pt x="622214" y="317500"/>
                </a:lnTo>
                <a:lnTo>
                  <a:pt x="623411" y="318522"/>
                </a:lnTo>
                <a:lnTo>
                  <a:pt x="623893" y="329659"/>
                </a:lnTo>
                <a:lnTo>
                  <a:pt x="625691" y="331338"/>
                </a:lnTo>
                <a:lnTo>
                  <a:pt x="627095" y="331879"/>
                </a:lnTo>
                <a:lnTo>
                  <a:pt x="629541" y="331923"/>
                </a:lnTo>
                <a:lnTo>
                  <a:pt x="631680" y="331061"/>
                </a:lnTo>
                <a:lnTo>
                  <a:pt x="633054" y="329515"/>
                </a:lnTo>
                <a:lnTo>
                  <a:pt x="633054" y="298513"/>
                </a:lnTo>
                <a:lnTo>
                  <a:pt x="631897" y="296666"/>
                </a:lnTo>
                <a:lnTo>
                  <a:pt x="630763" y="295561"/>
                </a:lnTo>
                <a:lnTo>
                  <a:pt x="629582" y="295138"/>
                </a:lnTo>
                <a:lnTo>
                  <a:pt x="627460" y="295112"/>
                </a:lnTo>
                <a:lnTo>
                  <a:pt x="625804" y="295871"/>
                </a:lnTo>
                <a:lnTo>
                  <a:pt x="624284" y="298375"/>
                </a:lnTo>
                <a:lnTo>
                  <a:pt x="624053" y="305166"/>
                </a:lnTo>
                <a:lnTo>
                  <a:pt x="623470" y="307124"/>
                </a:lnTo>
                <a:lnTo>
                  <a:pt x="622208" y="308320"/>
                </a:lnTo>
                <a:lnTo>
                  <a:pt x="618872" y="308854"/>
                </a:lnTo>
                <a:lnTo>
                  <a:pt x="615544" y="308423"/>
                </a:lnTo>
                <a:lnTo>
                  <a:pt x="613973" y="307348"/>
                </a:lnTo>
                <a:lnTo>
                  <a:pt x="613364" y="304945"/>
                </a:lnTo>
                <a:lnTo>
                  <a:pt x="613286" y="297693"/>
                </a:lnTo>
                <a:lnTo>
                  <a:pt x="610003" y="295112"/>
                </a:lnTo>
                <a:lnTo>
                  <a:pt x="608420" y="294942"/>
                </a:lnTo>
                <a:lnTo>
                  <a:pt x="606632" y="295379"/>
                </a:lnTo>
                <a:close/>
                <a:moveTo>
                  <a:pt x="659716" y="295861"/>
                </a:moveTo>
                <a:lnTo>
                  <a:pt x="657959" y="297321"/>
                </a:lnTo>
                <a:lnTo>
                  <a:pt x="657578" y="298673"/>
                </a:lnTo>
                <a:lnTo>
                  <a:pt x="657257" y="329177"/>
                </a:lnTo>
                <a:lnTo>
                  <a:pt x="658755" y="330837"/>
                </a:lnTo>
                <a:lnTo>
                  <a:pt x="660623" y="331690"/>
                </a:lnTo>
                <a:lnTo>
                  <a:pt x="662850" y="331923"/>
                </a:lnTo>
                <a:lnTo>
                  <a:pt x="664827" y="331443"/>
                </a:lnTo>
                <a:lnTo>
                  <a:pt x="667430" y="328400"/>
                </a:lnTo>
                <a:lnTo>
                  <a:pt x="671528" y="321632"/>
                </a:lnTo>
                <a:lnTo>
                  <a:pt x="676157" y="316449"/>
                </a:lnTo>
                <a:lnTo>
                  <a:pt x="677500" y="318224"/>
                </a:lnTo>
                <a:lnTo>
                  <a:pt x="677827" y="319402"/>
                </a:lnTo>
                <a:lnTo>
                  <a:pt x="677653" y="327030"/>
                </a:lnTo>
                <a:lnTo>
                  <a:pt x="677989" y="329852"/>
                </a:lnTo>
                <a:lnTo>
                  <a:pt x="679051" y="331056"/>
                </a:lnTo>
                <a:lnTo>
                  <a:pt x="680687" y="331756"/>
                </a:lnTo>
                <a:lnTo>
                  <a:pt x="683498" y="331794"/>
                </a:lnTo>
                <a:lnTo>
                  <a:pt x="685131" y="331101"/>
                </a:lnTo>
                <a:lnTo>
                  <a:pt x="686571" y="329515"/>
                </a:lnTo>
                <a:lnTo>
                  <a:pt x="686571" y="297693"/>
                </a:lnTo>
                <a:lnTo>
                  <a:pt x="683298" y="295048"/>
                </a:lnTo>
                <a:lnTo>
                  <a:pt x="681337" y="294940"/>
                </a:lnTo>
                <a:lnTo>
                  <a:pt x="679320" y="295951"/>
                </a:lnTo>
                <a:lnTo>
                  <a:pt x="676257" y="299529"/>
                </a:lnTo>
                <a:lnTo>
                  <a:pt x="670295" y="308915"/>
                </a:lnTo>
                <a:lnTo>
                  <a:pt x="668510" y="310614"/>
                </a:lnTo>
                <a:lnTo>
                  <a:pt x="667800" y="310304"/>
                </a:lnTo>
                <a:lnTo>
                  <a:pt x="667061" y="308415"/>
                </a:lnTo>
                <a:lnTo>
                  <a:pt x="666636" y="299454"/>
                </a:lnTo>
                <a:lnTo>
                  <a:pt x="665829" y="296488"/>
                </a:lnTo>
                <a:lnTo>
                  <a:pt x="664586" y="295427"/>
                </a:lnTo>
                <a:lnTo>
                  <a:pt x="663096" y="294971"/>
                </a:lnTo>
                <a:lnTo>
                  <a:pt x="661680" y="295007"/>
                </a:lnTo>
                <a:lnTo>
                  <a:pt x="659716" y="295861"/>
                </a:lnTo>
                <a:close/>
                <a:moveTo>
                  <a:pt x="712077" y="296777"/>
                </a:moveTo>
                <a:lnTo>
                  <a:pt x="710679" y="298224"/>
                </a:lnTo>
                <a:lnTo>
                  <a:pt x="710920" y="324693"/>
                </a:lnTo>
                <a:lnTo>
                  <a:pt x="711185" y="329417"/>
                </a:lnTo>
                <a:lnTo>
                  <a:pt x="711743" y="330406"/>
                </a:lnTo>
                <a:lnTo>
                  <a:pt x="713309" y="331344"/>
                </a:lnTo>
                <a:lnTo>
                  <a:pt x="715325" y="331775"/>
                </a:lnTo>
                <a:lnTo>
                  <a:pt x="717382" y="331667"/>
                </a:lnTo>
                <a:lnTo>
                  <a:pt x="719069" y="330991"/>
                </a:lnTo>
                <a:lnTo>
                  <a:pt x="725565" y="320121"/>
                </a:lnTo>
                <a:lnTo>
                  <a:pt x="727391" y="318600"/>
                </a:lnTo>
                <a:lnTo>
                  <a:pt x="729517" y="317658"/>
                </a:lnTo>
                <a:lnTo>
                  <a:pt x="730237" y="317861"/>
                </a:lnTo>
                <a:lnTo>
                  <a:pt x="730597" y="318877"/>
                </a:lnTo>
                <a:lnTo>
                  <a:pt x="731555" y="330431"/>
                </a:lnTo>
                <a:lnTo>
                  <a:pt x="733363" y="331543"/>
                </a:lnTo>
                <a:lnTo>
                  <a:pt x="736120" y="331882"/>
                </a:lnTo>
                <a:lnTo>
                  <a:pt x="738696" y="331377"/>
                </a:lnTo>
                <a:lnTo>
                  <a:pt x="740571" y="330045"/>
                </a:lnTo>
                <a:lnTo>
                  <a:pt x="740432" y="301937"/>
                </a:lnTo>
                <a:lnTo>
                  <a:pt x="739509" y="296622"/>
                </a:lnTo>
                <a:lnTo>
                  <a:pt x="738084" y="295540"/>
                </a:lnTo>
                <a:lnTo>
                  <a:pt x="735750" y="295379"/>
                </a:lnTo>
                <a:lnTo>
                  <a:pt x="734304" y="295622"/>
                </a:lnTo>
                <a:lnTo>
                  <a:pt x="732194" y="296837"/>
                </a:lnTo>
                <a:lnTo>
                  <a:pt x="730267" y="298964"/>
                </a:lnTo>
                <a:lnTo>
                  <a:pt x="723938" y="309216"/>
                </a:lnTo>
                <a:lnTo>
                  <a:pt x="722262" y="310289"/>
                </a:lnTo>
                <a:lnTo>
                  <a:pt x="721296" y="310000"/>
                </a:lnTo>
                <a:lnTo>
                  <a:pt x="720661" y="308831"/>
                </a:lnTo>
                <a:lnTo>
                  <a:pt x="720321" y="297741"/>
                </a:lnTo>
                <a:lnTo>
                  <a:pt x="718538" y="296105"/>
                </a:lnTo>
                <a:lnTo>
                  <a:pt x="716423" y="295340"/>
                </a:lnTo>
                <a:lnTo>
                  <a:pt x="714111" y="295569"/>
                </a:lnTo>
                <a:lnTo>
                  <a:pt x="712077" y="296777"/>
                </a:lnTo>
                <a:close/>
                <a:moveTo>
                  <a:pt x="952039" y="298320"/>
                </a:moveTo>
                <a:lnTo>
                  <a:pt x="951702" y="300249"/>
                </a:lnTo>
                <a:lnTo>
                  <a:pt x="954512" y="306484"/>
                </a:lnTo>
                <a:lnTo>
                  <a:pt x="953908" y="307749"/>
                </a:lnTo>
                <a:lnTo>
                  <a:pt x="950526" y="308599"/>
                </a:lnTo>
                <a:lnTo>
                  <a:pt x="941771" y="307873"/>
                </a:lnTo>
                <a:lnTo>
                  <a:pt x="936673" y="308532"/>
                </a:lnTo>
                <a:lnTo>
                  <a:pt x="933621" y="310201"/>
                </a:lnTo>
                <a:lnTo>
                  <a:pt x="933176" y="312428"/>
                </a:lnTo>
                <a:lnTo>
                  <a:pt x="934217" y="314684"/>
                </a:lnTo>
                <a:lnTo>
                  <a:pt x="936527" y="316120"/>
                </a:lnTo>
                <a:lnTo>
                  <a:pt x="941879" y="317702"/>
                </a:lnTo>
                <a:lnTo>
                  <a:pt x="948194" y="318410"/>
                </a:lnTo>
                <a:lnTo>
                  <a:pt x="949882" y="319046"/>
                </a:lnTo>
                <a:lnTo>
                  <a:pt x="951710" y="320649"/>
                </a:lnTo>
                <a:lnTo>
                  <a:pt x="955237" y="328258"/>
                </a:lnTo>
                <a:lnTo>
                  <a:pt x="960063" y="341840"/>
                </a:lnTo>
                <a:lnTo>
                  <a:pt x="966865" y="351696"/>
                </a:lnTo>
                <a:lnTo>
                  <a:pt x="971351" y="362236"/>
                </a:lnTo>
                <a:lnTo>
                  <a:pt x="972331" y="368231"/>
                </a:lnTo>
                <a:lnTo>
                  <a:pt x="972673" y="388370"/>
                </a:lnTo>
                <a:lnTo>
                  <a:pt x="974073" y="395327"/>
                </a:lnTo>
                <a:lnTo>
                  <a:pt x="972452" y="405573"/>
                </a:lnTo>
                <a:lnTo>
                  <a:pt x="970429" y="428035"/>
                </a:lnTo>
                <a:lnTo>
                  <a:pt x="969435" y="432623"/>
                </a:lnTo>
                <a:lnTo>
                  <a:pt x="967187" y="438068"/>
                </a:lnTo>
                <a:lnTo>
                  <a:pt x="965715" y="440326"/>
                </a:lnTo>
                <a:lnTo>
                  <a:pt x="963695" y="442047"/>
                </a:lnTo>
                <a:lnTo>
                  <a:pt x="961154" y="443212"/>
                </a:lnTo>
                <a:lnTo>
                  <a:pt x="958120" y="443804"/>
                </a:lnTo>
                <a:lnTo>
                  <a:pt x="953775" y="443879"/>
                </a:lnTo>
                <a:lnTo>
                  <a:pt x="948983" y="437837"/>
                </a:lnTo>
                <a:lnTo>
                  <a:pt x="949025" y="436694"/>
                </a:lnTo>
                <a:lnTo>
                  <a:pt x="949858" y="435809"/>
                </a:lnTo>
                <a:lnTo>
                  <a:pt x="955627" y="434734"/>
                </a:lnTo>
                <a:lnTo>
                  <a:pt x="957373" y="433873"/>
                </a:lnTo>
                <a:lnTo>
                  <a:pt x="958307" y="432693"/>
                </a:lnTo>
                <a:lnTo>
                  <a:pt x="958452" y="410370"/>
                </a:lnTo>
                <a:lnTo>
                  <a:pt x="955903" y="403724"/>
                </a:lnTo>
                <a:lnTo>
                  <a:pt x="954493" y="394445"/>
                </a:lnTo>
                <a:lnTo>
                  <a:pt x="953276" y="390689"/>
                </a:lnTo>
                <a:lnTo>
                  <a:pt x="950109" y="385758"/>
                </a:lnTo>
                <a:lnTo>
                  <a:pt x="943794" y="380241"/>
                </a:lnTo>
                <a:lnTo>
                  <a:pt x="940859" y="378942"/>
                </a:lnTo>
                <a:lnTo>
                  <a:pt x="938632" y="379626"/>
                </a:lnTo>
                <a:lnTo>
                  <a:pt x="928242" y="395003"/>
                </a:lnTo>
                <a:lnTo>
                  <a:pt x="925921" y="397095"/>
                </a:lnTo>
                <a:lnTo>
                  <a:pt x="923591" y="397292"/>
                </a:lnTo>
                <a:lnTo>
                  <a:pt x="919775" y="394537"/>
                </a:lnTo>
                <a:lnTo>
                  <a:pt x="917861" y="393670"/>
                </a:lnTo>
                <a:lnTo>
                  <a:pt x="916169" y="393753"/>
                </a:lnTo>
                <a:lnTo>
                  <a:pt x="914480" y="395086"/>
                </a:lnTo>
                <a:lnTo>
                  <a:pt x="918386" y="407604"/>
                </a:lnTo>
                <a:lnTo>
                  <a:pt x="919844" y="408686"/>
                </a:lnTo>
                <a:lnTo>
                  <a:pt x="923549" y="409385"/>
                </a:lnTo>
                <a:lnTo>
                  <a:pt x="926904" y="408908"/>
                </a:lnTo>
                <a:lnTo>
                  <a:pt x="929600" y="407322"/>
                </a:lnTo>
                <a:lnTo>
                  <a:pt x="934356" y="402835"/>
                </a:lnTo>
                <a:lnTo>
                  <a:pt x="941963" y="394598"/>
                </a:lnTo>
                <a:lnTo>
                  <a:pt x="943011" y="394569"/>
                </a:lnTo>
                <a:lnTo>
                  <a:pt x="943999" y="395729"/>
                </a:lnTo>
                <a:lnTo>
                  <a:pt x="944458" y="397995"/>
                </a:lnTo>
                <a:lnTo>
                  <a:pt x="944518" y="404488"/>
                </a:lnTo>
                <a:lnTo>
                  <a:pt x="948134" y="410852"/>
                </a:lnTo>
                <a:lnTo>
                  <a:pt x="948471" y="422134"/>
                </a:lnTo>
                <a:lnTo>
                  <a:pt x="946129" y="424197"/>
                </a:lnTo>
                <a:lnTo>
                  <a:pt x="941421" y="425018"/>
                </a:lnTo>
                <a:lnTo>
                  <a:pt x="939388" y="426478"/>
                </a:lnTo>
                <a:lnTo>
                  <a:pt x="936056" y="432313"/>
                </a:lnTo>
                <a:lnTo>
                  <a:pt x="934967" y="435013"/>
                </a:lnTo>
                <a:lnTo>
                  <a:pt x="934718" y="436954"/>
                </a:lnTo>
                <a:lnTo>
                  <a:pt x="936031" y="439534"/>
                </a:lnTo>
                <a:lnTo>
                  <a:pt x="942905" y="447489"/>
                </a:lnTo>
                <a:lnTo>
                  <a:pt x="944845" y="452017"/>
                </a:lnTo>
                <a:lnTo>
                  <a:pt x="944393" y="454696"/>
                </a:lnTo>
                <a:lnTo>
                  <a:pt x="939622" y="460715"/>
                </a:lnTo>
                <a:lnTo>
                  <a:pt x="939576" y="462815"/>
                </a:lnTo>
                <a:lnTo>
                  <a:pt x="942042" y="465387"/>
                </a:lnTo>
                <a:lnTo>
                  <a:pt x="944263" y="466301"/>
                </a:lnTo>
                <a:lnTo>
                  <a:pt x="948117" y="466942"/>
                </a:lnTo>
                <a:lnTo>
                  <a:pt x="951345" y="466547"/>
                </a:lnTo>
                <a:lnTo>
                  <a:pt x="952596" y="465652"/>
                </a:lnTo>
                <a:lnTo>
                  <a:pt x="955254" y="462037"/>
                </a:lnTo>
                <a:lnTo>
                  <a:pt x="957376" y="456899"/>
                </a:lnTo>
                <a:lnTo>
                  <a:pt x="959766" y="454595"/>
                </a:lnTo>
                <a:lnTo>
                  <a:pt x="963587" y="452993"/>
                </a:lnTo>
                <a:lnTo>
                  <a:pt x="970373" y="451344"/>
                </a:lnTo>
                <a:lnTo>
                  <a:pt x="974342" y="445898"/>
                </a:lnTo>
                <a:lnTo>
                  <a:pt x="978798" y="438624"/>
                </a:lnTo>
                <a:lnTo>
                  <a:pt x="981818" y="417633"/>
                </a:lnTo>
                <a:lnTo>
                  <a:pt x="983030" y="402124"/>
                </a:lnTo>
                <a:lnTo>
                  <a:pt x="982848" y="361674"/>
                </a:lnTo>
                <a:lnTo>
                  <a:pt x="977767" y="350301"/>
                </a:lnTo>
                <a:lnTo>
                  <a:pt x="974933" y="345720"/>
                </a:lnTo>
                <a:lnTo>
                  <a:pt x="972127" y="342237"/>
                </a:lnTo>
                <a:lnTo>
                  <a:pt x="968186" y="335286"/>
                </a:lnTo>
                <a:lnTo>
                  <a:pt x="967720" y="333377"/>
                </a:lnTo>
                <a:lnTo>
                  <a:pt x="968195" y="330669"/>
                </a:lnTo>
                <a:lnTo>
                  <a:pt x="969177" y="330235"/>
                </a:lnTo>
                <a:lnTo>
                  <a:pt x="971719" y="332137"/>
                </a:lnTo>
                <a:lnTo>
                  <a:pt x="980672" y="343931"/>
                </a:lnTo>
                <a:lnTo>
                  <a:pt x="985130" y="350555"/>
                </a:lnTo>
                <a:lnTo>
                  <a:pt x="988240" y="354028"/>
                </a:lnTo>
                <a:lnTo>
                  <a:pt x="990951" y="356331"/>
                </a:lnTo>
                <a:lnTo>
                  <a:pt x="993265" y="360060"/>
                </a:lnTo>
                <a:lnTo>
                  <a:pt x="995450" y="365096"/>
                </a:lnTo>
                <a:lnTo>
                  <a:pt x="997891" y="369372"/>
                </a:lnTo>
                <a:lnTo>
                  <a:pt x="1000941" y="373245"/>
                </a:lnTo>
                <a:lnTo>
                  <a:pt x="1004257" y="376331"/>
                </a:lnTo>
                <a:lnTo>
                  <a:pt x="1007496" y="378247"/>
                </a:lnTo>
                <a:lnTo>
                  <a:pt x="1008980" y="378645"/>
                </a:lnTo>
                <a:lnTo>
                  <a:pt x="1011563" y="378289"/>
                </a:lnTo>
                <a:lnTo>
                  <a:pt x="1012979" y="376240"/>
                </a:lnTo>
                <a:lnTo>
                  <a:pt x="1013609" y="371943"/>
                </a:lnTo>
                <a:lnTo>
                  <a:pt x="1016405" y="370864"/>
                </a:lnTo>
                <a:lnTo>
                  <a:pt x="1019815" y="370272"/>
                </a:lnTo>
                <a:lnTo>
                  <a:pt x="1020751" y="368779"/>
                </a:lnTo>
                <a:lnTo>
                  <a:pt x="1019877" y="366440"/>
                </a:lnTo>
                <a:lnTo>
                  <a:pt x="1016771" y="363313"/>
                </a:lnTo>
                <a:lnTo>
                  <a:pt x="1004080" y="357046"/>
                </a:lnTo>
                <a:lnTo>
                  <a:pt x="1001547" y="355065"/>
                </a:lnTo>
                <a:lnTo>
                  <a:pt x="999645" y="352447"/>
                </a:lnTo>
                <a:lnTo>
                  <a:pt x="998036" y="347016"/>
                </a:lnTo>
                <a:lnTo>
                  <a:pt x="997420" y="342500"/>
                </a:lnTo>
                <a:lnTo>
                  <a:pt x="998207" y="340682"/>
                </a:lnTo>
                <a:lnTo>
                  <a:pt x="1002592" y="337428"/>
                </a:lnTo>
                <a:lnTo>
                  <a:pt x="1002664" y="334625"/>
                </a:lnTo>
                <a:lnTo>
                  <a:pt x="1001705" y="332775"/>
                </a:lnTo>
                <a:lnTo>
                  <a:pt x="975254" y="314213"/>
                </a:lnTo>
                <a:lnTo>
                  <a:pt x="972896" y="311775"/>
                </a:lnTo>
                <a:lnTo>
                  <a:pt x="968273" y="305690"/>
                </a:lnTo>
                <a:lnTo>
                  <a:pt x="960959" y="298706"/>
                </a:lnTo>
                <a:lnTo>
                  <a:pt x="959050" y="297805"/>
                </a:lnTo>
                <a:lnTo>
                  <a:pt x="955866" y="297211"/>
                </a:lnTo>
                <a:lnTo>
                  <a:pt x="953138" y="297555"/>
                </a:lnTo>
                <a:lnTo>
                  <a:pt x="952039" y="298320"/>
                </a:lnTo>
                <a:close/>
                <a:moveTo>
                  <a:pt x="648241" y="347932"/>
                </a:moveTo>
                <a:lnTo>
                  <a:pt x="642794" y="348762"/>
                </a:lnTo>
                <a:lnTo>
                  <a:pt x="637670" y="350133"/>
                </a:lnTo>
                <a:lnTo>
                  <a:pt x="632905" y="352017"/>
                </a:lnTo>
                <a:lnTo>
                  <a:pt x="628532" y="354385"/>
                </a:lnTo>
                <a:lnTo>
                  <a:pt x="624586" y="357208"/>
                </a:lnTo>
                <a:lnTo>
                  <a:pt x="621101" y="360457"/>
                </a:lnTo>
                <a:lnTo>
                  <a:pt x="618113" y="364105"/>
                </a:lnTo>
                <a:lnTo>
                  <a:pt x="615654" y="368122"/>
                </a:lnTo>
                <a:lnTo>
                  <a:pt x="613761" y="372480"/>
                </a:lnTo>
                <a:lnTo>
                  <a:pt x="612466" y="377150"/>
                </a:lnTo>
                <a:lnTo>
                  <a:pt x="611598" y="381441"/>
                </a:lnTo>
                <a:lnTo>
                  <a:pt x="611598" y="451352"/>
                </a:lnTo>
                <a:lnTo>
                  <a:pt x="613317" y="459657"/>
                </a:lnTo>
                <a:lnTo>
                  <a:pt x="616071" y="466314"/>
                </a:lnTo>
                <a:lnTo>
                  <a:pt x="617931" y="469386"/>
                </a:lnTo>
                <a:lnTo>
                  <a:pt x="622509" y="474888"/>
                </a:lnTo>
                <a:lnTo>
                  <a:pt x="628089" y="479361"/>
                </a:lnTo>
                <a:lnTo>
                  <a:pt x="634500" y="482595"/>
                </a:lnTo>
                <a:lnTo>
                  <a:pt x="642274" y="485017"/>
                </a:lnTo>
                <a:lnTo>
                  <a:pt x="657769" y="485634"/>
                </a:lnTo>
                <a:lnTo>
                  <a:pt x="704356" y="485548"/>
                </a:lnTo>
                <a:lnTo>
                  <a:pt x="710843" y="484724"/>
                </a:lnTo>
                <a:lnTo>
                  <a:pt x="720089" y="481248"/>
                </a:lnTo>
                <a:lnTo>
                  <a:pt x="726366" y="477026"/>
                </a:lnTo>
                <a:lnTo>
                  <a:pt x="731603" y="472064"/>
                </a:lnTo>
                <a:lnTo>
                  <a:pt x="736078" y="465049"/>
                </a:lnTo>
                <a:lnTo>
                  <a:pt x="739418" y="454961"/>
                </a:lnTo>
                <a:lnTo>
                  <a:pt x="740071" y="445910"/>
                </a:lnTo>
                <a:lnTo>
                  <a:pt x="740217" y="435217"/>
                </a:lnTo>
                <a:lnTo>
                  <a:pt x="739848" y="378066"/>
                </a:lnTo>
                <a:lnTo>
                  <a:pt x="735483" y="367532"/>
                </a:lnTo>
                <a:lnTo>
                  <a:pt x="732875" y="363548"/>
                </a:lnTo>
                <a:lnTo>
                  <a:pt x="729578" y="359551"/>
                </a:lnTo>
                <a:lnTo>
                  <a:pt x="723745" y="354700"/>
                </a:lnTo>
                <a:lnTo>
                  <a:pt x="717348" y="351338"/>
                </a:lnTo>
                <a:lnTo>
                  <a:pt x="705616" y="347740"/>
                </a:lnTo>
                <a:lnTo>
                  <a:pt x="648241" y="347932"/>
                </a:lnTo>
                <a:close/>
                <a:moveTo>
                  <a:pt x="701566" y="378066"/>
                </a:moveTo>
                <a:lnTo>
                  <a:pt x="704329" y="379657"/>
                </a:lnTo>
                <a:lnTo>
                  <a:pt x="707757" y="383127"/>
                </a:lnTo>
                <a:lnTo>
                  <a:pt x="709184" y="385781"/>
                </a:lnTo>
                <a:lnTo>
                  <a:pt x="709391" y="388140"/>
                </a:lnTo>
                <a:lnTo>
                  <a:pt x="709722" y="408119"/>
                </a:lnTo>
                <a:lnTo>
                  <a:pt x="709511" y="440696"/>
                </a:lnTo>
                <a:lnTo>
                  <a:pt x="709136" y="447881"/>
                </a:lnTo>
                <a:lnTo>
                  <a:pt x="707395" y="450942"/>
                </a:lnTo>
                <a:lnTo>
                  <a:pt x="703977" y="454775"/>
                </a:lnTo>
                <a:lnTo>
                  <a:pt x="695395" y="457427"/>
                </a:lnTo>
                <a:lnTo>
                  <a:pt x="654027" y="457138"/>
                </a:lnTo>
                <a:lnTo>
                  <a:pt x="646795" y="454155"/>
                </a:lnTo>
                <a:lnTo>
                  <a:pt x="644080" y="451198"/>
                </a:lnTo>
                <a:lnTo>
                  <a:pt x="641105" y="445566"/>
                </a:lnTo>
                <a:lnTo>
                  <a:pt x="641202" y="388529"/>
                </a:lnTo>
                <a:lnTo>
                  <a:pt x="644507" y="382038"/>
                </a:lnTo>
                <a:lnTo>
                  <a:pt x="648056" y="378824"/>
                </a:lnTo>
                <a:lnTo>
                  <a:pt x="649880" y="378018"/>
                </a:lnTo>
                <a:lnTo>
                  <a:pt x="651928" y="377747"/>
                </a:lnTo>
                <a:lnTo>
                  <a:pt x="682908" y="377341"/>
                </a:lnTo>
                <a:lnTo>
                  <a:pt x="701566" y="378066"/>
                </a:lnTo>
                <a:close/>
                <a:moveTo>
                  <a:pt x="29266" y="350825"/>
                </a:moveTo>
                <a:lnTo>
                  <a:pt x="1832" y="351066"/>
                </a:lnTo>
                <a:lnTo>
                  <a:pt x="0" y="353332"/>
                </a:lnTo>
                <a:lnTo>
                  <a:pt x="0" y="376765"/>
                </a:lnTo>
                <a:lnTo>
                  <a:pt x="1832" y="379031"/>
                </a:lnTo>
                <a:lnTo>
                  <a:pt x="69959" y="379272"/>
                </a:lnTo>
                <a:lnTo>
                  <a:pt x="74599" y="381245"/>
                </a:lnTo>
                <a:lnTo>
                  <a:pt x="76550" y="382535"/>
                </a:lnTo>
                <a:lnTo>
                  <a:pt x="80036" y="387131"/>
                </a:lnTo>
                <a:lnTo>
                  <a:pt x="79915" y="397647"/>
                </a:lnTo>
                <a:lnTo>
                  <a:pt x="79312" y="400232"/>
                </a:lnTo>
                <a:lnTo>
                  <a:pt x="76999" y="401055"/>
                </a:lnTo>
                <a:lnTo>
                  <a:pt x="73266" y="401318"/>
                </a:lnTo>
                <a:lnTo>
                  <a:pt x="35341" y="401836"/>
                </a:lnTo>
                <a:lnTo>
                  <a:pt x="34423" y="403197"/>
                </a:lnTo>
                <a:lnTo>
                  <a:pt x="33935" y="406477"/>
                </a:lnTo>
                <a:lnTo>
                  <a:pt x="33875" y="423531"/>
                </a:lnTo>
                <a:lnTo>
                  <a:pt x="34582" y="428925"/>
                </a:lnTo>
                <a:lnTo>
                  <a:pt x="35250" y="430066"/>
                </a:lnTo>
                <a:lnTo>
                  <a:pt x="36072" y="430463"/>
                </a:lnTo>
                <a:lnTo>
                  <a:pt x="78011" y="430861"/>
                </a:lnTo>
                <a:lnTo>
                  <a:pt x="80277" y="432693"/>
                </a:lnTo>
                <a:lnTo>
                  <a:pt x="79550" y="447009"/>
                </a:lnTo>
                <a:lnTo>
                  <a:pt x="78522" y="448922"/>
                </a:lnTo>
                <a:lnTo>
                  <a:pt x="76084" y="451270"/>
                </a:lnTo>
                <a:lnTo>
                  <a:pt x="70634" y="454245"/>
                </a:lnTo>
                <a:lnTo>
                  <a:pt x="2025" y="454727"/>
                </a:lnTo>
                <a:lnTo>
                  <a:pt x="0" y="456559"/>
                </a:lnTo>
                <a:lnTo>
                  <a:pt x="0" y="480907"/>
                </a:lnTo>
                <a:lnTo>
                  <a:pt x="1832" y="483174"/>
                </a:lnTo>
                <a:lnTo>
                  <a:pt x="68296" y="483210"/>
                </a:lnTo>
                <a:lnTo>
                  <a:pt x="77628" y="482610"/>
                </a:lnTo>
                <a:lnTo>
                  <a:pt x="84714" y="481646"/>
                </a:lnTo>
                <a:lnTo>
                  <a:pt x="89438" y="480275"/>
                </a:lnTo>
                <a:lnTo>
                  <a:pt x="95899" y="477539"/>
                </a:lnTo>
                <a:lnTo>
                  <a:pt x="101748" y="472575"/>
                </a:lnTo>
                <a:lnTo>
                  <a:pt x="105541" y="467039"/>
                </a:lnTo>
                <a:lnTo>
                  <a:pt x="107538" y="462347"/>
                </a:lnTo>
                <a:lnTo>
                  <a:pt x="109850" y="454768"/>
                </a:lnTo>
                <a:lnTo>
                  <a:pt x="110438" y="450441"/>
                </a:lnTo>
                <a:lnTo>
                  <a:pt x="111158" y="427596"/>
                </a:lnTo>
                <a:lnTo>
                  <a:pt x="110640" y="387299"/>
                </a:lnTo>
                <a:lnTo>
                  <a:pt x="109783" y="378229"/>
                </a:lnTo>
                <a:lnTo>
                  <a:pt x="106276" y="367275"/>
                </a:lnTo>
                <a:lnTo>
                  <a:pt x="103724" y="363007"/>
                </a:lnTo>
                <a:lnTo>
                  <a:pt x="102112" y="361107"/>
                </a:lnTo>
                <a:lnTo>
                  <a:pt x="98204" y="357766"/>
                </a:lnTo>
                <a:lnTo>
                  <a:pt x="93368" y="355019"/>
                </a:lnTo>
                <a:lnTo>
                  <a:pt x="85591" y="352246"/>
                </a:lnTo>
                <a:lnTo>
                  <a:pt x="79310" y="351252"/>
                </a:lnTo>
                <a:lnTo>
                  <a:pt x="69398" y="350763"/>
                </a:lnTo>
                <a:lnTo>
                  <a:pt x="29266" y="350825"/>
                </a:lnTo>
                <a:close/>
                <a:moveTo>
                  <a:pt x="220002" y="350729"/>
                </a:moveTo>
                <a:lnTo>
                  <a:pt x="216985" y="351231"/>
                </a:lnTo>
                <a:lnTo>
                  <a:pt x="216386" y="351645"/>
                </a:lnTo>
                <a:lnTo>
                  <a:pt x="216129" y="352606"/>
                </a:lnTo>
                <a:lnTo>
                  <a:pt x="215277" y="397979"/>
                </a:lnTo>
                <a:lnTo>
                  <a:pt x="213445" y="400004"/>
                </a:lnTo>
                <a:lnTo>
                  <a:pt x="170408" y="399954"/>
                </a:lnTo>
                <a:lnTo>
                  <a:pt x="155250" y="399522"/>
                </a:lnTo>
                <a:lnTo>
                  <a:pt x="154068" y="397769"/>
                </a:lnTo>
                <a:lnTo>
                  <a:pt x="153500" y="392218"/>
                </a:lnTo>
                <a:lnTo>
                  <a:pt x="153321" y="352320"/>
                </a:lnTo>
                <a:lnTo>
                  <a:pt x="151494" y="351257"/>
                </a:lnTo>
                <a:lnTo>
                  <a:pt x="148964" y="350958"/>
                </a:lnTo>
                <a:lnTo>
                  <a:pt x="124875" y="350825"/>
                </a:lnTo>
                <a:lnTo>
                  <a:pt x="122946" y="352754"/>
                </a:lnTo>
                <a:lnTo>
                  <a:pt x="122946" y="481004"/>
                </a:lnTo>
                <a:lnTo>
                  <a:pt x="124310" y="482292"/>
                </a:lnTo>
                <a:lnTo>
                  <a:pt x="126586" y="483051"/>
                </a:lnTo>
                <a:lnTo>
                  <a:pt x="129417" y="483298"/>
                </a:lnTo>
                <a:lnTo>
                  <a:pt x="151345" y="483174"/>
                </a:lnTo>
                <a:lnTo>
                  <a:pt x="153418" y="481100"/>
                </a:lnTo>
                <a:lnTo>
                  <a:pt x="153396" y="440774"/>
                </a:lnTo>
                <a:lnTo>
                  <a:pt x="154039" y="431263"/>
                </a:lnTo>
                <a:lnTo>
                  <a:pt x="154761" y="429772"/>
                </a:lnTo>
                <a:lnTo>
                  <a:pt x="155718" y="429331"/>
                </a:lnTo>
                <a:lnTo>
                  <a:pt x="166581" y="429019"/>
                </a:lnTo>
                <a:lnTo>
                  <a:pt x="213541" y="428932"/>
                </a:lnTo>
                <a:lnTo>
                  <a:pt x="215518" y="431488"/>
                </a:lnTo>
                <a:lnTo>
                  <a:pt x="215518" y="481052"/>
                </a:lnTo>
                <a:lnTo>
                  <a:pt x="217929" y="483463"/>
                </a:lnTo>
                <a:lnTo>
                  <a:pt x="243434" y="483174"/>
                </a:lnTo>
                <a:lnTo>
                  <a:pt x="245604" y="481004"/>
                </a:lnTo>
                <a:lnTo>
                  <a:pt x="245411" y="353236"/>
                </a:lnTo>
                <a:lnTo>
                  <a:pt x="244117" y="351601"/>
                </a:lnTo>
                <a:lnTo>
                  <a:pt x="241619" y="351170"/>
                </a:lnTo>
                <a:lnTo>
                  <a:pt x="220002" y="350729"/>
                </a:lnTo>
                <a:close/>
                <a:moveTo>
                  <a:pt x="288080" y="351356"/>
                </a:moveTo>
                <a:lnTo>
                  <a:pt x="282940" y="352596"/>
                </a:lnTo>
                <a:lnTo>
                  <a:pt x="275966" y="355208"/>
                </a:lnTo>
                <a:lnTo>
                  <a:pt x="272314" y="357238"/>
                </a:lnTo>
                <a:lnTo>
                  <a:pt x="269012" y="360147"/>
                </a:lnTo>
                <a:lnTo>
                  <a:pt x="266194" y="363561"/>
                </a:lnTo>
                <a:lnTo>
                  <a:pt x="262969" y="369466"/>
                </a:lnTo>
                <a:lnTo>
                  <a:pt x="261552" y="373817"/>
                </a:lnTo>
                <a:lnTo>
                  <a:pt x="259875" y="382116"/>
                </a:lnTo>
                <a:lnTo>
                  <a:pt x="259466" y="400248"/>
                </a:lnTo>
                <a:lnTo>
                  <a:pt x="259634" y="451352"/>
                </a:lnTo>
                <a:lnTo>
                  <a:pt x="261816" y="460716"/>
                </a:lnTo>
                <a:lnTo>
                  <a:pt x="265146" y="468552"/>
                </a:lnTo>
                <a:lnTo>
                  <a:pt x="268274" y="472693"/>
                </a:lnTo>
                <a:lnTo>
                  <a:pt x="274511" y="477535"/>
                </a:lnTo>
                <a:lnTo>
                  <a:pt x="281993" y="480878"/>
                </a:lnTo>
                <a:lnTo>
                  <a:pt x="287663" y="482153"/>
                </a:lnTo>
                <a:lnTo>
                  <a:pt x="296313" y="482840"/>
                </a:lnTo>
                <a:lnTo>
                  <a:pt x="310209" y="483120"/>
                </a:lnTo>
                <a:lnTo>
                  <a:pt x="367489" y="483174"/>
                </a:lnTo>
                <a:lnTo>
                  <a:pt x="369321" y="480907"/>
                </a:lnTo>
                <a:lnTo>
                  <a:pt x="369243" y="459994"/>
                </a:lnTo>
                <a:lnTo>
                  <a:pt x="368984" y="456999"/>
                </a:lnTo>
                <a:lnTo>
                  <a:pt x="367995" y="455140"/>
                </a:lnTo>
                <a:lnTo>
                  <a:pt x="366162" y="454684"/>
                </a:lnTo>
                <a:lnTo>
                  <a:pt x="359752" y="454560"/>
                </a:lnTo>
                <a:lnTo>
                  <a:pt x="299652" y="454245"/>
                </a:lnTo>
                <a:lnTo>
                  <a:pt x="294909" y="451901"/>
                </a:lnTo>
                <a:lnTo>
                  <a:pt x="291577" y="448897"/>
                </a:lnTo>
                <a:lnTo>
                  <a:pt x="289806" y="444491"/>
                </a:lnTo>
                <a:lnTo>
                  <a:pt x="289286" y="438045"/>
                </a:lnTo>
                <a:lnTo>
                  <a:pt x="289546" y="433175"/>
                </a:lnTo>
                <a:lnTo>
                  <a:pt x="291311" y="431102"/>
                </a:lnTo>
                <a:lnTo>
                  <a:pt x="367441" y="430234"/>
                </a:lnTo>
                <a:lnTo>
                  <a:pt x="368570" y="428989"/>
                </a:lnTo>
                <a:lnTo>
                  <a:pt x="368996" y="427136"/>
                </a:lnTo>
                <a:lnTo>
                  <a:pt x="369321" y="415722"/>
                </a:lnTo>
                <a:lnTo>
                  <a:pt x="369321" y="403957"/>
                </a:lnTo>
                <a:lnTo>
                  <a:pt x="367489" y="401691"/>
                </a:lnTo>
                <a:lnTo>
                  <a:pt x="291229" y="400849"/>
                </a:lnTo>
                <a:lnTo>
                  <a:pt x="290254" y="400571"/>
                </a:lnTo>
                <a:lnTo>
                  <a:pt x="289750" y="399928"/>
                </a:lnTo>
                <a:lnTo>
                  <a:pt x="289299" y="396122"/>
                </a:lnTo>
                <a:lnTo>
                  <a:pt x="289792" y="388945"/>
                </a:lnTo>
                <a:lnTo>
                  <a:pt x="292207" y="383837"/>
                </a:lnTo>
                <a:lnTo>
                  <a:pt x="293649" y="382159"/>
                </a:lnTo>
                <a:lnTo>
                  <a:pt x="294911" y="381390"/>
                </a:lnTo>
                <a:lnTo>
                  <a:pt x="300809" y="379272"/>
                </a:lnTo>
                <a:lnTo>
                  <a:pt x="366766" y="379272"/>
                </a:lnTo>
                <a:lnTo>
                  <a:pt x="369321" y="377295"/>
                </a:lnTo>
                <a:lnTo>
                  <a:pt x="369321" y="352320"/>
                </a:lnTo>
                <a:lnTo>
                  <a:pt x="367052" y="351258"/>
                </a:lnTo>
                <a:lnTo>
                  <a:pt x="357110" y="350913"/>
                </a:lnTo>
                <a:lnTo>
                  <a:pt x="288080" y="351356"/>
                </a:lnTo>
                <a:close/>
                <a:moveTo>
                  <a:pt x="385570" y="351693"/>
                </a:moveTo>
                <a:lnTo>
                  <a:pt x="384750" y="352609"/>
                </a:lnTo>
                <a:lnTo>
                  <a:pt x="384750" y="481052"/>
                </a:lnTo>
                <a:lnTo>
                  <a:pt x="387113" y="483415"/>
                </a:lnTo>
                <a:lnTo>
                  <a:pt x="405133" y="483375"/>
                </a:lnTo>
                <a:lnTo>
                  <a:pt x="411932" y="482863"/>
                </a:lnTo>
                <a:lnTo>
                  <a:pt x="413524" y="482261"/>
                </a:lnTo>
                <a:lnTo>
                  <a:pt x="414546" y="481341"/>
                </a:lnTo>
                <a:lnTo>
                  <a:pt x="414914" y="479524"/>
                </a:lnTo>
                <a:lnTo>
                  <a:pt x="415274" y="440977"/>
                </a:lnTo>
                <a:lnTo>
                  <a:pt x="415684" y="437163"/>
                </a:lnTo>
                <a:lnTo>
                  <a:pt x="416478" y="435448"/>
                </a:lnTo>
                <a:lnTo>
                  <a:pt x="417777" y="434718"/>
                </a:lnTo>
                <a:lnTo>
                  <a:pt x="420759" y="434518"/>
                </a:lnTo>
                <a:lnTo>
                  <a:pt x="458465" y="434238"/>
                </a:lnTo>
                <a:lnTo>
                  <a:pt x="470297" y="433622"/>
                </a:lnTo>
                <a:lnTo>
                  <a:pt x="480890" y="431101"/>
                </a:lnTo>
                <a:lnTo>
                  <a:pt x="484985" y="429315"/>
                </a:lnTo>
                <a:lnTo>
                  <a:pt x="488622" y="427110"/>
                </a:lnTo>
                <a:lnTo>
                  <a:pt x="493172" y="423052"/>
                </a:lnTo>
                <a:lnTo>
                  <a:pt x="496061" y="419100"/>
                </a:lnTo>
                <a:lnTo>
                  <a:pt x="497645" y="415473"/>
                </a:lnTo>
                <a:lnTo>
                  <a:pt x="500079" y="406995"/>
                </a:lnTo>
                <a:lnTo>
                  <a:pt x="500356" y="383525"/>
                </a:lnTo>
                <a:lnTo>
                  <a:pt x="499903" y="377809"/>
                </a:lnTo>
                <a:lnTo>
                  <a:pt x="497071" y="367867"/>
                </a:lnTo>
                <a:lnTo>
                  <a:pt x="495068" y="364149"/>
                </a:lnTo>
                <a:lnTo>
                  <a:pt x="492400" y="360727"/>
                </a:lnTo>
                <a:lnTo>
                  <a:pt x="489259" y="357809"/>
                </a:lnTo>
                <a:lnTo>
                  <a:pt x="485832" y="355601"/>
                </a:lnTo>
                <a:lnTo>
                  <a:pt x="476739" y="352010"/>
                </a:lnTo>
                <a:lnTo>
                  <a:pt x="469366" y="351115"/>
                </a:lnTo>
                <a:lnTo>
                  <a:pt x="451214" y="350844"/>
                </a:lnTo>
                <a:lnTo>
                  <a:pt x="386341" y="350825"/>
                </a:lnTo>
                <a:lnTo>
                  <a:pt x="385570" y="351693"/>
                </a:lnTo>
                <a:close/>
                <a:moveTo>
                  <a:pt x="460205" y="379802"/>
                </a:moveTo>
                <a:lnTo>
                  <a:pt x="464999" y="381664"/>
                </a:lnTo>
                <a:lnTo>
                  <a:pt x="467202" y="383280"/>
                </a:lnTo>
                <a:lnTo>
                  <a:pt x="468717" y="385294"/>
                </a:lnTo>
                <a:lnTo>
                  <a:pt x="469896" y="389252"/>
                </a:lnTo>
                <a:lnTo>
                  <a:pt x="469987" y="393604"/>
                </a:lnTo>
                <a:lnTo>
                  <a:pt x="469192" y="398375"/>
                </a:lnTo>
                <a:lnTo>
                  <a:pt x="467471" y="400921"/>
                </a:lnTo>
                <a:lnTo>
                  <a:pt x="463881" y="403716"/>
                </a:lnTo>
                <a:lnTo>
                  <a:pt x="461952" y="404392"/>
                </a:lnTo>
                <a:lnTo>
                  <a:pt x="455480" y="404687"/>
                </a:lnTo>
                <a:lnTo>
                  <a:pt x="417102" y="404825"/>
                </a:lnTo>
                <a:lnTo>
                  <a:pt x="415125" y="402270"/>
                </a:lnTo>
                <a:lnTo>
                  <a:pt x="415423" y="384060"/>
                </a:lnTo>
                <a:lnTo>
                  <a:pt x="416242" y="380953"/>
                </a:lnTo>
                <a:lnTo>
                  <a:pt x="417825" y="379513"/>
                </a:lnTo>
                <a:lnTo>
                  <a:pt x="438581" y="379133"/>
                </a:lnTo>
                <a:lnTo>
                  <a:pt x="460205" y="379802"/>
                </a:lnTo>
                <a:close/>
                <a:moveTo>
                  <a:pt x="539759" y="351549"/>
                </a:moveTo>
                <a:lnTo>
                  <a:pt x="535238" y="352710"/>
                </a:lnTo>
                <a:lnTo>
                  <a:pt x="528752" y="355089"/>
                </a:lnTo>
                <a:lnTo>
                  <a:pt x="525446" y="357075"/>
                </a:lnTo>
                <a:lnTo>
                  <a:pt x="522155" y="359847"/>
                </a:lnTo>
                <a:lnTo>
                  <a:pt x="519205" y="363088"/>
                </a:lnTo>
                <a:lnTo>
                  <a:pt x="516923" y="366480"/>
                </a:lnTo>
                <a:lnTo>
                  <a:pt x="513245" y="375866"/>
                </a:lnTo>
                <a:lnTo>
                  <a:pt x="512385" y="385775"/>
                </a:lnTo>
                <a:lnTo>
                  <a:pt x="512132" y="398793"/>
                </a:lnTo>
                <a:lnTo>
                  <a:pt x="512036" y="481052"/>
                </a:lnTo>
                <a:lnTo>
                  <a:pt x="514398" y="483415"/>
                </a:lnTo>
                <a:lnTo>
                  <a:pt x="536458" y="483183"/>
                </a:lnTo>
                <a:lnTo>
                  <a:pt x="539941" y="482493"/>
                </a:lnTo>
                <a:lnTo>
                  <a:pt x="541398" y="481100"/>
                </a:lnTo>
                <a:lnTo>
                  <a:pt x="541808" y="469758"/>
                </a:lnTo>
                <a:lnTo>
                  <a:pt x="542206" y="394254"/>
                </a:lnTo>
                <a:lnTo>
                  <a:pt x="542689" y="388623"/>
                </a:lnTo>
                <a:lnTo>
                  <a:pt x="544469" y="383984"/>
                </a:lnTo>
                <a:lnTo>
                  <a:pt x="547719" y="381549"/>
                </a:lnTo>
                <a:lnTo>
                  <a:pt x="553523" y="379583"/>
                </a:lnTo>
                <a:lnTo>
                  <a:pt x="563369" y="379151"/>
                </a:lnTo>
                <a:lnTo>
                  <a:pt x="599400" y="379031"/>
                </a:lnTo>
                <a:lnTo>
                  <a:pt x="601232" y="376765"/>
                </a:lnTo>
                <a:lnTo>
                  <a:pt x="601100" y="354972"/>
                </a:lnTo>
                <a:lnTo>
                  <a:pt x="600800" y="352629"/>
                </a:lnTo>
                <a:lnTo>
                  <a:pt x="599738" y="350825"/>
                </a:lnTo>
                <a:lnTo>
                  <a:pt x="551864" y="350993"/>
                </a:lnTo>
                <a:lnTo>
                  <a:pt x="539759" y="351549"/>
                </a:lnTo>
                <a:close/>
                <a:moveTo>
                  <a:pt x="839170" y="362927"/>
                </a:moveTo>
                <a:lnTo>
                  <a:pt x="835115" y="365348"/>
                </a:lnTo>
                <a:lnTo>
                  <a:pt x="831061" y="366908"/>
                </a:lnTo>
                <a:lnTo>
                  <a:pt x="828117" y="368773"/>
                </a:lnTo>
                <a:lnTo>
                  <a:pt x="819589" y="376421"/>
                </a:lnTo>
                <a:lnTo>
                  <a:pt x="815303" y="379343"/>
                </a:lnTo>
                <a:lnTo>
                  <a:pt x="813750" y="381414"/>
                </a:lnTo>
                <a:lnTo>
                  <a:pt x="813375" y="383129"/>
                </a:lnTo>
                <a:lnTo>
                  <a:pt x="813753" y="383978"/>
                </a:lnTo>
                <a:lnTo>
                  <a:pt x="820208" y="390960"/>
                </a:lnTo>
                <a:lnTo>
                  <a:pt x="821405" y="393464"/>
                </a:lnTo>
                <a:lnTo>
                  <a:pt x="820330" y="400956"/>
                </a:lnTo>
                <a:lnTo>
                  <a:pt x="819785" y="411825"/>
                </a:lnTo>
                <a:lnTo>
                  <a:pt x="819268" y="413748"/>
                </a:lnTo>
                <a:lnTo>
                  <a:pt x="817804" y="416027"/>
                </a:lnTo>
                <a:lnTo>
                  <a:pt x="814966" y="418904"/>
                </a:lnTo>
                <a:lnTo>
                  <a:pt x="807782" y="417313"/>
                </a:lnTo>
                <a:lnTo>
                  <a:pt x="802004" y="419345"/>
                </a:lnTo>
                <a:lnTo>
                  <a:pt x="799652" y="419633"/>
                </a:lnTo>
                <a:lnTo>
                  <a:pt x="791978" y="417535"/>
                </a:lnTo>
                <a:lnTo>
                  <a:pt x="789040" y="417361"/>
                </a:lnTo>
                <a:lnTo>
                  <a:pt x="787779" y="417699"/>
                </a:lnTo>
                <a:lnTo>
                  <a:pt x="785332" y="419354"/>
                </a:lnTo>
                <a:lnTo>
                  <a:pt x="779499" y="426316"/>
                </a:lnTo>
                <a:lnTo>
                  <a:pt x="775133" y="430466"/>
                </a:lnTo>
                <a:lnTo>
                  <a:pt x="770638" y="433231"/>
                </a:lnTo>
                <a:lnTo>
                  <a:pt x="767839" y="434120"/>
                </a:lnTo>
                <a:lnTo>
                  <a:pt x="765343" y="434382"/>
                </a:lnTo>
                <a:lnTo>
                  <a:pt x="762521" y="436268"/>
                </a:lnTo>
                <a:lnTo>
                  <a:pt x="761515" y="438360"/>
                </a:lnTo>
                <a:lnTo>
                  <a:pt x="761381" y="440772"/>
                </a:lnTo>
                <a:lnTo>
                  <a:pt x="762268" y="443204"/>
                </a:lnTo>
                <a:lnTo>
                  <a:pt x="763763" y="444852"/>
                </a:lnTo>
                <a:lnTo>
                  <a:pt x="765680" y="445983"/>
                </a:lnTo>
                <a:lnTo>
                  <a:pt x="767721" y="446523"/>
                </a:lnTo>
                <a:lnTo>
                  <a:pt x="770370" y="446053"/>
                </a:lnTo>
                <a:lnTo>
                  <a:pt x="772289" y="444498"/>
                </a:lnTo>
                <a:lnTo>
                  <a:pt x="783475" y="437792"/>
                </a:lnTo>
                <a:lnTo>
                  <a:pt x="790022" y="430165"/>
                </a:lnTo>
                <a:lnTo>
                  <a:pt x="792106" y="428559"/>
                </a:lnTo>
                <a:lnTo>
                  <a:pt x="793594" y="428507"/>
                </a:lnTo>
                <a:lnTo>
                  <a:pt x="798994" y="430561"/>
                </a:lnTo>
                <a:lnTo>
                  <a:pt x="801888" y="431048"/>
                </a:lnTo>
                <a:lnTo>
                  <a:pt x="804288" y="430585"/>
                </a:lnTo>
                <a:lnTo>
                  <a:pt x="807204" y="428450"/>
                </a:lnTo>
                <a:lnTo>
                  <a:pt x="815663" y="428866"/>
                </a:lnTo>
                <a:lnTo>
                  <a:pt x="818298" y="428629"/>
                </a:lnTo>
                <a:lnTo>
                  <a:pt x="821476" y="427279"/>
                </a:lnTo>
                <a:lnTo>
                  <a:pt x="831356" y="419073"/>
                </a:lnTo>
                <a:lnTo>
                  <a:pt x="832088" y="417543"/>
                </a:lnTo>
                <a:lnTo>
                  <a:pt x="832102" y="416340"/>
                </a:lnTo>
                <a:lnTo>
                  <a:pt x="830086" y="410888"/>
                </a:lnTo>
                <a:lnTo>
                  <a:pt x="829734" y="404914"/>
                </a:lnTo>
                <a:lnTo>
                  <a:pt x="830676" y="400422"/>
                </a:lnTo>
                <a:lnTo>
                  <a:pt x="833006" y="394452"/>
                </a:lnTo>
                <a:lnTo>
                  <a:pt x="833288" y="392043"/>
                </a:lnTo>
                <a:lnTo>
                  <a:pt x="832319" y="388865"/>
                </a:lnTo>
                <a:lnTo>
                  <a:pt x="829533" y="385128"/>
                </a:lnTo>
                <a:lnTo>
                  <a:pt x="828804" y="383225"/>
                </a:lnTo>
                <a:lnTo>
                  <a:pt x="829866" y="381039"/>
                </a:lnTo>
                <a:lnTo>
                  <a:pt x="832667" y="378386"/>
                </a:lnTo>
                <a:lnTo>
                  <a:pt x="841796" y="372915"/>
                </a:lnTo>
                <a:lnTo>
                  <a:pt x="843331" y="371310"/>
                </a:lnTo>
                <a:lnTo>
                  <a:pt x="844290" y="366830"/>
                </a:lnTo>
                <a:lnTo>
                  <a:pt x="844088" y="363843"/>
                </a:lnTo>
                <a:lnTo>
                  <a:pt x="842008" y="362535"/>
                </a:lnTo>
                <a:lnTo>
                  <a:pt x="839170" y="362927"/>
                </a:lnTo>
                <a:close/>
                <a:moveTo>
                  <a:pt x="639948" y="508438"/>
                </a:moveTo>
                <a:lnTo>
                  <a:pt x="620566" y="508727"/>
                </a:lnTo>
                <a:lnTo>
                  <a:pt x="618348" y="510945"/>
                </a:lnTo>
                <a:lnTo>
                  <a:pt x="618244" y="630942"/>
                </a:lnTo>
                <a:lnTo>
                  <a:pt x="618348" y="638520"/>
                </a:lnTo>
                <a:lnTo>
                  <a:pt x="618916" y="639726"/>
                </a:lnTo>
                <a:lnTo>
                  <a:pt x="621362" y="640762"/>
                </a:lnTo>
                <a:lnTo>
                  <a:pt x="624770" y="641059"/>
                </a:lnTo>
                <a:lnTo>
                  <a:pt x="645830" y="641027"/>
                </a:lnTo>
                <a:lnTo>
                  <a:pt x="648000" y="639002"/>
                </a:lnTo>
                <a:lnTo>
                  <a:pt x="648121" y="552433"/>
                </a:lnTo>
                <a:lnTo>
                  <a:pt x="648327" y="542340"/>
                </a:lnTo>
                <a:lnTo>
                  <a:pt x="648905" y="539545"/>
                </a:lnTo>
                <a:lnTo>
                  <a:pt x="650266" y="538427"/>
                </a:lnTo>
                <a:lnTo>
                  <a:pt x="656561" y="538124"/>
                </a:lnTo>
                <a:lnTo>
                  <a:pt x="701134" y="537933"/>
                </a:lnTo>
                <a:lnTo>
                  <a:pt x="708144" y="538447"/>
                </a:lnTo>
                <a:lnTo>
                  <a:pt x="708991" y="539960"/>
                </a:lnTo>
                <a:lnTo>
                  <a:pt x="709266" y="541867"/>
                </a:lnTo>
                <a:lnTo>
                  <a:pt x="709665" y="556123"/>
                </a:lnTo>
                <a:lnTo>
                  <a:pt x="710100" y="639436"/>
                </a:lnTo>
                <a:lnTo>
                  <a:pt x="711443" y="640428"/>
                </a:lnTo>
                <a:lnTo>
                  <a:pt x="714856" y="640915"/>
                </a:lnTo>
                <a:lnTo>
                  <a:pt x="738498" y="641075"/>
                </a:lnTo>
                <a:lnTo>
                  <a:pt x="740137" y="639243"/>
                </a:lnTo>
                <a:lnTo>
                  <a:pt x="740208" y="537616"/>
                </a:lnTo>
                <a:lnTo>
                  <a:pt x="740053" y="514161"/>
                </a:lnTo>
                <a:lnTo>
                  <a:pt x="739698" y="510089"/>
                </a:lnTo>
                <a:lnTo>
                  <a:pt x="737196" y="508854"/>
                </a:lnTo>
                <a:lnTo>
                  <a:pt x="733145" y="508503"/>
                </a:lnTo>
                <a:lnTo>
                  <a:pt x="639948" y="508438"/>
                </a:lnTo>
                <a:close/>
                <a:moveTo>
                  <a:pt x="155732" y="509691"/>
                </a:moveTo>
                <a:lnTo>
                  <a:pt x="146635" y="511681"/>
                </a:lnTo>
                <a:lnTo>
                  <a:pt x="142742" y="513060"/>
                </a:lnTo>
                <a:lnTo>
                  <a:pt x="136175" y="516646"/>
                </a:lnTo>
                <a:lnTo>
                  <a:pt x="133463" y="518880"/>
                </a:lnTo>
                <a:lnTo>
                  <a:pt x="131106" y="521425"/>
                </a:lnTo>
                <a:lnTo>
                  <a:pt x="127386" y="527497"/>
                </a:lnTo>
                <a:lnTo>
                  <a:pt x="124169" y="537449"/>
                </a:lnTo>
                <a:lnTo>
                  <a:pt x="123576" y="543611"/>
                </a:lnTo>
                <a:lnTo>
                  <a:pt x="123278" y="563284"/>
                </a:lnTo>
                <a:lnTo>
                  <a:pt x="123183" y="629608"/>
                </a:lnTo>
                <a:lnTo>
                  <a:pt x="123477" y="640207"/>
                </a:lnTo>
                <a:lnTo>
                  <a:pt x="124111" y="641162"/>
                </a:lnTo>
                <a:lnTo>
                  <a:pt x="125411" y="641755"/>
                </a:lnTo>
                <a:lnTo>
                  <a:pt x="132307" y="642127"/>
                </a:lnTo>
                <a:lnTo>
                  <a:pt x="151538" y="641799"/>
                </a:lnTo>
                <a:lnTo>
                  <a:pt x="153321" y="639388"/>
                </a:lnTo>
                <a:lnTo>
                  <a:pt x="153843" y="550730"/>
                </a:lnTo>
                <a:lnTo>
                  <a:pt x="154141" y="546238"/>
                </a:lnTo>
                <a:lnTo>
                  <a:pt x="156371" y="542652"/>
                </a:lnTo>
                <a:lnTo>
                  <a:pt x="158963" y="540115"/>
                </a:lnTo>
                <a:lnTo>
                  <a:pt x="163467" y="539187"/>
                </a:lnTo>
                <a:lnTo>
                  <a:pt x="175426" y="538517"/>
                </a:lnTo>
                <a:lnTo>
                  <a:pt x="210066" y="538133"/>
                </a:lnTo>
                <a:lnTo>
                  <a:pt x="211422" y="537434"/>
                </a:lnTo>
                <a:lnTo>
                  <a:pt x="212052" y="536087"/>
                </a:lnTo>
                <a:lnTo>
                  <a:pt x="212584" y="529474"/>
                </a:lnTo>
                <a:lnTo>
                  <a:pt x="212625" y="511475"/>
                </a:lnTo>
                <a:lnTo>
                  <a:pt x="210793" y="509209"/>
                </a:lnTo>
                <a:lnTo>
                  <a:pt x="167705" y="509202"/>
                </a:lnTo>
                <a:lnTo>
                  <a:pt x="155732" y="509691"/>
                </a:lnTo>
                <a:close/>
                <a:moveTo>
                  <a:pt x="228680" y="509547"/>
                </a:moveTo>
                <a:lnTo>
                  <a:pt x="227330" y="510849"/>
                </a:lnTo>
                <a:lnTo>
                  <a:pt x="227120" y="519604"/>
                </a:lnTo>
                <a:lnTo>
                  <a:pt x="227798" y="637460"/>
                </a:lnTo>
                <a:lnTo>
                  <a:pt x="228968" y="640558"/>
                </a:lnTo>
                <a:lnTo>
                  <a:pt x="229645" y="641268"/>
                </a:lnTo>
                <a:lnTo>
                  <a:pt x="231035" y="641681"/>
                </a:lnTo>
                <a:lnTo>
                  <a:pt x="255783" y="642059"/>
                </a:lnTo>
                <a:lnTo>
                  <a:pt x="257469" y="640450"/>
                </a:lnTo>
                <a:lnTo>
                  <a:pt x="257852" y="637922"/>
                </a:lnTo>
                <a:lnTo>
                  <a:pt x="258070" y="600426"/>
                </a:lnTo>
                <a:lnTo>
                  <a:pt x="258363" y="596539"/>
                </a:lnTo>
                <a:lnTo>
                  <a:pt x="258923" y="594721"/>
                </a:lnTo>
                <a:lnTo>
                  <a:pt x="259827" y="594018"/>
                </a:lnTo>
                <a:lnTo>
                  <a:pt x="261308" y="593903"/>
                </a:lnTo>
                <a:lnTo>
                  <a:pt x="302407" y="593305"/>
                </a:lnTo>
                <a:lnTo>
                  <a:pt x="312282" y="592731"/>
                </a:lnTo>
                <a:lnTo>
                  <a:pt x="316825" y="591987"/>
                </a:lnTo>
                <a:lnTo>
                  <a:pt x="324011" y="590005"/>
                </a:lnTo>
                <a:lnTo>
                  <a:pt x="328758" y="587937"/>
                </a:lnTo>
                <a:lnTo>
                  <a:pt x="332781" y="585291"/>
                </a:lnTo>
                <a:lnTo>
                  <a:pt x="336139" y="582021"/>
                </a:lnTo>
                <a:lnTo>
                  <a:pt x="338890" y="578079"/>
                </a:lnTo>
                <a:lnTo>
                  <a:pt x="341349" y="572744"/>
                </a:lnTo>
                <a:lnTo>
                  <a:pt x="342169" y="569511"/>
                </a:lnTo>
                <a:lnTo>
                  <a:pt x="342755" y="558710"/>
                </a:lnTo>
                <a:lnTo>
                  <a:pt x="342562" y="532352"/>
                </a:lnTo>
                <a:lnTo>
                  <a:pt x="339042" y="524680"/>
                </a:lnTo>
                <a:lnTo>
                  <a:pt x="337306" y="522060"/>
                </a:lnTo>
                <a:lnTo>
                  <a:pt x="332979" y="517523"/>
                </a:lnTo>
                <a:lnTo>
                  <a:pt x="327534" y="513937"/>
                </a:lnTo>
                <a:lnTo>
                  <a:pt x="324400" y="512506"/>
                </a:lnTo>
                <a:lnTo>
                  <a:pt x="317327" y="510381"/>
                </a:lnTo>
                <a:lnTo>
                  <a:pt x="309625" y="509466"/>
                </a:lnTo>
                <a:lnTo>
                  <a:pt x="292799" y="509144"/>
                </a:lnTo>
                <a:lnTo>
                  <a:pt x="246602" y="509062"/>
                </a:lnTo>
                <a:lnTo>
                  <a:pt x="228680" y="509547"/>
                </a:lnTo>
                <a:close/>
                <a:moveTo>
                  <a:pt x="302593" y="538620"/>
                </a:moveTo>
                <a:lnTo>
                  <a:pt x="306383" y="539715"/>
                </a:lnTo>
                <a:lnTo>
                  <a:pt x="309012" y="541026"/>
                </a:lnTo>
                <a:lnTo>
                  <a:pt x="310776" y="542717"/>
                </a:lnTo>
                <a:lnTo>
                  <a:pt x="312429" y="545466"/>
                </a:lnTo>
                <a:lnTo>
                  <a:pt x="312429" y="557038"/>
                </a:lnTo>
                <a:lnTo>
                  <a:pt x="309879" y="560238"/>
                </a:lnTo>
                <a:lnTo>
                  <a:pt x="305534" y="563209"/>
                </a:lnTo>
                <a:lnTo>
                  <a:pt x="259971" y="563499"/>
                </a:lnTo>
                <a:lnTo>
                  <a:pt x="257946" y="560895"/>
                </a:lnTo>
                <a:lnTo>
                  <a:pt x="258149" y="542498"/>
                </a:lnTo>
                <a:lnTo>
                  <a:pt x="258764" y="539671"/>
                </a:lnTo>
                <a:lnTo>
                  <a:pt x="260020" y="538524"/>
                </a:lnTo>
                <a:lnTo>
                  <a:pt x="288388" y="537918"/>
                </a:lnTo>
                <a:lnTo>
                  <a:pt x="298124" y="538084"/>
                </a:lnTo>
                <a:lnTo>
                  <a:pt x="302593" y="538620"/>
                </a:lnTo>
                <a:close/>
                <a:moveTo>
                  <a:pt x="482095" y="509884"/>
                </a:moveTo>
                <a:lnTo>
                  <a:pt x="480938" y="510800"/>
                </a:lnTo>
                <a:lnTo>
                  <a:pt x="480821" y="619139"/>
                </a:lnTo>
                <a:lnTo>
                  <a:pt x="481004" y="633572"/>
                </a:lnTo>
                <a:lnTo>
                  <a:pt x="481869" y="641074"/>
                </a:lnTo>
                <a:lnTo>
                  <a:pt x="483011" y="641750"/>
                </a:lnTo>
                <a:lnTo>
                  <a:pt x="484990" y="641892"/>
                </a:lnTo>
                <a:lnTo>
                  <a:pt x="504984" y="642104"/>
                </a:lnTo>
                <a:lnTo>
                  <a:pt x="507993" y="641560"/>
                </a:lnTo>
                <a:lnTo>
                  <a:pt x="510348" y="639725"/>
                </a:lnTo>
                <a:lnTo>
                  <a:pt x="510598" y="550531"/>
                </a:lnTo>
                <a:lnTo>
                  <a:pt x="510782" y="540404"/>
                </a:lnTo>
                <a:lnTo>
                  <a:pt x="511439" y="539180"/>
                </a:lnTo>
                <a:lnTo>
                  <a:pt x="515296" y="538210"/>
                </a:lnTo>
                <a:lnTo>
                  <a:pt x="521885" y="537964"/>
                </a:lnTo>
                <a:lnTo>
                  <a:pt x="568929" y="537897"/>
                </a:lnTo>
                <a:lnTo>
                  <a:pt x="571918" y="540597"/>
                </a:lnTo>
                <a:lnTo>
                  <a:pt x="571967" y="613497"/>
                </a:lnTo>
                <a:lnTo>
                  <a:pt x="572400" y="639291"/>
                </a:lnTo>
                <a:lnTo>
                  <a:pt x="575920" y="642040"/>
                </a:lnTo>
                <a:lnTo>
                  <a:pt x="593214" y="641993"/>
                </a:lnTo>
                <a:lnTo>
                  <a:pt x="600158" y="641582"/>
                </a:lnTo>
                <a:lnTo>
                  <a:pt x="602196" y="638954"/>
                </a:lnTo>
                <a:lnTo>
                  <a:pt x="602196" y="511331"/>
                </a:lnTo>
                <a:lnTo>
                  <a:pt x="599834" y="508968"/>
                </a:lnTo>
                <a:lnTo>
                  <a:pt x="483204" y="508968"/>
                </a:lnTo>
                <a:lnTo>
                  <a:pt x="482095" y="509884"/>
                </a:lnTo>
                <a:close/>
                <a:moveTo>
                  <a:pt x="355146" y="511041"/>
                </a:moveTo>
                <a:lnTo>
                  <a:pt x="353816" y="513279"/>
                </a:lnTo>
                <a:lnTo>
                  <a:pt x="353572" y="515731"/>
                </a:lnTo>
                <a:lnTo>
                  <a:pt x="353666" y="556733"/>
                </a:lnTo>
                <a:lnTo>
                  <a:pt x="354098" y="568663"/>
                </a:lnTo>
                <a:lnTo>
                  <a:pt x="355388" y="574098"/>
                </a:lnTo>
                <a:lnTo>
                  <a:pt x="358254" y="578951"/>
                </a:lnTo>
                <a:lnTo>
                  <a:pt x="361049" y="582386"/>
                </a:lnTo>
                <a:lnTo>
                  <a:pt x="364319" y="585340"/>
                </a:lnTo>
                <a:lnTo>
                  <a:pt x="370164" y="588908"/>
                </a:lnTo>
                <a:lnTo>
                  <a:pt x="380461" y="592435"/>
                </a:lnTo>
                <a:lnTo>
                  <a:pt x="391393" y="593346"/>
                </a:lnTo>
                <a:lnTo>
                  <a:pt x="434700" y="594066"/>
                </a:lnTo>
                <a:lnTo>
                  <a:pt x="436641" y="594776"/>
                </a:lnTo>
                <a:lnTo>
                  <a:pt x="437388" y="595778"/>
                </a:lnTo>
                <a:lnTo>
                  <a:pt x="437962" y="600008"/>
                </a:lnTo>
                <a:lnTo>
                  <a:pt x="438027" y="607084"/>
                </a:lnTo>
                <a:lnTo>
                  <a:pt x="433988" y="611699"/>
                </a:lnTo>
                <a:lnTo>
                  <a:pt x="430777" y="613086"/>
                </a:lnTo>
                <a:lnTo>
                  <a:pt x="419506" y="613958"/>
                </a:lnTo>
                <a:lnTo>
                  <a:pt x="370714" y="614208"/>
                </a:lnTo>
                <a:lnTo>
                  <a:pt x="361952" y="614474"/>
                </a:lnTo>
                <a:lnTo>
                  <a:pt x="360729" y="614857"/>
                </a:lnTo>
                <a:lnTo>
                  <a:pt x="359773" y="615848"/>
                </a:lnTo>
                <a:lnTo>
                  <a:pt x="359172" y="617709"/>
                </a:lnTo>
                <a:lnTo>
                  <a:pt x="358768" y="623052"/>
                </a:lnTo>
                <a:lnTo>
                  <a:pt x="358944" y="638745"/>
                </a:lnTo>
                <a:lnTo>
                  <a:pt x="359360" y="641086"/>
                </a:lnTo>
                <a:lnTo>
                  <a:pt x="360091" y="642334"/>
                </a:lnTo>
                <a:lnTo>
                  <a:pt x="361871" y="643064"/>
                </a:lnTo>
                <a:lnTo>
                  <a:pt x="371527" y="643365"/>
                </a:lnTo>
                <a:lnTo>
                  <a:pt x="437545" y="643486"/>
                </a:lnTo>
                <a:lnTo>
                  <a:pt x="450984" y="639346"/>
                </a:lnTo>
                <a:lnTo>
                  <a:pt x="456503" y="636181"/>
                </a:lnTo>
                <a:lnTo>
                  <a:pt x="459773" y="633307"/>
                </a:lnTo>
                <a:lnTo>
                  <a:pt x="463586" y="628534"/>
                </a:lnTo>
                <a:lnTo>
                  <a:pt x="465998" y="623344"/>
                </a:lnTo>
                <a:lnTo>
                  <a:pt x="467293" y="617740"/>
                </a:lnTo>
                <a:lnTo>
                  <a:pt x="467373" y="529513"/>
                </a:lnTo>
                <a:lnTo>
                  <a:pt x="467160" y="517677"/>
                </a:lnTo>
                <a:lnTo>
                  <a:pt x="466215" y="511313"/>
                </a:lnTo>
                <a:lnTo>
                  <a:pt x="463933" y="510268"/>
                </a:lnTo>
                <a:lnTo>
                  <a:pt x="452467" y="509920"/>
                </a:lnTo>
                <a:lnTo>
                  <a:pt x="441093" y="510268"/>
                </a:lnTo>
                <a:lnTo>
                  <a:pt x="440100" y="510463"/>
                </a:lnTo>
                <a:lnTo>
                  <a:pt x="439008" y="511355"/>
                </a:lnTo>
                <a:lnTo>
                  <a:pt x="438123" y="515182"/>
                </a:lnTo>
                <a:lnTo>
                  <a:pt x="437900" y="521123"/>
                </a:lnTo>
                <a:lnTo>
                  <a:pt x="437930" y="562004"/>
                </a:lnTo>
                <a:lnTo>
                  <a:pt x="436590" y="563417"/>
                </a:lnTo>
                <a:lnTo>
                  <a:pt x="433972" y="564310"/>
                </a:lnTo>
                <a:lnTo>
                  <a:pt x="430304" y="564617"/>
                </a:lnTo>
                <a:lnTo>
                  <a:pt x="397334" y="564945"/>
                </a:lnTo>
                <a:lnTo>
                  <a:pt x="390167" y="563186"/>
                </a:lnTo>
                <a:lnTo>
                  <a:pt x="387317" y="561986"/>
                </a:lnTo>
                <a:lnTo>
                  <a:pt x="385176" y="559408"/>
                </a:lnTo>
                <a:lnTo>
                  <a:pt x="383423" y="555038"/>
                </a:lnTo>
                <a:lnTo>
                  <a:pt x="382988" y="550994"/>
                </a:lnTo>
                <a:lnTo>
                  <a:pt x="384310" y="543164"/>
                </a:lnTo>
                <a:lnTo>
                  <a:pt x="384594" y="522332"/>
                </a:lnTo>
                <a:lnTo>
                  <a:pt x="384316" y="515357"/>
                </a:lnTo>
                <a:lnTo>
                  <a:pt x="383361" y="512338"/>
                </a:lnTo>
                <a:lnTo>
                  <a:pt x="380652" y="510174"/>
                </a:lnTo>
                <a:lnTo>
                  <a:pt x="356304" y="509884"/>
                </a:lnTo>
                <a:lnTo>
                  <a:pt x="355146" y="511041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itle: ПРОМЫШЛЕННОЕ"/>
          <p:cNvSpPr txBox="1"/>
          <p:nvPr/>
        </p:nvSpPr>
        <p:spPr>
          <a:xfrm>
            <a:off x="648000" y="1674521"/>
            <a:ext cx="5448960" cy="8435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916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121">
                <a:solidFill>
                  <a:srgbClr val="2A2440"/>
                </a:solidFill>
                <a:latin typeface="PT Serif"/>
                <a:ea typeface="PT Serif"/>
                <a:cs typeface="PT Serif"/>
              </a:rPr>
              <a:t>ПРОМЫШЛЕННОЕ</a:t>
            </a:r>
          </a:p>
          <a:p>
            <a:pPr algn="l">
              <a:lnSpc>
                <a:spcPts val="2916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121">
                <a:solidFill>
                  <a:srgbClr val="2A2440"/>
                </a:solidFill>
                <a:latin typeface="PT Serif"/>
                <a:ea typeface="PT Serif"/>
                <a:cs typeface="PT Serif"/>
              </a:rPr>
              <a:t>СТРОИТЕЛЬСТВО</a:t>
            </a:r>
          </a:p>
        </p:txBody>
      </p:sp>
      <p:cxnSp>
        <p:nvCxnSpPr>
          <p:cNvPr id="6" name="motif"/>
          <p:cNvCxnSpPr/>
          <p:nvPr/>
        </p:nvCxnSpPr>
        <p:spPr>
          <a:xfrm>
            <a:off x="648000" y="2876674"/>
            <a:ext cx="5195520" cy="0"/>
          </a:xfrm>
          <a:prstGeom prst="line">
            <a:avLst/>
          </a:prstGeom>
          <a:ln w="5080">
            <a:solidFill>
              <a:srgbClr val="C7C4C6"/>
            </a:solidFill>
          </a:ln>
          <a:effectLst/>
        </p:spPr>
      </p:cxnSp>
      <p:sp>
        <p:nvSpPr>
          <p:cNvPr id="7" name="marker"/>
          <p:cNvSpPr/>
          <p:nvPr/>
        </p:nvSpPr>
        <p:spPr>
          <a:xfrm>
            <a:off x="648000" y="3010914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item: Строительство коммерческой нед"/>
          <p:cNvSpPr txBox="1"/>
          <p:nvPr/>
        </p:nvSpPr>
        <p:spPr>
          <a:xfrm>
            <a:off x="864000" y="2953764"/>
            <a:ext cx="4979520" cy="368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A2440"/>
                </a:solidFill>
                <a:latin typeface="Onest"/>
                <a:ea typeface="Onest"/>
                <a:cs typeface="Onest"/>
              </a:rPr>
              <a:t>Строительство коммерческой недвижимости.</a:t>
            </a:r>
          </a:p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A2440"/>
                </a:solidFill>
                <a:latin typeface="Onest"/>
                <a:ea typeface="Onest"/>
                <a:cs typeface="Onest"/>
              </a:rPr>
              <a:t>Класс зданий В/В+</a:t>
            </a:r>
          </a:p>
        </p:txBody>
      </p:sp>
      <p:cxnSp>
        <p:nvCxnSpPr>
          <p:cNvPr id="9" name="motif"/>
          <p:cNvCxnSpPr/>
          <p:nvPr/>
        </p:nvCxnSpPr>
        <p:spPr>
          <a:xfrm>
            <a:off x="648000" y="3390899"/>
            <a:ext cx="5195520" cy="0"/>
          </a:xfrm>
          <a:prstGeom prst="line">
            <a:avLst/>
          </a:prstGeom>
          <a:ln w="5080">
            <a:solidFill>
              <a:srgbClr val="C7C4C6"/>
            </a:solidFill>
          </a:ln>
          <a:effectLst/>
        </p:spPr>
      </p:cxnSp>
      <p:pic>
        <p:nvPicPr>
          <p:cNvPr id="10" name="image" descr="4b102a9c16629af2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4276800"/>
            <a:ext cx="7560000" cy="3153600"/>
          </a:xfrm>
          <a:prstGeom prst="rect">
            <a:avLst/>
          </a:prstGeom>
        </p:spPr>
      </p:pic>
      <p:pic>
        <p:nvPicPr>
          <p:cNvPr id="11" name="image" descr="2237352d7323447e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7538400"/>
            <a:ext cx="7560000" cy="3153600"/>
          </a:xfrm>
          <a:prstGeom prst="rect">
            <a:avLst/>
          </a:prstGeom>
        </p:spPr>
      </p:pic>
      <p:sp>
        <p:nvSpPr>
          <p:cNvPr id="12" name="arc"/>
          <p:cNvSpPr/>
          <p:nvPr/>
        </p:nvSpPr>
        <p:spPr>
          <a:xfrm>
            <a:off x="4409673" y="9649"/>
            <a:ext cx="3149622" cy="2811145"/>
          </a:xfrm>
          <a:custGeom>
            <a:avLst/>
            <a:gdLst/>
            <a:ahLst/>
            <a:cxnLst/>
            <a:rect l="0" t="0" r="r" b="b"/>
            <a:pathLst>
              <a:path w="3149622" h="2811145">
                <a:moveTo>
                  <a:pt x="3149622" y="2811145"/>
                </a:moveTo>
                <a:lnTo>
                  <a:pt x="3113345" y="2803269"/>
                </a:lnTo>
                <a:lnTo>
                  <a:pt x="3077139" y="2795076"/>
                </a:lnTo>
                <a:lnTo>
                  <a:pt x="3041005" y="2786567"/>
                </a:lnTo>
                <a:lnTo>
                  <a:pt x="3004947" y="2777744"/>
                </a:lnTo>
                <a:lnTo>
                  <a:pt x="2968967" y="2768606"/>
                </a:lnTo>
                <a:lnTo>
                  <a:pt x="2933068" y="2759155"/>
                </a:lnTo>
                <a:lnTo>
                  <a:pt x="2897253" y="2749391"/>
                </a:lnTo>
                <a:lnTo>
                  <a:pt x="2861525" y="2739314"/>
                </a:lnTo>
                <a:lnTo>
                  <a:pt x="2825886" y="2728927"/>
                </a:lnTo>
                <a:lnTo>
                  <a:pt x="2790339" y="2718228"/>
                </a:lnTo>
                <a:lnTo>
                  <a:pt x="2754887" y="2707220"/>
                </a:lnTo>
                <a:lnTo>
                  <a:pt x="2719532" y="2695903"/>
                </a:lnTo>
                <a:lnTo>
                  <a:pt x="2684278" y="2684278"/>
                </a:lnTo>
                <a:lnTo>
                  <a:pt x="2649126" y="2672345"/>
                </a:lnTo>
                <a:lnTo>
                  <a:pt x="2614079" y="2660106"/>
                </a:lnTo>
                <a:lnTo>
                  <a:pt x="2579141" y="2647562"/>
                </a:lnTo>
                <a:lnTo>
                  <a:pt x="2544313" y="2634714"/>
                </a:lnTo>
                <a:lnTo>
                  <a:pt x="2509599" y="2621562"/>
                </a:lnTo>
                <a:lnTo>
                  <a:pt x="2475001" y="2608107"/>
                </a:lnTo>
                <a:lnTo>
                  <a:pt x="2440522" y="2594351"/>
                </a:lnTo>
                <a:lnTo>
                  <a:pt x="2406164" y="2580295"/>
                </a:lnTo>
                <a:lnTo>
                  <a:pt x="2371930" y="2565940"/>
                </a:lnTo>
                <a:lnTo>
                  <a:pt x="2337823" y="2551286"/>
                </a:lnTo>
                <a:lnTo>
                  <a:pt x="2303845" y="2536335"/>
                </a:lnTo>
                <a:lnTo>
                  <a:pt x="2269998" y="2521089"/>
                </a:lnTo>
                <a:lnTo>
                  <a:pt x="2236286" y="2505547"/>
                </a:lnTo>
                <a:lnTo>
                  <a:pt x="2202711" y="2489712"/>
                </a:lnTo>
                <a:lnTo>
                  <a:pt x="2169276" y="2473585"/>
                </a:lnTo>
                <a:lnTo>
                  <a:pt x="2135982" y="2457166"/>
                </a:lnTo>
                <a:lnTo>
                  <a:pt x="2102833" y="2440458"/>
                </a:lnTo>
                <a:lnTo>
                  <a:pt x="2069831" y="2423460"/>
                </a:lnTo>
                <a:lnTo>
                  <a:pt x="2036978" y="2406176"/>
                </a:lnTo>
                <a:lnTo>
                  <a:pt x="2004278" y="2388605"/>
                </a:lnTo>
                <a:lnTo>
                  <a:pt x="1971732" y="2370750"/>
                </a:lnTo>
                <a:lnTo>
                  <a:pt x="1939343" y="2352611"/>
                </a:lnTo>
                <a:lnTo>
                  <a:pt x="1907114" y="2334191"/>
                </a:lnTo>
                <a:lnTo>
                  <a:pt x="1875047" y="2315490"/>
                </a:lnTo>
                <a:lnTo>
                  <a:pt x="1843144" y="2296510"/>
                </a:lnTo>
                <a:lnTo>
                  <a:pt x="1811408" y="2277252"/>
                </a:lnTo>
                <a:lnTo>
                  <a:pt x="1779841" y="2257718"/>
                </a:lnTo>
                <a:lnTo>
                  <a:pt x="1748446" y="2237909"/>
                </a:lnTo>
                <a:lnTo>
                  <a:pt x="1717225" y="2217827"/>
                </a:lnTo>
                <a:lnTo>
                  <a:pt x="1686180" y="2197473"/>
                </a:lnTo>
                <a:lnTo>
                  <a:pt x="1655315" y="2176849"/>
                </a:lnTo>
                <a:lnTo>
                  <a:pt x="1624630" y="2155957"/>
                </a:lnTo>
                <a:lnTo>
                  <a:pt x="1594129" y="2134797"/>
                </a:lnTo>
                <a:lnTo>
                  <a:pt x="1563813" y="2113373"/>
                </a:lnTo>
                <a:lnTo>
                  <a:pt x="1533686" y="2091684"/>
                </a:lnTo>
                <a:lnTo>
                  <a:pt x="1503749" y="2069734"/>
                </a:lnTo>
                <a:lnTo>
                  <a:pt x="1474005" y="2047523"/>
                </a:lnTo>
                <a:lnTo>
                  <a:pt x="1444456" y="2025053"/>
                </a:lnTo>
                <a:lnTo>
                  <a:pt x="1415104" y="2002326"/>
                </a:lnTo>
                <a:lnTo>
                  <a:pt x="1385952" y="1979344"/>
                </a:lnTo>
                <a:lnTo>
                  <a:pt x="1357001" y="1956109"/>
                </a:lnTo>
                <a:lnTo>
                  <a:pt x="1328254" y="1932621"/>
                </a:lnTo>
                <a:lnTo>
                  <a:pt x="1299713" y="1908884"/>
                </a:lnTo>
                <a:lnTo>
                  <a:pt x="1271380" y="1884899"/>
                </a:lnTo>
                <a:lnTo>
                  <a:pt x="1243258" y="1860667"/>
                </a:lnTo>
                <a:lnTo>
                  <a:pt x="1215348" y="1836191"/>
                </a:lnTo>
                <a:lnTo>
                  <a:pt x="1187653" y="1811472"/>
                </a:lnTo>
                <a:lnTo>
                  <a:pt x="1160175" y="1786512"/>
                </a:lnTo>
                <a:lnTo>
                  <a:pt x="1132915" y="1761314"/>
                </a:lnTo>
                <a:lnTo>
                  <a:pt x="1105877" y="1735879"/>
                </a:lnTo>
                <a:lnTo>
                  <a:pt x="1079061" y="1710208"/>
                </a:lnTo>
                <a:lnTo>
                  <a:pt x="1052471" y="1684305"/>
                </a:lnTo>
                <a:lnTo>
                  <a:pt x="1026107" y="1658171"/>
                </a:lnTo>
                <a:lnTo>
                  <a:pt x="999973" y="1631807"/>
                </a:lnTo>
                <a:lnTo>
                  <a:pt x="974069" y="1605217"/>
                </a:lnTo>
                <a:lnTo>
                  <a:pt x="948399" y="1578401"/>
                </a:lnTo>
                <a:lnTo>
                  <a:pt x="922964" y="1551362"/>
                </a:lnTo>
                <a:lnTo>
                  <a:pt x="897765" y="1524103"/>
                </a:lnTo>
                <a:lnTo>
                  <a:pt x="872806" y="1496625"/>
                </a:lnTo>
                <a:lnTo>
                  <a:pt x="848087" y="1468929"/>
                </a:lnTo>
                <a:lnTo>
                  <a:pt x="823611" y="1441020"/>
                </a:lnTo>
                <a:lnTo>
                  <a:pt x="799379" y="1412897"/>
                </a:lnTo>
                <a:lnTo>
                  <a:pt x="775393" y="1384565"/>
                </a:lnTo>
                <a:lnTo>
                  <a:pt x="751656" y="1356024"/>
                </a:lnTo>
                <a:lnTo>
                  <a:pt x="728169" y="1327277"/>
                </a:lnTo>
                <a:lnTo>
                  <a:pt x="704933" y="1298326"/>
                </a:lnTo>
                <a:lnTo>
                  <a:pt x="681951" y="1269173"/>
                </a:lnTo>
                <a:lnTo>
                  <a:pt x="659225" y="1239821"/>
                </a:lnTo>
                <a:lnTo>
                  <a:pt x="636755" y="1210272"/>
                </a:lnTo>
                <a:lnTo>
                  <a:pt x="614544" y="1180528"/>
                </a:lnTo>
                <a:lnTo>
                  <a:pt x="592593" y="1150591"/>
                </a:lnTo>
                <a:lnTo>
                  <a:pt x="570905" y="1120464"/>
                </a:lnTo>
                <a:lnTo>
                  <a:pt x="549480" y="1090149"/>
                </a:lnTo>
                <a:lnTo>
                  <a:pt x="528321" y="1059648"/>
                </a:lnTo>
                <a:lnTo>
                  <a:pt x="507428" y="1028963"/>
                </a:lnTo>
                <a:lnTo>
                  <a:pt x="486805" y="998097"/>
                </a:lnTo>
                <a:lnTo>
                  <a:pt x="466451" y="967053"/>
                </a:lnTo>
                <a:lnTo>
                  <a:pt x="446369" y="935832"/>
                </a:lnTo>
                <a:lnTo>
                  <a:pt x="426560" y="904437"/>
                </a:lnTo>
                <a:lnTo>
                  <a:pt x="407026" y="872870"/>
                </a:lnTo>
                <a:lnTo>
                  <a:pt x="387768" y="841134"/>
                </a:lnTo>
                <a:lnTo>
                  <a:pt x="368788" y="809231"/>
                </a:lnTo>
                <a:lnTo>
                  <a:pt x="350087" y="777164"/>
                </a:lnTo>
                <a:lnTo>
                  <a:pt x="331666" y="744934"/>
                </a:lnTo>
                <a:lnTo>
                  <a:pt x="313528" y="712546"/>
                </a:lnTo>
                <a:lnTo>
                  <a:pt x="295672" y="680000"/>
                </a:lnTo>
                <a:lnTo>
                  <a:pt x="278102" y="647299"/>
                </a:lnTo>
                <a:lnTo>
                  <a:pt x="260817" y="614447"/>
                </a:lnTo>
                <a:lnTo>
                  <a:pt x="243820" y="581445"/>
                </a:lnTo>
                <a:lnTo>
                  <a:pt x="227112" y="548296"/>
                </a:lnTo>
                <a:lnTo>
                  <a:pt x="210693" y="515002"/>
                </a:lnTo>
                <a:lnTo>
                  <a:pt x="194565" y="481566"/>
                </a:lnTo>
                <a:lnTo>
                  <a:pt x="178730" y="447991"/>
                </a:lnTo>
                <a:lnTo>
                  <a:pt x="163189" y="414279"/>
                </a:lnTo>
                <a:lnTo>
                  <a:pt x="147942" y="380433"/>
                </a:lnTo>
                <a:lnTo>
                  <a:pt x="132991" y="346455"/>
                </a:lnTo>
                <a:lnTo>
                  <a:pt x="118338" y="312347"/>
                </a:lnTo>
                <a:lnTo>
                  <a:pt x="103982" y="278113"/>
                </a:lnTo>
                <a:lnTo>
                  <a:pt x="89926" y="243755"/>
                </a:lnTo>
                <a:lnTo>
                  <a:pt x="76170" y="209276"/>
                </a:lnTo>
                <a:lnTo>
                  <a:pt x="62716" y="174678"/>
                </a:lnTo>
                <a:lnTo>
                  <a:pt x="49564" y="139964"/>
                </a:lnTo>
                <a:lnTo>
                  <a:pt x="36715" y="105137"/>
                </a:lnTo>
                <a:lnTo>
                  <a:pt x="24171" y="70198"/>
                </a:lnTo>
                <a:lnTo>
                  <a:pt x="11932" y="35152"/>
                </a:lnTo>
                <a:lnTo>
                  <a:pt x="0" y="0"/>
                </a:lnTo>
              </a:path>
            </a:pathLst>
          </a:custGeom>
          <a:noFill/>
          <a:ln w="11430">
            <a:solidFill>
              <a:srgbClr val="C7C4C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plate"/>
          <p:cNvSpPr/>
          <p:nvPr/>
        </p:nvSpPr>
        <p:spPr>
          <a:xfrm>
            <a:off x="540000" y="10268156"/>
            <a:ext cx="3597375" cy="423844"/>
          </a:xfrm>
          <a:prstGeom prst="rect">
            <a:avLst/>
          </a:prstGeom>
          <a:solidFill>
            <a:srgbClr val="F3F1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ption: «Аструм-Сити» — 6-е по высоте "/>
          <p:cNvSpPr txBox="1"/>
          <p:nvPr/>
        </p:nvSpPr>
        <p:spPr>
          <a:xfrm>
            <a:off x="648000" y="10346936"/>
            <a:ext cx="6336000" cy="14763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3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60">
                <a:solidFill>
                  <a:srgbClr val="2A2440"/>
                </a:solidFill>
                <a:latin typeface="Onest SemiBold"/>
                <a:ea typeface="Onest SemiBold"/>
                <a:cs typeface="Onest SemiBold"/>
              </a:rPr>
              <a:t>«Аструм-Сити» — 6-е по высоте здание в Московской области</a:t>
            </a:r>
          </a:p>
        </p:txBody>
      </p:sp>
      <p:sp>
        <p:nvSpPr>
          <p:cNvPr id="15" name="plate"/>
          <p:cNvSpPr/>
          <p:nvPr/>
        </p:nvSpPr>
        <p:spPr>
          <a:xfrm>
            <a:off x="6773676" y="10276252"/>
            <a:ext cx="318324" cy="415747"/>
          </a:xfrm>
          <a:prstGeom prst="rect">
            <a:avLst/>
          </a:prstGeom>
          <a:solidFill>
            <a:srgbClr val="F3F1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folio: 27"/>
          <p:cNvSpPr txBox="1"/>
          <p:nvPr/>
        </p:nvSpPr>
        <p:spPr>
          <a:xfrm>
            <a:off x="648000" y="10355540"/>
            <a:ext cx="6336000" cy="1377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75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A6672"/>
                </a:solidFill>
                <a:latin typeface="Onest SemiBold"/>
                <a:ea typeface="Onest SemiBold"/>
                <a:cs typeface="Onest SemiBold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5246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p"/>
          <p:cNvSpPr/>
          <p:nvPr/>
        </p:nvSpPr>
        <p:spPr>
          <a:xfrm>
            <a:off x="0" y="3418952"/>
            <a:ext cx="7560000" cy="6303952"/>
          </a:xfrm>
          <a:custGeom>
            <a:avLst/>
            <a:gdLst/>
            <a:ahLst/>
            <a:cxnLst/>
            <a:rect l="0" t="0" r="r" b="b"/>
            <a:pathLst>
              <a:path w="7560000" h="6303952">
                <a:moveTo>
                  <a:pt x="6188226" y="2935"/>
                </a:moveTo>
                <a:lnTo>
                  <a:pt x="6182891" y="5603"/>
                </a:lnTo>
                <a:lnTo>
                  <a:pt x="6163077" y="6365"/>
                </a:lnTo>
                <a:lnTo>
                  <a:pt x="6080968" y="29468"/>
                </a:lnTo>
                <a:lnTo>
                  <a:pt x="6042284" y="30752"/>
                </a:lnTo>
                <a:lnTo>
                  <a:pt x="6005894" y="41802"/>
                </a:lnTo>
                <a:lnTo>
                  <a:pt x="5996177" y="38373"/>
                </a:lnTo>
                <a:lnTo>
                  <a:pt x="5981698" y="42183"/>
                </a:lnTo>
                <a:lnTo>
                  <a:pt x="5910823" y="42946"/>
                </a:lnTo>
                <a:lnTo>
                  <a:pt x="5895200" y="48280"/>
                </a:lnTo>
                <a:lnTo>
                  <a:pt x="5859381" y="49042"/>
                </a:lnTo>
                <a:lnTo>
                  <a:pt x="5844139" y="54377"/>
                </a:lnTo>
                <a:lnTo>
                  <a:pt x="5776312" y="55139"/>
                </a:lnTo>
                <a:lnTo>
                  <a:pt x="5762023" y="60093"/>
                </a:lnTo>
                <a:lnTo>
                  <a:pt x="5752306" y="56663"/>
                </a:lnTo>
                <a:lnTo>
                  <a:pt x="5724871" y="66571"/>
                </a:lnTo>
                <a:lnTo>
                  <a:pt x="5694387" y="67333"/>
                </a:lnTo>
                <a:lnTo>
                  <a:pt x="5681812" y="72667"/>
                </a:lnTo>
                <a:lnTo>
                  <a:pt x="5645994" y="73429"/>
                </a:lnTo>
                <a:lnTo>
                  <a:pt x="5593452" y="90435"/>
                </a:lnTo>
                <a:lnTo>
                  <a:pt x="5563645" y="92242"/>
                </a:lnTo>
                <a:lnTo>
                  <a:pt x="5533500" y="108048"/>
                </a:lnTo>
                <a:lnTo>
                  <a:pt x="5518710" y="112113"/>
                </a:lnTo>
                <a:lnTo>
                  <a:pt x="5416758" y="187532"/>
                </a:lnTo>
                <a:lnTo>
                  <a:pt x="5396788" y="197842"/>
                </a:lnTo>
                <a:lnTo>
                  <a:pt x="5265517" y="298629"/>
                </a:lnTo>
                <a:lnTo>
                  <a:pt x="5201882" y="354834"/>
                </a:lnTo>
                <a:lnTo>
                  <a:pt x="5161265" y="400679"/>
                </a:lnTo>
                <a:lnTo>
                  <a:pt x="5136419" y="412887"/>
                </a:lnTo>
                <a:lnTo>
                  <a:pt x="5098032" y="423048"/>
                </a:lnTo>
                <a:lnTo>
                  <a:pt x="5075677" y="440323"/>
                </a:lnTo>
                <a:lnTo>
                  <a:pt x="4980683" y="532783"/>
                </a:lnTo>
                <a:lnTo>
                  <a:pt x="4938197" y="569173"/>
                </a:lnTo>
                <a:lnTo>
                  <a:pt x="4914995" y="584938"/>
                </a:lnTo>
                <a:lnTo>
                  <a:pt x="4902950" y="590322"/>
                </a:lnTo>
                <a:lnTo>
                  <a:pt x="4886677" y="592855"/>
                </a:lnTo>
                <a:lnTo>
                  <a:pt x="4851071" y="610256"/>
                </a:lnTo>
                <a:lnTo>
                  <a:pt x="4830550" y="636047"/>
                </a:lnTo>
                <a:lnTo>
                  <a:pt x="4811935" y="679790"/>
                </a:lnTo>
                <a:lnTo>
                  <a:pt x="4805161" y="705419"/>
                </a:lnTo>
                <a:lnTo>
                  <a:pt x="4804639" y="783323"/>
                </a:lnTo>
                <a:lnTo>
                  <a:pt x="4809974" y="797802"/>
                </a:lnTo>
                <a:lnTo>
                  <a:pt x="4811258" y="819677"/>
                </a:lnTo>
                <a:lnTo>
                  <a:pt x="4822167" y="846577"/>
                </a:lnTo>
                <a:lnTo>
                  <a:pt x="4822929" y="866391"/>
                </a:lnTo>
                <a:lnTo>
                  <a:pt x="4834361" y="901829"/>
                </a:lnTo>
                <a:lnTo>
                  <a:pt x="4835123" y="926978"/>
                </a:lnTo>
                <a:lnTo>
                  <a:pt x="4840458" y="938409"/>
                </a:lnTo>
                <a:lnTo>
                  <a:pt x="4841742" y="965887"/>
                </a:lnTo>
                <a:lnTo>
                  <a:pt x="4863328" y="999765"/>
                </a:lnTo>
                <a:lnTo>
                  <a:pt x="4913993" y="1050430"/>
                </a:lnTo>
                <a:lnTo>
                  <a:pt x="5010433" y="1121334"/>
                </a:lnTo>
                <a:lnTo>
                  <a:pt x="5033452" y="1132984"/>
                </a:lnTo>
                <a:lnTo>
                  <a:pt x="5040452" y="1133774"/>
                </a:lnTo>
                <a:lnTo>
                  <a:pt x="5075000" y="1132984"/>
                </a:lnTo>
                <a:lnTo>
                  <a:pt x="5090919" y="1124177"/>
                </a:lnTo>
                <a:lnTo>
                  <a:pt x="5103000" y="1112548"/>
                </a:lnTo>
                <a:lnTo>
                  <a:pt x="5102619" y="1061869"/>
                </a:lnTo>
                <a:lnTo>
                  <a:pt x="5097284" y="1045865"/>
                </a:lnTo>
                <a:lnTo>
                  <a:pt x="5096522" y="978038"/>
                </a:lnTo>
                <a:lnTo>
                  <a:pt x="5091188" y="956700"/>
                </a:lnTo>
                <a:lnTo>
                  <a:pt x="5091710" y="828371"/>
                </a:lnTo>
                <a:lnTo>
                  <a:pt x="5112336" y="774749"/>
                </a:lnTo>
                <a:lnTo>
                  <a:pt x="5182371" y="697855"/>
                </a:lnTo>
                <a:lnTo>
                  <a:pt x="5263090" y="618279"/>
                </a:lnTo>
                <a:lnTo>
                  <a:pt x="5357258" y="545774"/>
                </a:lnTo>
                <a:lnTo>
                  <a:pt x="5397452" y="508742"/>
                </a:lnTo>
                <a:lnTo>
                  <a:pt x="5415184" y="499223"/>
                </a:lnTo>
                <a:lnTo>
                  <a:pt x="5464805" y="459050"/>
                </a:lnTo>
                <a:lnTo>
                  <a:pt x="5483823" y="449694"/>
                </a:lnTo>
                <a:lnTo>
                  <a:pt x="5514532" y="427614"/>
                </a:lnTo>
                <a:lnTo>
                  <a:pt x="5550435" y="409952"/>
                </a:lnTo>
                <a:lnTo>
                  <a:pt x="5563306" y="407037"/>
                </a:lnTo>
                <a:lnTo>
                  <a:pt x="5576177" y="397081"/>
                </a:lnTo>
                <a:lnTo>
                  <a:pt x="5623597" y="373371"/>
                </a:lnTo>
                <a:lnTo>
                  <a:pt x="5637230" y="369695"/>
                </a:lnTo>
                <a:lnTo>
                  <a:pt x="5679823" y="336113"/>
                </a:lnTo>
                <a:lnTo>
                  <a:pt x="5794984" y="275195"/>
                </a:lnTo>
                <a:lnTo>
                  <a:pt x="5825806" y="262952"/>
                </a:lnTo>
                <a:lnTo>
                  <a:pt x="5853284" y="261667"/>
                </a:lnTo>
                <a:lnTo>
                  <a:pt x="5880903" y="250758"/>
                </a:lnTo>
                <a:lnTo>
                  <a:pt x="5919587" y="249474"/>
                </a:lnTo>
                <a:lnTo>
                  <a:pt x="5932542" y="244139"/>
                </a:lnTo>
                <a:lnTo>
                  <a:pt x="5968361" y="243377"/>
                </a:lnTo>
                <a:lnTo>
                  <a:pt x="5981839" y="238113"/>
                </a:lnTo>
                <a:lnTo>
                  <a:pt x="5993806" y="237323"/>
                </a:lnTo>
                <a:lnTo>
                  <a:pt x="6025871" y="215306"/>
                </a:lnTo>
                <a:lnTo>
                  <a:pt x="6039807" y="221276"/>
                </a:lnTo>
                <a:lnTo>
                  <a:pt x="6051048" y="231565"/>
                </a:lnTo>
                <a:lnTo>
                  <a:pt x="6086161" y="231452"/>
                </a:lnTo>
                <a:lnTo>
                  <a:pt x="6140595" y="218418"/>
                </a:lnTo>
                <a:lnTo>
                  <a:pt x="6150770" y="213394"/>
                </a:lnTo>
                <a:lnTo>
                  <a:pt x="6164714" y="219251"/>
                </a:lnTo>
                <a:lnTo>
                  <a:pt x="6191048" y="205823"/>
                </a:lnTo>
                <a:lnTo>
                  <a:pt x="6227629" y="176468"/>
                </a:lnTo>
                <a:lnTo>
                  <a:pt x="6266185" y="136556"/>
                </a:lnTo>
                <a:lnTo>
                  <a:pt x="6278774" y="99581"/>
                </a:lnTo>
                <a:lnTo>
                  <a:pt x="6279565" y="49790"/>
                </a:lnTo>
                <a:lnTo>
                  <a:pt x="6278774" y="40419"/>
                </a:lnTo>
                <a:lnTo>
                  <a:pt x="6272628" y="27323"/>
                </a:lnTo>
                <a:lnTo>
                  <a:pt x="6265452" y="13548"/>
                </a:lnTo>
                <a:lnTo>
                  <a:pt x="6258148" y="7127"/>
                </a:lnTo>
                <a:lnTo>
                  <a:pt x="6236238" y="268"/>
                </a:lnTo>
                <a:lnTo>
                  <a:pt x="6199742" y="0"/>
                </a:lnTo>
                <a:lnTo>
                  <a:pt x="6188226" y="2935"/>
                </a:lnTo>
                <a:close/>
                <a:moveTo>
                  <a:pt x="3170323" y="15129"/>
                </a:moveTo>
                <a:lnTo>
                  <a:pt x="3149936" y="18940"/>
                </a:lnTo>
                <a:lnTo>
                  <a:pt x="3127758" y="34054"/>
                </a:lnTo>
                <a:lnTo>
                  <a:pt x="3116581" y="32403"/>
                </a:lnTo>
                <a:lnTo>
                  <a:pt x="3063629" y="49614"/>
                </a:lnTo>
                <a:lnTo>
                  <a:pt x="3032411" y="69266"/>
                </a:lnTo>
                <a:lnTo>
                  <a:pt x="3002280" y="98579"/>
                </a:lnTo>
                <a:lnTo>
                  <a:pt x="2987800" y="145829"/>
                </a:lnTo>
                <a:lnTo>
                  <a:pt x="2987038" y="170978"/>
                </a:lnTo>
                <a:lnTo>
                  <a:pt x="2981704" y="182409"/>
                </a:lnTo>
                <a:lnTo>
                  <a:pt x="2980942" y="207558"/>
                </a:lnTo>
                <a:lnTo>
                  <a:pt x="2975607" y="218609"/>
                </a:lnTo>
                <a:lnTo>
                  <a:pt x="2974845" y="238423"/>
                </a:lnTo>
                <a:lnTo>
                  <a:pt x="2957839" y="277742"/>
                </a:lnTo>
                <a:lnTo>
                  <a:pt x="2956935" y="313871"/>
                </a:lnTo>
                <a:lnTo>
                  <a:pt x="2949315" y="321492"/>
                </a:lnTo>
                <a:lnTo>
                  <a:pt x="2930940" y="333446"/>
                </a:lnTo>
                <a:lnTo>
                  <a:pt x="2921032" y="335097"/>
                </a:lnTo>
                <a:lnTo>
                  <a:pt x="2880726" y="335210"/>
                </a:lnTo>
                <a:lnTo>
                  <a:pt x="2856339" y="312347"/>
                </a:lnTo>
                <a:lnTo>
                  <a:pt x="2805645" y="325274"/>
                </a:lnTo>
                <a:lnTo>
                  <a:pt x="2794418" y="337115"/>
                </a:lnTo>
                <a:lnTo>
                  <a:pt x="2769841" y="373886"/>
                </a:lnTo>
                <a:lnTo>
                  <a:pt x="2760935" y="392452"/>
                </a:lnTo>
                <a:lnTo>
                  <a:pt x="2732689" y="435806"/>
                </a:lnTo>
                <a:lnTo>
                  <a:pt x="2729259" y="448762"/>
                </a:lnTo>
                <a:lnTo>
                  <a:pt x="2709064" y="471625"/>
                </a:lnTo>
                <a:lnTo>
                  <a:pt x="2705253" y="484962"/>
                </a:lnTo>
                <a:lnTo>
                  <a:pt x="2683576" y="512926"/>
                </a:lnTo>
                <a:lnTo>
                  <a:pt x="2622523" y="573979"/>
                </a:lnTo>
                <a:lnTo>
                  <a:pt x="2593952" y="596016"/>
                </a:lnTo>
                <a:lnTo>
                  <a:pt x="2563468" y="611371"/>
                </a:lnTo>
                <a:lnTo>
                  <a:pt x="2539532" y="632145"/>
                </a:lnTo>
                <a:lnTo>
                  <a:pt x="2518920" y="643097"/>
                </a:lnTo>
                <a:lnTo>
                  <a:pt x="2503516" y="657774"/>
                </a:lnTo>
                <a:lnTo>
                  <a:pt x="2497582" y="674343"/>
                </a:lnTo>
                <a:lnTo>
                  <a:pt x="2477097" y="697742"/>
                </a:lnTo>
                <a:lnTo>
                  <a:pt x="2458334" y="728452"/>
                </a:lnTo>
                <a:lnTo>
                  <a:pt x="2449570" y="758935"/>
                </a:lnTo>
                <a:lnTo>
                  <a:pt x="2416037" y="805804"/>
                </a:lnTo>
                <a:lnTo>
                  <a:pt x="2393661" y="821371"/>
                </a:lnTo>
                <a:lnTo>
                  <a:pt x="2380113" y="824532"/>
                </a:lnTo>
                <a:lnTo>
                  <a:pt x="2360595" y="834193"/>
                </a:lnTo>
                <a:lnTo>
                  <a:pt x="2327895" y="841750"/>
                </a:lnTo>
                <a:lnTo>
                  <a:pt x="2319950" y="847332"/>
                </a:lnTo>
                <a:lnTo>
                  <a:pt x="2311630" y="863533"/>
                </a:lnTo>
                <a:lnTo>
                  <a:pt x="2293290" y="924226"/>
                </a:lnTo>
                <a:lnTo>
                  <a:pt x="2292006" y="968512"/>
                </a:lnTo>
                <a:lnTo>
                  <a:pt x="2281146" y="998615"/>
                </a:lnTo>
                <a:lnTo>
                  <a:pt x="2279241" y="1013095"/>
                </a:lnTo>
                <a:lnTo>
                  <a:pt x="2266476" y="1051771"/>
                </a:lnTo>
                <a:lnTo>
                  <a:pt x="2253901" y="1064727"/>
                </a:lnTo>
                <a:lnTo>
                  <a:pt x="2228032" y="1078113"/>
                </a:lnTo>
                <a:lnTo>
                  <a:pt x="2200554" y="1079397"/>
                </a:lnTo>
                <a:lnTo>
                  <a:pt x="2171214" y="1090829"/>
                </a:lnTo>
                <a:lnTo>
                  <a:pt x="2151399" y="1091591"/>
                </a:lnTo>
                <a:lnTo>
                  <a:pt x="2142790" y="1096403"/>
                </a:lnTo>
                <a:lnTo>
                  <a:pt x="2120915" y="1097688"/>
                </a:lnTo>
                <a:lnTo>
                  <a:pt x="2109103" y="1103022"/>
                </a:lnTo>
                <a:lnTo>
                  <a:pt x="2073284" y="1103784"/>
                </a:lnTo>
                <a:lnTo>
                  <a:pt x="2060710" y="1109119"/>
                </a:lnTo>
                <a:lnTo>
                  <a:pt x="2030226" y="1109881"/>
                </a:lnTo>
                <a:lnTo>
                  <a:pt x="2016127" y="1115216"/>
                </a:lnTo>
                <a:lnTo>
                  <a:pt x="1958970" y="1115978"/>
                </a:lnTo>
                <a:lnTo>
                  <a:pt x="1948801" y="1119929"/>
                </a:lnTo>
                <a:lnTo>
                  <a:pt x="1931344" y="1121313"/>
                </a:lnTo>
                <a:lnTo>
                  <a:pt x="1720624" y="1122075"/>
                </a:lnTo>
                <a:lnTo>
                  <a:pt x="1703166" y="1123458"/>
                </a:lnTo>
                <a:lnTo>
                  <a:pt x="1685949" y="1128933"/>
                </a:lnTo>
                <a:lnTo>
                  <a:pt x="1676613" y="1136935"/>
                </a:lnTo>
                <a:lnTo>
                  <a:pt x="1676232" y="1187615"/>
                </a:lnTo>
                <a:lnTo>
                  <a:pt x="1666325" y="1216194"/>
                </a:lnTo>
                <a:lnTo>
                  <a:pt x="1670135" y="1227625"/>
                </a:lnTo>
                <a:lnTo>
                  <a:pt x="1669613" y="1276371"/>
                </a:lnTo>
                <a:lnTo>
                  <a:pt x="1662895" y="1295642"/>
                </a:lnTo>
                <a:lnTo>
                  <a:pt x="1648556" y="1309734"/>
                </a:lnTo>
                <a:lnTo>
                  <a:pt x="1636984" y="1314885"/>
                </a:lnTo>
                <a:lnTo>
                  <a:pt x="1619646" y="1309741"/>
                </a:lnTo>
                <a:lnTo>
                  <a:pt x="1594306" y="1293737"/>
                </a:lnTo>
                <a:lnTo>
                  <a:pt x="1581435" y="1290823"/>
                </a:lnTo>
                <a:lnTo>
                  <a:pt x="1550726" y="1275016"/>
                </a:lnTo>
                <a:lnTo>
                  <a:pt x="1541355" y="1274226"/>
                </a:lnTo>
                <a:lnTo>
                  <a:pt x="1491565" y="1275016"/>
                </a:lnTo>
                <a:lnTo>
                  <a:pt x="1400162" y="1299453"/>
                </a:lnTo>
                <a:lnTo>
                  <a:pt x="1379967" y="1309741"/>
                </a:lnTo>
                <a:lnTo>
                  <a:pt x="1313177" y="1330565"/>
                </a:lnTo>
                <a:lnTo>
                  <a:pt x="1289122" y="1342772"/>
                </a:lnTo>
                <a:lnTo>
                  <a:pt x="1273435" y="1357887"/>
                </a:lnTo>
                <a:lnTo>
                  <a:pt x="1224661" y="1423597"/>
                </a:lnTo>
                <a:lnTo>
                  <a:pt x="1204910" y="1442776"/>
                </a:lnTo>
                <a:lnTo>
                  <a:pt x="1188871" y="1450538"/>
                </a:lnTo>
                <a:lnTo>
                  <a:pt x="1153871" y="1452683"/>
                </a:lnTo>
                <a:lnTo>
                  <a:pt x="1123606" y="1471708"/>
                </a:lnTo>
                <a:lnTo>
                  <a:pt x="1107898" y="1486357"/>
                </a:lnTo>
                <a:lnTo>
                  <a:pt x="1074747" y="1526748"/>
                </a:lnTo>
                <a:lnTo>
                  <a:pt x="1071318" y="1539704"/>
                </a:lnTo>
                <a:lnTo>
                  <a:pt x="1056097" y="1557839"/>
                </a:lnTo>
                <a:lnTo>
                  <a:pt x="1046740" y="1576856"/>
                </a:lnTo>
                <a:lnTo>
                  <a:pt x="1026742" y="1604468"/>
                </a:lnTo>
                <a:lnTo>
                  <a:pt x="1022924" y="1618581"/>
                </a:lnTo>
                <a:lnTo>
                  <a:pt x="994677" y="1661935"/>
                </a:lnTo>
                <a:lnTo>
                  <a:pt x="980226" y="1691516"/>
                </a:lnTo>
                <a:lnTo>
                  <a:pt x="946715" y="1734038"/>
                </a:lnTo>
                <a:lnTo>
                  <a:pt x="939023" y="1754883"/>
                </a:lnTo>
                <a:lnTo>
                  <a:pt x="946581" y="1777774"/>
                </a:lnTo>
                <a:lnTo>
                  <a:pt x="973903" y="1837387"/>
                </a:lnTo>
                <a:lnTo>
                  <a:pt x="983161" y="1869226"/>
                </a:lnTo>
                <a:lnTo>
                  <a:pt x="998290" y="1898355"/>
                </a:lnTo>
                <a:lnTo>
                  <a:pt x="1013645" y="1942387"/>
                </a:lnTo>
                <a:lnTo>
                  <a:pt x="1022677" y="1959323"/>
                </a:lnTo>
                <a:lnTo>
                  <a:pt x="1037129" y="2006968"/>
                </a:lnTo>
                <a:lnTo>
                  <a:pt x="1054382" y="2028998"/>
                </a:lnTo>
                <a:lnTo>
                  <a:pt x="1061220" y="2048403"/>
                </a:lnTo>
                <a:lnTo>
                  <a:pt x="1053839" y="2069065"/>
                </a:lnTo>
                <a:lnTo>
                  <a:pt x="1043452" y="2082613"/>
                </a:lnTo>
                <a:lnTo>
                  <a:pt x="1029000" y="2112194"/>
                </a:lnTo>
                <a:lnTo>
                  <a:pt x="1013779" y="2130329"/>
                </a:lnTo>
                <a:lnTo>
                  <a:pt x="1005065" y="2154419"/>
                </a:lnTo>
                <a:lnTo>
                  <a:pt x="971871" y="2207032"/>
                </a:lnTo>
                <a:lnTo>
                  <a:pt x="960242" y="2219113"/>
                </a:lnTo>
                <a:lnTo>
                  <a:pt x="933188" y="2218732"/>
                </a:lnTo>
                <a:lnTo>
                  <a:pt x="923661" y="2214540"/>
                </a:lnTo>
                <a:lnTo>
                  <a:pt x="915469" y="2222542"/>
                </a:lnTo>
                <a:lnTo>
                  <a:pt x="901370" y="2281224"/>
                </a:lnTo>
                <a:lnTo>
                  <a:pt x="888548" y="2320387"/>
                </a:lnTo>
                <a:lnTo>
                  <a:pt x="878839" y="2338339"/>
                </a:lnTo>
                <a:lnTo>
                  <a:pt x="877554" y="2365817"/>
                </a:lnTo>
                <a:lnTo>
                  <a:pt x="871839" y="2380677"/>
                </a:lnTo>
                <a:lnTo>
                  <a:pt x="879460" y="2394395"/>
                </a:lnTo>
                <a:lnTo>
                  <a:pt x="894321" y="2403921"/>
                </a:lnTo>
                <a:lnTo>
                  <a:pt x="901419" y="2417597"/>
                </a:lnTo>
                <a:lnTo>
                  <a:pt x="902704" y="2445075"/>
                </a:lnTo>
                <a:lnTo>
                  <a:pt x="914135" y="2474796"/>
                </a:lnTo>
                <a:lnTo>
                  <a:pt x="914516" y="2502613"/>
                </a:lnTo>
                <a:lnTo>
                  <a:pt x="896847" y="2517573"/>
                </a:lnTo>
                <a:lnTo>
                  <a:pt x="882889" y="2518807"/>
                </a:lnTo>
                <a:lnTo>
                  <a:pt x="847833" y="2529667"/>
                </a:lnTo>
                <a:lnTo>
                  <a:pt x="820355" y="2529145"/>
                </a:lnTo>
                <a:lnTo>
                  <a:pt x="807554" y="2521905"/>
                </a:lnTo>
                <a:lnTo>
                  <a:pt x="782433" y="2496784"/>
                </a:lnTo>
                <a:lnTo>
                  <a:pt x="775243" y="2483370"/>
                </a:lnTo>
                <a:lnTo>
                  <a:pt x="772957" y="2472129"/>
                </a:lnTo>
                <a:lnTo>
                  <a:pt x="752161" y="2443790"/>
                </a:lnTo>
                <a:lnTo>
                  <a:pt x="746855" y="2440121"/>
                </a:lnTo>
                <a:lnTo>
                  <a:pt x="730427" y="2445315"/>
                </a:lnTo>
                <a:lnTo>
                  <a:pt x="716935" y="2456774"/>
                </a:lnTo>
                <a:lnTo>
                  <a:pt x="690841" y="2493658"/>
                </a:lnTo>
                <a:lnTo>
                  <a:pt x="644452" y="2547661"/>
                </a:lnTo>
                <a:lnTo>
                  <a:pt x="630790" y="2577468"/>
                </a:lnTo>
                <a:lnTo>
                  <a:pt x="586532" y="2625113"/>
                </a:lnTo>
                <a:lnTo>
                  <a:pt x="579208" y="2652704"/>
                </a:lnTo>
                <a:lnTo>
                  <a:pt x="579575" y="2670655"/>
                </a:lnTo>
                <a:lnTo>
                  <a:pt x="585982" y="2684429"/>
                </a:lnTo>
                <a:lnTo>
                  <a:pt x="626062" y="2720382"/>
                </a:lnTo>
                <a:lnTo>
                  <a:pt x="652355" y="2749532"/>
                </a:lnTo>
                <a:lnTo>
                  <a:pt x="674484" y="2816823"/>
                </a:lnTo>
                <a:lnTo>
                  <a:pt x="692153" y="2833476"/>
                </a:lnTo>
                <a:lnTo>
                  <a:pt x="717048" y="2842565"/>
                </a:lnTo>
                <a:lnTo>
                  <a:pt x="733913" y="2852549"/>
                </a:lnTo>
                <a:lnTo>
                  <a:pt x="742282" y="2862132"/>
                </a:lnTo>
                <a:lnTo>
                  <a:pt x="749522" y="2883661"/>
                </a:lnTo>
                <a:lnTo>
                  <a:pt x="749522" y="2914145"/>
                </a:lnTo>
                <a:lnTo>
                  <a:pt x="742282" y="2935674"/>
                </a:lnTo>
                <a:lnTo>
                  <a:pt x="731726" y="2947113"/>
                </a:lnTo>
                <a:lnTo>
                  <a:pt x="692111" y="2975120"/>
                </a:lnTo>
                <a:lnTo>
                  <a:pt x="683290" y="3000403"/>
                </a:lnTo>
                <a:lnTo>
                  <a:pt x="683290" y="3010790"/>
                </a:lnTo>
                <a:lnTo>
                  <a:pt x="688554" y="3023125"/>
                </a:lnTo>
                <a:lnTo>
                  <a:pt x="689317" y="3042940"/>
                </a:lnTo>
                <a:lnTo>
                  <a:pt x="706845" y="3096286"/>
                </a:lnTo>
                <a:lnTo>
                  <a:pt x="708129" y="3118161"/>
                </a:lnTo>
                <a:lnTo>
                  <a:pt x="718516" y="3143565"/>
                </a:lnTo>
                <a:lnTo>
                  <a:pt x="719405" y="3180724"/>
                </a:lnTo>
                <a:lnTo>
                  <a:pt x="718516" y="3196855"/>
                </a:lnTo>
                <a:lnTo>
                  <a:pt x="712370" y="3214983"/>
                </a:lnTo>
                <a:lnTo>
                  <a:pt x="683742" y="3277355"/>
                </a:lnTo>
                <a:lnTo>
                  <a:pt x="682839" y="3313484"/>
                </a:lnTo>
                <a:lnTo>
                  <a:pt x="694129" y="3326355"/>
                </a:lnTo>
                <a:lnTo>
                  <a:pt x="726871" y="3386419"/>
                </a:lnTo>
                <a:lnTo>
                  <a:pt x="748760" y="3415224"/>
                </a:lnTo>
                <a:lnTo>
                  <a:pt x="807823" y="3455424"/>
                </a:lnTo>
                <a:lnTo>
                  <a:pt x="832040" y="3464266"/>
                </a:lnTo>
                <a:lnTo>
                  <a:pt x="851643" y="3483622"/>
                </a:lnTo>
                <a:lnTo>
                  <a:pt x="864839" y="3527210"/>
                </a:lnTo>
                <a:lnTo>
                  <a:pt x="866123" y="3554688"/>
                </a:lnTo>
                <a:lnTo>
                  <a:pt x="870935" y="3564468"/>
                </a:lnTo>
                <a:lnTo>
                  <a:pt x="872220" y="3625563"/>
                </a:lnTo>
                <a:lnTo>
                  <a:pt x="877554" y="3638899"/>
                </a:lnTo>
                <a:lnTo>
                  <a:pt x="878818" y="3660520"/>
                </a:lnTo>
                <a:lnTo>
                  <a:pt x="885556" y="3658855"/>
                </a:lnTo>
                <a:lnTo>
                  <a:pt x="893368" y="3646711"/>
                </a:lnTo>
                <a:lnTo>
                  <a:pt x="920994" y="3633946"/>
                </a:lnTo>
                <a:lnTo>
                  <a:pt x="955479" y="3633183"/>
                </a:lnTo>
                <a:lnTo>
                  <a:pt x="966339" y="3628992"/>
                </a:lnTo>
                <a:lnTo>
                  <a:pt x="980819" y="3643662"/>
                </a:lnTo>
                <a:lnTo>
                  <a:pt x="987296" y="3671669"/>
                </a:lnTo>
                <a:lnTo>
                  <a:pt x="987296" y="3723492"/>
                </a:lnTo>
                <a:lnTo>
                  <a:pt x="976387" y="3759000"/>
                </a:lnTo>
                <a:lnTo>
                  <a:pt x="975103" y="3792081"/>
                </a:lnTo>
                <a:lnTo>
                  <a:pt x="963671" y="3821802"/>
                </a:lnTo>
                <a:lnTo>
                  <a:pt x="962909" y="3841617"/>
                </a:lnTo>
                <a:lnTo>
                  <a:pt x="958146" y="3851905"/>
                </a:lnTo>
                <a:lnTo>
                  <a:pt x="956431" y="3867338"/>
                </a:lnTo>
                <a:lnTo>
                  <a:pt x="940046" y="3890772"/>
                </a:lnTo>
                <a:lnTo>
                  <a:pt x="918517" y="3906014"/>
                </a:lnTo>
                <a:lnTo>
                  <a:pt x="903085" y="3913635"/>
                </a:lnTo>
                <a:lnTo>
                  <a:pt x="879488" y="3915780"/>
                </a:lnTo>
                <a:lnTo>
                  <a:pt x="838038" y="3946441"/>
                </a:lnTo>
                <a:lnTo>
                  <a:pt x="812917" y="3971138"/>
                </a:lnTo>
                <a:lnTo>
                  <a:pt x="797083" y="4002765"/>
                </a:lnTo>
                <a:lnTo>
                  <a:pt x="787627" y="4013279"/>
                </a:lnTo>
                <a:lnTo>
                  <a:pt x="754857" y="4039191"/>
                </a:lnTo>
                <a:lnTo>
                  <a:pt x="739805" y="4047193"/>
                </a:lnTo>
                <a:lnTo>
                  <a:pt x="729517" y="4047193"/>
                </a:lnTo>
                <a:lnTo>
                  <a:pt x="716145" y="4040242"/>
                </a:lnTo>
                <a:lnTo>
                  <a:pt x="692210" y="4019468"/>
                </a:lnTo>
                <a:lnTo>
                  <a:pt x="673355" y="4009306"/>
                </a:lnTo>
                <a:lnTo>
                  <a:pt x="643210" y="3981081"/>
                </a:lnTo>
                <a:lnTo>
                  <a:pt x="613065" y="3980177"/>
                </a:lnTo>
                <a:lnTo>
                  <a:pt x="591387" y="3969268"/>
                </a:lnTo>
                <a:lnTo>
                  <a:pt x="560903" y="3969268"/>
                </a:lnTo>
                <a:lnTo>
                  <a:pt x="527032" y="3989097"/>
                </a:lnTo>
                <a:lnTo>
                  <a:pt x="479959" y="4028535"/>
                </a:lnTo>
                <a:lnTo>
                  <a:pt x="475831" y="4035331"/>
                </a:lnTo>
                <a:lnTo>
                  <a:pt x="475097" y="4047242"/>
                </a:lnTo>
                <a:lnTo>
                  <a:pt x="467927" y="4069674"/>
                </a:lnTo>
                <a:lnTo>
                  <a:pt x="453589" y="4083766"/>
                </a:lnTo>
                <a:lnTo>
                  <a:pt x="441113" y="4089919"/>
                </a:lnTo>
                <a:lnTo>
                  <a:pt x="431742" y="4090710"/>
                </a:lnTo>
                <a:lnTo>
                  <a:pt x="385621" y="4090442"/>
                </a:lnTo>
                <a:lnTo>
                  <a:pt x="362998" y="4084846"/>
                </a:lnTo>
                <a:lnTo>
                  <a:pt x="336903" y="4092855"/>
                </a:lnTo>
                <a:lnTo>
                  <a:pt x="329226" y="4099968"/>
                </a:lnTo>
                <a:lnTo>
                  <a:pt x="328323" y="4154048"/>
                </a:lnTo>
                <a:lnTo>
                  <a:pt x="321605" y="4173320"/>
                </a:lnTo>
                <a:lnTo>
                  <a:pt x="311048" y="4184758"/>
                </a:lnTo>
                <a:lnTo>
                  <a:pt x="295694" y="4192563"/>
                </a:lnTo>
                <a:lnTo>
                  <a:pt x="284262" y="4188752"/>
                </a:lnTo>
                <a:lnTo>
                  <a:pt x="235516" y="4189274"/>
                </a:lnTo>
                <a:lnTo>
                  <a:pt x="217113" y="4198984"/>
                </a:lnTo>
                <a:lnTo>
                  <a:pt x="202323" y="4203048"/>
                </a:lnTo>
                <a:lnTo>
                  <a:pt x="183298" y="4216032"/>
                </a:lnTo>
                <a:lnTo>
                  <a:pt x="172234" y="4228000"/>
                </a:lnTo>
                <a:lnTo>
                  <a:pt x="179855" y="4235621"/>
                </a:lnTo>
                <a:lnTo>
                  <a:pt x="203565" y="4220435"/>
                </a:lnTo>
                <a:lnTo>
                  <a:pt x="225581" y="4213520"/>
                </a:lnTo>
                <a:lnTo>
                  <a:pt x="242918" y="4221903"/>
                </a:lnTo>
                <a:lnTo>
                  <a:pt x="260256" y="4239622"/>
                </a:lnTo>
                <a:lnTo>
                  <a:pt x="267877" y="4261532"/>
                </a:lnTo>
                <a:lnTo>
                  <a:pt x="267355" y="4294613"/>
                </a:lnTo>
                <a:lnTo>
                  <a:pt x="259226" y="4315726"/>
                </a:lnTo>
                <a:lnTo>
                  <a:pt x="248062" y="4326501"/>
                </a:lnTo>
                <a:lnTo>
                  <a:pt x="236208" y="4332929"/>
                </a:lnTo>
                <a:lnTo>
                  <a:pt x="204581" y="4333790"/>
                </a:lnTo>
                <a:lnTo>
                  <a:pt x="179855" y="4317927"/>
                </a:lnTo>
                <a:lnTo>
                  <a:pt x="155440" y="4333550"/>
                </a:lnTo>
                <a:lnTo>
                  <a:pt x="141468" y="4334694"/>
                </a:lnTo>
                <a:lnTo>
                  <a:pt x="117363" y="4320976"/>
                </a:lnTo>
                <a:lnTo>
                  <a:pt x="111266" y="4313545"/>
                </a:lnTo>
                <a:lnTo>
                  <a:pt x="106694" y="4299637"/>
                </a:lnTo>
                <a:lnTo>
                  <a:pt x="98706" y="4318160"/>
                </a:lnTo>
                <a:lnTo>
                  <a:pt x="77085" y="4332915"/>
                </a:lnTo>
                <a:lnTo>
                  <a:pt x="69238" y="4332915"/>
                </a:lnTo>
                <a:lnTo>
                  <a:pt x="52571" y="4323128"/>
                </a:lnTo>
                <a:lnTo>
                  <a:pt x="44202" y="4313545"/>
                </a:lnTo>
                <a:lnTo>
                  <a:pt x="36962" y="4292016"/>
                </a:lnTo>
                <a:lnTo>
                  <a:pt x="36962" y="4261532"/>
                </a:lnTo>
                <a:lnTo>
                  <a:pt x="45613" y="4237823"/>
                </a:lnTo>
                <a:lnTo>
                  <a:pt x="58540" y="4225911"/>
                </a:lnTo>
                <a:lnTo>
                  <a:pt x="75081" y="4219871"/>
                </a:lnTo>
                <a:lnTo>
                  <a:pt x="96024" y="4232573"/>
                </a:lnTo>
                <a:lnTo>
                  <a:pt x="106694" y="4252387"/>
                </a:lnTo>
                <a:lnTo>
                  <a:pt x="111076" y="4240384"/>
                </a:lnTo>
                <a:lnTo>
                  <a:pt x="120411" y="4228000"/>
                </a:lnTo>
                <a:lnTo>
                  <a:pt x="92976" y="4192944"/>
                </a:lnTo>
                <a:lnTo>
                  <a:pt x="79604" y="4188392"/>
                </a:lnTo>
                <a:lnTo>
                  <a:pt x="57919" y="4188371"/>
                </a:lnTo>
                <a:lnTo>
                  <a:pt x="35438" y="4205518"/>
                </a:lnTo>
                <a:lnTo>
                  <a:pt x="18968" y="4226984"/>
                </a:lnTo>
                <a:lnTo>
                  <a:pt x="0" y="4237145"/>
                </a:lnTo>
                <a:lnTo>
                  <a:pt x="0" y="4327073"/>
                </a:lnTo>
                <a:lnTo>
                  <a:pt x="18403" y="4338306"/>
                </a:lnTo>
                <a:lnTo>
                  <a:pt x="28960" y="4349745"/>
                </a:lnTo>
                <a:lnTo>
                  <a:pt x="48393" y="4407093"/>
                </a:lnTo>
                <a:lnTo>
                  <a:pt x="49155" y="4426907"/>
                </a:lnTo>
                <a:lnTo>
                  <a:pt x="54490" y="4437577"/>
                </a:lnTo>
                <a:lnTo>
                  <a:pt x="55774" y="4459452"/>
                </a:lnTo>
                <a:lnTo>
                  <a:pt x="71828" y="4484065"/>
                </a:lnTo>
                <a:lnTo>
                  <a:pt x="78355" y="4502806"/>
                </a:lnTo>
                <a:lnTo>
                  <a:pt x="80161" y="4538484"/>
                </a:lnTo>
                <a:lnTo>
                  <a:pt x="96645" y="4582968"/>
                </a:lnTo>
                <a:lnTo>
                  <a:pt x="97929" y="4660871"/>
                </a:lnTo>
                <a:lnTo>
                  <a:pt x="108839" y="4692597"/>
                </a:lnTo>
                <a:lnTo>
                  <a:pt x="110123" y="4764897"/>
                </a:lnTo>
                <a:lnTo>
                  <a:pt x="115458" y="4780520"/>
                </a:lnTo>
                <a:lnTo>
                  <a:pt x="117603" y="4826923"/>
                </a:lnTo>
                <a:lnTo>
                  <a:pt x="124419" y="4839145"/>
                </a:lnTo>
                <a:lnTo>
                  <a:pt x="132167" y="4846131"/>
                </a:lnTo>
                <a:lnTo>
                  <a:pt x="192394" y="4872804"/>
                </a:lnTo>
                <a:lnTo>
                  <a:pt x="208081" y="4887919"/>
                </a:lnTo>
                <a:lnTo>
                  <a:pt x="229772" y="4920174"/>
                </a:lnTo>
                <a:lnTo>
                  <a:pt x="253588" y="4945705"/>
                </a:lnTo>
                <a:lnTo>
                  <a:pt x="258160" y="4960375"/>
                </a:lnTo>
                <a:lnTo>
                  <a:pt x="279661" y="4985694"/>
                </a:lnTo>
                <a:lnTo>
                  <a:pt x="289025" y="5015627"/>
                </a:lnTo>
                <a:lnTo>
                  <a:pt x="316432" y="5046767"/>
                </a:lnTo>
                <a:lnTo>
                  <a:pt x="342562" y="5087539"/>
                </a:lnTo>
                <a:lnTo>
                  <a:pt x="385811" y="5125559"/>
                </a:lnTo>
                <a:lnTo>
                  <a:pt x="418194" y="5164984"/>
                </a:lnTo>
                <a:lnTo>
                  <a:pt x="422011" y="5179097"/>
                </a:lnTo>
                <a:lnTo>
                  <a:pt x="438015" y="5204436"/>
                </a:lnTo>
                <a:lnTo>
                  <a:pt x="463919" y="5299113"/>
                </a:lnTo>
                <a:lnTo>
                  <a:pt x="474215" y="5313226"/>
                </a:lnTo>
                <a:lnTo>
                  <a:pt x="486789" y="5351712"/>
                </a:lnTo>
                <a:lnTo>
                  <a:pt x="487742" y="5368097"/>
                </a:lnTo>
                <a:lnTo>
                  <a:pt x="512129" y="5391531"/>
                </a:lnTo>
                <a:lnTo>
                  <a:pt x="534420" y="5406964"/>
                </a:lnTo>
                <a:lnTo>
                  <a:pt x="549853" y="5408678"/>
                </a:lnTo>
                <a:lnTo>
                  <a:pt x="560141" y="5413442"/>
                </a:lnTo>
                <a:lnTo>
                  <a:pt x="582016" y="5414726"/>
                </a:lnTo>
                <a:lnTo>
                  <a:pt x="590244" y="5418967"/>
                </a:lnTo>
                <a:lnTo>
                  <a:pt x="606516" y="5421500"/>
                </a:lnTo>
                <a:lnTo>
                  <a:pt x="621984" y="5429629"/>
                </a:lnTo>
                <a:lnTo>
                  <a:pt x="632540" y="5441068"/>
                </a:lnTo>
                <a:lnTo>
                  <a:pt x="636541" y="5455166"/>
                </a:lnTo>
                <a:lnTo>
                  <a:pt x="663949" y="5485735"/>
                </a:lnTo>
                <a:lnTo>
                  <a:pt x="681505" y="5514419"/>
                </a:lnTo>
                <a:lnTo>
                  <a:pt x="688032" y="5533726"/>
                </a:lnTo>
                <a:lnTo>
                  <a:pt x="688921" y="5553159"/>
                </a:lnTo>
                <a:lnTo>
                  <a:pt x="688554" y="5594821"/>
                </a:lnTo>
                <a:lnTo>
                  <a:pt x="683220" y="5608919"/>
                </a:lnTo>
                <a:lnTo>
                  <a:pt x="682839" y="5642452"/>
                </a:lnTo>
                <a:lnTo>
                  <a:pt x="694129" y="5655323"/>
                </a:lnTo>
                <a:lnTo>
                  <a:pt x="703613" y="5680952"/>
                </a:lnTo>
                <a:lnTo>
                  <a:pt x="731253" y="5717546"/>
                </a:lnTo>
                <a:lnTo>
                  <a:pt x="746290" y="5754113"/>
                </a:lnTo>
                <a:lnTo>
                  <a:pt x="773613" y="5790581"/>
                </a:lnTo>
                <a:lnTo>
                  <a:pt x="780006" y="5816210"/>
                </a:lnTo>
                <a:lnTo>
                  <a:pt x="781290" y="5938935"/>
                </a:lnTo>
                <a:lnTo>
                  <a:pt x="788516" y="5960952"/>
                </a:lnTo>
                <a:lnTo>
                  <a:pt x="795820" y="5967486"/>
                </a:lnTo>
                <a:lnTo>
                  <a:pt x="819790" y="5976081"/>
                </a:lnTo>
                <a:lnTo>
                  <a:pt x="838306" y="5993016"/>
                </a:lnTo>
                <a:lnTo>
                  <a:pt x="868790" y="5993016"/>
                </a:lnTo>
                <a:lnTo>
                  <a:pt x="880031" y="5982728"/>
                </a:lnTo>
                <a:lnTo>
                  <a:pt x="893855" y="5975629"/>
                </a:lnTo>
                <a:lnTo>
                  <a:pt x="938141" y="5974345"/>
                </a:lnTo>
                <a:lnTo>
                  <a:pt x="956149" y="5968643"/>
                </a:lnTo>
                <a:lnTo>
                  <a:pt x="970149" y="5969010"/>
                </a:lnTo>
                <a:lnTo>
                  <a:pt x="983500" y="5973710"/>
                </a:lnTo>
                <a:lnTo>
                  <a:pt x="1002242" y="5964113"/>
                </a:lnTo>
                <a:lnTo>
                  <a:pt x="1014922" y="5961389"/>
                </a:lnTo>
                <a:lnTo>
                  <a:pt x="1023115" y="5953578"/>
                </a:lnTo>
                <a:lnTo>
                  <a:pt x="1029452" y="5940629"/>
                </a:lnTo>
                <a:lnTo>
                  <a:pt x="1030736" y="5901946"/>
                </a:lnTo>
                <a:lnTo>
                  <a:pt x="1036071" y="5882893"/>
                </a:lnTo>
                <a:lnTo>
                  <a:pt x="1036339" y="5774210"/>
                </a:lnTo>
                <a:lnTo>
                  <a:pt x="1035548" y="5754565"/>
                </a:lnTo>
                <a:lnTo>
                  <a:pt x="1030736" y="5739619"/>
                </a:lnTo>
                <a:lnTo>
                  <a:pt x="1031258" y="5656113"/>
                </a:lnTo>
                <a:lnTo>
                  <a:pt x="1038935" y="5634435"/>
                </a:lnTo>
                <a:lnTo>
                  <a:pt x="1084612" y="5579804"/>
                </a:lnTo>
                <a:lnTo>
                  <a:pt x="1094561" y="5554620"/>
                </a:lnTo>
                <a:lnTo>
                  <a:pt x="1134000" y="5514419"/>
                </a:lnTo>
                <a:lnTo>
                  <a:pt x="1133619" y="5418014"/>
                </a:lnTo>
                <a:lnTo>
                  <a:pt x="1128284" y="5398962"/>
                </a:lnTo>
                <a:lnTo>
                  <a:pt x="1128284" y="5331135"/>
                </a:lnTo>
                <a:lnTo>
                  <a:pt x="1135905" y="5306557"/>
                </a:lnTo>
                <a:lnTo>
                  <a:pt x="1150597" y="5290984"/>
                </a:lnTo>
                <a:lnTo>
                  <a:pt x="1179839" y="5275177"/>
                </a:lnTo>
                <a:lnTo>
                  <a:pt x="1197064" y="5272835"/>
                </a:lnTo>
                <a:lnTo>
                  <a:pt x="1210887" y="5262306"/>
                </a:lnTo>
                <a:lnTo>
                  <a:pt x="1246903" y="5244694"/>
                </a:lnTo>
                <a:lnTo>
                  <a:pt x="1265081" y="5241970"/>
                </a:lnTo>
                <a:lnTo>
                  <a:pt x="1283597" y="5226177"/>
                </a:lnTo>
                <a:lnTo>
                  <a:pt x="1357323" y="5183048"/>
                </a:lnTo>
                <a:lnTo>
                  <a:pt x="1407212" y="5182526"/>
                </a:lnTo>
                <a:lnTo>
                  <a:pt x="1422835" y="5187861"/>
                </a:lnTo>
                <a:lnTo>
                  <a:pt x="1485327" y="5188623"/>
                </a:lnTo>
                <a:lnTo>
                  <a:pt x="1501331" y="5193958"/>
                </a:lnTo>
                <a:lnTo>
                  <a:pt x="1553153" y="5194720"/>
                </a:lnTo>
                <a:lnTo>
                  <a:pt x="1565290" y="5199532"/>
                </a:lnTo>
                <a:lnTo>
                  <a:pt x="1591329" y="5200421"/>
                </a:lnTo>
                <a:lnTo>
                  <a:pt x="1655274" y="5200435"/>
                </a:lnTo>
                <a:lnTo>
                  <a:pt x="1670516" y="5185194"/>
                </a:lnTo>
                <a:lnTo>
                  <a:pt x="1670897" y="5140230"/>
                </a:lnTo>
                <a:lnTo>
                  <a:pt x="1677742" y="5118806"/>
                </a:lnTo>
                <a:lnTo>
                  <a:pt x="1716468" y="5076694"/>
                </a:lnTo>
                <a:lnTo>
                  <a:pt x="1724484" y="5061790"/>
                </a:lnTo>
                <a:lnTo>
                  <a:pt x="1725006" y="4978284"/>
                </a:lnTo>
                <a:lnTo>
                  <a:pt x="1719671" y="4961518"/>
                </a:lnTo>
                <a:lnTo>
                  <a:pt x="1718387" y="4911629"/>
                </a:lnTo>
                <a:lnTo>
                  <a:pt x="1708049" y="4878450"/>
                </a:lnTo>
                <a:lnTo>
                  <a:pt x="1706335" y="4863017"/>
                </a:lnTo>
                <a:lnTo>
                  <a:pt x="1695806" y="4849194"/>
                </a:lnTo>
                <a:lnTo>
                  <a:pt x="1685631" y="4822443"/>
                </a:lnTo>
                <a:lnTo>
                  <a:pt x="1660637" y="4807927"/>
                </a:lnTo>
                <a:lnTo>
                  <a:pt x="1638071" y="4786913"/>
                </a:lnTo>
                <a:lnTo>
                  <a:pt x="1628798" y="4775863"/>
                </a:lnTo>
                <a:lnTo>
                  <a:pt x="1622645" y="4757968"/>
                </a:lnTo>
                <a:lnTo>
                  <a:pt x="1622645" y="4722290"/>
                </a:lnTo>
                <a:lnTo>
                  <a:pt x="1639919" y="4679500"/>
                </a:lnTo>
                <a:lnTo>
                  <a:pt x="1639651" y="4657442"/>
                </a:lnTo>
                <a:lnTo>
                  <a:pt x="1634317" y="4645629"/>
                </a:lnTo>
                <a:lnTo>
                  <a:pt x="1634317" y="4615145"/>
                </a:lnTo>
                <a:lnTo>
                  <a:pt x="1641556" y="4593616"/>
                </a:lnTo>
                <a:lnTo>
                  <a:pt x="1649925" y="4584033"/>
                </a:lnTo>
                <a:lnTo>
                  <a:pt x="1704274" y="4546274"/>
                </a:lnTo>
                <a:lnTo>
                  <a:pt x="1728210" y="4525500"/>
                </a:lnTo>
                <a:lnTo>
                  <a:pt x="1753387" y="4509919"/>
                </a:lnTo>
                <a:lnTo>
                  <a:pt x="1761065" y="4496032"/>
                </a:lnTo>
                <a:lnTo>
                  <a:pt x="1762349" y="4474157"/>
                </a:lnTo>
                <a:lnTo>
                  <a:pt x="1768911" y="4454540"/>
                </a:lnTo>
                <a:lnTo>
                  <a:pt x="1776532" y="4445141"/>
                </a:lnTo>
                <a:lnTo>
                  <a:pt x="1795218" y="4428008"/>
                </a:lnTo>
                <a:lnTo>
                  <a:pt x="1842475" y="4401158"/>
                </a:lnTo>
                <a:lnTo>
                  <a:pt x="1874419" y="4373194"/>
                </a:lnTo>
                <a:lnTo>
                  <a:pt x="1891919" y="4366194"/>
                </a:lnTo>
                <a:lnTo>
                  <a:pt x="1907338" y="4374323"/>
                </a:lnTo>
                <a:lnTo>
                  <a:pt x="1924675" y="4392041"/>
                </a:lnTo>
                <a:lnTo>
                  <a:pt x="1951532" y="4476048"/>
                </a:lnTo>
                <a:lnTo>
                  <a:pt x="1968115" y="4500450"/>
                </a:lnTo>
                <a:lnTo>
                  <a:pt x="1997032" y="4516694"/>
                </a:lnTo>
                <a:lnTo>
                  <a:pt x="2024510" y="4517978"/>
                </a:lnTo>
                <a:lnTo>
                  <a:pt x="2037198" y="4523574"/>
                </a:lnTo>
                <a:lnTo>
                  <a:pt x="2062671" y="4510808"/>
                </a:lnTo>
                <a:lnTo>
                  <a:pt x="2070419" y="4503823"/>
                </a:lnTo>
                <a:lnTo>
                  <a:pt x="2083516" y="4478645"/>
                </a:lnTo>
                <a:lnTo>
                  <a:pt x="2086430" y="4465774"/>
                </a:lnTo>
                <a:lnTo>
                  <a:pt x="2095957" y="4453581"/>
                </a:lnTo>
                <a:lnTo>
                  <a:pt x="2099196" y="4440244"/>
                </a:lnTo>
                <a:lnTo>
                  <a:pt x="2118798" y="4421460"/>
                </a:lnTo>
                <a:lnTo>
                  <a:pt x="2143694" y="4408758"/>
                </a:lnTo>
                <a:lnTo>
                  <a:pt x="2187980" y="4407474"/>
                </a:lnTo>
                <a:lnTo>
                  <a:pt x="2201317" y="4402139"/>
                </a:lnTo>
                <a:lnTo>
                  <a:pt x="2240565" y="4401758"/>
                </a:lnTo>
                <a:lnTo>
                  <a:pt x="2247677" y="4394194"/>
                </a:lnTo>
                <a:lnTo>
                  <a:pt x="2249710" y="4389565"/>
                </a:lnTo>
                <a:lnTo>
                  <a:pt x="2243994" y="4377371"/>
                </a:lnTo>
                <a:lnTo>
                  <a:pt x="2243613" y="4343839"/>
                </a:lnTo>
                <a:lnTo>
                  <a:pt x="2227037" y="4325929"/>
                </a:lnTo>
                <a:lnTo>
                  <a:pt x="2219339" y="4300597"/>
                </a:lnTo>
                <a:lnTo>
                  <a:pt x="2220129" y="4271129"/>
                </a:lnTo>
                <a:lnTo>
                  <a:pt x="2226847" y="4252197"/>
                </a:lnTo>
                <a:lnTo>
                  <a:pt x="2239421" y="4239241"/>
                </a:lnTo>
                <a:lnTo>
                  <a:pt x="2251488" y="4232813"/>
                </a:lnTo>
                <a:lnTo>
                  <a:pt x="2261141" y="4231429"/>
                </a:lnTo>
                <a:lnTo>
                  <a:pt x="2366310" y="4231429"/>
                </a:lnTo>
                <a:lnTo>
                  <a:pt x="2375964" y="4232813"/>
                </a:lnTo>
                <a:lnTo>
                  <a:pt x="2399081" y="4247815"/>
                </a:lnTo>
                <a:lnTo>
                  <a:pt x="2424032" y="4231952"/>
                </a:lnTo>
                <a:lnTo>
                  <a:pt x="2458581" y="4231161"/>
                </a:lnTo>
                <a:lnTo>
                  <a:pt x="2467599" y="4232813"/>
                </a:lnTo>
                <a:lnTo>
                  <a:pt x="2485960" y="4244766"/>
                </a:lnTo>
                <a:lnTo>
                  <a:pt x="2492056" y="4252197"/>
                </a:lnTo>
                <a:lnTo>
                  <a:pt x="2498774" y="4271129"/>
                </a:lnTo>
                <a:lnTo>
                  <a:pt x="2499296" y="4304210"/>
                </a:lnTo>
                <a:lnTo>
                  <a:pt x="2488641" y="4330354"/>
                </a:lnTo>
                <a:lnTo>
                  <a:pt x="2477718" y="4339831"/>
                </a:lnTo>
                <a:lnTo>
                  <a:pt x="2457113" y="4350571"/>
                </a:lnTo>
                <a:lnTo>
                  <a:pt x="2447093" y="4348792"/>
                </a:lnTo>
                <a:lnTo>
                  <a:pt x="2434899" y="4352793"/>
                </a:lnTo>
                <a:lnTo>
                  <a:pt x="2417992" y="4345871"/>
                </a:lnTo>
                <a:lnTo>
                  <a:pt x="2399081" y="4330121"/>
                </a:lnTo>
                <a:lnTo>
                  <a:pt x="2374524" y="4351573"/>
                </a:lnTo>
                <a:lnTo>
                  <a:pt x="2348147" y="4361374"/>
                </a:lnTo>
                <a:lnTo>
                  <a:pt x="2343194" y="4369806"/>
                </a:lnTo>
                <a:lnTo>
                  <a:pt x="2352402" y="4376990"/>
                </a:lnTo>
                <a:lnTo>
                  <a:pt x="2378123" y="4376990"/>
                </a:lnTo>
                <a:lnTo>
                  <a:pt x="2400986" y="4366130"/>
                </a:lnTo>
                <a:lnTo>
                  <a:pt x="2427758" y="4359081"/>
                </a:lnTo>
                <a:lnTo>
                  <a:pt x="2441730" y="4360224"/>
                </a:lnTo>
                <a:lnTo>
                  <a:pt x="2455095" y="4367273"/>
                </a:lnTo>
                <a:lnTo>
                  <a:pt x="2466258" y="4378048"/>
                </a:lnTo>
                <a:lnTo>
                  <a:pt x="2477958" y="4412808"/>
                </a:lnTo>
                <a:lnTo>
                  <a:pt x="2508823" y="4444435"/>
                </a:lnTo>
                <a:lnTo>
                  <a:pt x="2533210" y="4440244"/>
                </a:lnTo>
                <a:lnTo>
                  <a:pt x="2544274" y="4444097"/>
                </a:lnTo>
                <a:lnTo>
                  <a:pt x="2553645" y="4443758"/>
                </a:lnTo>
                <a:lnTo>
                  <a:pt x="2581984" y="4434147"/>
                </a:lnTo>
                <a:lnTo>
                  <a:pt x="2601798" y="4445960"/>
                </a:lnTo>
                <a:lnTo>
                  <a:pt x="2607895" y="4453390"/>
                </a:lnTo>
                <a:lnTo>
                  <a:pt x="2614613" y="4472097"/>
                </a:lnTo>
                <a:lnTo>
                  <a:pt x="2616419" y="4496032"/>
                </a:lnTo>
                <a:lnTo>
                  <a:pt x="2630194" y="4522113"/>
                </a:lnTo>
                <a:lnTo>
                  <a:pt x="2637942" y="4529099"/>
                </a:lnTo>
                <a:lnTo>
                  <a:pt x="2685897" y="4556224"/>
                </a:lnTo>
                <a:lnTo>
                  <a:pt x="2711018" y="4581345"/>
                </a:lnTo>
                <a:lnTo>
                  <a:pt x="2717581" y="4593129"/>
                </a:lnTo>
                <a:lnTo>
                  <a:pt x="2730974" y="4632673"/>
                </a:lnTo>
                <a:lnTo>
                  <a:pt x="2732258" y="4654548"/>
                </a:lnTo>
                <a:lnTo>
                  <a:pt x="2742645" y="4679952"/>
                </a:lnTo>
                <a:lnTo>
                  <a:pt x="2744452" y="4733242"/>
                </a:lnTo>
                <a:lnTo>
                  <a:pt x="2762982" y="4788713"/>
                </a:lnTo>
                <a:lnTo>
                  <a:pt x="2770984" y="4798048"/>
                </a:lnTo>
                <a:lnTo>
                  <a:pt x="2821663" y="4798429"/>
                </a:lnTo>
                <a:lnTo>
                  <a:pt x="2837865" y="4805740"/>
                </a:lnTo>
                <a:lnTo>
                  <a:pt x="2857792" y="4825667"/>
                </a:lnTo>
                <a:lnTo>
                  <a:pt x="2875645" y="4865113"/>
                </a:lnTo>
                <a:lnTo>
                  <a:pt x="2887458" y="4876163"/>
                </a:lnTo>
                <a:lnTo>
                  <a:pt x="2901302" y="4883022"/>
                </a:lnTo>
                <a:lnTo>
                  <a:pt x="2921117" y="4883784"/>
                </a:lnTo>
                <a:lnTo>
                  <a:pt x="2937227" y="4889380"/>
                </a:lnTo>
                <a:lnTo>
                  <a:pt x="2960323" y="4878210"/>
                </a:lnTo>
                <a:lnTo>
                  <a:pt x="2987800" y="4876925"/>
                </a:lnTo>
                <a:lnTo>
                  <a:pt x="2998851" y="4871591"/>
                </a:lnTo>
                <a:lnTo>
                  <a:pt x="3018665" y="4870829"/>
                </a:lnTo>
                <a:lnTo>
                  <a:pt x="3041528" y="4859397"/>
                </a:lnTo>
                <a:lnTo>
                  <a:pt x="3063403" y="4859919"/>
                </a:lnTo>
                <a:lnTo>
                  <a:pt x="3086682" y="4876163"/>
                </a:lnTo>
                <a:lnTo>
                  <a:pt x="3128435" y="4929242"/>
                </a:lnTo>
                <a:lnTo>
                  <a:pt x="3156605" y="4953516"/>
                </a:lnTo>
                <a:lnTo>
                  <a:pt x="3212619" y="4956183"/>
                </a:lnTo>
                <a:lnTo>
                  <a:pt x="3237387" y="4944371"/>
                </a:lnTo>
                <a:lnTo>
                  <a:pt x="3258952" y="4957242"/>
                </a:lnTo>
                <a:lnTo>
                  <a:pt x="3279218" y="4978863"/>
                </a:lnTo>
                <a:lnTo>
                  <a:pt x="3285780" y="4998480"/>
                </a:lnTo>
                <a:lnTo>
                  <a:pt x="3286923" y="5019819"/>
                </a:lnTo>
                <a:lnTo>
                  <a:pt x="3297021" y="5032774"/>
                </a:lnTo>
                <a:lnTo>
                  <a:pt x="3301742" y="5047790"/>
                </a:lnTo>
                <a:lnTo>
                  <a:pt x="3352083" y="5110127"/>
                </a:lnTo>
                <a:lnTo>
                  <a:pt x="3391712" y="5143088"/>
                </a:lnTo>
                <a:lnTo>
                  <a:pt x="3424129" y="5155726"/>
                </a:lnTo>
                <a:lnTo>
                  <a:pt x="3466694" y="5128177"/>
                </a:lnTo>
                <a:lnTo>
                  <a:pt x="3479162" y="5122130"/>
                </a:lnTo>
                <a:lnTo>
                  <a:pt x="3487694" y="5121629"/>
                </a:lnTo>
                <a:lnTo>
                  <a:pt x="3514113" y="5134274"/>
                </a:lnTo>
                <a:lnTo>
                  <a:pt x="3563339" y="5165210"/>
                </a:lnTo>
                <a:lnTo>
                  <a:pt x="3582081" y="5180790"/>
                </a:lnTo>
                <a:lnTo>
                  <a:pt x="3598000" y="5187790"/>
                </a:lnTo>
                <a:lnTo>
                  <a:pt x="3613468" y="5186435"/>
                </a:lnTo>
                <a:lnTo>
                  <a:pt x="3650062" y="5156424"/>
                </a:lnTo>
                <a:lnTo>
                  <a:pt x="3667308" y="5138120"/>
                </a:lnTo>
                <a:lnTo>
                  <a:pt x="3689903" y="5100065"/>
                </a:lnTo>
                <a:lnTo>
                  <a:pt x="3706839" y="5081548"/>
                </a:lnTo>
                <a:lnTo>
                  <a:pt x="3706839" y="5044968"/>
                </a:lnTo>
                <a:lnTo>
                  <a:pt x="3689903" y="5026452"/>
                </a:lnTo>
                <a:lnTo>
                  <a:pt x="3680356" y="5001528"/>
                </a:lnTo>
                <a:lnTo>
                  <a:pt x="3660160" y="4978665"/>
                </a:lnTo>
                <a:lnTo>
                  <a:pt x="3652871" y="4958935"/>
                </a:lnTo>
                <a:lnTo>
                  <a:pt x="3652349" y="4914649"/>
                </a:lnTo>
                <a:lnTo>
                  <a:pt x="3659589" y="4892358"/>
                </a:lnTo>
                <a:lnTo>
                  <a:pt x="3665685" y="4884927"/>
                </a:lnTo>
                <a:lnTo>
                  <a:pt x="3684823" y="4872790"/>
                </a:lnTo>
                <a:lnTo>
                  <a:pt x="3699161" y="4869177"/>
                </a:lnTo>
                <a:lnTo>
                  <a:pt x="3705484" y="4862742"/>
                </a:lnTo>
                <a:lnTo>
                  <a:pt x="3707791" y="4845679"/>
                </a:lnTo>
                <a:lnTo>
                  <a:pt x="3718651" y="4817101"/>
                </a:lnTo>
                <a:lnTo>
                  <a:pt x="3719935" y="4795226"/>
                </a:lnTo>
                <a:lnTo>
                  <a:pt x="3728065" y="4774339"/>
                </a:lnTo>
                <a:lnTo>
                  <a:pt x="3740992" y="4762427"/>
                </a:lnTo>
                <a:lnTo>
                  <a:pt x="3753581" y="4756274"/>
                </a:lnTo>
                <a:lnTo>
                  <a:pt x="3763742" y="4755484"/>
                </a:lnTo>
                <a:lnTo>
                  <a:pt x="3818613" y="4756274"/>
                </a:lnTo>
                <a:lnTo>
                  <a:pt x="3849435" y="4772081"/>
                </a:lnTo>
                <a:lnTo>
                  <a:pt x="3885452" y="4785742"/>
                </a:lnTo>
                <a:lnTo>
                  <a:pt x="3904984" y="4785855"/>
                </a:lnTo>
                <a:lnTo>
                  <a:pt x="3919266" y="4769992"/>
                </a:lnTo>
                <a:lnTo>
                  <a:pt x="3914510" y="4755752"/>
                </a:lnTo>
                <a:lnTo>
                  <a:pt x="3913226" y="4728274"/>
                </a:lnTo>
                <a:lnTo>
                  <a:pt x="3902888" y="4701643"/>
                </a:lnTo>
                <a:lnTo>
                  <a:pt x="3900355" y="4685371"/>
                </a:lnTo>
                <a:lnTo>
                  <a:pt x="3884548" y="4648113"/>
                </a:lnTo>
                <a:lnTo>
                  <a:pt x="3883659" y="4635284"/>
                </a:lnTo>
                <a:lnTo>
                  <a:pt x="3884026" y="4609429"/>
                </a:lnTo>
                <a:lnTo>
                  <a:pt x="3891266" y="4587519"/>
                </a:lnTo>
                <a:lnTo>
                  <a:pt x="3901823" y="4576081"/>
                </a:lnTo>
                <a:lnTo>
                  <a:pt x="3917290" y="4567952"/>
                </a:lnTo>
                <a:lnTo>
                  <a:pt x="3933562" y="4567324"/>
                </a:lnTo>
                <a:lnTo>
                  <a:pt x="3955663" y="4577612"/>
                </a:lnTo>
                <a:lnTo>
                  <a:pt x="3970143" y="4579517"/>
                </a:lnTo>
                <a:lnTo>
                  <a:pt x="4041018" y="4601999"/>
                </a:lnTo>
                <a:lnTo>
                  <a:pt x="4055498" y="4603904"/>
                </a:lnTo>
                <a:lnTo>
                  <a:pt x="4065786" y="4608667"/>
                </a:lnTo>
                <a:lnTo>
                  <a:pt x="4085601" y="4609429"/>
                </a:lnTo>
                <a:lnTo>
                  <a:pt x="4096651" y="4614764"/>
                </a:lnTo>
                <a:lnTo>
                  <a:pt x="4124129" y="4616048"/>
                </a:lnTo>
                <a:lnTo>
                  <a:pt x="4149532" y="4626435"/>
                </a:lnTo>
                <a:lnTo>
                  <a:pt x="4193819" y="4627720"/>
                </a:lnTo>
                <a:lnTo>
                  <a:pt x="4234210" y="4639532"/>
                </a:lnTo>
                <a:lnTo>
                  <a:pt x="4258357" y="4633555"/>
                </a:lnTo>
                <a:lnTo>
                  <a:pt x="4295742" y="4644726"/>
                </a:lnTo>
                <a:lnTo>
                  <a:pt x="4334425" y="4646010"/>
                </a:lnTo>
                <a:lnTo>
                  <a:pt x="4347381" y="4651345"/>
                </a:lnTo>
                <a:lnTo>
                  <a:pt x="4383200" y="4651345"/>
                </a:lnTo>
                <a:lnTo>
                  <a:pt x="4396155" y="4646010"/>
                </a:lnTo>
                <a:lnTo>
                  <a:pt x="4431974" y="4645248"/>
                </a:lnTo>
                <a:lnTo>
                  <a:pt x="4448359" y="4639913"/>
                </a:lnTo>
                <a:lnTo>
                  <a:pt x="4532190" y="4639913"/>
                </a:lnTo>
                <a:lnTo>
                  <a:pt x="4549337" y="4645248"/>
                </a:lnTo>
                <a:lnTo>
                  <a:pt x="4599226" y="4646532"/>
                </a:lnTo>
                <a:lnTo>
                  <a:pt x="4635835" y="4657442"/>
                </a:lnTo>
                <a:lnTo>
                  <a:pt x="4698327" y="4658204"/>
                </a:lnTo>
                <a:lnTo>
                  <a:pt x="4712806" y="4663538"/>
                </a:lnTo>
                <a:lnTo>
                  <a:pt x="4739677" y="4663806"/>
                </a:lnTo>
                <a:lnTo>
                  <a:pt x="4747806" y="4662155"/>
                </a:lnTo>
                <a:lnTo>
                  <a:pt x="4814356" y="4628291"/>
                </a:lnTo>
                <a:lnTo>
                  <a:pt x="4834742" y="4621623"/>
                </a:lnTo>
                <a:lnTo>
                  <a:pt x="4861613" y="4621355"/>
                </a:lnTo>
                <a:lnTo>
                  <a:pt x="4899435" y="4635016"/>
                </a:lnTo>
                <a:lnTo>
                  <a:pt x="4917274" y="4644726"/>
                </a:lnTo>
                <a:lnTo>
                  <a:pt x="4941210" y="4646532"/>
                </a:lnTo>
                <a:lnTo>
                  <a:pt x="4996984" y="4665500"/>
                </a:lnTo>
                <a:lnTo>
                  <a:pt x="5020510" y="4677708"/>
                </a:lnTo>
                <a:lnTo>
                  <a:pt x="5036387" y="4692823"/>
                </a:lnTo>
                <a:lnTo>
                  <a:pt x="5046548" y="4708968"/>
                </a:lnTo>
                <a:lnTo>
                  <a:pt x="5053323" y="4728500"/>
                </a:lnTo>
                <a:lnTo>
                  <a:pt x="5054607" y="4767183"/>
                </a:lnTo>
                <a:lnTo>
                  <a:pt x="5059942" y="4781663"/>
                </a:lnTo>
                <a:lnTo>
                  <a:pt x="5061226" y="4842758"/>
                </a:lnTo>
                <a:lnTo>
                  <a:pt x="5066038" y="4852157"/>
                </a:lnTo>
                <a:lnTo>
                  <a:pt x="5066800" y="4871972"/>
                </a:lnTo>
                <a:lnTo>
                  <a:pt x="5072135" y="4882641"/>
                </a:lnTo>
                <a:lnTo>
                  <a:pt x="5072897" y="4902456"/>
                </a:lnTo>
                <a:lnTo>
                  <a:pt x="5083757" y="4931034"/>
                </a:lnTo>
                <a:lnTo>
                  <a:pt x="5086065" y="4948097"/>
                </a:lnTo>
                <a:lnTo>
                  <a:pt x="5094998" y="4955993"/>
                </a:lnTo>
                <a:lnTo>
                  <a:pt x="5118242" y="4960756"/>
                </a:lnTo>
                <a:lnTo>
                  <a:pt x="5128911" y="4956946"/>
                </a:lnTo>
                <a:lnTo>
                  <a:pt x="5163587" y="4956183"/>
                </a:lnTo>
                <a:lnTo>
                  <a:pt x="5178081" y="4951484"/>
                </a:lnTo>
                <a:lnTo>
                  <a:pt x="5235266" y="4983718"/>
                </a:lnTo>
                <a:lnTo>
                  <a:pt x="5270661" y="5018294"/>
                </a:lnTo>
                <a:lnTo>
                  <a:pt x="5278903" y="5039323"/>
                </a:lnTo>
                <a:lnTo>
                  <a:pt x="5279694" y="5068790"/>
                </a:lnTo>
                <a:lnTo>
                  <a:pt x="5274161" y="5085500"/>
                </a:lnTo>
                <a:lnTo>
                  <a:pt x="5274662" y="5099648"/>
                </a:lnTo>
                <a:lnTo>
                  <a:pt x="5285790" y="5111468"/>
                </a:lnTo>
                <a:lnTo>
                  <a:pt x="5307016" y="5122532"/>
                </a:lnTo>
                <a:lnTo>
                  <a:pt x="5325532" y="5139468"/>
                </a:lnTo>
                <a:lnTo>
                  <a:pt x="5457403" y="5138565"/>
                </a:lnTo>
                <a:lnTo>
                  <a:pt x="5514758" y="5115984"/>
                </a:lnTo>
                <a:lnTo>
                  <a:pt x="5538694" y="5114177"/>
                </a:lnTo>
                <a:lnTo>
                  <a:pt x="5569629" y="5097694"/>
                </a:lnTo>
                <a:lnTo>
                  <a:pt x="5593565" y="5095887"/>
                </a:lnTo>
                <a:lnTo>
                  <a:pt x="5601792" y="5091646"/>
                </a:lnTo>
                <a:lnTo>
                  <a:pt x="5640659" y="5083644"/>
                </a:lnTo>
                <a:lnTo>
                  <a:pt x="5660855" y="5074308"/>
                </a:lnTo>
                <a:lnTo>
                  <a:pt x="5672413" y="5079643"/>
                </a:lnTo>
                <a:lnTo>
                  <a:pt x="5684226" y="5090694"/>
                </a:lnTo>
                <a:lnTo>
                  <a:pt x="5692806" y="5105258"/>
                </a:lnTo>
                <a:lnTo>
                  <a:pt x="5700964" y="5128509"/>
                </a:lnTo>
                <a:lnTo>
                  <a:pt x="5722775" y="5153948"/>
                </a:lnTo>
                <a:lnTo>
                  <a:pt x="5727348" y="5168618"/>
                </a:lnTo>
                <a:lnTo>
                  <a:pt x="5760308" y="5207675"/>
                </a:lnTo>
                <a:lnTo>
                  <a:pt x="5777837" y="5220631"/>
                </a:lnTo>
                <a:lnTo>
                  <a:pt x="5827387" y="5277323"/>
                </a:lnTo>
                <a:lnTo>
                  <a:pt x="5866049" y="5403725"/>
                </a:lnTo>
                <a:lnTo>
                  <a:pt x="5882434" y="5436114"/>
                </a:lnTo>
                <a:lnTo>
                  <a:pt x="5900725" y="5491938"/>
                </a:lnTo>
                <a:lnTo>
                  <a:pt x="5902630" y="5506417"/>
                </a:lnTo>
                <a:lnTo>
                  <a:pt x="5925112" y="5558049"/>
                </a:lnTo>
                <a:lnTo>
                  <a:pt x="5945307" y="5623209"/>
                </a:lnTo>
                <a:lnTo>
                  <a:pt x="5961065" y="5653968"/>
                </a:lnTo>
                <a:lnTo>
                  <a:pt x="5964360" y="5667220"/>
                </a:lnTo>
                <a:lnTo>
                  <a:pt x="5980258" y="5686935"/>
                </a:lnTo>
                <a:lnTo>
                  <a:pt x="5994082" y="5732951"/>
                </a:lnTo>
                <a:lnTo>
                  <a:pt x="6010467" y="5772389"/>
                </a:lnTo>
                <a:lnTo>
                  <a:pt x="6012181" y="5787822"/>
                </a:lnTo>
                <a:lnTo>
                  <a:pt x="6022279" y="5800968"/>
                </a:lnTo>
                <a:lnTo>
                  <a:pt x="6036950" y="5849551"/>
                </a:lnTo>
                <a:lnTo>
                  <a:pt x="6043484" y="5856855"/>
                </a:lnTo>
                <a:lnTo>
                  <a:pt x="6051048" y="5858887"/>
                </a:lnTo>
                <a:lnTo>
                  <a:pt x="6059431" y="5855839"/>
                </a:lnTo>
                <a:lnTo>
                  <a:pt x="6087516" y="5828065"/>
                </a:lnTo>
                <a:lnTo>
                  <a:pt x="6112806" y="5797468"/>
                </a:lnTo>
                <a:lnTo>
                  <a:pt x="6130306" y="5787631"/>
                </a:lnTo>
                <a:lnTo>
                  <a:pt x="6143643" y="5793918"/>
                </a:lnTo>
                <a:lnTo>
                  <a:pt x="6156218" y="5806874"/>
                </a:lnTo>
                <a:lnTo>
                  <a:pt x="6175080" y="5863841"/>
                </a:lnTo>
                <a:lnTo>
                  <a:pt x="6176985" y="5880035"/>
                </a:lnTo>
                <a:lnTo>
                  <a:pt x="6191465" y="5894515"/>
                </a:lnTo>
                <a:lnTo>
                  <a:pt x="6205613" y="5895919"/>
                </a:lnTo>
                <a:lnTo>
                  <a:pt x="6239166" y="5905897"/>
                </a:lnTo>
                <a:lnTo>
                  <a:pt x="6256624" y="5907280"/>
                </a:lnTo>
                <a:lnTo>
                  <a:pt x="6463343" y="5907280"/>
                </a:lnTo>
                <a:lnTo>
                  <a:pt x="6491766" y="5903978"/>
                </a:lnTo>
                <a:lnTo>
                  <a:pt x="6503007" y="5909708"/>
                </a:lnTo>
                <a:lnTo>
                  <a:pt x="6516118" y="5921760"/>
                </a:lnTo>
                <a:lnTo>
                  <a:pt x="6550222" y="5962723"/>
                </a:lnTo>
                <a:lnTo>
                  <a:pt x="6568032" y="5990194"/>
                </a:lnTo>
                <a:lnTo>
                  <a:pt x="6588806" y="6014129"/>
                </a:lnTo>
                <a:lnTo>
                  <a:pt x="6598805" y="6039504"/>
                </a:lnTo>
                <a:lnTo>
                  <a:pt x="6619290" y="6062903"/>
                </a:lnTo>
                <a:lnTo>
                  <a:pt x="6629677" y="6082887"/>
                </a:lnTo>
                <a:lnTo>
                  <a:pt x="6662984" y="6111113"/>
                </a:lnTo>
                <a:lnTo>
                  <a:pt x="6692162" y="6147722"/>
                </a:lnTo>
                <a:lnTo>
                  <a:pt x="6695782" y="6160868"/>
                </a:lnTo>
                <a:lnTo>
                  <a:pt x="6706339" y="6172306"/>
                </a:lnTo>
                <a:lnTo>
                  <a:pt x="6727790" y="6186779"/>
                </a:lnTo>
                <a:lnTo>
                  <a:pt x="6748748" y="6193829"/>
                </a:lnTo>
                <a:lnTo>
                  <a:pt x="6776565" y="6194210"/>
                </a:lnTo>
                <a:lnTo>
                  <a:pt x="6787805" y="6183921"/>
                </a:lnTo>
                <a:lnTo>
                  <a:pt x="6804000" y="6176681"/>
                </a:lnTo>
                <a:lnTo>
                  <a:pt x="6820195" y="6183921"/>
                </a:lnTo>
                <a:lnTo>
                  <a:pt x="6831435" y="6194210"/>
                </a:lnTo>
                <a:lnTo>
                  <a:pt x="6918145" y="6195974"/>
                </a:lnTo>
                <a:lnTo>
                  <a:pt x="6933726" y="6205500"/>
                </a:lnTo>
                <a:lnTo>
                  <a:pt x="6948417" y="6221074"/>
                </a:lnTo>
                <a:lnTo>
                  <a:pt x="6971788" y="6279557"/>
                </a:lnTo>
                <a:lnTo>
                  <a:pt x="7010952" y="6297855"/>
                </a:lnTo>
                <a:lnTo>
                  <a:pt x="7017726" y="6297855"/>
                </a:lnTo>
                <a:lnTo>
                  <a:pt x="7029962" y="6292139"/>
                </a:lnTo>
                <a:lnTo>
                  <a:pt x="7061645" y="6291871"/>
                </a:lnTo>
                <a:lnTo>
                  <a:pt x="7068645" y="6292661"/>
                </a:lnTo>
                <a:lnTo>
                  <a:pt x="7089786" y="6303571"/>
                </a:lnTo>
                <a:lnTo>
                  <a:pt x="7111887" y="6303952"/>
                </a:lnTo>
                <a:lnTo>
                  <a:pt x="7156710" y="6253032"/>
                </a:lnTo>
                <a:lnTo>
                  <a:pt x="7197016" y="6220403"/>
                </a:lnTo>
                <a:lnTo>
                  <a:pt x="7208906" y="6214172"/>
                </a:lnTo>
                <a:lnTo>
                  <a:pt x="7218242" y="6212839"/>
                </a:lnTo>
                <a:lnTo>
                  <a:pt x="7228516" y="6216565"/>
                </a:lnTo>
                <a:lnTo>
                  <a:pt x="7254399" y="6206594"/>
                </a:lnTo>
                <a:lnTo>
                  <a:pt x="7270403" y="6210976"/>
                </a:lnTo>
                <a:lnTo>
                  <a:pt x="7297500" y="6194210"/>
                </a:lnTo>
                <a:lnTo>
                  <a:pt x="7320807" y="6200186"/>
                </a:lnTo>
                <a:lnTo>
                  <a:pt x="7357226" y="6186081"/>
                </a:lnTo>
                <a:lnTo>
                  <a:pt x="7364332" y="6177444"/>
                </a:lnTo>
                <a:lnTo>
                  <a:pt x="7365284" y="6156867"/>
                </a:lnTo>
                <a:lnTo>
                  <a:pt x="7377718" y="6119863"/>
                </a:lnTo>
                <a:lnTo>
                  <a:pt x="7386990" y="6108227"/>
                </a:lnTo>
                <a:lnTo>
                  <a:pt x="7405323" y="6097677"/>
                </a:lnTo>
                <a:lnTo>
                  <a:pt x="7416726" y="6100853"/>
                </a:lnTo>
                <a:lnTo>
                  <a:pt x="7436921" y="6091517"/>
                </a:lnTo>
                <a:lnTo>
                  <a:pt x="7453306" y="6090565"/>
                </a:lnTo>
                <a:lnTo>
                  <a:pt x="7477468" y="6067984"/>
                </a:lnTo>
                <a:lnTo>
                  <a:pt x="7523426" y="6044712"/>
                </a:lnTo>
                <a:lnTo>
                  <a:pt x="7534456" y="6021743"/>
                </a:lnTo>
                <a:lnTo>
                  <a:pt x="7560000" y="6003685"/>
                </a:lnTo>
                <a:lnTo>
                  <a:pt x="7560000" y="444952"/>
                </a:lnTo>
                <a:lnTo>
                  <a:pt x="7540595" y="451408"/>
                </a:lnTo>
                <a:lnTo>
                  <a:pt x="7520145" y="467984"/>
                </a:lnTo>
                <a:lnTo>
                  <a:pt x="7490565" y="482435"/>
                </a:lnTo>
                <a:lnTo>
                  <a:pt x="7477016" y="492823"/>
                </a:lnTo>
                <a:lnTo>
                  <a:pt x="7452629" y="501403"/>
                </a:lnTo>
                <a:lnTo>
                  <a:pt x="7405210" y="525113"/>
                </a:lnTo>
                <a:lnTo>
                  <a:pt x="7391661" y="535500"/>
                </a:lnTo>
                <a:lnTo>
                  <a:pt x="7350339" y="555597"/>
                </a:lnTo>
                <a:lnTo>
                  <a:pt x="7311366" y="580986"/>
                </a:lnTo>
                <a:lnTo>
                  <a:pt x="7275484" y="627855"/>
                </a:lnTo>
                <a:lnTo>
                  <a:pt x="7254018" y="645002"/>
                </a:lnTo>
                <a:lnTo>
                  <a:pt x="7221057" y="684059"/>
                </a:lnTo>
                <a:lnTo>
                  <a:pt x="7216104" y="699682"/>
                </a:lnTo>
                <a:lnTo>
                  <a:pt x="7172664" y="750933"/>
                </a:lnTo>
                <a:lnTo>
                  <a:pt x="7152419" y="784000"/>
                </a:lnTo>
                <a:lnTo>
                  <a:pt x="7139443" y="812176"/>
                </a:lnTo>
                <a:lnTo>
                  <a:pt x="7145038" y="829429"/>
                </a:lnTo>
                <a:lnTo>
                  <a:pt x="7144516" y="868113"/>
                </a:lnTo>
                <a:lnTo>
                  <a:pt x="7137417" y="887539"/>
                </a:lnTo>
                <a:lnTo>
                  <a:pt x="7117815" y="906895"/>
                </a:lnTo>
                <a:lnTo>
                  <a:pt x="7103885" y="913451"/>
                </a:lnTo>
                <a:lnTo>
                  <a:pt x="7078355" y="919738"/>
                </a:lnTo>
                <a:lnTo>
                  <a:pt x="7060065" y="914403"/>
                </a:lnTo>
                <a:lnTo>
                  <a:pt x="7039869" y="920119"/>
                </a:lnTo>
                <a:lnTo>
                  <a:pt x="6982712" y="920881"/>
                </a:lnTo>
                <a:lnTo>
                  <a:pt x="6968613" y="926216"/>
                </a:lnTo>
                <a:lnTo>
                  <a:pt x="6938129" y="926978"/>
                </a:lnTo>
                <a:lnTo>
                  <a:pt x="6924411" y="932313"/>
                </a:lnTo>
                <a:lnTo>
                  <a:pt x="6872589" y="933075"/>
                </a:lnTo>
                <a:lnTo>
                  <a:pt x="6858490" y="938409"/>
                </a:lnTo>
                <a:lnTo>
                  <a:pt x="6822671" y="939171"/>
                </a:lnTo>
                <a:lnTo>
                  <a:pt x="6809194" y="944435"/>
                </a:lnTo>
                <a:lnTo>
                  <a:pt x="6794855" y="944887"/>
                </a:lnTo>
                <a:lnTo>
                  <a:pt x="6773516" y="966226"/>
                </a:lnTo>
                <a:lnTo>
                  <a:pt x="6773065" y="980565"/>
                </a:lnTo>
                <a:lnTo>
                  <a:pt x="6767800" y="992899"/>
                </a:lnTo>
                <a:lnTo>
                  <a:pt x="6767038" y="1012714"/>
                </a:lnTo>
                <a:lnTo>
                  <a:pt x="6761704" y="1023764"/>
                </a:lnTo>
                <a:lnTo>
                  <a:pt x="6760942" y="1048913"/>
                </a:lnTo>
                <a:lnTo>
                  <a:pt x="6756129" y="1058468"/>
                </a:lnTo>
                <a:lnTo>
                  <a:pt x="6755339" y="1103177"/>
                </a:lnTo>
                <a:lnTo>
                  <a:pt x="6760942" y="1122075"/>
                </a:lnTo>
                <a:lnTo>
                  <a:pt x="6760419" y="1160758"/>
                </a:lnTo>
                <a:lnTo>
                  <a:pt x="6746194" y="1200274"/>
                </a:lnTo>
                <a:lnTo>
                  <a:pt x="6735030" y="1211049"/>
                </a:lnTo>
                <a:lnTo>
                  <a:pt x="6722484" y="1217210"/>
                </a:lnTo>
                <a:lnTo>
                  <a:pt x="6708547" y="1211240"/>
                </a:lnTo>
                <a:lnTo>
                  <a:pt x="6677873" y="1187424"/>
                </a:lnTo>
                <a:lnTo>
                  <a:pt x="6665821" y="1174314"/>
                </a:lnTo>
                <a:lnTo>
                  <a:pt x="6656323" y="1155452"/>
                </a:lnTo>
                <a:lnTo>
                  <a:pt x="6636903" y="1129371"/>
                </a:lnTo>
                <a:lnTo>
                  <a:pt x="6616143" y="1116549"/>
                </a:lnTo>
                <a:lnTo>
                  <a:pt x="6603710" y="1116048"/>
                </a:lnTo>
                <a:lnTo>
                  <a:pt x="6579562" y="1126838"/>
                </a:lnTo>
                <a:lnTo>
                  <a:pt x="6563290" y="1129371"/>
                </a:lnTo>
                <a:lnTo>
                  <a:pt x="6496903" y="1162339"/>
                </a:lnTo>
                <a:lnTo>
                  <a:pt x="6484540" y="1157315"/>
                </a:lnTo>
                <a:lnTo>
                  <a:pt x="6470202" y="1143223"/>
                </a:lnTo>
                <a:lnTo>
                  <a:pt x="6463484" y="1123952"/>
                </a:lnTo>
                <a:lnTo>
                  <a:pt x="6460817" y="1068446"/>
                </a:lnTo>
                <a:lnTo>
                  <a:pt x="6453435" y="1055582"/>
                </a:lnTo>
                <a:lnTo>
                  <a:pt x="6435145" y="1036339"/>
                </a:lnTo>
                <a:lnTo>
                  <a:pt x="6393032" y="1037242"/>
                </a:lnTo>
                <a:lnTo>
                  <a:pt x="6378178" y="1045484"/>
                </a:lnTo>
                <a:lnTo>
                  <a:pt x="6358935" y="1063774"/>
                </a:lnTo>
                <a:lnTo>
                  <a:pt x="6358554" y="1091591"/>
                </a:lnTo>
                <a:lnTo>
                  <a:pt x="6353220" y="1103403"/>
                </a:lnTo>
                <a:lnTo>
                  <a:pt x="6352458" y="1133887"/>
                </a:lnTo>
                <a:lnTo>
                  <a:pt x="6345669" y="1154492"/>
                </a:lnTo>
                <a:lnTo>
                  <a:pt x="6312067" y="1188949"/>
                </a:lnTo>
                <a:lnTo>
                  <a:pt x="6293169" y="1198538"/>
                </a:lnTo>
                <a:lnTo>
                  <a:pt x="6281583" y="1192759"/>
                </a:lnTo>
                <a:lnTo>
                  <a:pt x="6270419" y="1181984"/>
                </a:lnTo>
                <a:lnTo>
                  <a:pt x="6261768" y="1157893"/>
                </a:lnTo>
                <a:lnTo>
                  <a:pt x="6261768" y="1122075"/>
                </a:lnTo>
                <a:lnTo>
                  <a:pt x="6267103" y="1107214"/>
                </a:lnTo>
                <a:lnTo>
                  <a:pt x="6267865" y="1044722"/>
                </a:lnTo>
                <a:lnTo>
                  <a:pt x="6273581" y="1030242"/>
                </a:lnTo>
                <a:lnTo>
                  <a:pt x="6262530" y="1016905"/>
                </a:lnTo>
                <a:lnTo>
                  <a:pt x="6234904" y="995567"/>
                </a:lnTo>
                <a:lnTo>
                  <a:pt x="6210242" y="983048"/>
                </a:lnTo>
                <a:lnTo>
                  <a:pt x="6161743" y="968322"/>
                </a:lnTo>
                <a:lnTo>
                  <a:pt x="6140595" y="958033"/>
                </a:lnTo>
                <a:lnTo>
                  <a:pt x="6124323" y="955500"/>
                </a:lnTo>
                <a:lnTo>
                  <a:pt x="6074306" y="933145"/>
                </a:lnTo>
                <a:lnTo>
                  <a:pt x="6051683" y="946030"/>
                </a:lnTo>
                <a:lnTo>
                  <a:pt x="6020374" y="982611"/>
                </a:lnTo>
                <a:lnTo>
                  <a:pt x="6008597" y="1004048"/>
                </a:lnTo>
                <a:lnTo>
                  <a:pt x="5971565" y="1044242"/>
                </a:lnTo>
                <a:lnTo>
                  <a:pt x="5960839" y="1064000"/>
                </a:lnTo>
                <a:lnTo>
                  <a:pt x="5909806" y="1127790"/>
                </a:lnTo>
                <a:lnTo>
                  <a:pt x="5851097" y="1179839"/>
                </a:lnTo>
                <a:lnTo>
                  <a:pt x="5830887" y="1193952"/>
                </a:lnTo>
                <a:lnTo>
                  <a:pt x="5806415" y="1203047"/>
                </a:lnTo>
                <a:lnTo>
                  <a:pt x="5742018" y="1254108"/>
                </a:lnTo>
                <a:lnTo>
                  <a:pt x="5732562" y="1264622"/>
                </a:lnTo>
                <a:lnTo>
                  <a:pt x="5708345" y="1312302"/>
                </a:lnTo>
                <a:lnTo>
                  <a:pt x="5706962" y="1358706"/>
                </a:lnTo>
                <a:lnTo>
                  <a:pt x="5718393" y="1390333"/>
                </a:lnTo>
                <a:lnTo>
                  <a:pt x="5717871" y="1429016"/>
                </a:lnTo>
                <a:lnTo>
                  <a:pt x="5704104" y="1467304"/>
                </a:lnTo>
                <a:lnTo>
                  <a:pt x="5676697" y="1498445"/>
                </a:lnTo>
                <a:lnTo>
                  <a:pt x="5664856" y="1519127"/>
                </a:lnTo>
                <a:lnTo>
                  <a:pt x="5635790" y="1550726"/>
                </a:lnTo>
                <a:lnTo>
                  <a:pt x="5621226" y="1578952"/>
                </a:lnTo>
                <a:lnTo>
                  <a:pt x="5648097" y="1626145"/>
                </a:lnTo>
                <a:lnTo>
                  <a:pt x="5665597" y="1639016"/>
                </a:lnTo>
                <a:lnTo>
                  <a:pt x="5680288" y="1654590"/>
                </a:lnTo>
                <a:lnTo>
                  <a:pt x="5687909" y="1677643"/>
                </a:lnTo>
                <a:lnTo>
                  <a:pt x="5687909" y="1724131"/>
                </a:lnTo>
                <a:lnTo>
                  <a:pt x="5682575" y="1737468"/>
                </a:lnTo>
                <a:lnTo>
                  <a:pt x="5681290" y="1770548"/>
                </a:lnTo>
                <a:lnTo>
                  <a:pt x="5671157" y="1794096"/>
                </a:lnTo>
                <a:lnTo>
                  <a:pt x="5661998" y="1802436"/>
                </a:lnTo>
                <a:lnTo>
                  <a:pt x="5648661" y="1808724"/>
                </a:lnTo>
                <a:lnTo>
                  <a:pt x="5635670" y="1802486"/>
                </a:lnTo>
                <a:lnTo>
                  <a:pt x="5610973" y="1777365"/>
                </a:lnTo>
                <a:lnTo>
                  <a:pt x="5600452" y="1750790"/>
                </a:lnTo>
                <a:lnTo>
                  <a:pt x="5562163" y="1698791"/>
                </a:lnTo>
                <a:lnTo>
                  <a:pt x="5539110" y="1659353"/>
                </a:lnTo>
                <a:lnTo>
                  <a:pt x="5501386" y="1613246"/>
                </a:lnTo>
                <a:lnTo>
                  <a:pt x="5491839" y="1588323"/>
                </a:lnTo>
                <a:lnTo>
                  <a:pt x="5465194" y="1553435"/>
                </a:lnTo>
                <a:lnTo>
                  <a:pt x="5460995" y="1538942"/>
                </a:lnTo>
                <a:lnTo>
                  <a:pt x="5446134" y="1521413"/>
                </a:lnTo>
                <a:lnTo>
                  <a:pt x="5442705" y="1508458"/>
                </a:lnTo>
                <a:lnTo>
                  <a:pt x="5418127" y="1477212"/>
                </a:lnTo>
                <a:lnTo>
                  <a:pt x="5343145" y="1427435"/>
                </a:lnTo>
                <a:lnTo>
                  <a:pt x="5318758" y="1418855"/>
                </a:lnTo>
                <a:lnTo>
                  <a:pt x="5283532" y="1397629"/>
                </a:lnTo>
                <a:lnTo>
                  <a:pt x="5259145" y="1389048"/>
                </a:lnTo>
                <a:lnTo>
                  <a:pt x="5235887" y="1373016"/>
                </a:lnTo>
                <a:lnTo>
                  <a:pt x="5221887" y="1359468"/>
                </a:lnTo>
                <a:lnTo>
                  <a:pt x="5199786" y="1359849"/>
                </a:lnTo>
                <a:lnTo>
                  <a:pt x="5189498" y="1364612"/>
                </a:lnTo>
                <a:lnTo>
                  <a:pt x="5175018" y="1366517"/>
                </a:lnTo>
                <a:lnTo>
                  <a:pt x="5149812" y="1378450"/>
                </a:lnTo>
                <a:lnTo>
                  <a:pt x="5142065" y="1385435"/>
                </a:lnTo>
                <a:lnTo>
                  <a:pt x="5134387" y="1400903"/>
                </a:lnTo>
                <a:lnTo>
                  <a:pt x="5133103" y="1501218"/>
                </a:lnTo>
                <a:lnTo>
                  <a:pt x="5126540" y="1526169"/>
                </a:lnTo>
                <a:lnTo>
                  <a:pt x="5100234" y="1552702"/>
                </a:lnTo>
                <a:lnTo>
                  <a:pt x="5072516" y="1566758"/>
                </a:lnTo>
                <a:lnTo>
                  <a:pt x="5054113" y="1557048"/>
                </a:lnTo>
                <a:lnTo>
                  <a:pt x="5042653" y="1543556"/>
                </a:lnTo>
                <a:lnTo>
                  <a:pt x="5036317" y="1522556"/>
                </a:lnTo>
                <a:lnTo>
                  <a:pt x="5035032" y="1466387"/>
                </a:lnTo>
                <a:lnTo>
                  <a:pt x="5027559" y="1458667"/>
                </a:lnTo>
                <a:lnTo>
                  <a:pt x="5011739" y="1462732"/>
                </a:lnTo>
                <a:lnTo>
                  <a:pt x="4935720" y="1463494"/>
                </a:lnTo>
                <a:lnTo>
                  <a:pt x="4919716" y="1468829"/>
                </a:lnTo>
                <a:lnTo>
                  <a:pt x="4883897" y="1468829"/>
                </a:lnTo>
                <a:lnTo>
                  <a:pt x="4846935" y="1457397"/>
                </a:lnTo>
                <a:lnTo>
                  <a:pt x="4813855" y="1456113"/>
                </a:lnTo>
                <a:lnTo>
                  <a:pt x="4795790" y="1446403"/>
                </a:lnTo>
                <a:lnTo>
                  <a:pt x="4758306" y="1433532"/>
                </a:lnTo>
                <a:lnTo>
                  <a:pt x="4736431" y="1432248"/>
                </a:lnTo>
                <a:lnTo>
                  <a:pt x="4720808" y="1424436"/>
                </a:lnTo>
                <a:lnTo>
                  <a:pt x="4708234" y="1411481"/>
                </a:lnTo>
                <a:lnTo>
                  <a:pt x="4700726" y="1386339"/>
                </a:lnTo>
                <a:lnTo>
                  <a:pt x="4701516" y="1356871"/>
                </a:lnTo>
                <a:lnTo>
                  <a:pt x="4717379" y="1307645"/>
                </a:lnTo>
                <a:lnTo>
                  <a:pt x="4710831" y="1300194"/>
                </a:lnTo>
                <a:lnTo>
                  <a:pt x="4677806" y="1281113"/>
                </a:lnTo>
                <a:lnTo>
                  <a:pt x="4594300" y="1279829"/>
                </a:lnTo>
                <a:lnTo>
                  <a:pt x="4582509" y="1275877"/>
                </a:lnTo>
                <a:lnTo>
                  <a:pt x="4562483" y="1274494"/>
                </a:lnTo>
                <a:lnTo>
                  <a:pt x="4314420" y="1273732"/>
                </a:lnTo>
                <a:lnTo>
                  <a:pt x="4259161" y="1268129"/>
                </a:lnTo>
                <a:lnTo>
                  <a:pt x="4116085" y="1268397"/>
                </a:lnTo>
                <a:lnTo>
                  <a:pt x="4093984" y="1272208"/>
                </a:lnTo>
                <a:lnTo>
                  <a:pt x="4082411" y="1267056"/>
                </a:lnTo>
                <a:lnTo>
                  <a:pt x="4068073" y="1252965"/>
                </a:lnTo>
                <a:lnTo>
                  <a:pt x="4060565" y="1227823"/>
                </a:lnTo>
                <a:lnTo>
                  <a:pt x="4061355" y="1198355"/>
                </a:lnTo>
                <a:lnTo>
                  <a:pt x="4073548" y="1168097"/>
                </a:lnTo>
                <a:lnTo>
                  <a:pt x="4083505" y="1155226"/>
                </a:lnTo>
                <a:lnTo>
                  <a:pt x="4086419" y="1142355"/>
                </a:lnTo>
                <a:lnTo>
                  <a:pt x="4097032" y="1120452"/>
                </a:lnTo>
                <a:lnTo>
                  <a:pt x="4095889" y="1106480"/>
                </a:lnTo>
                <a:lnTo>
                  <a:pt x="4077161" y="1050903"/>
                </a:lnTo>
                <a:lnTo>
                  <a:pt x="4059548" y="1009581"/>
                </a:lnTo>
                <a:lnTo>
                  <a:pt x="4023081" y="959339"/>
                </a:lnTo>
                <a:lnTo>
                  <a:pt x="4003330" y="940731"/>
                </a:lnTo>
                <a:lnTo>
                  <a:pt x="3961774" y="910790"/>
                </a:lnTo>
                <a:lnTo>
                  <a:pt x="3937613" y="902661"/>
                </a:lnTo>
                <a:lnTo>
                  <a:pt x="3920776" y="904856"/>
                </a:lnTo>
                <a:lnTo>
                  <a:pt x="3901935" y="929645"/>
                </a:lnTo>
                <a:lnTo>
                  <a:pt x="3901554" y="968893"/>
                </a:lnTo>
                <a:lnTo>
                  <a:pt x="3888789" y="1007951"/>
                </a:lnTo>
                <a:lnTo>
                  <a:pt x="3876645" y="1032613"/>
                </a:lnTo>
                <a:lnTo>
                  <a:pt x="3856887" y="1060048"/>
                </a:lnTo>
                <a:lnTo>
                  <a:pt x="3833072" y="1082721"/>
                </a:lnTo>
                <a:lnTo>
                  <a:pt x="3812855" y="1096403"/>
                </a:lnTo>
                <a:lnTo>
                  <a:pt x="3739418" y="1126838"/>
                </a:lnTo>
                <a:lnTo>
                  <a:pt x="3728368" y="1128933"/>
                </a:lnTo>
                <a:lnTo>
                  <a:pt x="3720175" y="1136745"/>
                </a:lnTo>
                <a:lnTo>
                  <a:pt x="3712935" y="1155226"/>
                </a:lnTo>
                <a:lnTo>
                  <a:pt x="3718651" y="1173516"/>
                </a:lnTo>
                <a:lnTo>
                  <a:pt x="3718651" y="1246677"/>
                </a:lnTo>
                <a:lnTo>
                  <a:pt x="3709887" y="1273351"/>
                </a:lnTo>
                <a:lnTo>
                  <a:pt x="3678260" y="1304787"/>
                </a:lnTo>
                <a:lnTo>
                  <a:pt x="3661790" y="1315210"/>
                </a:lnTo>
                <a:lnTo>
                  <a:pt x="3639774" y="1322887"/>
                </a:lnTo>
                <a:lnTo>
                  <a:pt x="3625167" y="1315647"/>
                </a:lnTo>
                <a:lnTo>
                  <a:pt x="3610433" y="1300913"/>
                </a:lnTo>
                <a:lnTo>
                  <a:pt x="3598677" y="1277839"/>
                </a:lnTo>
                <a:lnTo>
                  <a:pt x="3595516" y="1264290"/>
                </a:lnTo>
                <a:lnTo>
                  <a:pt x="3572216" y="1224090"/>
                </a:lnTo>
                <a:lnTo>
                  <a:pt x="3543129" y="1190226"/>
                </a:lnTo>
                <a:lnTo>
                  <a:pt x="3536510" y="1170087"/>
                </a:lnTo>
                <a:lnTo>
                  <a:pt x="3536143" y="1144232"/>
                </a:lnTo>
                <a:lnTo>
                  <a:pt x="3537032" y="1131403"/>
                </a:lnTo>
                <a:lnTo>
                  <a:pt x="3545161" y="1110177"/>
                </a:lnTo>
                <a:lnTo>
                  <a:pt x="3556325" y="1099402"/>
                </a:lnTo>
                <a:lnTo>
                  <a:pt x="3587331" y="1084153"/>
                </a:lnTo>
                <a:lnTo>
                  <a:pt x="3598783" y="1074239"/>
                </a:lnTo>
                <a:lnTo>
                  <a:pt x="3608909" y="1043198"/>
                </a:lnTo>
                <a:lnTo>
                  <a:pt x="3609671" y="1023383"/>
                </a:lnTo>
                <a:lnTo>
                  <a:pt x="3615006" y="1012714"/>
                </a:lnTo>
                <a:lnTo>
                  <a:pt x="3615768" y="992899"/>
                </a:lnTo>
                <a:lnTo>
                  <a:pt x="3633296" y="938409"/>
                </a:lnTo>
                <a:lnTo>
                  <a:pt x="3634058" y="902591"/>
                </a:lnTo>
                <a:lnTo>
                  <a:pt x="3639393" y="889254"/>
                </a:lnTo>
                <a:lnTo>
                  <a:pt x="3640155" y="848101"/>
                </a:lnTo>
                <a:lnTo>
                  <a:pt x="3645751" y="833727"/>
                </a:lnTo>
                <a:lnTo>
                  <a:pt x="3640155" y="816474"/>
                </a:lnTo>
                <a:lnTo>
                  <a:pt x="3639393" y="780655"/>
                </a:lnTo>
                <a:lnTo>
                  <a:pt x="3634058" y="768462"/>
                </a:lnTo>
                <a:lnTo>
                  <a:pt x="3633296" y="743313"/>
                </a:lnTo>
                <a:lnTo>
                  <a:pt x="3619191" y="708884"/>
                </a:lnTo>
                <a:lnTo>
                  <a:pt x="3600145" y="719306"/>
                </a:lnTo>
                <a:lnTo>
                  <a:pt x="3591007" y="716131"/>
                </a:lnTo>
                <a:lnTo>
                  <a:pt x="3585030" y="707995"/>
                </a:lnTo>
                <a:lnTo>
                  <a:pt x="3593371" y="696274"/>
                </a:lnTo>
                <a:lnTo>
                  <a:pt x="3613863" y="693395"/>
                </a:lnTo>
                <a:lnTo>
                  <a:pt x="3615500" y="688710"/>
                </a:lnTo>
                <a:lnTo>
                  <a:pt x="3603575" y="646526"/>
                </a:lnTo>
                <a:lnTo>
                  <a:pt x="3602812" y="621377"/>
                </a:lnTo>
                <a:lnTo>
                  <a:pt x="3598000" y="612274"/>
                </a:lnTo>
                <a:lnTo>
                  <a:pt x="3596716" y="584796"/>
                </a:lnTo>
                <a:lnTo>
                  <a:pt x="3591381" y="572603"/>
                </a:lnTo>
                <a:lnTo>
                  <a:pt x="3590619" y="536784"/>
                </a:lnTo>
                <a:lnTo>
                  <a:pt x="3585284" y="523067"/>
                </a:lnTo>
                <a:lnTo>
                  <a:pt x="3584522" y="476579"/>
                </a:lnTo>
                <a:lnTo>
                  <a:pt x="3579188" y="464004"/>
                </a:lnTo>
                <a:lnTo>
                  <a:pt x="3577924" y="442383"/>
                </a:lnTo>
                <a:lnTo>
                  <a:pt x="3571185" y="444048"/>
                </a:lnTo>
                <a:lnTo>
                  <a:pt x="3563635" y="455367"/>
                </a:lnTo>
                <a:lnTo>
                  <a:pt x="3554363" y="456129"/>
                </a:lnTo>
                <a:lnTo>
                  <a:pt x="3539813" y="449905"/>
                </a:lnTo>
                <a:lnTo>
                  <a:pt x="3525079" y="435171"/>
                </a:lnTo>
                <a:lnTo>
                  <a:pt x="3518791" y="421708"/>
                </a:lnTo>
                <a:lnTo>
                  <a:pt x="3510161" y="386355"/>
                </a:lnTo>
                <a:lnTo>
                  <a:pt x="3482839" y="338935"/>
                </a:lnTo>
                <a:lnTo>
                  <a:pt x="3463419" y="285532"/>
                </a:lnTo>
                <a:lnTo>
                  <a:pt x="3463356" y="274489"/>
                </a:lnTo>
                <a:lnTo>
                  <a:pt x="3466588" y="268717"/>
                </a:lnTo>
                <a:lnTo>
                  <a:pt x="3486226" y="279774"/>
                </a:lnTo>
                <a:lnTo>
                  <a:pt x="3499167" y="277100"/>
                </a:lnTo>
                <a:lnTo>
                  <a:pt x="3491871" y="252226"/>
                </a:lnTo>
                <a:lnTo>
                  <a:pt x="3485323" y="239129"/>
                </a:lnTo>
                <a:lnTo>
                  <a:pt x="3477448" y="232136"/>
                </a:lnTo>
                <a:lnTo>
                  <a:pt x="3466588" y="232517"/>
                </a:lnTo>
                <a:lnTo>
                  <a:pt x="3460434" y="242502"/>
                </a:lnTo>
                <a:lnTo>
                  <a:pt x="3457061" y="243377"/>
                </a:lnTo>
                <a:lnTo>
                  <a:pt x="3449250" y="239185"/>
                </a:lnTo>
                <a:lnTo>
                  <a:pt x="3444677" y="231565"/>
                </a:lnTo>
                <a:lnTo>
                  <a:pt x="3459919" y="183552"/>
                </a:lnTo>
                <a:lnTo>
                  <a:pt x="3491546" y="152116"/>
                </a:lnTo>
                <a:lnTo>
                  <a:pt x="3522602" y="130206"/>
                </a:lnTo>
                <a:lnTo>
                  <a:pt x="3523554" y="97435"/>
                </a:lnTo>
                <a:lnTo>
                  <a:pt x="3516886" y="71905"/>
                </a:lnTo>
                <a:lnTo>
                  <a:pt x="3504968" y="51484"/>
                </a:lnTo>
                <a:lnTo>
                  <a:pt x="3480948" y="30540"/>
                </a:lnTo>
                <a:lnTo>
                  <a:pt x="3466016" y="34563"/>
                </a:lnTo>
                <a:lnTo>
                  <a:pt x="3456299" y="30752"/>
                </a:lnTo>
                <a:lnTo>
                  <a:pt x="3426387" y="30752"/>
                </a:lnTo>
                <a:lnTo>
                  <a:pt x="3411145" y="36468"/>
                </a:lnTo>
                <a:lnTo>
                  <a:pt x="3384091" y="24655"/>
                </a:lnTo>
                <a:lnTo>
                  <a:pt x="3357742" y="24726"/>
                </a:lnTo>
                <a:lnTo>
                  <a:pt x="3354750" y="25798"/>
                </a:lnTo>
                <a:lnTo>
                  <a:pt x="3350580" y="48111"/>
                </a:lnTo>
                <a:lnTo>
                  <a:pt x="3328839" y="60855"/>
                </a:lnTo>
                <a:lnTo>
                  <a:pt x="3312016" y="52726"/>
                </a:lnTo>
                <a:lnTo>
                  <a:pt x="3305595" y="45422"/>
                </a:lnTo>
                <a:lnTo>
                  <a:pt x="3305016" y="35395"/>
                </a:lnTo>
                <a:lnTo>
                  <a:pt x="3315121" y="21226"/>
                </a:lnTo>
                <a:lnTo>
                  <a:pt x="3311960" y="19758"/>
                </a:lnTo>
                <a:lnTo>
                  <a:pt x="3275111" y="17796"/>
                </a:lnTo>
                <a:lnTo>
                  <a:pt x="3262339" y="12984"/>
                </a:lnTo>
                <a:lnTo>
                  <a:pt x="3249016" y="12194"/>
                </a:lnTo>
                <a:lnTo>
                  <a:pt x="3179849" y="12462"/>
                </a:lnTo>
                <a:lnTo>
                  <a:pt x="3170323" y="15129"/>
                </a:lnTo>
                <a:close/>
                <a:moveTo>
                  <a:pt x="3056008" y="789419"/>
                </a:moveTo>
                <a:lnTo>
                  <a:pt x="3068371" y="797661"/>
                </a:lnTo>
                <a:lnTo>
                  <a:pt x="3083062" y="813235"/>
                </a:lnTo>
                <a:lnTo>
                  <a:pt x="3097726" y="860661"/>
                </a:lnTo>
                <a:lnTo>
                  <a:pt x="3108021" y="874774"/>
                </a:lnTo>
                <a:lnTo>
                  <a:pt x="3122882" y="917452"/>
                </a:lnTo>
                <a:lnTo>
                  <a:pt x="3158729" y="976620"/>
                </a:lnTo>
                <a:lnTo>
                  <a:pt x="3214905" y="1046627"/>
                </a:lnTo>
                <a:lnTo>
                  <a:pt x="3267871" y="1083017"/>
                </a:lnTo>
                <a:lnTo>
                  <a:pt x="3289972" y="1104927"/>
                </a:lnTo>
                <a:lnTo>
                  <a:pt x="3298242" y="1131403"/>
                </a:lnTo>
                <a:lnTo>
                  <a:pt x="3297974" y="1158274"/>
                </a:lnTo>
                <a:lnTo>
                  <a:pt x="3291637" y="1177750"/>
                </a:lnTo>
                <a:lnTo>
                  <a:pt x="3276395" y="1193895"/>
                </a:lnTo>
                <a:lnTo>
                  <a:pt x="3233541" y="1209095"/>
                </a:lnTo>
                <a:lnTo>
                  <a:pt x="3213790" y="1228274"/>
                </a:lnTo>
                <a:lnTo>
                  <a:pt x="3196043" y="1252774"/>
                </a:lnTo>
                <a:lnTo>
                  <a:pt x="3181564" y="1300596"/>
                </a:lnTo>
                <a:lnTo>
                  <a:pt x="3169179" y="1325300"/>
                </a:lnTo>
                <a:lnTo>
                  <a:pt x="3154446" y="1340034"/>
                </a:lnTo>
                <a:lnTo>
                  <a:pt x="3142097" y="1345242"/>
                </a:lnTo>
                <a:lnTo>
                  <a:pt x="3130877" y="1339583"/>
                </a:lnTo>
                <a:lnTo>
                  <a:pt x="3115000" y="1324468"/>
                </a:lnTo>
                <a:lnTo>
                  <a:pt x="3101339" y="1301210"/>
                </a:lnTo>
                <a:lnTo>
                  <a:pt x="3073677" y="1269484"/>
                </a:lnTo>
                <a:lnTo>
                  <a:pt x="3067058" y="1249726"/>
                </a:lnTo>
                <a:lnTo>
                  <a:pt x="3066296" y="1219242"/>
                </a:lnTo>
                <a:lnTo>
                  <a:pt x="3060962" y="1207810"/>
                </a:lnTo>
                <a:lnTo>
                  <a:pt x="3060200" y="1187996"/>
                </a:lnTo>
                <a:lnTo>
                  <a:pt x="3054865" y="1175040"/>
                </a:lnTo>
                <a:lnTo>
                  <a:pt x="3053581" y="1119548"/>
                </a:lnTo>
                <a:lnTo>
                  <a:pt x="3048768" y="1110262"/>
                </a:lnTo>
                <a:lnTo>
                  <a:pt x="3047484" y="1088387"/>
                </a:lnTo>
                <a:lnTo>
                  <a:pt x="3041147" y="1075777"/>
                </a:lnTo>
                <a:lnTo>
                  <a:pt x="3033935" y="1068177"/>
                </a:lnTo>
                <a:lnTo>
                  <a:pt x="3024346" y="1066844"/>
                </a:lnTo>
                <a:lnTo>
                  <a:pt x="3005329" y="1067204"/>
                </a:lnTo>
                <a:lnTo>
                  <a:pt x="2980179" y="1073872"/>
                </a:lnTo>
                <a:lnTo>
                  <a:pt x="2945871" y="1087597"/>
                </a:lnTo>
                <a:lnTo>
                  <a:pt x="2924758" y="1102500"/>
                </a:lnTo>
                <a:lnTo>
                  <a:pt x="2908161" y="1118645"/>
                </a:lnTo>
                <a:lnTo>
                  <a:pt x="2907710" y="1132984"/>
                </a:lnTo>
                <a:lnTo>
                  <a:pt x="2902446" y="1147986"/>
                </a:lnTo>
                <a:lnTo>
                  <a:pt x="2901683" y="1205143"/>
                </a:lnTo>
                <a:lnTo>
                  <a:pt x="2896349" y="1221528"/>
                </a:lnTo>
                <a:lnTo>
                  <a:pt x="2895065" y="1288226"/>
                </a:lnTo>
                <a:lnTo>
                  <a:pt x="2884931" y="1312451"/>
                </a:lnTo>
                <a:lnTo>
                  <a:pt x="2874008" y="1321927"/>
                </a:lnTo>
                <a:lnTo>
                  <a:pt x="2861645" y="1326952"/>
                </a:lnTo>
                <a:lnTo>
                  <a:pt x="2847081" y="1319274"/>
                </a:lnTo>
                <a:lnTo>
                  <a:pt x="2835621" y="1305782"/>
                </a:lnTo>
                <a:lnTo>
                  <a:pt x="2829284" y="1286306"/>
                </a:lnTo>
                <a:lnTo>
                  <a:pt x="2828000" y="1253226"/>
                </a:lnTo>
                <a:lnTo>
                  <a:pt x="2810994" y="1200952"/>
                </a:lnTo>
                <a:lnTo>
                  <a:pt x="2810232" y="1170468"/>
                </a:lnTo>
                <a:lnTo>
                  <a:pt x="2804897" y="1155988"/>
                </a:lnTo>
                <a:lnTo>
                  <a:pt x="2804530" y="1110375"/>
                </a:lnTo>
                <a:lnTo>
                  <a:pt x="2805419" y="1089290"/>
                </a:lnTo>
                <a:lnTo>
                  <a:pt x="2811516" y="1071452"/>
                </a:lnTo>
                <a:lnTo>
                  <a:pt x="2839177" y="1039726"/>
                </a:lnTo>
                <a:lnTo>
                  <a:pt x="2858844" y="1010590"/>
                </a:lnTo>
                <a:lnTo>
                  <a:pt x="2891205" y="976705"/>
                </a:lnTo>
                <a:lnTo>
                  <a:pt x="2925090" y="944344"/>
                </a:lnTo>
                <a:lnTo>
                  <a:pt x="2977512" y="902019"/>
                </a:lnTo>
                <a:lnTo>
                  <a:pt x="3017903" y="862581"/>
                </a:lnTo>
                <a:lnTo>
                  <a:pt x="3018284" y="829048"/>
                </a:lnTo>
                <a:lnTo>
                  <a:pt x="3025524" y="807519"/>
                </a:lnTo>
                <a:lnTo>
                  <a:pt x="3039863" y="793427"/>
                </a:lnTo>
                <a:lnTo>
                  <a:pt x="3051435" y="787895"/>
                </a:lnTo>
                <a:lnTo>
                  <a:pt x="3056008" y="789419"/>
                </a:lnTo>
                <a:close/>
                <a:moveTo>
                  <a:pt x="3950710" y="1197903"/>
                </a:moveTo>
                <a:lnTo>
                  <a:pt x="3972726" y="1212242"/>
                </a:lnTo>
                <a:lnTo>
                  <a:pt x="3997113" y="1220823"/>
                </a:lnTo>
                <a:lnTo>
                  <a:pt x="4013978" y="1230807"/>
                </a:lnTo>
                <a:lnTo>
                  <a:pt x="4023250" y="1242444"/>
                </a:lnTo>
                <a:lnTo>
                  <a:pt x="4029954" y="1270500"/>
                </a:lnTo>
                <a:lnTo>
                  <a:pt x="4029065" y="1295000"/>
                </a:lnTo>
                <a:lnTo>
                  <a:pt x="4020442" y="1316409"/>
                </a:lnTo>
                <a:lnTo>
                  <a:pt x="3979782" y="1356250"/>
                </a:lnTo>
                <a:lnTo>
                  <a:pt x="3953758" y="1369756"/>
                </a:lnTo>
                <a:lnTo>
                  <a:pt x="3906910" y="1353004"/>
                </a:lnTo>
                <a:lnTo>
                  <a:pt x="3887484" y="1335306"/>
                </a:lnTo>
                <a:lnTo>
                  <a:pt x="3878452" y="1313516"/>
                </a:lnTo>
                <a:lnTo>
                  <a:pt x="3877167" y="1291641"/>
                </a:lnTo>
                <a:lnTo>
                  <a:pt x="3871565" y="1274790"/>
                </a:lnTo>
                <a:lnTo>
                  <a:pt x="3872355" y="1235161"/>
                </a:lnTo>
                <a:lnTo>
                  <a:pt x="3879073" y="1216003"/>
                </a:lnTo>
                <a:lnTo>
                  <a:pt x="3885169" y="1208573"/>
                </a:lnTo>
                <a:lnTo>
                  <a:pt x="3908413" y="1195236"/>
                </a:lnTo>
                <a:lnTo>
                  <a:pt x="3940097" y="1194968"/>
                </a:lnTo>
                <a:lnTo>
                  <a:pt x="3950710" y="1197903"/>
                </a:lnTo>
                <a:close/>
                <a:moveTo>
                  <a:pt x="6177556" y="1490548"/>
                </a:moveTo>
                <a:lnTo>
                  <a:pt x="6190526" y="1499066"/>
                </a:lnTo>
                <a:lnTo>
                  <a:pt x="6199798" y="1510702"/>
                </a:lnTo>
                <a:lnTo>
                  <a:pt x="6206135" y="1530177"/>
                </a:lnTo>
                <a:lnTo>
                  <a:pt x="6206135" y="1560661"/>
                </a:lnTo>
                <a:lnTo>
                  <a:pt x="6191387" y="1602661"/>
                </a:lnTo>
                <a:lnTo>
                  <a:pt x="6180224" y="1613436"/>
                </a:lnTo>
                <a:lnTo>
                  <a:pt x="6166887" y="1619724"/>
                </a:lnTo>
                <a:lnTo>
                  <a:pt x="6153550" y="1613436"/>
                </a:lnTo>
                <a:lnTo>
                  <a:pt x="6140976" y="1600481"/>
                </a:lnTo>
                <a:lnTo>
                  <a:pt x="6133736" y="1578952"/>
                </a:lnTo>
                <a:lnTo>
                  <a:pt x="6133736" y="1548468"/>
                </a:lnTo>
                <a:lnTo>
                  <a:pt x="6148484" y="1506468"/>
                </a:lnTo>
                <a:lnTo>
                  <a:pt x="6168411" y="1490548"/>
                </a:lnTo>
                <a:lnTo>
                  <a:pt x="6177556" y="1490548"/>
                </a:lnTo>
                <a:close/>
                <a:moveTo>
                  <a:pt x="6104395" y="1734419"/>
                </a:moveTo>
                <a:lnTo>
                  <a:pt x="6117365" y="1742936"/>
                </a:lnTo>
                <a:lnTo>
                  <a:pt x="6126637" y="1754573"/>
                </a:lnTo>
                <a:lnTo>
                  <a:pt x="6132974" y="1775954"/>
                </a:lnTo>
                <a:lnTo>
                  <a:pt x="6133355" y="1838065"/>
                </a:lnTo>
                <a:lnTo>
                  <a:pt x="6143643" y="1849305"/>
                </a:lnTo>
                <a:lnTo>
                  <a:pt x="6150065" y="1861774"/>
                </a:lnTo>
                <a:lnTo>
                  <a:pt x="6157629" y="1887403"/>
                </a:lnTo>
                <a:lnTo>
                  <a:pt x="6157361" y="1914274"/>
                </a:lnTo>
                <a:lnTo>
                  <a:pt x="6150798" y="1934653"/>
                </a:lnTo>
                <a:lnTo>
                  <a:pt x="6127258" y="1959047"/>
                </a:lnTo>
                <a:lnTo>
                  <a:pt x="6112016" y="1967240"/>
                </a:lnTo>
                <a:lnTo>
                  <a:pt x="6100458" y="1961905"/>
                </a:lnTo>
                <a:lnTo>
                  <a:pt x="6085724" y="1947171"/>
                </a:lnTo>
                <a:lnTo>
                  <a:pt x="6077150" y="1923419"/>
                </a:lnTo>
                <a:lnTo>
                  <a:pt x="6066855" y="1909306"/>
                </a:lnTo>
                <a:lnTo>
                  <a:pt x="6054210" y="1860081"/>
                </a:lnTo>
                <a:lnTo>
                  <a:pt x="6055000" y="1820452"/>
                </a:lnTo>
                <a:lnTo>
                  <a:pt x="6065387" y="1795161"/>
                </a:lnTo>
                <a:lnTo>
                  <a:pt x="6066671" y="1773286"/>
                </a:lnTo>
                <a:lnTo>
                  <a:pt x="6073008" y="1754573"/>
                </a:lnTo>
                <a:lnTo>
                  <a:pt x="6088250" y="1738427"/>
                </a:lnTo>
                <a:lnTo>
                  <a:pt x="6099823" y="1732895"/>
                </a:lnTo>
                <a:lnTo>
                  <a:pt x="6104395" y="1734419"/>
                </a:lnTo>
                <a:close/>
                <a:moveTo>
                  <a:pt x="6104395" y="2008774"/>
                </a:moveTo>
                <a:lnTo>
                  <a:pt x="6124323" y="2024694"/>
                </a:lnTo>
                <a:lnTo>
                  <a:pt x="6132974" y="2048784"/>
                </a:lnTo>
                <a:lnTo>
                  <a:pt x="6132974" y="2084603"/>
                </a:lnTo>
                <a:lnTo>
                  <a:pt x="6127639" y="2098702"/>
                </a:lnTo>
                <a:lnTo>
                  <a:pt x="6126877" y="2150524"/>
                </a:lnTo>
                <a:lnTo>
                  <a:pt x="6119976" y="2172766"/>
                </a:lnTo>
                <a:lnTo>
                  <a:pt x="6077073" y="2215895"/>
                </a:lnTo>
                <a:lnTo>
                  <a:pt x="6015992" y="2260266"/>
                </a:lnTo>
                <a:lnTo>
                  <a:pt x="6006677" y="2281548"/>
                </a:lnTo>
                <a:lnTo>
                  <a:pt x="5973696" y="2309421"/>
                </a:lnTo>
                <a:lnTo>
                  <a:pt x="5957226" y="2330887"/>
                </a:lnTo>
                <a:lnTo>
                  <a:pt x="5929903" y="2345113"/>
                </a:lnTo>
                <a:lnTo>
                  <a:pt x="5917540" y="2340089"/>
                </a:lnTo>
                <a:lnTo>
                  <a:pt x="5903202" y="2325997"/>
                </a:lnTo>
                <a:lnTo>
                  <a:pt x="5895962" y="2304468"/>
                </a:lnTo>
                <a:lnTo>
                  <a:pt x="5895962" y="2273984"/>
                </a:lnTo>
                <a:lnTo>
                  <a:pt x="5902694" y="2253435"/>
                </a:lnTo>
                <a:lnTo>
                  <a:pt x="5954834" y="2193011"/>
                </a:lnTo>
                <a:lnTo>
                  <a:pt x="5983857" y="2170332"/>
                </a:lnTo>
                <a:lnTo>
                  <a:pt x="5989890" y="2153001"/>
                </a:lnTo>
                <a:lnTo>
                  <a:pt x="6021242" y="2119306"/>
                </a:lnTo>
                <a:lnTo>
                  <a:pt x="6045516" y="2083855"/>
                </a:lnTo>
                <a:lnTo>
                  <a:pt x="6049334" y="2069742"/>
                </a:lnTo>
                <a:lnTo>
                  <a:pt x="6058860" y="2057548"/>
                </a:lnTo>
                <a:lnTo>
                  <a:pt x="6061527" y="2045355"/>
                </a:lnTo>
                <a:lnTo>
                  <a:pt x="6076452" y="2024016"/>
                </a:lnTo>
                <a:lnTo>
                  <a:pt x="6095250" y="2008774"/>
                </a:lnTo>
                <a:lnTo>
                  <a:pt x="6104395" y="2008774"/>
                </a:lnTo>
                <a:close/>
                <a:moveTo>
                  <a:pt x="1694903" y="4234097"/>
                </a:moveTo>
                <a:lnTo>
                  <a:pt x="1707210" y="4240758"/>
                </a:lnTo>
                <a:lnTo>
                  <a:pt x="1718669" y="4254250"/>
                </a:lnTo>
                <a:lnTo>
                  <a:pt x="1725006" y="4273726"/>
                </a:lnTo>
                <a:lnTo>
                  <a:pt x="1724484" y="4306806"/>
                </a:lnTo>
                <a:lnTo>
                  <a:pt x="1717766" y="4325739"/>
                </a:lnTo>
                <a:lnTo>
                  <a:pt x="1705192" y="4338695"/>
                </a:lnTo>
                <a:lnTo>
                  <a:pt x="1684996" y="4352222"/>
                </a:lnTo>
                <a:lnTo>
                  <a:pt x="1661371" y="4352984"/>
                </a:lnTo>
                <a:lnTo>
                  <a:pt x="1640032" y="4331645"/>
                </a:lnTo>
                <a:lnTo>
                  <a:pt x="1641613" y="4313242"/>
                </a:lnTo>
                <a:lnTo>
                  <a:pt x="1649177" y="4308331"/>
                </a:lnTo>
                <a:lnTo>
                  <a:pt x="1651210" y="4303137"/>
                </a:lnTo>
                <a:lnTo>
                  <a:pt x="1653129" y="4271524"/>
                </a:lnTo>
                <a:lnTo>
                  <a:pt x="1659847" y="4252197"/>
                </a:lnTo>
                <a:lnTo>
                  <a:pt x="1668216" y="4242614"/>
                </a:lnTo>
                <a:lnTo>
                  <a:pt x="1686887" y="4231500"/>
                </a:lnTo>
                <a:lnTo>
                  <a:pt x="1694903" y="4234097"/>
                </a:lnTo>
                <a:close/>
                <a:moveTo>
                  <a:pt x="1944871" y="4234097"/>
                </a:moveTo>
                <a:lnTo>
                  <a:pt x="1955159" y="4239241"/>
                </a:lnTo>
                <a:lnTo>
                  <a:pt x="1966323" y="4250016"/>
                </a:lnTo>
                <a:lnTo>
                  <a:pt x="1974452" y="4271129"/>
                </a:lnTo>
                <a:lnTo>
                  <a:pt x="1974974" y="4304210"/>
                </a:lnTo>
                <a:lnTo>
                  <a:pt x="1967353" y="4326120"/>
                </a:lnTo>
                <a:lnTo>
                  <a:pt x="1950015" y="4343839"/>
                </a:lnTo>
                <a:lnTo>
                  <a:pt x="1933552" y="4352864"/>
                </a:lnTo>
                <a:lnTo>
                  <a:pt x="1921246" y="4347268"/>
                </a:lnTo>
                <a:lnTo>
                  <a:pt x="1901431" y="4347268"/>
                </a:lnTo>
                <a:lnTo>
                  <a:pt x="1877806" y="4359081"/>
                </a:lnTo>
                <a:lnTo>
                  <a:pt x="1862282" y="4351121"/>
                </a:lnTo>
                <a:lnTo>
                  <a:pt x="1837415" y="4327073"/>
                </a:lnTo>
                <a:lnTo>
                  <a:pt x="1829935" y="4306806"/>
                </a:lnTo>
                <a:lnTo>
                  <a:pt x="1829413" y="4273726"/>
                </a:lnTo>
                <a:lnTo>
                  <a:pt x="1838065" y="4250016"/>
                </a:lnTo>
                <a:lnTo>
                  <a:pt x="1849228" y="4239241"/>
                </a:lnTo>
                <a:lnTo>
                  <a:pt x="1863806" y="4231952"/>
                </a:lnTo>
                <a:lnTo>
                  <a:pt x="1928839" y="4231161"/>
                </a:lnTo>
                <a:lnTo>
                  <a:pt x="1944871" y="4234097"/>
                </a:lnTo>
                <a:close/>
                <a:moveTo>
                  <a:pt x="163089" y="1094258"/>
                </a:moveTo>
                <a:lnTo>
                  <a:pt x="148185" y="1101145"/>
                </a:lnTo>
                <a:lnTo>
                  <a:pt x="138511" y="1097688"/>
                </a:lnTo>
                <a:lnTo>
                  <a:pt x="108161" y="1097419"/>
                </a:lnTo>
                <a:lnTo>
                  <a:pt x="90308" y="1103022"/>
                </a:lnTo>
                <a:lnTo>
                  <a:pt x="40419" y="1104306"/>
                </a:lnTo>
                <a:lnTo>
                  <a:pt x="2646" y="1126174"/>
                </a:lnTo>
                <a:lnTo>
                  <a:pt x="169" y="1131065"/>
                </a:lnTo>
                <a:lnTo>
                  <a:pt x="1355" y="1146306"/>
                </a:lnTo>
                <a:lnTo>
                  <a:pt x="15588" y="1153772"/>
                </a:lnTo>
                <a:lnTo>
                  <a:pt x="35092" y="1173700"/>
                </a:lnTo>
                <a:lnTo>
                  <a:pt x="56776" y="1211049"/>
                </a:lnTo>
                <a:lnTo>
                  <a:pt x="112600" y="1291260"/>
                </a:lnTo>
                <a:lnTo>
                  <a:pt x="217388" y="1432629"/>
                </a:lnTo>
                <a:lnTo>
                  <a:pt x="240823" y="1457016"/>
                </a:lnTo>
                <a:lnTo>
                  <a:pt x="312855" y="1456113"/>
                </a:lnTo>
                <a:lnTo>
                  <a:pt x="360853" y="1443870"/>
                </a:lnTo>
                <a:lnTo>
                  <a:pt x="392565" y="1428113"/>
                </a:lnTo>
                <a:lnTo>
                  <a:pt x="408477" y="1423357"/>
                </a:lnTo>
                <a:lnTo>
                  <a:pt x="414009" y="1415863"/>
                </a:lnTo>
                <a:lnTo>
                  <a:pt x="414567" y="1401101"/>
                </a:lnTo>
                <a:lnTo>
                  <a:pt x="408865" y="1384617"/>
                </a:lnTo>
                <a:lnTo>
                  <a:pt x="407581" y="1362742"/>
                </a:lnTo>
                <a:lnTo>
                  <a:pt x="397243" y="1336224"/>
                </a:lnTo>
                <a:lnTo>
                  <a:pt x="383144" y="1272970"/>
                </a:lnTo>
                <a:lnTo>
                  <a:pt x="366759" y="1226482"/>
                </a:lnTo>
                <a:lnTo>
                  <a:pt x="364854" y="1212002"/>
                </a:lnTo>
                <a:lnTo>
                  <a:pt x="333290" y="1141452"/>
                </a:lnTo>
                <a:lnTo>
                  <a:pt x="325034" y="1134459"/>
                </a:lnTo>
                <a:lnTo>
                  <a:pt x="309792" y="1134840"/>
                </a:lnTo>
                <a:lnTo>
                  <a:pt x="295919" y="1141339"/>
                </a:lnTo>
                <a:lnTo>
                  <a:pt x="277177" y="1156919"/>
                </a:lnTo>
                <a:lnTo>
                  <a:pt x="261286" y="1164251"/>
                </a:lnTo>
                <a:lnTo>
                  <a:pt x="240032" y="1151048"/>
                </a:lnTo>
                <a:lnTo>
                  <a:pt x="211806" y="1118081"/>
                </a:lnTo>
                <a:lnTo>
                  <a:pt x="182021" y="1103163"/>
                </a:lnTo>
                <a:lnTo>
                  <a:pt x="168543" y="1092967"/>
                </a:lnTo>
                <a:lnTo>
                  <a:pt x="163089" y="1094258"/>
                </a:lnTo>
                <a:close/>
              </a:path>
            </a:pathLst>
          </a:custGeom>
          <a:solidFill>
            <a:srgbClr val="6257A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map"/>
          <p:cNvSpPr/>
          <p:nvPr/>
        </p:nvSpPr>
        <p:spPr>
          <a:xfrm>
            <a:off x="914629" y="3498210"/>
            <a:ext cx="5816090" cy="4474468"/>
          </a:xfrm>
          <a:custGeom>
            <a:avLst/>
            <a:gdLst/>
            <a:ahLst/>
            <a:cxnLst/>
            <a:rect l="0" t="0" r="r" b="b"/>
            <a:pathLst>
              <a:path w="5816090" h="4474468">
                <a:moveTo>
                  <a:pt x="2261790" y="2935"/>
                </a:moveTo>
                <a:lnTo>
                  <a:pt x="2240677" y="13435"/>
                </a:lnTo>
                <a:lnTo>
                  <a:pt x="2214442" y="33666"/>
                </a:lnTo>
                <a:lnTo>
                  <a:pt x="2173740" y="73945"/>
                </a:lnTo>
                <a:lnTo>
                  <a:pt x="2165823" y="87613"/>
                </a:lnTo>
                <a:lnTo>
                  <a:pt x="2153001" y="126776"/>
                </a:lnTo>
                <a:lnTo>
                  <a:pt x="2151096" y="141256"/>
                </a:lnTo>
                <a:lnTo>
                  <a:pt x="2140758" y="167774"/>
                </a:lnTo>
                <a:lnTo>
                  <a:pt x="2138952" y="191710"/>
                </a:lnTo>
                <a:lnTo>
                  <a:pt x="2129242" y="209548"/>
                </a:lnTo>
                <a:lnTo>
                  <a:pt x="2123470" y="228516"/>
                </a:lnTo>
                <a:lnTo>
                  <a:pt x="2129567" y="247378"/>
                </a:lnTo>
                <a:lnTo>
                  <a:pt x="2149000" y="268145"/>
                </a:lnTo>
                <a:lnTo>
                  <a:pt x="2291131" y="268526"/>
                </a:lnTo>
                <a:lnTo>
                  <a:pt x="2310946" y="273861"/>
                </a:lnTo>
                <a:lnTo>
                  <a:pt x="2342629" y="274129"/>
                </a:lnTo>
                <a:lnTo>
                  <a:pt x="2366198" y="268526"/>
                </a:lnTo>
                <a:lnTo>
                  <a:pt x="2500129" y="267242"/>
                </a:lnTo>
                <a:lnTo>
                  <a:pt x="2522046" y="254046"/>
                </a:lnTo>
                <a:lnTo>
                  <a:pt x="2530048" y="243758"/>
                </a:lnTo>
                <a:lnTo>
                  <a:pt x="2512661" y="191032"/>
                </a:lnTo>
                <a:lnTo>
                  <a:pt x="2511871" y="141242"/>
                </a:lnTo>
                <a:lnTo>
                  <a:pt x="2512661" y="131871"/>
                </a:lnTo>
                <a:lnTo>
                  <a:pt x="2529145" y="94161"/>
                </a:lnTo>
                <a:lnTo>
                  <a:pt x="2529935" y="74855"/>
                </a:lnTo>
                <a:lnTo>
                  <a:pt x="2522357" y="57461"/>
                </a:lnTo>
                <a:lnTo>
                  <a:pt x="2512901" y="46947"/>
                </a:lnTo>
                <a:lnTo>
                  <a:pt x="2476292" y="18537"/>
                </a:lnTo>
                <a:lnTo>
                  <a:pt x="2464127" y="13033"/>
                </a:lnTo>
                <a:lnTo>
                  <a:pt x="2447855" y="10500"/>
                </a:lnTo>
                <a:lnTo>
                  <a:pt x="2426629" y="790"/>
                </a:lnTo>
                <a:lnTo>
                  <a:pt x="2290468" y="0"/>
                </a:lnTo>
                <a:lnTo>
                  <a:pt x="2261790" y="2935"/>
                </a:lnTo>
                <a:close/>
                <a:moveTo>
                  <a:pt x="2557484" y="323016"/>
                </a:moveTo>
                <a:lnTo>
                  <a:pt x="2551387" y="329113"/>
                </a:lnTo>
                <a:lnTo>
                  <a:pt x="2067808" y="329995"/>
                </a:lnTo>
                <a:lnTo>
                  <a:pt x="2062121" y="330637"/>
                </a:lnTo>
                <a:lnTo>
                  <a:pt x="2042645" y="358919"/>
                </a:lnTo>
                <a:lnTo>
                  <a:pt x="2043069" y="373886"/>
                </a:lnTo>
                <a:lnTo>
                  <a:pt x="2053597" y="387710"/>
                </a:lnTo>
                <a:lnTo>
                  <a:pt x="2079924" y="435171"/>
                </a:lnTo>
                <a:lnTo>
                  <a:pt x="2090403" y="446984"/>
                </a:lnTo>
                <a:lnTo>
                  <a:pt x="2112229" y="458098"/>
                </a:lnTo>
                <a:lnTo>
                  <a:pt x="2117839" y="467758"/>
                </a:lnTo>
                <a:lnTo>
                  <a:pt x="2129376" y="474292"/>
                </a:lnTo>
                <a:lnTo>
                  <a:pt x="2193823" y="570613"/>
                </a:lnTo>
                <a:lnTo>
                  <a:pt x="2205339" y="593645"/>
                </a:lnTo>
                <a:lnTo>
                  <a:pt x="2218210" y="631129"/>
                </a:lnTo>
                <a:lnTo>
                  <a:pt x="2219494" y="653004"/>
                </a:lnTo>
                <a:lnTo>
                  <a:pt x="2224257" y="663292"/>
                </a:lnTo>
                <a:lnTo>
                  <a:pt x="2232887" y="703952"/>
                </a:lnTo>
                <a:lnTo>
                  <a:pt x="2300869" y="832817"/>
                </a:lnTo>
                <a:lnTo>
                  <a:pt x="2331183" y="863131"/>
                </a:lnTo>
                <a:lnTo>
                  <a:pt x="2349968" y="873081"/>
                </a:lnTo>
                <a:lnTo>
                  <a:pt x="2370417" y="889656"/>
                </a:lnTo>
                <a:lnTo>
                  <a:pt x="2428774" y="918919"/>
                </a:lnTo>
                <a:lnTo>
                  <a:pt x="2490659" y="938670"/>
                </a:lnTo>
                <a:lnTo>
                  <a:pt x="2526887" y="931113"/>
                </a:lnTo>
                <a:lnTo>
                  <a:pt x="2577475" y="905463"/>
                </a:lnTo>
                <a:lnTo>
                  <a:pt x="2605355" y="878726"/>
                </a:lnTo>
                <a:lnTo>
                  <a:pt x="2616984" y="861903"/>
                </a:lnTo>
                <a:lnTo>
                  <a:pt x="2626016" y="857161"/>
                </a:lnTo>
                <a:lnTo>
                  <a:pt x="2659097" y="813242"/>
                </a:lnTo>
                <a:lnTo>
                  <a:pt x="2673083" y="809876"/>
                </a:lnTo>
                <a:lnTo>
                  <a:pt x="2672045" y="794352"/>
                </a:lnTo>
                <a:lnTo>
                  <a:pt x="2691422" y="809043"/>
                </a:lnTo>
                <a:lnTo>
                  <a:pt x="2709903" y="815331"/>
                </a:lnTo>
                <a:lnTo>
                  <a:pt x="2717905" y="808239"/>
                </a:lnTo>
                <a:lnTo>
                  <a:pt x="2719429" y="802184"/>
                </a:lnTo>
                <a:lnTo>
                  <a:pt x="2711427" y="769605"/>
                </a:lnTo>
                <a:lnTo>
                  <a:pt x="2699996" y="773415"/>
                </a:lnTo>
                <a:lnTo>
                  <a:pt x="2686151" y="766938"/>
                </a:lnTo>
                <a:lnTo>
                  <a:pt x="2671417" y="752204"/>
                </a:lnTo>
                <a:lnTo>
                  <a:pt x="2665081" y="739968"/>
                </a:lnTo>
                <a:lnTo>
                  <a:pt x="2663796" y="695681"/>
                </a:lnTo>
                <a:lnTo>
                  <a:pt x="2658462" y="682726"/>
                </a:lnTo>
                <a:lnTo>
                  <a:pt x="2657700" y="652242"/>
                </a:lnTo>
                <a:lnTo>
                  <a:pt x="2652365" y="640429"/>
                </a:lnTo>
                <a:lnTo>
                  <a:pt x="2651603" y="615280"/>
                </a:lnTo>
                <a:lnTo>
                  <a:pt x="2638457" y="576032"/>
                </a:lnTo>
                <a:lnTo>
                  <a:pt x="2628161" y="561919"/>
                </a:lnTo>
                <a:lnTo>
                  <a:pt x="2615784" y="517732"/>
                </a:lnTo>
                <a:lnTo>
                  <a:pt x="2615022" y="481913"/>
                </a:lnTo>
                <a:lnTo>
                  <a:pt x="2609688" y="467815"/>
                </a:lnTo>
                <a:lnTo>
                  <a:pt x="2608925" y="415992"/>
                </a:lnTo>
                <a:lnTo>
                  <a:pt x="2603591" y="402274"/>
                </a:lnTo>
                <a:lnTo>
                  <a:pt x="2602306" y="369194"/>
                </a:lnTo>
                <a:lnTo>
                  <a:pt x="2583776" y="332796"/>
                </a:lnTo>
                <a:lnTo>
                  <a:pt x="2576917" y="324921"/>
                </a:lnTo>
                <a:lnTo>
                  <a:pt x="2566629" y="316919"/>
                </a:lnTo>
                <a:lnTo>
                  <a:pt x="2557484" y="323016"/>
                </a:lnTo>
                <a:close/>
                <a:moveTo>
                  <a:pt x="2674847" y="572984"/>
                </a:moveTo>
                <a:lnTo>
                  <a:pt x="2670782" y="577161"/>
                </a:lnTo>
                <a:lnTo>
                  <a:pt x="2671234" y="582016"/>
                </a:lnTo>
                <a:lnTo>
                  <a:pt x="2687040" y="589750"/>
                </a:lnTo>
                <a:lnTo>
                  <a:pt x="2680174" y="568771"/>
                </a:lnTo>
                <a:lnTo>
                  <a:pt x="2674847" y="572984"/>
                </a:lnTo>
                <a:close/>
                <a:moveTo>
                  <a:pt x="5471742" y="1072919"/>
                </a:moveTo>
                <a:lnTo>
                  <a:pt x="5469653" y="1081444"/>
                </a:lnTo>
                <a:lnTo>
                  <a:pt x="5485798" y="1096685"/>
                </a:lnTo>
                <a:lnTo>
                  <a:pt x="5501464" y="1093115"/>
                </a:lnTo>
                <a:lnTo>
                  <a:pt x="5510355" y="1094653"/>
                </a:lnTo>
                <a:lnTo>
                  <a:pt x="5514419" y="1091323"/>
                </a:lnTo>
                <a:lnTo>
                  <a:pt x="5512726" y="1083306"/>
                </a:lnTo>
                <a:lnTo>
                  <a:pt x="5496806" y="1074500"/>
                </a:lnTo>
                <a:lnTo>
                  <a:pt x="5477839" y="1068347"/>
                </a:lnTo>
                <a:lnTo>
                  <a:pt x="5471742" y="1072919"/>
                </a:lnTo>
                <a:close/>
                <a:moveTo>
                  <a:pt x="5778105" y="1181137"/>
                </a:moveTo>
                <a:lnTo>
                  <a:pt x="5769538" y="1205736"/>
                </a:lnTo>
                <a:lnTo>
                  <a:pt x="5795548" y="1224435"/>
                </a:lnTo>
                <a:lnTo>
                  <a:pt x="5801158" y="1224196"/>
                </a:lnTo>
                <a:lnTo>
                  <a:pt x="5808970" y="1216003"/>
                </a:lnTo>
                <a:lnTo>
                  <a:pt x="5816090" y="1195730"/>
                </a:lnTo>
                <a:lnTo>
                  <a:pt x="5815067" y="1191616"/>
                </a:lnTo>
                <a:lnTo>
                  <a:pt x="5806874" y="1183804"/>
                </a:lnTo>
                <a:lnTo>
                  <a:pt x="5786601" y="1176684"/>
                </a:lnTo>
                <a:lnTo>
                  <a:pt x="5778105" y="1181137"/>
                </a:lnTo>
                <a:close/>
                <a:moveTo>
                  <a:pt x="4747750" y="1455492"/>
                </a:moveTo>
                <a:lnTo>
                  <a:pt x="4744702" y="1460065"/>
                </a:lnTo>
                <a:lnTo>
                  <a:pt x="4751229" y="1467227"/>
                </a:lnTo>
                <a:lnTo>
                  <a:pt x="4759485" y="1461158"/>
                </a:lnTo>
                <a:lnTo>
                  <a:pt x="4753416" y="1452902"/>
                </a:lnTo>
                <a:lnTo>
                  <a:pt x="4747750" y="1455492"/>
                </a:lnTo>
                <a:close/>
                <a:moveTo>
                  <a:pt x="585177" y="1545419"/>
                </a:moveTo>
                <a:lnTo>
                  <a:pt x="568792" y="1556470"/>
                </a:lnTo>
                <a:lnTo>
                  <a:pt x="550403" y="1580645"/>
                </a:lnTo>
                <a:lnTo>
                  <a:pt x="547694" y="1606161"/>
                </a:lnTo>
                <a:lnTo>
                  <a:pt x="543453" y="1614389"/>
                </a:lnTo>
                <a:lnTo>
                  <a:pt x="540919" y="1630661"/>
                </a:lnTo>
                <a:lnTo>
                  <a:pt x="534696" y="1642382"/>
                </a:lnTo>
                <a:lnTo>
                  <a:pt x="445403" y="1735548"/>
                </a:lnTo>
                <a:lnTo>
                  <a:pt x="434522" y="1751214"/>
                </a:lnTo>
                <a:lnTo>
                  <a:pt x="433520" y="1776335"/>
                </a:lnTo>
                <a:lnTo>
                  <a:pt x="446998" y="1796184"/>
                </a:lnTo>
                <a:lnTo>
                  <a:pt x="472119" y="1820882"/>
                </a:lnTo>
                <a:lnTo>
                  <a:pt x="509419" y="1846306"/>
                </a:lnTo>
                <a:lnTo>
                  <a:pt x="545097" y="1848113"/>
                </a:lnTo>
                <a:lnTo>
                  <a:pt x="588226" y="1860737"/>
                </a:lnTo>
                <a:lnTo>
                  <a:pt x="601372" y="1870835"/>
                </a:lnTo>
                <a:lnTo>
                  <a:pt x="616804" y="1872549"/>
                </a:lnTo>
                <a:lnTo>
                  <a:pt x="627093" y="1877313"/>
                </a:lnTo>
                <a:lnTo>
                  <a:pt x="646907" y="1878075"/>
                </a:lnTo>
                <a:lnTo>
                  <a:pt x="661627" y="1883670"/>
                </a:lnTo>
                <a:lnTo>
                  <a:pt x="714353" y="1870644"/>
                </a:lnTo>
                <a:lnTo>
                  <a:pt x="744569" y="1859523"/>
                </a:lnTo>
                <a:lnTo>
                  <a:pt x="776435" y="1877242"/>
                </a:lnTo>
                <a:lnTo>
                  <a:pt x="805995" y="1912941"/>
                </a:lnTo>
                <a:lnTo>
                  <a:pt x="844290" y="1944758"/>
                </a:lnTo>
                <a:lnTo>
                  <a:pt x="883538" y="1944377"/>
                </a:lnTo>
                <a:lnTo>
                  <a:pt x="902323" y="1935048"/>
                </a:lnTo>
                <a:lnTo>
                  <a:pt x="913782" y="1921556"/>
                </a:lnTo>
                <a:lnTo>
                  <a:pt x="921453" y="1893888"/>
                </a:lnTo>
                <a:lnTo>
                  <a:pt x="931741" y="1873693"/>
                </a:lnTo>
                <a:lnTo>
                  <a:pt x="938670" y="1844401"/>
                </a:lnTo>
                <a:lnTo>
                  <a:pt x="933075" y="1828919"/>
                </a:lnTo>
                <a:lnTo>
                  <a:pt x="931790" y="1795839"/>
                </a:lnTo>
                <a:lnTo>
                  <a:pt x="915984" y="1765581"/>
                </a:lnTo>
                <a:lnTo>
                  <a:pt x="912823" y="1752032"/>
                </a:lnTo>
                <a:lnTo>
                  <a:pt x="900403" y="1728097"/>
                </a:lnTo>
                <a:lnTo>
                  <a:pt x="870935" y="1690952"/>
                </a:lnTo>
                <a:lnTo>
                  <a:pt x="837629" y="1662726"/>
                </a:lnTo>
                <a:lnTo>
                  <a:pt x="821089" y="1630492"/>
                </a:lnTo>
                <a:lnTo>
                  <a:pt x="795516" y="1603339"/>
                </a:lnTo>
                <a:lnTo>
                  <a:pt x="773415" y="1602958"/>
                </a:lnTo>
                <a:lnTo>
                  <a:pt x="734323" y="1585952"/>
                </a:lnTo>
                <a:lnTo>
                  <a:pt x="710387" y="1584145"/>
                </a:lnTo>
                <a:lnTo>
                  <a:pt x="692548" y="1574435"/>
                </a:lnTo>
                <a:lnTo>
                  <a:pt x="679296" y="1571140"/>
                </a:lnTo>
                <a:lnTo>
                  <a:pt x="661161" y="1555919"/>
                </a:lnTo>
                <a:lnTo>
                  <a:pt x="636323" y="1543274"/>
                </a:lnTo>
                <a:lnTo>
                  <a:pt x="596694" y="1542484"/>
                </a:lnTo>
                <a:lnTo>
                  <a:pt x="585177" y="1545419"/>
                </a:lnTo>
                <a:close/>
                <a:moveTo>
                  <a:pt x="5413823" y="1831968"/>
                </a:moveTo>
                <a:lnTo>
                  <a:pt x="5408290" y="1839984"/>
                </a:lnTo>
                <a:lnTo>
                  <a:pt x="5408290" y="1848339"/>
                </a:lnTo>
                <a:lnTo>
                  <a:pt x="5422079" y="1863729"/>
                </a:lnTo>
                <a:lnTo>
                  <a:pt x="5442274" y="1857823"/>
                </a:lnTo>
                <a:lnTo>
                  <a:pt x="5448371" y="1851839"/>
                </a:lnTo>
                <a:lnTo>
                  <a:pt x="5444687" y="1844542"/>
                </a:lnTo>
                <a:lnTo>
                  <a:pt x="5433637" y="1839589"/>
                </a:lnTo>
                <a:lnTo>
                  <a:pt x="5424704" y="1824925"/>
                </a:lnTo>
                <a:lnTo>
                  <a:pt x="5413823" y="1831968"/>
                </a:lnTo>
                <a:close/>
                <a:moveTo>
                  <a:pt x="114202" y="1876169"/>
                </a:moveTo>
                <a:lnTo>
                  <a:pt x="111612" y="1881836"/>
                </a:lnTo>
                <a:lnTo>
                  <a:pt x="119868" y="1887904"/>
                </a:lnTo>
                <a:lnTo>
                  <a:pt x="125936" y="1879648"/>
                </a:lnTo>
                <a:lnTo>
                  <a:pt x="118774" y="1873121"/>
                </a:lnTo>
                <a:lnTo>
                  <a:pt x="114202" y="1876169"/>
                </a:lnTo>
                <a:close/>
                <a:moveTo>
                  <a:pt x="225468" y="1941710"/>
                </a:moveTo>
                <a:lnTo>
                  <a:pt x="204355" y="1952210"/>
                </a:lnTo>
                <a:lnTo>
                  <a:pt x="146887" y="1995903"/>
                </a:lnTo>
                <a:lnTo>
                  <a:pt x="124215" y="2019719"/>
                </a:lnTo>
                <a:lnTo>
                  <a:pt x="103892" y="2047288"/>
                </a:lnTo>
                <a:lnTo>
                  <a:pt x="74001" y="2107275"/>
                </a:lnTo>
                <a:lnTo>
                  <a:pt x="61236" y="2145190"/>
                </a:lnTo>
                <a:lnTo>
                  <a:pt x="59952" y="2167065"/>
                </a:lnTo>
                <a:lnTo>
                  <a:pt x="55139" y="2175673"/>
                </a:lnTo>
                <a:lnTo>
                  <a:pt x="55139" y="2195488"/>
                </a:lnTo>
                <a:lnTo>
                  <a:pt x="60474" y="2208825"/>
                </a:lnTo>
                <a:lnTo>
                  <a:pt x="59952" y="2269919"/>
                </a:lnTo>
                <a:lnTo>
                  <a:pt x="52839" y="2283468"/>
                </a:lnTo>
                <a:lnTo>
                  <a:pt x="7339" y="2338226"/>
                </a:lnTo>
                <a:lnTo>
                  <a:pt x="0" y="2356855"/>
                </a:lnTo>
                <a:lnTo>
                  <a:pt x="268" y="2383726"/>
                </a:lnTo>
                <a:lnTo>
                  <a:pt x="14565" y="2431371"/>
                </a:lnTo>
                <a:lnTo>
                  <a:pt x="34323" y="2457790"/>
                </a:lnTo>
                <a:lnTo>
                  <a:pt x="62203" y="2484527"/>
                </a:lnTo>
                <a:lnTo>
                  <a:pt x="70677" y="2488952"/>
                </a:lnTo>
                <a:lnTo>
                  <a:pt x="75419" y="2497984"/>
                </a:lnTo>
                <a:lnTo>
                  <a:pt x="102199" y="2519189"/>
                </a:lnTo>
                <a:lnTo>
                  <a:pt x="134016" y="2557484"/>
                </a:lnTo>
                <a:lnTo>
                  <a:pt x="134397" y="2608163"/>
                </a:lnTo>
                <a:lnTo>
                  <a:pt x="139732" y="2623786"/>
                </a:lnTo>
                <a:lnTo>
                  <a:pt x="141016" y="2690484"/>
                </a:lnTo>
                <a:lnTo>
                  <a:pt x="145829" y="2699996"/>
                </a:lnTo>
                <a:lnTo>
                  <a:pt x="147113" y="2721871"/>
                </a:lnTo>
                <a:lnTo>
                  <a:pt x="158968" y="2756758"/>
                </a:lnTo>
                <a:lnTo>
                  <a:pt x="174661" y="2780016"/>
                </a:lnTo>
                <a:lnTo>
                  <a:pt x="186474" y="2791067"/>
                </a:lnTo>
                <a:lnTo>
                  <a:pt x="212131" y="2803451"/>
                </a:lnTo>
                <a:lnTo>
                  <a:pt x="237280" y="2810119"/>
                </a:lnTo>
                <a:lnTo>
                  <a:pt x="262429" y="2810881"/>
                </a:lnTo>
                <a:lnTo>
                  <a:pt x="281468" y="2816484"/>
                </a:lnTo>
                <a:lnTo>
                  <a:pt x="327589" y="2816216"/>
                </a:lnTo>
                <a:lnTo>
                  <a:pt x="342069" y="2810881"/>
                </a:lnTo>
                <a:lnTo>
                  <a:pt x="383222" y="2810119"/>
                </a:lnTo>
                <a:lnTo>
                  <a:pt x="395415" y="2804784"/>
                </a:lnTo>
                <a:lnTo>
                  <a:pt x="415230" y="2804022"/>
                </a:lnTo>
                <a:lnTo>
                  <a:pt x="429329" y="2798688"/>
                </a:lnTo>
                <a:lnTo>
                  <a:pt x="497155" y="2797925"/>
                </a:lnTo>
                <a:lnTo>
                  <a:pt x="512016" y="2792591"/>
                </a:lnTo>
                <a:lnTo>
                  <a:pt x="542500" y="2792591"/>
                </a:lnTo>
                <a:lnTo>
                  <a:pt x="584034" y="2809547"/>
                </a:lnTo>
                <a:lnTo>
                  <a:pt x="689966" y="2835840"/>
                </a:lnTo>
                <a:lnTo>
                  <a:pt x="717401" y="2849176"/>
                </a:lnTo>
                <a:lnTo>
                  <a:pt x="731500" y="2862323"/>
                </a:lnTo>
                <a:lnTo>
                  <a:pt x="731881" y="2993022"/>
                </a:lnTo>
                <a:lnTo>
                  <a:pt x="737216" y="3011313"/>
                </a:lnTo>
                <a:lnTo>
                  <a:pt x="737978" y="3036462"/>
                </a:lnTo>
                <a:lnTo>
                  <a:pt x="745274" y="3058097"/>
                </a:lnTo>
                <a:lnTo>
                  <a:pt x="766500" y="3094113"/>
                </a:lnTo>
                <a:lnTo>
                  <a:pt x="773274" y="3118726"/>
                </a:lnTo>
                <a:lnTo>
                  <a:pt x="774558" y="3146204"/>
                </a:lnTo>
                <a:lnTo>
                  <a:pt x="779893" y="3158778"/>
                </a:lnTo>
                <a:lnTo>
                  <a:pt x="780274" y="3203742"/>
                </a:lnTo>
                <a:lnTo>
                  <a:pt x="804661" y="3227176"/>
                </a:lnTo>
                <a:lnTo>
                  <a:pt x="825047" y="3241466"/>
                </a:lnTo>
                <a:lnTo>
                  <a:pt x="856935" y="3254661"/>
                </a:lnTo>
                <a:lnTo>
                  <a:pt x="892613" y="3254661"/>
                </a:lnTo>
                <a:lnTo>
                  <a:pt x="922871" y="3242468"/>
                </a:lnTo>
                <a:lnTo>
                  <a:pt x="935742" y="3232511"/>
                </a:lnTo>
                <a:lnTo>
                  <a:pt x="985194" y="3217403"/>
                </a:lnTo>
                <a:lnTo>
                  <a:pt x="1020419" y="3199790"/>
                </a:lnTo>
                <a:lnTo>
                  <a:pt x="1034052" y="3189262"/>
                </a:lnTo>
                <a:lnTo>
                  <a:pt x="1057452" y="3187597"/>
                </a:lnTo>
                <a:lnTo>
                  <a:pt x="1082855" y="3173935"/>
                </a:lnTo>
                <a:lnTo>
                  <a:pt x="1125419" y="3138145"/>
                </a:lnTo>
                <a:lnTo>
                  <a:pt x="1130387" y="3129113"/>
                </a:lnTo>
                <a:lnTo>
                  <a:pt x="1166629" y="3120419"/>
                </a:lnTo>
                <a:lnTo>
                  <a:pt x="1201904" y="3087713"/>
                </a:lnTo>
                <a:lnTo>
                  <a:pt x="1216871" y="3083274"/>
                </a:lnTo>
                <a:lnTo>
                  <a:pt x="1235274" y="3071532"/>
                </a:lnTo>
                <a:lnTo>
                  <a:pt x="1268016" y="3033032"/>
                </a:lnTo>
                <a:lnTo>
                  <a:pt x="1267903" y="2987532"/>
                </a:lnTo>
                <a:lnTo>
                  <a:pt x="1260967" y="2955679"/>
                </a:lnTo>
                <a:lnTo>
                  <a:pt x="1254870" y="2941581"/>
                </a:lnTo>
                <a:lnTo>
                  <a:pt x="1242218" y="2917363"/>
                </a:lnTo>
                <a:lnTo>
                  <a:pt x="1228860" y="2902558"/>
                </a:lnTo>
                <a:lnTo>
                  <a:pt x="1203435" y="2890661"/>
                </a:lnTo>
                <a:lnTo>
                  <a:pt x="1164752" y="2889377"/>
                </a:lnTo>
                <a:lnTo>
                  <a:pt x="1142694" y="2878468"/>
                </a:lnTo>
                <a:lnTo>
                  <a:pt x="1115216" y="2877183"/>
                </a:lnTo>
                <a:lnTo>
                  <a:pt x="1104165" y="2871849"/>
                </a:lnTo>
                <a:lnTo>
                  <a:pt x="1082290" y="2870565"/>
                </a:lnTo>
                <a:lnTo>
                  <a:pt x="1064452" y="2860855"/>
                </a:lnTo>
                <a:lnTo>
                  <a:pt x="1039387" y="2852225"/>
                </a:lnTo>
                <a:lnTo>
                  <a:pt x="953355" y="2793113"/>
                </a:lnTo>
                <a:lnTo>
                  <a:pt x="936419" y="2785210"/>
                </a:lnTo>
                <a:lnTo>
                  <a:pt x="923548" y="2775253"/>
                </a:lnTo>
                <a:lnTo>
                  <a:pt x="899796" y="2766679"/>
                </a:lnTo>
                <a:lnTo>
                  <a:pt x="885063" y="2751946"/>
                </a:lnTo>
                <a:lnTo>
                  <a:pt x="877935" y="2731919"/>
                </a:lnTo>
                <a:lnTo>
                  <a:pt x="878204" y="2696567"/>
                </a:lnTo>
                <a:lnTo>
                  <a:pt x="882014" y="2685516"/>
                </a:lnTo>
                <a:lnTo>
                  <a:pt x="878585" y="2675799"/>
                </a:lnTo>
                <a:lnTo>
                  <a:pt x="883538" y="2661891"/>
                </a:lnTo>
                <a:lnTo>
                  <a:pt x="884823" y="2595194"/>
                </a:lnTo>
                <a:lnTo>
                  <a:pt x="892683" y="2573869"/>
                </a:lnTo>
                <a:lnTo>
                  <a:pt x="918129" y="2547887"/>
                </a:lnTo>
                <a:lnTo>
                  <a:pt x="947258" y="2535242"/>
                </a:lnTo>
                <a:lnTo>
                  <a:pt x="1016919" y="2487935"/>
                </a:lnTo>
                <a:lnTo>
                  <a:pt x="1039768" y="2481655"/>
                </a:lnTo>
                <a:lnTo>
                  <a:pt x="1123274" y="2480371"/>
                </a:lnTo>
                <a:lnTo>
                  <a:pt x="1151034" y="2470033"/>
                </a:lnTo>
                <a:lnTo>
                  <a:pt x="1184750" y="2462137"/>
                </a:lnTo>
                <a:lnTo>
                  <a:pt x="1212658" y="2433742"/>
                </a:lnTo>
                <a:lnTo>
                  <a:pt x="1218289" y="2421450"/>
                </a:lnTo>
                <a:lnTo>
                  <a:pt x="1220823" y="2405177"/>
                </a:lnTo>
                <a:lnTo>
                  <a:pt x="1236629" y="2374129"/>
                </a:lnTo>
                <a:lnTo>
                  <a:pt x="1237419" y="2344661"/>
                </a:lnTo>
                <a:lnTo>
                  <a:pt x="1225452" y="2306952"/>
                </a:lnTo>
                <a:lnTo>
                  <a:pt x="1231435" y="2228258"/>
                </a:lnTo>
                <a:lnTo>
                  <a:pt x="1207676" y="2198522"/>
                </a:lnTo>
                <a:lnTo>
                  <a:pt x="1198094" y="2190153"/>
                </a:lnTo>
                <a:lnTo>
                  <a:pt x="1185032" y="2187048"/>
                </a:lnTo>
                <a:lnTo>
                  <a:pt x="1155903" y="2171919"/>
                </a:lnTo>
                <a:lnTo>
                  <a:pt x="1131516" y="2163339"/>
                </a:lnTo>
                <a:lnTo>
                  <a:pt x="1118645" y="2152048"/>
                </a:lnTo>
                <a:lnTo>
                  <a:pt x="1051581" y="2152048"/>
                </a:lnTo>
                <a:lnTo>
                  <a:pt x="1035196" y="2167481"/>
                </a:lnTo>
                <a:lnTo>
                  <a:pt x="998629" y="2192242"/>
                </a:lnTo>
                <a:lnTo>
                  <a:pt x="972944" y="2201782"/>
                </a:lnTo>
                <a:lnTo>
                  <a:pt x="962020" y="2211259"/>
                </a:lnTo>
                <a:lnTo>
                  <a:pt x="945790" y="2246774"/>
                </a:lnTo>
                <a:lnTo>
                  <a:pt x="944506" y="2268649"/>
                </a:lnTo>
                <a:lnTo>
                  <a:pt x="939171" y="2279319"/>
                </a:lnTo>
                <a:lnTo>
                  <a:pt x="938409" y="2299133"/>
                </a:lnTo>
                <a:lnTo>
                  <a:pt x="929744" y="2314784"/>
                </a:lnTo>
                <a:lnTo>
                  <a:pt x="890016" y="2353242"/>
                </a:lnTo>
                <a:lnTo>
                  <a:pt x="866772" y="2364483"/>
                </a:lnTo>
                <a:lnTo>
                  <a:pt x="851340" y="2364673"/>
                </a:lnTo>
                <a:lnTo>
                  <a:pt x="837516" y="2354145"/>
                </a:lnTo>
                <a:lnTo>
                  <a:pt x="783097" y="2323661"/>
                </a:lnTo>
                <a:lnTo>
                  <a:pt x="761222" y="2322377"/>
                </a:lnTo>
                <a:lnTo>
                  <a:pt x="750171" y="2317042"/>
                </a:lnTo>
                <a:lnTo>
                  <a:pt x="725022" y="2316280"/>
                </a:lnTo>
                <a:lnTo>
                  <a:pt x="710839" y="2309661"/>
                </a:lnTo>
                <a:lnTo>
                  <a:pt x="679452" y="2290468"/>
                </a:lnTo>
                <a:lnTo>
                  <a:pt x="606516" y="2231306"/>
                </a:lnTo>
                <a:lnTo>
                  <a:pt x="578700" y="2230925"/>
                </a:lnTo>
                <a:lnTo>
                  <a:pt x="540538" y="2218421"/>
                </a:lnTo>
                <a:lnTo>
                  <a:pt x="486839" y="2154984"/>
                </a:lnTo>
                <a:lnTo>
                  <a:pt x="467088" y="2135804"/>
                </a:lnTo>
                <a:lnTo>
                  <a:pt x="404645" y="2113887"/>
                </a:lnTo>
                <a:lnTo>
                  <a:pt x="367599" y="2089175"/>
                </a:lnTo>
                <a:lnTo>
                  <a:pt x="337115" y="2046307"/>
                </a:lnTo>
                <a:lnTo>
                  <a:pt x="320158" y="2012966"/>
                </a:lnTo>
                <a:lnTo>
                  <a:pt x="288531" y="1969145"/>
                </a:lnTo>
                <a:lnTo>
                  <a:pt x="265097" y="1944758"/>
                </a:lnTo>
                <a:lnTo>
                  <a:pt x="250758" y="1944306"/>
                </a:lnTo>
                <a:lnTo>
                  <a:pt x="236243" y="1938781"/>
                </a:lnTo>
                <a:lnTo>
                  <a:pt x="225468" y="1941710"/>
                </a:lnTo>
                <a:close/>
                <a:moveTo>
                  <a:pt x="7508" y="2155097"/>
                </a:moveTo>
                <a:lnTo>
                  <a:pt x="16653" y="2162718"/>
                </a:lnTo>
                <a:lnTo>
                  <a:pt x="10669" y="2154645"/>
                </a:lnTo>
                <a:lnTo>
                  <a:pt x="7508" y="2155097"/>
                </a:lnTo>
                <a:close/>
                <a:moveTo>
                  <a:pt x="3772266" y="2408113"/>
                </a:moveTo>
                <a:lnTo>
                  <a:pt x="3769218" y="2412685"/>
                </a:lnTo>
                <a:lnTo>
                  <a:pt x="3772266" y="2411048"/>
                </a:lnTo>
                <a:lnTo>
                  <a:pt x="3778123" y="2403914"/>
                </a:lnTo>
                <a:lnTo>
                  <a:pt x="3772266" y="2408113"/>
                </a:lnTo>
                <a:close/>
                <a:moveTo>
                  <a:pt x="187363" y="2991879"/>
                </a:moveTo>
                <a:lnTo>
                  <a:pt x="182917" y="3000382"/>
                </a:lnTo>
                <a:lnTo>
                  <a:pt x="184371" y="3009323"/>
                </a:lnTo>
                <a:lnTo>
                  <a:pt x="192952" y="3023887"/>
                </a:lnTo>
                <a:lnTo>
                  <a:pt x="204764" y="3034938"/>
                </a:lnTo>
                <a:lnTo>
                  <a:pt x="209026" y="3035615"/>
                </a:lnTo>
                <a:lnTo>
                  <a:pt x="217847" y="3026935"/>
                </a:lnTo>
                <a:lnTo>
                  <a:pt x="207368" y="3003310"/>
                </a:lnTo>
                <a:lnTo>
                  <a:pt x="211750" y="2988831"/>
                </a:lnTo>
                <a:lnTo>
                  <a:pt x="195153" y="2987476"/>
                </a:lnTo>
                <a:lnTo>
                  <a:pt x="187363" y="2991879"/>
                </a:lnTo>
                <a:close/>
                <a:moveTo>
                  <a:pt x="568411" y="3020839"/>
                </a:moveTo>
                <a:lnTo>
                  <a:pt x="577556" y="3028460"/>
                </a:lnTo>
                <a:lnTo>
                  <a:pt x="571573" y="3020387"/>
                </a:lnTo>
                <a:lnTo>
                  <a:pt x="568411" y="3020839"/>
                </a:lnTo>
                <a:close/>
                <a:moveTo>
                  <a:pt x="469339" y="3063516"/>
                </a:moveTo>
                <a:lnTo>
                  <a:pt x="463242" y="3072661"/>
                </a:lnTo>
                <a:lnTo>
                  <a:pt x="472387" y="3083331"/>
                </a:lnTo>
                <a:lnTo>
                  <a:pt x="485653" y="3077065"/>
                </a:lnTo>
                <a:lnTo>
                  <a:pt x="492202" y="3069613"/>
                </a:lnTo>
                <a:lnTo>
                  <a:pt x="478484" y="3055895"/>
                </a:lnTo>
                <a:lnTo>
                  <a:pt x="469339" y="3063516"/>
                </a:lnTo>
                <a:close/>
                <a:moveTo>
                  <a:pt x="234613" y="3072661"/>
                </a:moveTo>
                <a:lnTo>
                  <a:pt x="232814" y="3082681"/>
                </a:lnTo>
                <a:lnTo>
                  <a:pt x="241091" y="3097429"/>
                </a:lnTo>
                <a:lnTo>
                  <a:pt x="248542" y="3101042"/>
                </a:lnTo>
                <a:lnTo>
                  <a:pt x="255486" y="3092800"/>
                </a:lnTo>
                <a:lnTo>
                  <a:pt x="254999" y="3087903"/>
                </a:lnTo>
                <a:lnTo>
                  <a:pt x="242446" y="3068667"/>
                </a:lnTo>
                <a:lnTo>
                  <a:pt x="234613" y="3072661"/>
                </a:lnTo>
                <a:close/>
                <a:moveTo>
                  <a:pt x="399226" y="3097048"/>
                </a:moveTo>
                <a:lnTo>
                  <a:pt x="391732" y="3106963"/>
                </a:lnTo>
                <a:lnTo>
                  <a:pt x="403163" y="3115219"/>
                </a:lnTo>
                <a:lnTo>
                  <a:pt x="413339" y="3112855"/>
                </a:lnTo>
                <a:lnTo>
                  <a:pt x="425137" y="3100097"/>
                </a:lnTo>
                <a:lnTo>
                  <a:pt x="419675" y="3093245"/>
                </a:lnTo>
                <a:lnTo>
                  <a:pt x="413579" y="3091072"/>
                </a:lnTo>
                <a:lnTo>
                  <a:pt x="405323" y="3092285"/>
                </a:lnTo>
                <a:lnTo>
                  <a:pt x="399226" y="3097048"/>
                </a:lnTo>
                <a:close/>
                <a:moveTo>
                  <a:pt x="351976" y="3119911"/>
                </a:moveTo>
                <a:lnTo>
                  <a:pt x="348927" y="3124484"/>
                </a:lnTo>
                <a:lnTo>
                  <a:pt x="355455" y="3131646"/>
                </a:lnTo>
                <a:lnTo>
                  <a:pt x="363711" y="3125578"/>
                </a:lnTo>
                <a:lnTo>
                  <a:pt x="357642" y="3117322"/>
                </a:lnTo>
                <a:lnTo>
                  <a:pt x="351976" y="3119911"/>
                </a:lnTo>
                <a:close/>
                <a:moveTo>
                  <a:pt x="272718" y="3132105"/>
                </a:moveTo>
                <a:lnTo>
                  <a:pt x="270177" y="3138258"/>
                </a:lnTo>
                <a:lnTo>
                  <a:pt x="280000" y="3145766"/>
                </a:lnTo>
                <a:lnTo>
                  <a:pt x="289907" y="3143797"/>
                </a:lnTo>
                <a:lnTo>
                  <a:pt x="297105" y="3136677"/>
                </a:lnTo>
                <a:lnTo>
                  <a:pt x="278137" y="3129621"/>
                </a:lnTo>
                <a:lnTo>
                  <a:pt x="272718" y="3132105"/>
                </a:lnTo>
                <a:close/>
                <a:moveTo>
                  <a:pt x="207177" y="3417129"/>
                </a:moveTo>
                <a:lnTo>
                  <a:pt x="186516" y="3427177"/>
                </a:lnTo>
                <a:lnTo>
                  <a:pt x="173645" y="3437134"/>
                </a:lnTo>
                <a:lnTo>
                  <a:pt x="129444" y="3452948"/>
                </a:lnTo>
                <a:lnTo>
                  <a:pt x="107533" y="3475048"/>
                </a:lnTo>
                <a:lnTo>
                  <a:pt x="98339" y="3490516"/>
                </a:lnTo>
                <a:lnTo>
                  <a:pt x="97054" y="3512391"/>
                </a:lnTo>
                <a:lnTo>
                  <a:pt x="91720" y="3524585"/>
                </a:lnTo>
                <a:lnTo>
                  <a:pt x="90958" y="3565738"/>
                </a:lnTo>
                <a:lnTo>
                  <a:pt x="85623" y="3578694"/>
                </a:lnTo>
                <a:lnTo>
                  <a:pt x="84861" y="3609177"/>
                </a:lnTo>
                <a:lnTo>
                  <a:pt x="79526" y="3620990"/>
                </a:lnTo>
                <a:lnTo>
                  <a:pt x="78764" y="3646139"/>
                </a:lnTo>
                <a:lnTo>
                  <a:pt x="61758" y="3685952"/>
                </a:lnTo>
                <a:lnTo>
                  <a:pt x="60474" y="3724635"/>
                </a:lnTo>
                <a:lnTo>
                  <a:pt x="55661" y="3734500"/>
                </a:lnTo>
                <a:lnTo>
                  <a:pt x="54377" y="3761978"/>
                </a:lnTo>
                <a:lnTo>
                  <a:pt x="48661" y="3776839"/>
                </a:lnTo>
                <a:lnTo>
                  <a:pt x="54306" y="3792984"/>
                </a:lnTo>
                <a:lnTo>
                  <a:pt x="54758" y="3807323"/>
                </a:lnTo>
                <a:lnTo>
                  <a:pt x="95954" y="3846225"/>
                </a:lnTo>
                <a:lnTo>
                  <a:pt x="135434" y="3865122"/>
                </a:lnTo>
                <a:lnTo>
                  <a:pt x="154593" y="3859526"/>
                </a:lnTo>
                <a:lnTo>
                  <a:pt x="222419" y="3859145"/>
                </a:lnTo>
                <a:lnTo>
                  <a:pt x="236758" y="3880935"/>
                </a:lnTo>
                <a:lnTo>
                  <a:pt x="238042" y="3914016"/>
                </a:lnTo>
                <a:lnTo>
                  <a:pt x="243377" y="3925829"/>
                </a:lnTo>
                <a:lnTo>
                  <a:pt x="244661" y="3953306"/>
                </a:lnTo>
                <a:lnTo>
                  <a:pt x="249855" y="3962790"/>
                </a:lnTo>
                <a:lnTo>
                  <a:pt x="244210" y="3975887"/>
                </a:lnTo>
                <a:lnTo>
                  <a:pt x="243758" y="3990226"/>
                </a:lnTo>
                <a:lnTo>
                  <a:pt x="223181" y="4011755"/>
                </a:lnTo>
                <a:lnTo>
                  <a:pt x="217466" y="4021853"/>
                </a:lnTo>
                <a:lnTo>
                  <a:pt x="197242" y="4037081"/>
                </a:lnTo>
                <a:lnTo>
                  <a:pt x="190792" y="4063387"/>
                </a:lnTo>
                <a:lnTo>
                  <a:pt x="194603" y="4073675"/>
                </a:lnTo>
                <a:lnTo>
                  <a:pt x="195365" y="4103016"/>
                </a:lnTo>
                <a:lnTo>
                  <a:pt x="200700" y="4114448"/>
                </a:lnTo>
                <a:lnTo>
                  <a:pt x="201462" y="4134262"/>
                </a:lnTo>
                <a:lnTo>
                  <a:pt x="208081" y="4148629"/>
                </a:lnTo>
                <a:lnTo>
                  <a:pt x="228968" y="4156984"/>
                </a:lnTo>
                <a:lnTo>
                  <a:pt x="546882" y="4158268"/>
                </a:lnTo>
                <a:lnTo>
                  <a:pt x="570578" y="4159651"/>
                </a:lnTo>
                <a:lnTo>
                  <a:pt x="580887" y="4163871"/>
                </a:lnTo>
                <a:lnTo>
                  <a:pt x="600984" y="4162629"/>
                </a:lnTo>
                <a:lnTo>
                  <a:pt x="608421" y="4154648"/>
                </a:lnTo>
                <a:lnTo>
                  <a:pt x="622711" y="4112161"/>
                </a:lnTo>
                <a:lnTo>
                  <a:pt x="640048" y="4087774"/>
                </a:lnTo>
                <a:lnTo>
                  <a:pt x="639145" y="4039677"/>
                </a:lnTo>
                <a:lnTo>
                  <a:pt x="630099" y="4024203"/>
                </a:lnTo>
                <a:lnTo>
                  <a:pt x="594661" y="3988194"/>
                </a:lnTo>
                <a:lnTo>
                  <a:pt x="564791" y="3964696"/>
                </a:lnTo>
                <a:lnTo>
                  <a:pt x="526115" y="3942595"/>
                </a:lnTo>
                <a:lnTo>
                  <a:pt x="507274" y="3916839"/>
                </a:lnTo>
                <a:lnTo>
                  <a:pt x="494678" y="3884675"/>
                </a:lnTo>
                <a:lnTo>
                  <a:pt x="492145" y="3868403"/>
                </a:lnTo>
                <a:lnTo>
                  <a:pt x="482485" y="3848095"/>
                </a:lnTo>
                <a:lnTo>
                  <a:pt x="463623" y="3772647"/>
                </a:lnTo>
                <a:lnTo>
                  <a:pt x="464145" y="3722758"/>
                </a:lnTo>
                <a:lnTo>
                  <a:pt x="470919" y="3697694"/>
                </a:lnTo>
                <a:lnTo>
                  <a:pt x="510435" y="3619000"/>
                </a:lnTo>
                <a:lnTo>
                  <a:pt x="523758" y="3580613"/>
                </a:lnTo>
                <a:lnTo>
                  <a:pt x="517160" y="3563452"/>
                </a:lnTo>
                <a:lnTo>
                  <a:pt x="506484" y="3547306"/>
                </a:lnTo>
                <a:lnTo>
                  <a:pt x="444571" y="3482860"/>
                </a:lnTo>
                <a:lnTo>
                  <a:pt x="430853" y="3464760"/>
                </a:lnTo>
                <a:lnTo>
                  <a:pt x="399903" y="3446145"/>
                </a:lnTo>
                <a:lnTo>
                  <a:pt x="361968" y="3433274"/>
                </a:lnTo>
                <a:lnTo>
                  <a:pt x="314548" y="3431468"/>
                </a:lnTo>
                <a:lnTo>
                  <a:pt x="270290" y="3414984"/>
                </a:lnTo>
                <a:lnTo>
                  <a:pt x="220500" y="3414194"/>
                </a:lnTo>
                <a:lnTo>
                  <a:pt x="207177" y="3417129"/>
                </a:lnTo>
                <a:close/>
                <a:moveTo>
                  <a:pt x="969274" y="3520774"/>
                </a:moveTo>
                <a:lnTo>
                  <a:pt x="972323" y="3534492"/>
                </a:lnTo>
                <a:lnTo>
                  <a:pt x="979944" y="3526871"/>
                </a:lnTo>
                <a:lnTo>
                  <a:pt x="973416" y="3519709"/>
                </a:lnTo>
                <a:lnTo>
                  <a:pt x="969274" y="3520774"/>
                </a:lnTo>
                <a:close/>
                <a:moveTo>
                  <a:pt x="626331" y="4223427"/>
                </a:moveTo>
                <a:lnTo>
                  <a:pt x="620234" y="4241718"/>
                </a:lnTo>
                <a:lnTo>
                  <a:pt x="592290" y="4248435"/>
                </a:lnTo>
                <a:lnTo>
                  <a:pt x="202795" y="4248958"/>
                </a:lnTo>
                <a:lnTo>
                  <a:pt x="161452" y="4245147"/>
                </a:lnTo>
                <a:lnTo>
                  <a:pt x="150401" y="4248958"/>
                </a:lnTo>
                <a:lnTo>
                  <a:pt x="121738" y="4249325"/>
                </a:lnTo>
                <a:lnTo>
                  <a:pt x="107258" y="4248435"/>
                </a:lnTo>
                <a:lnTo>
                  <a:pt x="97817" y="4243623"/>
                </a:lnTo>
                <a:lnTo>
                  <a:pt x="71334" y="4243814"/>
                </a:lnTo>
                <a:lnTo>
                  <a:pt x="62887" y="4250919"/>
                </a:lnTo>
                <a:lnTo>
                  <a:pt x="59274" y="4265258"/>
                </a:lnTo>
                <a:lnTo>
                  <a:pt x="49565" y="4283210"/>
                </a:lnTo>
                <a:lnTo>
                  <a:pt x="48280" y="4310688"/>
                </a:lnTo>
                <a:lnTo>
                  <a:pt x="42684" y="4327178"/>
                </a:lnTo>
                <a:lnTo>
                  <a:pt x="49614" y="4343839"/>
                </a:lnTo>
                <a:lnTo>
                  <a:pt x="61984" y="4362242"/>
                </a:lnTo>
                <a:lnTo>
                  <a:pt x="81925" y="4381421"/>
                </a:lnTo>
                <a:lnTo>
                  <a:pt x="96292" y="4388612"/>
                </a:lnTo>
                <a:lnTo>
                  <a:pt x="121442" y="4395280"/>
                </a:lnTo>
                <a:lnTo>
                  <a:pt x="143500" y="4395548"/>
                </a:lnTo>
                <a:lnTo>
                  <a:pt x="182790" y="4383849"/>
                </a:lnTo>
                <a:lnTo>
                  <a:pt x="213274" y="4383849"/>
                </a:lnTo>
                <a:lnTo>
                  <a:pt x="228290" y="4390919"/>
                </a:lnTo>
                <a:lnTo>
                  <a:pt x="259000" y="4412999"/>
                </a:lnTo>
                <a:lnTo>
                  <a:pt x="292194" y="4425694"/>
                </a:lnTo>
                <a:lnTo>
                  <a:pt x="312728" y="4420429"/>
                </a:lnTo>
                <a:lnTo>
                  <a:pt x="354389" y="4420063"/>
                </a:lnTo>
                <a:lnTo>
                  <a:pt x="373823" y="4420952"/>
                </a:lnTo>
                <a:lnTo>
                  <a:pt x="383603" y="4425764"/>
                </a:lnTo>
                <a:lnTo>
                  <a:pt x="408752" y="4426526"/>
                </a:lnTo>
                <a:lnTo>
                  <a:pt x="454774" y="4439919"/>
                </a:lnTo>
                <a:lnTo>
                  <a:pt x="502984" y="4467242"/>
                </a:lnTo>
                <a:lnTo>
                  <a:pt x="531210" y="4474468"/>
                </a:lnTo>
                <a:lnTo>
                  <a:pt x="541597" y="4474468"/>
                </a:lnTo>
                <a:lnTo>
                  <a:pt x="560339" y="4464645"/>
                </a:lnTo>
                <a:lnTo>
                  <a:pt x="610708" y="4416809"/>
                </a:lnTo>
                <a:lnTo>
                  <a:pt x="636047" y="4397567"/>
                </a:lnTo>
                <a:lnTo>
                  <a:pt x="660710" y="4385048"/>
                </a:lnTo>
                <a:lnTo>
                  <a:pt x="703387" y="4370371"/>
                </a:lnTo>
                <a:lnTo>
                  <a:pt x="726546" y="4354127"/>
                </a:lnTo>
                <a:lnTo>
                  <a:pt x="736694" y="4337290"/>
                </a:lnTo>
                <a:lnTo>
                  <a:pt x="736694" y="4301613"/>
                </a:lnTo>
                <a:lnTo>
                  <a:pt x="711876" y="4263438"/>
                </a:lnTo>
                <a:lnTo>
                  <a:pt x="697290" y="4253855"/>
                </a:lnTo>
                <a:lnTo>
                  <a:pt x="692548" y="4244823"/>
                </a:lnTo>
                <a:lnTo>
                  <a:pt x="655065" y="4219758"/>
                </a:lnTo>
                <a:lnTo>
                  <a:pt x="635024" y="4219024"/>
                </a:lnTo>
                <a:lnTo>
                  <a:pt x="626331" y="4223427"/>
                </a:lnTo>
                <a:close/>
              </a:path>
            </a:pathLst>
          </a:custGeom>
          <a:solidFill>
            <a:srgbClr val="CC7A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hero: ГЕОГРАФИЯ"/>
          <p:cNvSpPr txBox="1"/>
          <p:nvPr/>
        </p:nvSpPr>
        <p:spPr>
          <a:xfrm>
            <a:off x="576000" y="1711211"/>
            <a:ext cx="6336000" cy="11582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90"/>
              </a:lnSpc>
              <a:spcBef>
                <a:spcPts val="0"/>
              </a:spcBef>
              <a:spcAft>
                <a:spcPts val="0"/>
              </a:spcAft>
            </a:pPr>
            <a:r>
              <a:rPr sz="3800" b="0" i="0" spc="171">
                <a:solidFill>
                  <a:srgbClr val="F3F1EC"/>
                </a:solidFill>
                <a:latin typeface="PT Serif"/>
                <a:ea typeface="PT Serif"/>
                <a:cs typeface="PT Serif"/>
              </a:rPr>
              <a:t>ГЕОГРАФИЯ</a:t>
            </a:r>
          </a:p>
          <a:p>
            <a:pPr algn="l">
              <a:lnSpc>
                <a:spcPts val="3990"/>
              </a:lnSpc>
              <a:spcBef>
                <a:spcPts val="0"/>
              </a:spcBef>
              <a:spcAft>
                <a:spcPts val="0"/>
              </a:spcAft>
            </a:pPr>
            <a:r>
              <a:rPr sz="3800" b="0" i="0" spc="171">
                <a:solidFill>
                  <a:srgbClr val="F3F1EC"/>
                </a:solidFill>
                <a:latin typeface="PT Serif"/>
                <a:ea typeface="PT Serif"/>
                <a:cs typeface="PT Serif"/>
              </a:rPr>
              <a:t>ПРОЕКТОВ</a:t>
            </a:r>
          </a:p>
        </p:txBody>
      </p:sp>
      <p:sp>
        <p:nvSpPr>
          <p:cNvPr id="6" name="folio: 28"/>
          <p:cNvSpPr txBox="1"/>
          <p:nvPr/>
        </p:nvSpPr>
        <p:spPr>
          <a:xfrm>
            <a:off x="576000" y="10332088"/>
            <a:ext cx="6336000" cy="1377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CAC7D1"/>
                </a:solidFill>
                <a:latin typeface="Onest SemiBold"/>
                <a:ea typeface="Onest SemiBold"/>
                <a:cs typeface="Onest SemiBold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5246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p"/>
          <p:cNvSpPr/>
          <p:nvPr/>
        </p:nvSpPr>
        <p:spPr>
          <a:xfrm>
            <a:off x="-7560000" y="3418952"/>
            <a:ext cx="7560000" cy="6303952"/>
          </a:xfrm>
          <a:custGeom>
            <a:avLst/>
            <a:gdLst/>
            <a:ahLst/>
            <a:cxnLst/>
            <a:rect l="0" t="0" r="r" b="b"/>
            <a:pathLst>
              <a:path w="7560000" h="6303952">
                <a:moveTo>
                  <a:pt x="6188226" y="2935"/>
                </a:moveTo>
                <a:lnTo>
                  <a:pt x="6182891" y="5603"/>
                </a:lnTo>
                <a:lnTo>
                  <a:pt x="6163077" y="6365"/>
                </a:lnTo>
                <a:lnTo>
                  <a:pt x="6080968" y="29468"/>
                </a:lnTo>
                <a:lnTo>
                  <a:pt x="6042284" y="30752"/>
                </a:lnTo>
                <a:lnTo>
                  <a:pt x="6005894" y="41802"/>
                </a:lnTo>
                <a:lnTo>
                  <a:pt x="5996177" y="38373"/>
                </a:lnTo>
                <a:lnTo>
                  <a:pt x="5981698" y="42183"/>
                </a:lnTo>
                <a:lnTo>
                  <a:pt x="5910823" y="42946"/>
                </a:lnTo>
                <a:lnTo>
                  <a:pt x="5895200" y="48280"/>
                </a:lnTo>
                <a:lnTo>
                  <a:pt x="5859381" y="49042"/>
                </a:lnTo>
                <a:lnTo>
                  <a:pt x="5844139" y="54377"/>
                </a:lnTo>
                <a:lnTo>
                  <a:pt x="5776312" y="55139"/>
                </a:lnTo>
                <a:lnTo>
                  <a:pt x="5762023" y="60093"/>
                </a:lnTo>
                <a:lnTo>
                  <a:pt x="5752306" y="56663"/>
                </a:lnTo>
                <a:lnTo>
                  <a:pt x="5724871" y="66571"/>
                </a:lnTo>
                <a:lnTo>
                  <a:pt x="5694387" y="67333"/>
                </a:lnTo>
                <a:lnTo>
                  <a:pt x="5681812" y="72667"/>
                </a:lnTo>
                <a:lnTo>
                  <a:pt x="5645994" y="73429"/>
                </a:lnTo>
                <a:lnTo>
                  <a:pt x="5593452" y="90435"/>
                </a:lnTo>
                <a:lnTo>
                  <a:pt x="5563645" y="92242"/>
                </a:lnTo>
                <a:lnTo>
                  <a:pt x="5533500" y="108048"/>
                </a:lnTo>
                <a:lnTo>
                  <a:pt x="5518710" y="112113"/>
                </a:lnTo>
                <a:lnTo>
                  <a:pt x="5416758" y="187532"/>
                </a:lnTo>
                <a:lnTo>
                  <a:pt x="5396788" y="197842"/>
                </a:lnTo>
                <a:lnTo>
                  <a:pt x="5265517" y="298629"/>
                </a:lnTo>
                <a:lnTo>
                  <a:pt x="5201882" y="354834"/>
                </a:lnTo>
                <a:lnTo>
                  <a:pt x="5161265" y="400679"/>
                </a:lnTo>
                <a:lnTo>
                  <a:pt x="5136419" y="412887"/>
                </a:lnTo>
                <a:lnTo>
                  <a:pt x="5098032" y="423048"/>
                </a:lnTo>
                <a:lnTo>
                  <a:pt x="5075677" y="440323"/>
                </a:lnTo>
                <a:lnTo>
                  <a:pt x="4980683" y="532783"/>
                </a:lnTo>
                <a:lnTo>
                  <a:pt x="4938197" y="569173"/>
                </a:lnTo>
                <a:lnTo>
                  <a:pt x="4914995" y="584938"/>
                </a:lnTo>
                <a:lnTo>
                  <a:pt x="4902950" y="590322"/>
                </a:lnTo>
                <a:lnTo>
                  <a:pt x="4886677" y="592855"/>
                </a:lnTo>
                <a:lnTo>
                  <a:pt x="4851071" y="610256"/>
                </a:lnTo>
                <a:lnTo>
                  <a:pt x="4830550" y="636047"/>
                </a:lnTo>
                <a:lnTo>
                  <a:pt x="4811935" y="679790"/>
                </a:lnTo>
                <a:lnTo>
                  <a:pt x="4805161" y="705419"/>
                </a:lnTo>
                <a:lnTo>
                  <a:pt x="4804639" y="783323"/>
                </a:lnTo>
                <a:lnTo>
                  <a:pt x="4809974" y="797802"/>
                </a:lnTo>
                <a:lnTo>
                  <a:pt x="4811258" y="819677"/>
                </a:lnTo>
                <a:lnTo>
                  <a:pt x="4822167" y="846577"/>
                </a:lnTo>
                <a:lnTo>
                  <a:pt x="4822929" y="866391"/>
                </a:lnTo>
                <a:lnTo>
                  <a:pt x="4834361" y="901829"/>
                </a:lnTo>
                <a:lnTo>
                  <a:pt x="4835123" y="926978"/>
                </a:lnTo>
                <a:lnTo>
                  <a:pt x="4840458" y="938409"/>
                </a:lnTo>
                <a:lnTo>
                  <a:pt x="4841742" y="965887"/>
                </a:lnTo>
                <a:lnTo>
                  <a:pt x="4863328" y="999765"/>
                </a:lnTo>
                <a:lnTo>
                  <a:pt x="4913993" y="1050430"/>
                </a:lnTo>
                <a:lnTo>
                  <a:pt x="5010433" y="1121334"/>
                </a:lnTo>
                <a:lnTo>
                  <a:pt x="5033452" y="1132984"/>
                </a:lnTo>
                <a:lnTo>
                  <a:pt x="5040452" y="1133774"/>
                </a:lnTo>
                <a:lnTo>
                  <a:pt x="5075000" y="1132984"/>
                </a:lnTo>
                <a:lnTo>
                  <a:pt x="5090919" y="1124177"/>
                </a:lnTo>
                <a:lnTo>
                  <a:pt x="5103000" y="1112548"/>
                </a:lnTo>
                <a:lnTo>
                  <a:pt x="5102619" y="1061869"/>
                </a:lnTo>
                <a:lnTo>
                  <a:pt x="5097284" y="1045865"/>
                </a:lnTo>
                <a:lnTo>
                  <a:pt x="5096522" y="978038"/>
                </a:lnTo>
                <a:lnTo>
                  <a:pt x="5091188" y="956700"/>
                </a:lnTo>
                <a:lnTo>
                  <a:pt x="5091710" y="828371"/>
                </a:lnTo>
                <a:lnTo>
                  <a:pt x="5112336" y="774749"/>
                </a:lnTo>
                <a:lnTo>
                  <a:pt x="5182371" y="697855"/>
                </a:lnTo>
                <a:lnTo>
                  <a:pt x="5263090" y="618279"/>
                </a:lnTo>
                <a:lnTo>
                  <a:pt x="5357258" y="545774"/>
                </a:lnTo>
                <a:lnTo>
                  <a:pt x="5397452" y="508742"/>
                </a:lnTo>
                <a:lnTo>
                  <a:pt x="5415184" y="499223"/>
                </a:lnTo>
                <a:lnTo>
                  <a:pt x="5464805" y="459050"/>
                </a:lnTo>
                <a:lnTo>
                  <a:pt x="5483823" y="449694"/>
                </a:lnTo>
                <a:lnTo>
                  <a:pt x="5514532" y="427614"/>
                </a:lnTo>
                <a:lnTo>
                  <a:pt x="5550435" y="409952"/>
                </a:lnTo>
                <a:lnTo>
                  <a:pt x="5563306" y="407037"/>
                </a:lnTo>
                <a:lnTo>
                  <a:pt x="5576177" y="397081"/>
                </a:lnTo>
                <a:lnTo>
                  <a:pt x="5623597" y="373371"/>
                </a:lnTo>
                <a:lnTo>
                  <a:pt x="5637230" y="369695"/>
                </a:lnTo>
                <a:lnTo>
                  <a:pt x="5679823" y="336113"/>
                </a:lnTo>
                <a:lnTo>
                  <a:pt x="5794984" y="275195"/>
                </a:lnTo>
                <a:lnTo>
                  <a:pt x="5825806" y="262952"/>
                </a:lnTo>
                <a:lnTo>
                  <a:pt x="5853284" y="261667"/>
                </a:lnTo>
                <a:lnTo>
                  <a:pt x="5880903" y="250758"/>
                </a:lnTo>
                <a:lnTo>
                  <a:pt x="5919587" y="249474"/>
                </a:lnTo>
                <a:lnTo>
                  <a:pt x="5932542" y="244139"/>
                </a:lnTo>
                <a:lnTo>
                  <a:pt x="5968361" y="243377"/>
                </a:lnTo>
                <a:lnTo>
                  <a:pt x="5981839" y="238113"/>
                </a:lnTo>
                <a:lnTo>
                  <a:pt x="5993806" y="237323"/>
                </a:lnTo>
                <a:lnTo>
                  <a:pt x="6025871" y="215306"/>
                </a:lnTo>
                <a:lnTo>
                  <a:pt x="6039807" y="221276"/>
                </a:lnTo>
                <a:lnTo>
                  <a:pt x="6051048" y="231565"/>
                </a:lnTo>
                <a:lnTo>
                  <a:pt x="6086161" y="231452"/>
                </a:lnTo>
                <a:lnTo>
                  <a:pt x="6140595" y="218418"/>
                </a:lnTo>
                <a:lnTo>
                  <a:pt x="6150770" y="213394"/>
                </a:lnTo>
                <a:lnTo>
                  <a:pt x="6164714" y="219251"/>
                </a:lnTo>
                <a:lnTo>
                  <a:pt x="6191048" y="205823"/>
                </a:lnTo>
                <a:lnTo>
                  <a:pt x="6227629" y="176468"/>
                </a:lnTo>
                <a:lnTo>
                  <a:pt x="6266185" y="136556"/>
                </a:lnTo>
                <a:lnTo>
                  <a:pt x="6278774" y="99581"/>
                </a:lnTo>
                <a:lnTo>
                  <a:pt x="6279565" y="49790"/>
                </a:lnTo>
                <a:lnTo>
                  <a:pt x="6278774" y="40419"/>
                </a:lnTo>
                <a:lnTo>
                  <a:pt x="6272628" y="27323"/>
                </a:lnTo>
                <a:lnTo>
                  <a:pt x="6265452" y="13548"/>
                </a:lnTo>
                <a:lnTo>
                  <a:pt x="6258148" y="7127"/>
                </a:lnTo>
                <a:lnTo>
                  <a:pt x="6236238" y="268"/>
                </a:lnTo>
                <a:lnTo>
                  <a:pt x="6199742" y="0"/>
                </a:lnTo>
                <a:lnTo>
                  <a:pt x="6188226" y="2935"/>
                </a:lnTo>
                <a:close/>
                <a:moveTo>
                  <a:pt x="3170323" y="15129"/>
                </a:moveTo>
                <a:lnTo>
                  <a:pt x="3149936" y="18940"/>
                </a:lnTo>
                <a:lnTo>
                  <a:pt x="3127758" y="34054"/>
                </a:lnTo>
                <a:lnTo>
                  <a:pt x="3116581" y="32403"/>
                </a:lnTo>
                <a:lnTo>
                  <a:pt x="3063629" y="49614"/>
                </a:lnTo>
                <a:lnTo>
                  <a:pt x="3032411" y="69266"/>
                </a:lnTo>
                <a:lnTo>
                  <a:pt x="3002280" y="98579"/>
                </a:lnTo>
                <a:lnTo>
                  <a:pt x="2987800" y="145829"/>
                </a:lnTo>
                <a:lnTo>
                  <a:pt x="2987038" y="170978"/>
                </a:lnTo>
                <a:lnTo>
                  <a:pt x="2981704" y="182409"/>
                </a:lnTo>
                <a:lnTo>
                  <a:pt x="2980942" y="207558"/>
                </a:lnTo>
                <a:lnTo>
                  <a:pt x="2975607" y="218609"/>
                </a:lnTo>
                <a:lnTo>
                  <a:pt x="2974845" y="238423"/>
                </a:lnTo>
                <a:lnTo>
                  <a:pt x="2957839" y="277742"/>
                </a:lnTo>
                <a:lnTo>
                  <a:pt x="2956935" y="313871"/>
                </a:lnTo>
                <a:lnTo>
                  <a:pt x="2949315" y="321492"/>
                </a:lnTo>
                <a:lnTo>
                  <a:pt x="2930940" y="333446"/>
                </a:lnTo>
                <a:lnTo>
                  <a:pt x="2921032" y="335097"/>
                </a:lnTo>
                <a:lnTo>
                  <a:pt x="2880726" y="335210"/>
                </a:lnTo>
                <a:lnTo>
                  <a:pt x="2856339" y="312347"/>
                </a:lnTo>
                <a:lnTo>
                  <a:pt x="2805645" y="325274"/>
                </a:lnTo>
                <a:lnTo>
                  <a:pt x="2794418" y="337115"/>
                </a:lnTo>
                <a:lnTo>
                  <a:pt x="2769841" y="373886"/>
                </a:lnTo>
                <a:lnTo>
                  <a:pt x="2760935" y="392452"/>
                </a:lnTo>
                <a:lnTo>
                  <a:pt x="2732689" y="435806"/>
                </a:lnTo>
                <a:lnTo>
                  <a:pt x="2729259" y="448762"/>
                </a:lnTo>
                <a:lnTo>
                  <a:pt x="2709064" y="471625"/>
                </a:lnTo>
                <a:lnTo>
                  <a:pt x="2705253" y="484962"/>
                </a:lnTo>
                <a:lnTo>
                  <a:pt x="2683576" y="512926"/>
                </a:lnTo>
                <a:lnTo>
                  <a:pt x="2622523" y="573979"/>
                </a:lnTo>
                <a:lnTo>
                  <a:pt x="2593952" y="596016"/>
                </a:lnTo>
                <a:lnTo>
                  <a:pt x="2563468" y="611371"/>
                </a:lnTo>
                <a:lnTo>
                  <a:pt x="2539532" y="632145"/>
                </a:lnTo>
                <a:lnTo>
                  <a:pt x="2518920" y="643097"/>
                </a:lnTo>
                <a:lnTo>
                  <a:pt x="2503516" y="657774"/>
                </a:lnTo>
                <a:lnTo>
                  <a:pt x="2497582" y="674343"/>
                </a:lnTo>
                <a:lnTo>
                  <a:pt x="2477097" y="697742"/>
                </a:lnTo>
                <a:lnTo>
                  <a:pt x="2458334" y="728452"/>
                </a:lnTo>
                <a:lnTo>
                  <a:pt x="2449570" y="758935"/>
                </a:lnTo>
                <a:lnTo>
                  <a:pt x="2416037" y="805804"/>
                </a:lnTo>
                <a:lnTo>
                  <a:pt x="2393661" y="821371"/>
                </a:lnTo>
                <a:lnTo>
                  <a:pt x="2380113" y="824532"/>
                </a:lnTo>
                <a:lnTo>
                  <a:pt x="2360595" y="834193"/>
                </a:lnTo>
                <a:lnTo>
                  <a:pt x="2327895" y="841750"/>
                </a:lnTo>
                <a:lnTo>
                  <a:pt x="2319950" y="847332"/>
                </a:lnTo>
                <a:lnTo>
                  <a:pt x="2311630" y="863533"/>
                </a:lnTo>
                <a:lnTo>
                  <a:pt x="2293290" y="924226"/>
                </a:lnTo>
                <a:lnTo>
                  <a:pt x="2292006" y="968512"/>
                </a:lnTo>
                <a:lnTo>
                  <a:pt x="2281146" y="998615"/>
                </a:lnTo>
                <a:lnTo>
                  <a:pt x="2279241" y="1013095"/>
                </a:lnTo>
                <a:lnTo>
                  <a:pt x="2266476" y="1051771"/>
                </a:lnTo>
                <a:lnTo>
                  <a:pt x="2253901" y="1064727"/>
                </a:lnTo>
                <a:lnTo>
                  <a:pt x="2228032" y="1078113"/>
                </a:lnTo>
                <a:lnTo>
                  <a:pt x="2200554" y="1079397"/>
                </a:lnTo>
                <a:lnTo>
                  <a:pt x="2171214" y="1090829"/>
                </a:lnTo>
                <a:lnTo>
                  <a:pt x="2151399" y="1091591"/>
                </a:lnTo>
                <a:lnTo>
                  <a:pt x="2142790" y="1096403"/>
                </a:lnTo>
                <a:lnTo>
                  <a:pt x="2120915" y="1097688"/>
                </a:lnTo>
                <a:lnTo>
                  <a:pt x="2109103" y="1103022"/>
                </a:lnTo>
                <a:lnTo>
                  <a:pt x="2073284" y="1103784"/>
                </a:lnTo>
                <a:lnTo>
                  <a:pt x="2060710" y="1109119"/>
                </a:lnTo>
                <a:lnTo>
                  <a:pt x="2030226" y="1109881"/>
                </a:lnTo>
                <a:lnTo>
                  <a:pt x="2016127" y="1115216"/>
                </a:lnTo>
                <a:lnTo>
                  <a:pt x="1958970" y="1115978"/>
                </a:lnTo>
                <a:lnTo>
                  <a:pt x="1948801" y="1119929"/>
                </a:lnTo>
                <a:lnTo>
                  <a:pt x="1931344" y="1121313"/>
                </a:lnTo>
                <a:lnTo>
                  <a:pt x="1720624" y="1122075"/>
                </a:lnTo>
                <a:lnTo>
                  <a:pt x="1703166" y="1123458"/>
                </a:lnTo>
                <a:lnTo>
                  <a:pt x="1685949" y="1128933"/>
                </a:lnTo>
                <a:lnTo>
                  <a:pt x="1676613" y="1136935"/>
                </a:lnTo>
                <a:lnTo>
                  <a:pt x="1676232" y="1187615"/>
                </a:lnTo>
                <a:lnTo>
                  <a:pt x="1666325" y="1216194"/>
                </a:lnTo>
                <a:lnTo>
                  <a:pt x="1670135" y="1227625"/>
                </a:lnTo>
                <a:lnTo>
                  <a:pt x="1669613" y="1276371"/>
                </a:lnTo>
                <a:lnTo>
                  <a:pt x="1662895" y="1295642"/>
                </a:lnTo>
                <a:lnTo>
                  <a:pt x="1648556" y="1309734"/>
                </a:lnTo>
                <a:lnTo>
                  <a:pt x="1636984" y="1314885"/>
                </a:lnTo>
                <a:lnTo>
                  <a:pt x="1619646" y="1309741"/>
                </a:lnTo>
                <a:lnTo>
                  <a:pt x="1594306" y="1293737"/>
                </a:lnTo>
                <a:lnTo>
                  <a:pt x="1581435" y="1290823"/>
                </a:lnTo>
                <a:lnTo>
                  <a:pt x="1550726" y="1275016"/>
                </a:lnTo>
                <a:lnTo>
                  <a:pt x="1541355" y="1274226"/>
                </a:lnTo>
                <a:lnTo>
                  <a:pt x="1491565" y="1275016"/>
                </a:lnTo>
                <a:lnTo>
                  <a:pt x="1400162" y="1299453"/>
                </a:lnTo>
                <a:lnTo>
                  <a:pt x="1379967" y="1309741"/>
                </a:lnTo>
                <a:lnTo>
                  <a:pt x="1313177" y="1330565"/>
                </a:lnTo>
                <a:lnTo>
                  <a:pt x="1289122" y="1342772"/>
                </a:lnTo>
                <a:lnTo>
                  <a:pt x="1273435" y="1357887"/>
                </a:lnTo>
                <a:lnTo>
                  <a:pt x="1224661" y="1423597"/>
                </a:lnTo>
                <a:lnTo>
                  <a:pt x="1204910" y="1442776"/>
                </a:lnTo>
                <a:lnTo>
                  <a:pt x="1188871" y="1450538"/>
                </a:lnTo>
                <a:lnTo>
                  <a:pt x="1153871" y="1452683"/>
                </a:lnTo>
                <a:lnTo>
                  <a:pt x="1123606" y="1471708"/>
                </a:lnTo>
                <a:lnTo>
                  <a:pt x="1107898" y="1486357"/>
                </a:lnTo>
                <a:lnTo>
                  <a:pt x="1074747" y="1526748"/>
                </a:lnTo>
                <a:lnTo>
                  <a:pt x="1071318" y="1539704"/>
                </a:lnTo>
                <a:lnTo>
                  <a:pt x="1056097" y="1557839"/>
                </a:lnTo>
                <a:lnTo>
                  <a:pt x="1046740" y="1576856"/>
                </a:lnTo>
                <a:lnTo>
                  <a:pt x="1026742" y="1604468"/>
                </a:lnTo>
                <a:lnTo>
                  <a:pt x="1022924" y="1618581"/>
                </a:lnTo>
                <a:lnTo>
                  <a:pt x="994677" y="1661935"/>
                </a:lnTo>
                <a:lnTo>
                  <a:pt x="980226" y="1691516"/>
                </a:lnTo>
                <a:lnTo>
                  <a:pt x="946715" y="1734038"/>
                </a:lnTo>
                <a:lnTo>
                  <a:pt x="939023" y="1754883"/>
                </a:lnTo>
                <a:lnTo>
                  <a:pt x="946581" y="1777774"/>
                </a:lnTo>
                <a:lnTo>
                  <a:pt x="973903" y="1837387"/>
                </a:lnTo>
                <a:lnTo>
                  <a:pt x="983161" y="1869226"/>
                </a:lnTo>
                <a:lnTo>
                  <a:pt x="998290" y="1898355"/>
                </a:lnTo>
                <a:lnTo>
                  <a:pt x="1013645" y="1942387"/>
                </a:lnTo>
                <a:lnTo>
                  <a:pt x="1022677" y="1959323"/>
                </a:lnTo>
                <a:lnTo>
                  <a:pt x="1037129" y="2006968"/>
                </a:lnTo>
                <a:lnTo>
                  <a:pt x="1054382" y="2028998"/>
                </a:lnTo>
                <a:lnTo>
                  <a:pt x="1061220" y="2048403"/>
                </a:lnTo>
                <a:lnTo>
                  <a:pt x="1053839" y="2069065"/>
                </a:lnTo>
                <a:lnTo>
                  <a:pt x="1043452" y="2082613"/>
                </a:lnTo>
                <a:lnTo>
                  <a:pt x="1029000" y="2112194"/>
                </a:lnTo>
                <a:lnTo>
                  <a:pt x="1013779" y="2130329"/>
                </a:lnTo>
                <a:lnTo>
                  <a:pt x="1005065" y="2154419"/>
                </a:lnTo>
                <a:lnTo>
                  <a:pt x="971871" y="2207032"/>
                </a:lnTo>
                <a:lnTo>
                  <a:pt x="960242" y="2219113"/>
                </a:lnTo>
                <a:lnTo>
                  <a:pt x="933188" y="2218732"/>
                </a:lnTo>
                <a:lnTo>
                  <a:pt x="923661" y="2214540"/>
                </a:lnTo>
                <a:lnTo>
                  <a:pt x="915469" y="2222542"/>
                </a:lnTo>
                <a:lnTo>
                  <a:pt x="901370" y="2281224"/>
                </a:lnTo>
                <a:lnTo>
                  <a:pt x="888548" y="2320387"/>
                </a:lnTo>
                <a:lnTo>
                  <a:pt x="878839" y="2338339"/>
                </a:lnTo>
                <a:lnTo>
                  <a:pt x="877554" y="2365817"/>
                </a:lnTo>
                <a:lnTo>
                  <a:pt x="871839" y="2380677"/>
                </a:lnTo>
                <a:lnTo>
                  <a:pt x="879460" y="2394395"/>
                </a:lnTo>
                <a:lnTo>
                  <a:pt x="894321" y="2403921"/>
                </a:lnTo>
                <a:lnTo>
                  <a:pt x="901419" y="2417597"/>
                </a:lnTo>
                <a:lnTo>
                  <a:pt x="902704" y="2445075"/>
                </a:lnTo>
                <a:lnTo>
                  <a:pt x="914135" y="2474796"/>
                </a:lnTo>
                <a:lnTo>
                  <a:pt x="914516" y="2502613"/>
                </a:lnTo>
                <a:lnTo>
                  <a:pt x="896847" y="2517573"/>
                </a:lnTo>
                <a:lnTo>
                  <a:pt x="882889" y="2518807"/>
                </a:lnTo>
                <a:lnTo>
                  <a:pt x="847833" y="2529667"/>
                </a:lnTo>
                <a:lnTo>
                  <a:pt x="820355" y="2529145"/>
                </a:lnTo>
                <a:lnTo>
                  <a:pt x="807554" y="2521905"/>
                </a:lnTo>
                <a:lnTo>
                  <a:pt x="782433" y="2496784"/>
                </a:lnTo>
                <a:lnTo>
                  <a:pt x="775243" y="2483370"/>
                </a:lnTo>
                <a:lnTo>
                  <a:pt x="772957" y="2472129"/>
                </a:lnTo>
                <a:lnTo>
                  <a:pt x="752161" y="2443790"/>
                </a:lnTo>
                <a:lnTo>
                  <a:pt x="746855" y="2440121"/>
                </a:lnTo>
                <a:lnTo>
                  <a:pt x="730427" y="2445315"/>
                </a:lnTo>
                <a:lnTo>
                  <a:pt x="716935" y="2456774"/>
                </a:lnTo>
                <a:lnTo>
                  <a:pt x="690841" y="2493658"/>
                </a:lnTo>
                <a:lnTo>
                  <a:pt x="644452" y="2547661"/>
                </a:lnTo>
                <a:lnTo>
                  <a:pt x="630790" y="2577468"/>
                </a:lnTo>
                <a:lnTo>
                  <a:pt x="586532" y="2625113"/>
                </a:lnTo>
                <a:lnTo>
                  <a:pt x="579208" y="2652704"/>
                </a:lnTo>
                <a:lnTo>
                  <a:pt x="579575" y="2670655"/>
                </a:lnTo>
                <a:lnTo>
                  <a:pt x="585982" y="2684429"/>
                </a:lnTo>
                <a:lnTo>
                  <a:pt x="626062" y="2720382"/>
                </a:lnTo>
                <a:lnTo>
                  <a:pt x="652355" y="2749532"/>
                </a:lnTo>
                <a:lnTo>
                  <a:pt x="674484" y="2816823"/>
                </a:lnTo>
                <a:lnTo>
                  <a:pt x="692153" y="2833476"/>
                </a:lnTo>
                <a:lnTo>
                  <a:pt x="717048" y="2842565"/>
                </a:lnTo>
                <a:lnTo>
                  <a:pt x="733913" y="2852549"/>
                </a:lnTo>
                <a:lnTo>
                  <a:pt x="742282" y="2862132"/>
                </a:lnTo>
                <a:lnTo>
                  <a:pt x="749522" y="2883661"/>
                </a:lnTo>
                <a:lnTo>
                  <a:pt x="749522" y="2914145"/>
                </a:lnTo>
                <a:lnTo>
                  <a:pt x="742282" y="2935674"/>
                </a:lnTo>
                <a:lnTo>
                  <a:pt x="731726" y="2947113"/>
                </a:lnTo>
                <a:lnTo>
                  <a:pt x="692111" y="2975120"/>
                </a:lnTo>
                <a:lnTo>
                  <a:pt x="683290" y="3000403"/>
                </a:lnTo>
                <a:lnTo>
                  <a:pt x="683290" y="3010790"/>
                </a:lnTo>
                <a:lnTo>
                  <a:pt x="688554" y="3023125"/>
                </a:lnTo>
                <a:lnTo>
                  <a:pt x="689317" y="3042940"/>
                </a:lnTo>
                <a:lnTo>
                  <a:pt x="706845" y="3096286"/>
                </a:lnTo>
                <a:lnTo>
                  <a:pt x="708129" y="3118161"/>
                </a:lnTo>
                <a:lnTo>
                  <a:pt x="718516" y="3143565"/>
                </a:lnTo>
                <a:lnTo>
                  <a:pt x="719405" y="3180724"/>
                </a:lnTo>
                <a:lnTo>
                  <a:pt x="718516" y="3196855"/>
                </a:lnTo>
                <a:lnTo>
                  <a:pt x="712370" y="3214983"/>
                </a:lnTo>
                <a:lnTo>
                  <a:pt x="683742" y="3277355"/>
                </a:lnTo>
                <a:lnTo>
                  <a:pt x="682839" y="3313484"/>
                </a:lnTo>
                <a:lnTo>
                  <a:pt x="694129" y="3326355"/>
                </a:lnTo>
                <a:lnTo>
                  <a:pt x="726871" y="3386419"/>
                </a:lnTo>
                <a:lnTo>
                  <a:pt x="748760" y="3415224"/>
                </a:lnTo>
                <a:lnTo>
                  <a:pt x="807823" y="3455424"/>
                </a:lnTo>
                <a:lnTo>
                  <a:pt x="832040" y="3464266"/>
                </a:lnTo>
                <a:lnTo>
                  <a:pt x="851643" y="3483622"/>
                </a:lnTo>
                <a:lnTo>
                  <a:pt x="864839" y="3527210"/>
                </a:lnTo>
                <a:lnTo>
                  <a:pt x="866123" y="3554688"/>
                </a:lnTo>
                <a:lnTo>
                  <a:pt x="870935" y="3564468"/>
                </a:lnTo>
                <a:lnTo>
                  <a:pt x="872220" y="3625563"/>
                </a:lnTo>
                <a:lnTo>
                  <a:pt x="877554" y="3638899"/>
                </a:lnTo>
                <a:lnTo>
                  <a:pt x="878818" y="3660520"/>
                </a:lnTo>
                <a:lnTo>
                  <a:pt x="885556" y="3658855"/>
                </a:lnTo>
                <a:lnTo>
                  <a:pt x="893368" y="3646711"/>
                </a:lnTo>
                <a:lnTo>
                  <a:pt x="920994" y="3633946"/>
                </a:lnTo>
                <a:lnTo>
                  <a:pt x="955479" y="3633183"/>
                </a:lnTo>
                <a:lnTo>
                  <a:pt x="966339" y="3628992"/>
                </a:lnTo>
                <a:lnTo>
                  <a:pt x="980819" y="3643662"/>
                </a:lnTo>
                <a:lnTo>
                  <a:pt x="987296" y="3671669"/>
                </a:lnTo>
                <a:lnTo>
                  <a:pt x="987296" y="3723492"/>
                </a:lnTo>
                <a:lnTo>
                  <a:pt x="976387" y="3759000"/>
                </a:lnTo>
                <a:lnTo>
                  <a:pt x="975103" y="3792081"/>
                </a:lnTo>
                <a:lnTo>
                  <a:pt x="963671" y="3821802"/>
                </a:lnTo>
                <a:lnTo>
                  <a:pt x="962909" y="3841617"/>
                </a:lnTo>
                <a:lnTo>
                  <a:pt x="958146" y="3851905"/>
                </a:lnTo>
                <a:lnTo>
                  <a:pt x="956431" y="3867338"/>
                </a:lnTo>
                <a:lnTo>
                  <a:pt x="940046" y="3890772"/>
                </a:lnTo>
                <a:lnTo>
                  <a:pt x="918517" y="3906014"/>
                </a:lnTo>
                <a:lnTo>
                  <a:pt x="903085" y="3913635"/>
                </a:lnTo>
                <a:lnTo>
                  <a:pt x="879488" y="3915780"/>
                </a:lnTo>
                <a:lnTo>
                  <a:pt x="838038" y="3946441"/>
                </a:lnTo>
                <a:lnTo>
                  <a:pt x="812917" y="3971138"/>
                </a:lnTo>
                <a:lnTo>
                  <a:pt x="797083" y="4002765"/>
                </a:lnTo>
                <a:lnTo>
                  <a:pt x="787627" y="4013279"/>
                </a:lnTo>
                <a:lnTo>
                  <a:pt x="754857" y="4039191"/>
                </a:lnTo>
                <a:lnTo>
                  <a:pt x="739805" y="4047193"/>
                </a:lnTo>
                <a:lnTo>
                  <a:pt x="729517" y="4047193"/>
                </a:lnTo>
                <a:lnTo>
                  <a:pt x="716145" y="4040242"/>
                </a:lnTo>
                <a:lnTo>
                  <a:pt x="692210" y="4019468"/>
                </a:lnTo>
                <a:lnTo>
                  <a:pt x="673355" y="4009306"/>
                </a:lnTo>
                <a:lnTo>
                  <a:pt x="643210" y="3981081"/>
                </a:lnTo>
                <a:lnTo>
                  <a:pt x="613065" y="3980177"/>
                </a:lnTo>
                <a:lnTo>
                  <a:pt x="591387" y="3969268"/>
                </a:lnTo>
                <a:lnTo>
                  <a:pt x="560903" y="3969268"/>
                </a:lnTo>
                <a:lnTo>
                  <a:pt x="527032" y="3989097"/>
                </a:lnTo>
                <a:lnTo>
                  <a:pt x="479959" y="4028535"/>
                </a:lnTo>
                <a:lnTo>
                  <a:pt x="475831" y="4035331"/>
                </a:lnTo>
                <a:lnTo>
                  <a:pt x="475097" y="4047242"/>
                </a:lnTo>
                <a:lnTo>
                  <a:pt x="467927" y="4069674"/>
                </a:lnTo>
                <a:lnTo>
                  <a:pt x="453589" y="4083766"/>
                </a:lnTo>
                <a:lnTo>
                  <a:pt x="441113" y="4089919"/>
                </a:lnTo>
                <a:lnTo>
                  <a:pt x="431742" y="4090710"/>
                </a:lnTo>
                <a:lnTo>
                  <a:pt x="385621" y="4090442"/>
                </a:lnTo>
                <a:lnTo>
                  <a:pt x="362998" y="4084846"/>
                </a:lnTo>
                <a:lnTo>
                  <a:pt x="336903" y="4092855"/>
                </a:lnTo>
                <a:lnTo>
                  <a:pt x="329226" y="4099968"/>
                </a:lnTo>
                <a:lnTo>
                  <a:pt x="328323" y="4154048"/>
                </a:lnTo>
                <a:lnTo>
                  <a:pt x="321605" y="4173320"/>
                </a:lnTo>
                <a:lnTo>
                  <a:pt x="311048" y="4184758"/>
                </a:lnTo>
                <a:lnTo>
                  <a:pt x="295694" y="4192563"/>
                </a:lnTo>
                <a:lnTo>
                  <a:pt x="284262" y="4188752"/>
                </a:lnTo>
                <a:lnTo>
                  <a:pt x="235516" y="4189274"/>
                </a:lnTo>
                <a:lnTo>
                  <a:pt x="217113" y="4198984"/>
                </a:lnTo>
                <a:lnTo>
                  <a:pt x="202323" y="4203048"/>
                </a:lnTo>
                <a:lnTo>
                  <a:pt x="183298" y="4216032"/>
                </a:lnTo>
                <a:lnTo>
                  <a:pt x="172234" y="4228000"/>
                </a:lnTo>
                <a:lnTo>
                  <a:pt x="179855" y="4235621"/>
                </a:lnTo>
                <a:lnTo>
                  <a:pt x="203565" y="4220435"/>
                </a:lnTo>
                <a:lnTo>
                  <a:pt x="225581" y="4213520"/>
                </a:lnTo>
                <a:lnTo>
                  <a:pt x="242918" y="4221903"/>
                </a:lnTo>
                <a:lnTo>
                  <a:pt x="260256" y="4239622"/>
                </a:lnTo>
                <a:lnTo>
                  <a:pt x="267877" y="4261532"/>
                </a:lnTo>
                <a:lnTo>
                  <a:pt x="267355" y="4294613"/>
                </a:lnTo>
                <a:lnTo>
                  <a:pt x="259226" y="4315726"/>
                </a:lnTo>
                <a:lnTo>
                  <a:pt x="248062" y="4326501"/>
                </a:lnTo>
                <a:lnTo>
                  <a:pt x="236208" y="4332929"/>
                </a:lnTo>
                <a:lnTo>
                  <a:pt x="204581" y="4333790"/>
                </a:lnTo>
                <a:lnTo>
                  <a:pt x="179855" y="4317927"/>
                </a:lnTo>
                <a:lnTo>
                  <a:pt x="155440" y="4333550"/>
                </a:lnTo>
                <a:lnTo>
                  <a:pt x="141468" y="4334694"/>
                </a:lnTo>
                <a:lnTo>
                  <a:pt x="117363" y="4320976"/>
                </a:lnTo>
                <a:lnTo>
                  <a:pt x="111266" y="4313545"/>
                </a:lnTo>
                <a:lnTo>
                  <a:pt x="106694" y="4299637"/>
                </a:lnTo>
                <a:lnTo>
                  <a:pt x="98706" y="4318160"/>
                </a:lnTo>
                <a:lnTo>
                  <a:pt x="77085" y="4332915"/>
                </a:lnTo>
                <a:lnTo>
                  <a:pt x="69238" y="4332915"/>
                </a:lnTo>
                <a:lnTo>
                  <a:pt x="52571" y="4323128"/>
                </a:lnTo>
                <a:lnTo>
                  <a:pt x="44202" y="4313545"/>
                </a:lnTo>
                <a:lnTo>
                  <a:pt x="36962" y="4292016"/>
                </a:lnTo>
                <a:lnTo>
                  <a:pt x="36962" y="4261532"/>
                </a:lnTo>
                <a:lnTo>
                  <a:pt x="45613" y="4237823"/>
                </a:lnTo>
                <a:lnTo>
                  <a:pt x="58540" y="4225911"/>
                </a:lnTo>
                <a:lnTo>
                  <a:pt x="75081" y="4219871"/>
                </a:lnTo>
                <a:lnTo>
                  <a:pt x="96024" y="4232573"/>
                </a:lnTo>
                <a:lnTo>
                  <a:pt x="106694" y="4252387"/>
                </a:lnTo>
                <a:lnTo>
                  <a:pt x="111076" y="4240384"/>
                </a:lnTo>
                <a:lnTo>
                  <a:pt x="120411" y="4228000"/>
                </a:lnTo>
                <a:lnTo>
                  <a:pt x="92976" y="4192944"/>
                </a:lnTo>
                <a:lnTo>
                  <a:pt x="79604" y="4188392"/>
                </a:lnTo>
                <a:lnTo>
                  <a:pt x="57919" y="4188371"/>
                </a:lnTo>
                <a:lnTo>
                  <a:pt x="35438" y="4205518"/>
                </a:lnTo>
                <a:lnTo>
                  <a:pt x="18968" y="4226984"/>
                </a:lnTo>
                <a:lnTo>
                  <a:pt x="0" y="4237145"/>
                </a:lnTo>
                <a:lnTo>
                  <a:pt x="0" y="4327073"/>
                </a:lnTo>
                <a:lnTo>
                  <a:pt x="18403" y="4338306"/>
                </a:lnTo>
                <a:lnTo>
                  <a:pt x="28960" y="4349745"/>
                </a:lnTo>
                <a:lnTo>
                  <a:pt x="48393" y="4407093"/>
                </a:lnTo>
                <a:lnTo>
                  <a:pt x="49155" y="4426907"/>
                </a:lnTo>
                <a:lnTo>
                  <a:pt x="54490" y="4437577"/>
                </a:lnTo>
                <a:lnTo>
                  <a:pt x="55774" y="4459452"/>
                </a:lnTo>
                <a:lnTo>
                  <a:pt x="71828" y="4484065"/>
                </a:lnTo>
                <a:lnTo>
                  <a:pt x="78355" y="4502806"/>
                </a:lnTo>
                <a:lnTo>
                  <a:pt x="80161" y="4538484"/>
                </a:lnTo>
                <a:lnTo>
                  <a:pt x="96645" y="4582968"/>
                </a:lnTo>
                <a:lnTo>
                  <a:pt x="97929" y="4660871"/>
                </a:lnTo>
                <a:lnTo>
                  <a:pt x="108839" y="4692597"/>
                </a:lnTo>
                <a:lnTo>
                  <a:pt x="110123" y="4764897"/>
                </a:lnTo>
                <a:lnTo>
                  <a:pt x="115458" y="4780520"/>
                </a:lnTo>
                <a:lnTo>
                  <a:pt x="117603" y="4826923"/>
                </a:lnTo>
                <a:lnTo>
                  <a:pt x="124419" y="4839145"/>
                </a:lnTo>
                <a:lnTo>
                  <a:pt x="132167" y="4846131"/>
                </a:lnTo>
                <a:lnTo>
                  <a:pt x="192394" y="4872804"/>
                </a:lnTo>
                <a:lnTo>
                  <a:pt x="208081" y="4887919"/>
                </a:lnTo>
                <a:lnTo>
                  <a:pt x="229772" y="4920174"/>
                </a:lnTo>
                <a:lnTo>
                  <a:pt x="253588" y="4945705"/>
                </a:lnTo>
                <a:lnTo>
                  <a:pt x="258160" y="4960375"/>
                </a:lnTo>
                <a:lnTo>
                  <a:pt x="279661" y="4985694"/>
                </a:lnTo>
                <a:lnTo>
                  <a:pt x="289025" y="5015627"/>
                </a:lnTo>
                <a:lnTo>
                  <a:pt x="316432" y="5046767"/>
                </a:lnTo>
                <a:lnTo>
                  <a:pt x="342562" y="5087539"/>
                </a:lnTo>
                <a:lnTo>
                  <a:pt x="385811" y="5125559"/>
                </a:lnTo>
                <a:lnTo>
                  <a:pt x="418194" y="5164984"/>
                </a:lnTo>
                <a:lnTo>
                  <a:pt x="422011" y="5179097"/>
                </a:lnTo>
                <a:lnTo>
                  <a:pt x="438015" y="5204436"/>
                </a:lnTo>
                <a:lnTo>
                  <a:pt x="463919" y="5299113"/>
                </a:lnTo>
                <a:lnTo>
                  <a:pt x="474215" y="5313226"/>
                </a:lnTo>
                <a:lnTo>
                  <a:pt x="486789" y="5351712"/>
                </a:lnTo>
                <a:lnTo>
                  <a:pt x="487742" y="5368097"/>
                </a:lnTo>
                <a:lnTo>
                  <a:pt x="512129" y="5391531"/>
                </a:lnTo>
                <a:lnTo>
                  <a:pt x="534420" y="5406964"/>
                </a:lnTo>
                <a:lnTo>
                  <a:pt x="549853" y="5408678"/>
                </a:lnTo>
                <a:lnTo>
                  <a:pt x="560141" y="5413442"/>
                </a:lnTo>
                <a:lnTo>
                  <a:pt x="582016" y="5414726"/>
                </a:lnTo>
                <a:lnTo>
                  <a:pt x="590244" y="5418967"/>
                </a:lnTo>
                <a:lnTo>
                  <a:pt x="606516" y="5421500"/>
                </a:lnTo>
                <a:lnTo>
                  <a:pt x="621984" y="5429629"/>
                </a:lnTo>
                <a:lnTo>
                  <a:pt x="632540" y="5441068"/>
                </a:lnTo>
                <a:lnTo>
                  <a:pt x="636541" y="5455166"/>
                </a:lnTo>
                <a:lnTo>
                  <a:pt x="663949" y="5485735"/>
                </a:lnTo>
                <a:lnTo>
                  <a:pt x="681505" y="5514419"/>
                </a:lnTo>
                <a:lnTo>
                  <a:pt x="688032" y="5533726"/>
                </a:lnTo>
                <a:lnTo>
                  <a:pt x="688921" y="5553159"/>
                </a:lnTo>
                <a:lnTo>
                  <a:pt x="688554" y="5594821"/>
                </a:lnTo>
                <a:lnTo>
                  <a:pt x="683220" y="5608919"/>
                </a:lnTo>
                <a:lnTo>
                  <a:pt x="682839" y="5642452"/>
                </a:lnTo>
                <a:lnTo>
                  <a:pt x="694129" y="5655323"/>
                </a:lnTo>
                <a:lnTo>
                  <a:pt x="703613" y="5680952"/>
                </a:lnTo>
                <a:lnTo>
                  <a:pt x="731253" y="5717546"/>
                </a:lnTo>
                <a:lnTo>
                  <a:pt x="746290" y="5754113"/>
                </a:lnTo>
                <a:lnTo>
                  <a:pt x="773613" y="5790581"/>
                </a:lnTo>
                <a:lnTo>
                  <a:pt x="780006" y="5816210"/>
                </a:lnTo>
                <a:lnTo>
                  <a:pt x="781290" y="5938935"/>
                </a:lnTo>
                <a:lnTo>
                  <a:pt x="788516" y="5960952"/>
                </a:lnTo>
                <a:lnTo>
                  <a:pt x="795820" y="5967486"/>
                </a:lnTo>
                <a:lnTo>
                  <a:pt x="819790" y="5976081"/>
                </a:lnTo>
                <a:lnTo>
                  <a:pt x="838306" y="5993016"/>
                </a:lnTo>
                <a:lnTo>
                  <a:pt x="868790" y="5993016"/>
                </a:lnTo>
                <a:lnTo>
                  <a:pt x="880031" y="5982728"/>
                </a:lnTo>
                <a:lnTo>
                  <a:pt x="893855" y="5975629"/>
                </a:lnTo>
                <a:lnTo>
                  <a:pt x="938141" y="5974345"/>
                </a:lnTo>
                <a:lnTo>
                  <a:pt x="956149" y="5968643"/>
                </a:lnTo>
                <a:lnTo>
                  <a:pt x="970149" y="5969010"/>
                </a:lnTo>
                <a:lnTo>
                  <a:pt x="983500" y="5973710"/>
                </a:lnTo>
                <a:lnTo>
                  <a:pt x="1002242" y="5964113"/>
                </a:lnTo>
                <a:lnTo>
                  <a:pt x="1014922" y="5961389"/>
                </a:lnTo>
                <a:lnTo>
                  <a:pt x="1023115" y="5953578"/>
                </a:lnTo>
                <a:lnTo>
                  <a:pt x="1029452" y="5940629"/>
                </a:lnTo>
                <a:lnTo>
                  <a:pt x="1030736" y="5901946"/>
                </a:lnTo>
                <a:lnTo>
                  <a:pt x="1036071" y="5882893"/>
                </a:lnTo>
                <a:lnTo>
                  <a:pt x="1036339" y="5774210"/>
                </a:lnTo>
                <a:lnTo>
                  <a:pt x="1035548" y="5754565"/>
                </a:lnTo>
                <a:lnTo>
                  <a:pt x="1030736" y="5739619"/>
                </a:lnTo>
                <a:lnTo>
                  <a:pt x="1031258" y="5656113"/>
                </a:lnTo>
                <a:lnTo>
                  <a:pt x="1038935" y="5634435"/>
                </a:lnTo>
                <a:lnTo>
                  <a:pt x="1084612" y="5579804"/>
                </a:lnTo>
                <a:lnTo>
                  <a:pt x="1094561" y="5554620"/>
                </a:lnTo>
                <a:lnTo>
                  <a:pt x="1134000" y="5514419"/>
                </a:lnTo>
                <a:lnTo>
                  <a:pt x="1133619" y="5418014"/>
                </a:lnTo>
                <a:lnTo>
                  <a:pt x="1128284" y="5398962"/>
                </a:lnTo>
                <a:lnTo>
                  <a:pt x="1128284" y="5331135"/>
                </a:lnTo>
                <a:lnTo>
                  <a:pt x="1135905" y="5306557"/>
                </a:lnTo>
                <a:lnTo>
                  <a:pt x="1150597" y="5290984"/>
                </a:lnTo>
                <a:lnTo>
                  <a:pt x="1179839" y="5275177"/>
                </a:lnTo>
                <a:lnTo>
                  <a:pt x="1197064" y="5272835"/>
                </a:lnTo>
                <a:lnTo>
                  <a:pt x="1210887" y="5262306"/>
                </a:lnTo>
                <a:lnTo>
                  <a:pt x="1246903" y="5244694"/>
                </a:lnTo>
                <a:lnTo>
                  <a:pt x="1265081" y="5241970"/>
                </a:lnTo>
                <a:lnTo>
                  <a:pt x="1283597" y="5226177"/>
                </a:lnTo>
                <a:lnTo>
                  <a:pt x="1357323" y="5183048"/>
                </a:lnTo>
                <a:lnTo>
                  <a:pt x="1407212" y="5182526"/>
                </a:lnTo>
                <a:lnTo>
                  <a:pt x="1422835" y="5187861"/>
                </a:lnTo>
                <a:lnTo>
                  <a:pt x="1485327" y="5188623"/>
                </a:lnTo>
                <a:lnTo>
                  <a:pt x="1501331" y="5193958"/>
                </a:lnTo>
                <a:lnTo>
                  <a:pt x="1553153" y="5194720"/>
                </a:lnTo>
                <a:lnTo>
                  <a:pt x="1565290" y="5199532"/>
                </a:lnTo>
                <a:lnTo>
                  <a:pt x="1591329" y="5200421"/>
                </a:lnTo>
                <a:lnTo>
                  <a:pt x="1655274" y="5200435"/>
                </a:lnTo>
                <a:lnTo>
                  <a:pt x="1670516" y="5185194"/>
                </a:lnTo>
                <a:lnTo>
                  <a:pt x="1670897" y="5140230"/>
                </a:lnTo>
                <a:lnTo>
                  <a:pt x="1677742" y="5118806"/>
                </a:lnTo>
                <a:lnTo>
                  <a:pt x="1716468" y="5076694"/>
                </a:lnTo>
                <a:lnTo>
                  <a:pt x="1724484" y="5061790"/>
                </a:lnTo>
                <a:lnTo>
                  <a:pt x="1725006" y="4978284"/>
                </a:lnTo>
                <a:lnTo>
                  <a:pt x="1719671" y="4961518"/>
                </a:lnTo>
                <a:lnTo>
                  <a:pt x="1718387" y="4911629"/>
                </a:lnTo>
                <a:lnTo>
                  <a:pt x="1708049" y="4878450"/>
                </a:lnTo>
                <a:lnTo>
                  <a:pt x="1706335" y="4863017"/>
                </a:lnTo>
                <a:lnTo>
                  <a:pt x="1695806" y="4849194"/>
                </a:lnTo>
                <a:lnTo>
                  <a:pt x="1685631" y="4822443"/>
                </a:lnTo>
                <a:lnTo>
                  <a:pt x="1660637" y="4807927"/>
                </a:lnTo>
                <a:lnTo>
                  <a:pt x="1638071" y="4786913"/>
                </a:lnTo>
                <a:lnTo>
                  <a:pt x="1628798" y="4775863"/>
                </a:lnTo>
                <a:lnTo>
                  <a:pt x="1622645" y="4757968"/>
                </a:lnTo>
                <a:lnTo>
                  <a:pt x="1622645" y="4722290"/>
                </a:lnTo>
                <a:lnTo>
                  <a:pt x="1639919" y="4679500"/>
                </a:lnTo>
                <a:lnTo>
                  <a:pt x="1639651" y="4657442"/>
                </a:lnTo>
                <a:lnTo>
                  <a:pt x="1634317" y="4645629"/>
                </a:lnTo>
                <a:lnTo>
                  <a:pt x="1634317" y="4615145"/>
                </a:lnTo>
                <a:lnTo>
                  <a:pt x="1641556" y="4593616"/>
                </a:lnTo>
                <a:lnTo>
                  <a:pt x="1649925" y="4584033"/>
                </a:lnTo>
                <a:lnTo>
                  <a:pt x="1704274" y="4546274"/>
                </a:lnTo>
                <a:lnTo>
                  <a:pt x="1728210" y="4525500"/>
                </a:lnTo>
                <a:lnTo>
                  <a:pt x="1753387" y="4509919"/>
                </a:lnTo>
                <a:lnTo>
                  <a:pt x="1761065" y="4496032"/>
                </a:lnTo>
                <a:lnTo>
                  <a:pt x="1762349" y="4474157"/>
                </a:lnTo>
                <a:lnTo>
                  <a:pt x="1768911" y="4454540"/>
                </a:lnTo>
                <a:lnTo>
                  <a:pt x="1776532" y="4445141"/>
                </a:lnTo>
                <a:lnTo>
                  <a:pt x="1795218" y="4428008"/>
                </a:lnTo>
                <a:lnTo>
                  <a:pt x="1842475" y="4401158"/>
                </a:lnTo>
                <a:lnTo>
                  <a:pt x="1874419" y="4373194"/>
                </a:lnTo>
                <a:lnTo>
                  <a:pt x="1891919" y="4366194"/>
                </a:lnTo>
                <a:lnTo>
                  <a:pt x="1907338" y="4374323"/>
                </a:lnTo>
                <a:lnTo>
                  <a:pt x="1924675" y="4392041"/>
                </a:lnTo>
                <a:lnTo>
                  <a:pt x="1951532" y="4476048"/>
                </a:lnTo>
                <a:lnTo>
                  <a:pt x="1968115" y="4500450"/>
                </a:lnTo>
                <a:lnTo>
                  <a:pt x="1997032" y="4516694"/>
                </a:lnTo>
                <a:lnTo>
                  <a:pt x="2024510" y="4517978"/>
                </a:lnTo>
                <a:lnTo>
                  <a:pt x="2037198" y="4523574"/>
                </a:lnTo>
                <a:lnTo>
                  <a:pt x="2062671" y="4510808"/>
                </a:lnTo>
                <a:lnTo>
                  <a:pt x="2070419" y="4503823"/>
                </a:lnTo>
                <a:lnTo>
                  <a:pt x="2083516" y="4478645"/>
                </a:lnTo>
                <a:lnTo>
                  <a:pt x="2086430" y="4465774"/>
                </a:lnTo>
                <a:lnTo>
                  <a:pt x="2095957" y="4453581"/>
                </a:lnTo>
                <a:lnTo>
                  <a:pt x="2099196" y="4440244"/>
                </a:lnTo>
                <a:lnTo>
                  <a:pt x="2118798" y="4421460"/>
                </a:lnTo>
                <a:lnTo>
                  <a:pt x="2143694" y="4408758"/>
                </a:lnTo>
                <a:lnTo>
                  <a:pt x="2187980" y="4407474"/>
                </a:lnTo>
                <a:lnTo>
                  <a:pt x="2201317" y="4402139"/>
                </a:lnTo>
                <a:lnTo>
                  <a:pt x="2240565" y="4401758"/>
                </a:lnTo>
                <a:lnTo>
                  <a:pt x="2247677" y="4394194"/>
                </a:lnTo>
                <a:lnTo>
                  <a:pt x="2249710" y="4389565"/>
                </a:lnTo>
                <a:lnTo>
                  <a:pt x="2243994" y="4377371"/>
                </a:lnTo>
                <a:lnTo>
                  <a:pt x="2243613" y="4343839"/>
                </a:lnTo>
                <a:lnTo>
                  <a:pt x="2227037" y="4325929"/>
                </a:lnTo>
                <a:lnTo>
                  <a:pt x="2219339" y="4300597"/>
                </a:lnTo>
                <a:lnTo>
                  <a:pt x="2220129" y="4271129"/>
                </a:lnTo>
                <a:lnTo>
                  <a:pt x="2226847" y="4252197"/>
                </a:lnTo>
                <a:lnTo>
                  <a:pt x="2239421" y="4239241"/>
                </a:lnTo>
                <a:lnTo>
                  <a:pt x="2251488" y="4232813"/>
                </a:lnTo>
                <a:lnTo>
                  <a:pt x="2261141" y="4231429"/>
                </a:lnTo>
                <a:lnTo>
                  <a:pt x="2366310" y="4231429"/>
                </a:lnTo>
                <a:lnTo>
                  <a:pt x="2375964" y="4232813"/>
                </a:lnTo>
                <a:lnTo>
                  <a:pt x="2399081" y="4247815"/>
                </a:lnTo>
                <a:lnTo>
                  <a:pt x="2424032" y="4231952"/>
                </a:lnTo>
                <a:lnTo>
                  <a:pt x="2458581" y="4231161"/>
                </a:lnTo>
                <a:lnTo>
                  <a:pt x="2467599" y="4232813"/>
                </a:lnTo>
                <a:lnTo>
                  <a:pt x="2485960" y="4244766"/>
                </a:lnTo>
                <a:lnTo>
                  <a:pt x="2492056" y="4252197"/>
                </a:lnTo>
                <a:lnTo>
                  <a:pt x="2498774" y="4271129"/>
                </a:lnTo>
                <a:lnTo>
                  <a:pt x="2499296" y="4304210"/>
                </a:lnTo>
                <a:lnTo>
                  <a:pt x="2488641" y="4330354"/>
                </a:lnTo>
                <a:lnTo>
                  <a:pt x="2477718" y="4339831"/>
                </a:lnTo>
                <a:lnTo>
                  <a:pt x="2457113" y="4350571"/>
                </a:lnTo>
                <a:lnTo>
                  <a:pt x="2447093" y="4348792"/>
                </a:lnTo>
                <a:lnTo>
                  <a:pt x="2434899" y="4352793"/>
                </a:lnTo>
                <a:lnTo>
                  <a:pt x="2417992" y="4345871"/>
                </a:lnTo>
                <a:lnTo>
                  <a:pt x="2399081" y="4330121"/>
                </a:lnTo>
                <a:lnTo>
                  <a:pt x="2374524" y="4351573"/>
                </a:lnTo>
                <a:lnTo>
                  <a:pt x="2348147" y="4361374"/>
                </a:lnTo>
                <a:lnTo>
                  <a:pt x="2343194" y="4369806"/>
                </a:lnTo>
                <a:lnTo>
                  <a:pt x="2352402" y="4376990"/>
                </a:lnTo>
                <a:lnTo>
                  <a:pt x="2378123" y="4376990"/>
                </a:lnTo>
                <a:lnTo>
                  <a:pt x="2400986" y="4366130"/>
                </a:lnTo>
                <a:lnTo>
                  <a:pt x="2427758" y="4359081"/>
                </a:lnTo>
                <a:lnTo>
                  <a:pt x="2441730" y="4360224"/>
                </a:lnTo>
                <a:lnTo>
                  <a:pt x="2455095" y="4367273"/>
                </a:lnTo>
                <a:lnTo>
                  <a:pt x="2466258" y="4378048"/>
                </a:lnTo>
                <a:lnTo>
                  <a:pt x="2477958" y="4412808"/>
                </a:lnTo>
                <a:lnTo>
                  <a:pt x="2508823" y="4444435"/>
                </a:lnTo>
                <a:lnTo>
                  <a:pt x="2533210" y="4440244"/>
                </a:lnTo>
                <a:lnTo>
                  <a:pt x="2544274" y="4444097"/>
                </a:lnTo>
                <a:lnTo>
                  <a:pt x="2553645" y="4443758"/>
                </a:lnTo>
                <a:lnTo>
                  <a:pt x="2581984" y="4434147"/>
                </a:lnTo>
                <a:lnTo>
                  <a:pt x="2601798" y="4445960"/>
                </a:lnTo>
                <a:lnTo>
                  <a:pt x="2607895" y="4453390"/>
                </a:lnTo>
                <a:lnTo>
                  <a:pt x="2614613" y="4472097"/>
                </a:lnTo>
                <a:lnTo>
                  <a:pt x="2616419" y="4496032"/>
                </a:lnTo>
                <a:lnTo>
                  <a:pt x="2630194" y="4522113"/>
                </a:lnTo>
                <a:lnTo>
                  <a:pt x="2637942" y="4529099"/>
                </a:lnTo>
                <a:lnTo>
                  <a:pt x="2685897" y="4556224"/>
                </a:lnTo>
                <a:lnTo>
                  <a:pt x="2711018" y="4581345"/>
                </a:lnTo>
                <a:lnTo>
                  <a:pt x="2717581" y="4593129"/>
                </a:lnTo>
                <a:lnTo>
                  <a:pt x="2730974" y="4632673"/>
                </a:lnTo>
                <a:lnTo>
                  <a:pt x="2732258" y="4654548"/>
                </a:lnTo>
                <a:lnTo>
                  <a:pt x="2742645" y="4679952"/>
                </a:lnTo>
                <a:lnTo>
                  <a:pt x="2744452" y="4733242"/>
                </a:lnTo>
                <a:lnTo>
                  <a:pt x="2762982" y="4788713"/>
                </a:lnTo>
                <a:lnTo>
                  <a:pt x="2770984" y="4798048"/>
                </a:lnTo>
                <a:lnTo>
                  <a:pt x="2821663" y="4798429"/>
                </a:lnTo>
                <a:lnTo>
                  <a:pt x="2837865" y="4805740"/>
                </a:lnTo>
                <a:lnTo>
                  <a:pt x="2857792" y="4825667"/>
                </a:lnTo>
                <a:lnTo>
                  <a:pt x="2875645" y="4865113"/>
                </a:lnTo>
                <a:lnTo>
                  <a:pt x="2887458" y="4876163"/>
                </a:lnTo>
                <a:lnTo>
                  <a:pt x="2901302" y="4883022"/>
                </a:lnTo>
                <a:lnTo>
                  <a:pt x="2921117" y="4883784"/>
                </a:lnTo>
                <a:lnTo>
                  <a:pt x="2937227" y="4889380"/>
                </a:lnTo>
                <a:lnTo>
                  <a:pt x="2960323" y="4878210"/>
                </a:lnTo>
                <a:lnTo>
                  <a:pt x="2987800" y="4876925"/>
                </a:lnTo>
                <a:lnTo>
                  <a:pt x="2998851" y="4871591"/>
                </a:lnTo>
                <a:lnTo>
                  <a:pt x="3018665" y="4870829"/>
                </a:lnTo>
                <a:lnTo>
                  <a:pt x="3041528" y="4859397"/>
                </a:lnTo>
                <a:lnTo>
                  <a:pt x="3063403" y="4859919"/>
                </a:lnTo>
                <a:lnTo>
                  <a:pt x="3086682" y="4876163"/>
                </a:lnTo>
                <a:lnTo>
                  <a:pt x="3128435" y="4929242"/>
                </a:lnTo>
                <a:lnTo>
                  <a:pt x="3156605" y="4953516"/>
                </a:lnTo>
                <a:lnTo>
                  <a:pt x="3212619" y="4956183"/>
                </a:lnTo>
                <a:lnTo>
                  <a:pt x="3237387" y="4944371"/>
                </a:lnTo>
                <a:lnTo>
                  <a:pt x="3258952" y="4957242"/>
                </a:lnTo>
                <a:lnTo>
                  <a:pt x="3279218" y="4978863"/>
                </a:lnTo>
                <a:lnTo>
                  <a:pt x="3285780" y="4998480"/>
                </a:lnTo>
                <a:lnTo>
                  <a:pt x="3286923" y="5019819"/>
                </a:lnTo>
                <a:lnTo>
                  <a:pt x="3297021" y="5032774"/>
                </a:lnTo>
                <a:lnTo>
                  <a:pt x="3301742" y="5047790"/>
                </a:lnTo>
                <a:lnTo>
                  <a:pt x="3352083" y="5110127"/>
                </a:lnTo>
                <a:lnTo>
                  <a:pt x="3391712" y="5143088"/>
                </a:lnTo>
                <a:lnTo>
                  <a:pt x="3424129" y="5155726"/>
                </a:lnTo>
                <a:lnTo>
                  <a:pt x="3466694" y="5128177"/>
                </a:lnTo>
                <a:lnTo>
                  <a:pt x="3479162" y="5122130"/>
                </a:lnTo>
                <a:lnTo>
                  <a:pt x="3487694" y="5121629"/>
                </a:lnTo>
                <a:lnTo>
                  <a:pt x="3514113" y="5134274"/>
                </a:lnTo>
                <a:lnTo>
                  <a:pt x="3563339" y="5165210"/>
                </a:lnTo>
                <a:lnTo>
                  <a:pt x="3582081" y="5180790"/>
                </a:lnTo>
                <a:lnTo>
                  <a:pt x="3598000" y="5187790"/>
                </a:lnTo>
                <a:lnTo>
                  <a:pt x="3613468" y="5186435"/>
                </a:lnTo>
                <a:lnTo>
                  <a:pt x="3650062" y="5156424"/>
                </a:lnTo>
                <a:lnTo>
                  <a:pt x="3667308" y="5138120"/>
                </a:lnTo>
                <a:lnTo>
                  <a:pt x="3689903" y="5100065"/>
                </a:lnTo>
                <a:lnTo>
                  <a:pt x="3706839" y="5081548"/>
                </a:lnTo>
                <a:lnTo>
                  <a:pt x="3706839" y="5044968"/>
                </a:lnTo>
                <a:lnTo>
                  <a:pt x="3689903" y="5026452"/>
                </a:lnTo>
                <a:lnTo>
                  <a:pt x="3680356" y="5001528"/>
                </a:lnTo>
                <a:lnTo>
                  <a:pt x="3660160" y="4978665"/>
                </a:lnTo>
                <a:lnTo>
                  <a:pt x="3652871" y="4958935"/>
                </a:lnTo>
                <a:lnTo>
                  <a:pt x="3652349" y="4914649"/>
                </a:lnTo>
                <a:lnTo>
                  <a:pt x="3659589" y="4892358"/>
                </a:lnTo>
                <a:lnTo>
                  <a:pt x="3665685" y="4884927"/>
                </a:lnTo>
                <a:lnTo>
                  <a:pt x="3684823" y="4872790"/>
                </a:lnTo>
                <a:lnTo>
                  <a:pt x="3699161" y="4869177"/>
                </a:lnTo>
                <a:lnTo>
                  <a:pt x="3705484" y="4862742"/>
                </a:lnTo>
                <a:lnTo>
                  <a:pt x="3707791" y="4845679"/>
                </a:lnTo>
                <a:lnTo>
                  <a:pt x="3718651" y="4817101"/>
                </a:lnTo>
                <a:lnTo>
                  <a:pt x="3719935" y="4795226"/>
                </a:lnTo>
                <a:lnTo>
                  <a:pt x="3728065" y="4774339"/>
                </a:lnTo>
                <a:lnTo>
                  <a:pt x="3740992" y="4762427"/>
                </a:lnTo>
                <a:lnTo>
                  <a:pt x="3753581" y="4756274"/>
                </a:lnTo>
                <a:lnTo>
                  <a:pt x="3763742" y="4755484"/>
                </a:lnTo>
                <a:lnTo>
                  <a:pt x="3818613" y="4756274"/>
                </a:lnTo>
                <a:lnTo>
                  <a:pt x="3849435" y="4772081"/>
                </a:lnTo>
                <a:lnTo>
                  <a:pt x="3885452" y="4785742"/>
                </a:lnTo>
                <a:lnTo>
                  <a:pt x="3904984" y="4785855"/>
                </a:lnTo>
                <a:lnTo>
                  <a:pt x="3919266" y="4769992"/>
                </a:lnTo>
                <a:lnTo>
                  <a:pt x="3914510" y="4755752"/>
                </a:lnTo>
                <a:lnTo>
                  <a:pt x="3913226" y="4728274"/>
                </a:lnTo>
                <a:lnTo>
                  <a:pt x="3902888" y="4701643"/>
                </a:lnTo>
                <a:lnTo>
                  <a:pt x="3900355" y="4685371"/>
                </a:lnTo>
                <a:lnTo>
                  <a:pt x="3884548" y="4648113"/>
                </a:lnTo>
                <a:lnTo>
                  <a:pt x="3883659" y="4635284"/>
                </a:lnTo>
                <a:lnTo>
                  <a:pt x="3884026" y="4609429"/>
                </a:lnTo>
                <a:lnTo>
                  <a:pt x="3891266" y="4587519"/>
                </a:lnTo>
                <a:lnTo>
                  <a:pt x="3901823" y="4576081"/>
                </a:lnTo>
                <a:lnTo>
                  <a:pt x="3917290" y="4567952"/>
                </a:lnTo>
                <a:lnTo>
                  <a:pt x="3933562" y="4567324"/>
                </a:lnTo>
                <a:lnTo>
                  <a:pt x="3955663" y="4577612"/>
                </a:lnTo>
                <a:lnTo>
                  <a:pt x="3970143" y="4579517"/>
                </a:lnTo>
                <a:lnTo>
                  <a:pt x="4041018" y="4601999"/>
                </a:lnTo>
                <a:lnTo>
                  <a:pt x="4055498" y="4603904"/>
                </a:lnTo>
                <a:lnTo>
                  <a:pt x="4065786" y="4608667"/>
                </a:lnTo>
                <a:lnTo>
                  <a:pt x="4085601" y="4609429"/>
                </a:lnTo>
                <a:lnTo>
                  <a:pt x="4096651" y="4614764"/>
                </a:lnTo>
                <a:lnTo>
                  <a:pt x="4124129" y="4616048"/>
                </a:lnTo>
                <a:lnTo>
                  <a:pt x="4149532" y="4626435"/>
                </a:lnTo>
                <a:lnTo>
                  <a:pt x="4193819" y="4627720"/>
                </a:lnTo>
                <a:lnTo>
                  <a:pt x="4234210" y="4639532"/>
                </a:lnTo>
                <a:lnTo>
                  <a:pt x="4258357" y="4633555"/>
                </a:lnTo>
                <a:lnTo>
                  <a:pt x="4295742" y="4644726"/>
                </a:lnTo>
                <a:lnTo>
                  <a:pt x="4334425" y="4646010"/>
                </a:lnTo>
                <a:lnTo>
                  <a:pt x="4347381" y="4651345"/>
                </a:lnTo>
                <a:lnTo>
                  <a:pt x="4383200" y="4651345"/>
                </a:lnTo>
                <a:lnTo>
                  <a:pt x="4396155" y="4646010"/>
                </a:lnTo>
                <a:lnTo>
                  <a:pt x="4431974" y="4645248"/>
                </a:lnTo>
                <a:lnTo>
                  <a:pt x="4448359" y="4639913"/>
                </a:lnTo>
                <a:lnTo>
                  <a:pt x="4532190" y="4639913"/>
                </a:lnTo>
                <a:lnTo>
                  <a:pt x="4549337" y="4645248"/>
                </a:lnTo>
                <a:lnTo>
                  <a:pt x="4599226" y="4646532"/>
                </a:lnTo>
                <a:lnTo>
                  <a:pt x="4635835" y="4657442"/>
                </a:lnTo>
                <a:lnTo>
                  <a:pt x="4698327" y="4658204"/>
                </a:lnTo>
                <a:lnTo>
                  <a:pt x="4712806" y="4663538"/>
                </a:lnTo>
                <a:lnTo>
                  <a:pt x="4739677" y="4663806"/>
                </a:lnTo>
                <a:lnTo>
                  <a:pt x="4747806" y="4662155"/>
                </a:lnTo>
                <a:lnTo>
                  <a:pt x="4814356" y="4628291"/>
                </a:lnTo>
                <a:lnTo>
                  <a:pt x="4834742" y="4621623"/>
                </a:lnTo>
                <a:lnTo>
                  <a:pt x="4861613" y="4621355"/>
                </a:lnTo>
                <a:lnTo>
                  <a:pt x="4899435" y="4635016"/>
                </a:lnTo>
                <a:lnTo>
                  <a:pt x="4917274" y="4644726"/>
                </a:lnTo>
                <a:lnTo>
                  <a:pt x="4941210" y="4646532"/>
                </a:lnTo>
                <a:lnTo>
                  <a:pt x="4996984" y="4665500"/>
                </a:lnTo>
                <a:lnTo>
                  <a:pt x="5020510" y="4677708"/>
                </a:lnTo>
                <a:lnTo>
                  <a:pt x="5036387" y="4692823"/>
                </a:lnTo>
                <a:lnTo>
                  <a:pt x="5046548" y="4708968"/>
                </a:lnTo>
                <a:lnTo>
                  <a:pt x="5053323" y="4728500"/>
                </a:lnTo>
                <a:lnTo>
                  <a:pt x="5054607" y="4767183"/>
                </a:lnTo>
                <a:lnTo>
                  <a:pt x="5059942" y="4781663"/>
                </a:lnTo>
                <a:lnTo>
                  <a:pt x="5061226" y="4842758"/>
                </a:lnTo>
                <a:lnTo>
                  <a:pt x="5066038" y="4852157"/>
                </a:lnTo>
                <a:lnTo>
                  <a:pt x="5066800" y="4871972"/>
                </a:lnTo>
                <a:lnTo>
                  <a:pt x="5072135" y="4882641"/>
                </a:lnTo>
                <a:lnTo>
                  <a:pt x="5072897" y="4902456"/>
                </a:lnTo>
                <a:lnTo>
                  <a:pt x="5083757" y="4931034"/>
                </a:lnTo>
                <a:lnTo>
                  <a:pt x="5086065" y="4948097"/>
                </a:lnTo>
                <a:lnTo>
                  <a:pt x="5094998" y="4955993"/>
                </a:lnTo>
                <a:lnTo>
                  <a:pt x="5118242" y="4960756"/>
                </a:lnTo>
                <a:lnTo>
                  <a:pt x="5128911" y="4956946"/>
                </a:lnTo>
                <a:lnTo>
                  <a:pt x="5163587" y="4956183"/>
                </a:lnTo>
                <a:lnTo>
                  <a:pt x="5178081" y="4951484"/>
                </a:lnTo>
                <a:lnTo>
                  <a:pt x="5235266" y="4983718"/>
                </a:lnTo>
                <a:lnTo>
                  <a:pt x="5270661" y="5018294"/>
                </a:lnTo>
                <a:lnTo>
                  <a:pt x="5278903" y="5039323"/>
                </a:lnTo>
                <a:lnTo>
                  <a:pt x="5279694" y="5068790"/>
                </a:lnTo>
                <a:lnTo>
                  <a:pt x="5274161" y="5085500"/>
                </a:lnTo>
                <a:lnTo>
                  <a:pt x="5274662" y="5099648"/>
                </a:lnTo>
                <a:lnTo>
                  <a:pt x="5285790" y="5111468"/>
                </a:lnTo>
                <a:lnTo>
                  <a:pt x="5307016" y="5122532"/>
                </a:lnTo>
                <a:lnTo>
                  <a:pt x="5325532" y="5139468"/>
                </a:lnTo>
                <a:lnTo>
                  <a:pt x="5457403" y="5138565"/>
                </a:lnTo>
                <a:lnTo>
                  <a:pt x="5514758" y="5115984"/>
                </a:lnTo>
                <a:lnTo>
                  <a:pt x="5538694" y="5114177"/>
                </a:lnTo>
                <a:lnTo>
                  <a:pt x="5569629" y="5097694"/>
                </a:lnTo>
                <a:lnTo>
                  <a:pt x="5593565" y="5095887"/>
                </a:lnTo>
                <a:lnTo>
                  <a:pt x="5601792" y="5091646"/>
                </a:lnTo>
                <a:lnTo>
                  <a:pt x="5640659" y="5083644"/>
                </a:lnTo>
                <a:lnTo>
                  <a:pt x="5660855" y="5074308"/>
                </a:lnTo>
                <a:lnTo>
                  <a:pt x="5672413" y="5079643"/>
                </a:lnTo>
                <a:lnTo>
                  <a:pt x="5684226" y="5090694"/>
                </a:lnTo>
                <a:lnTo>
                  <a:pt x="5692806" y="5105258"/>
                </a:lnTo>
                <a:lnTo>
                  <a:pt x="5700964" y="5128509"/>
                </a:lnTo>
                <a:lnTo>
                  <a:pt x="5722775" y="5153948"/>
                </a:lnTo>
                <a:lnTo>
                  <a:pt x="5727348" y="5168618"/>
                </a:lnTo>
                <a:lnTo>
                  <a:pt x="5760308" y="5207675"/>
                </a:lnTo>
                <a:lnTo>
                  <a:pt x="5777837" y="5220631"/>
                </a:lnTo>
                <a:lnTo>
                  <a:pt x="5827387" y="5277323"/>
                </a:lnTo>
                <a:lnTo>
                  <a:pt x="5866049" y="5403725"/>
                </a:lnTo>
                <a:lnTo>
                  <a:pt x="5882434" y="5436114"/>
                </a:lnTo>
                <a:lnTo>
                  <a:pt x="5900725" y="5491938"/>
                </a:lnTo>
                <a:lnTo>
                  <a:pt x="5902630" y="5506417"/>
                </a:lnTo>
                <a:lnTo>
                  <a:pt x="5925112" y="5558049"/>
                </a:lnTo>
                <a:lnTo>
                  <a:pt x="5945307" y="5623209"/>
                </a:lnTo>
                <a:lnTo>
                  <a:pt x="5961065" y="5653968"/>
                </a:lnTo>
                <a:lnTo>
                  <a:pt x="5964360" y="5667220"/>
                </a:lnTo>
                <a:lnTo>
                  <a:pt x="5980258" y="5686935"/>
                </a:lnTo>
                <a:lnTo>
                  <a:pt x="5994082" y="5732951"/>
                </a:lnTo>
                <a:lnTo>
                  <a:pt x="6010467" y="5772389"/>
                </a:lnTo>
                <a:lnTo>
                  <a:pt x="6012181" y="5787822"/>
                </a:lnTo>
                <a:lnTo>
                  <a:pt x="6022279" y="5800968"/>
                </a:lnTo>
                <a:lnTo>
                  <a:pt x="6036950" y="5849551"/>
                </a:lnTo>
                <a:lnTo>
                  <a:pt x="6043484" y="5856855"/>
                </a:lnTo>
                <a:lnTo>
                  <a:pt x="6051048" y="5858887"/>
                </a:lnTo>
                <a:lnTo>
                  <a:pt x="6059431" y="5855839"/>
                </a:lnTo>
                <a:lnTo>
                  <a:pt x="6087516" y="5828065"/>
                </a:lnTo>
                <a:lnTo>
                  <a:pt x="6112806" y="5797468"/>
                </a:lnTo>
                <a:lnTo>
                  <a:pt x="6130306" y="5787631"/>
                </a:lnTo>
                <a:lnTo>
                  <a:pt x="6143643" y="5793918"/>
                </a:lnTo>
                <a:lnTo>
                  <a:pt x="6156218" y="5806874"/>
                </a:lnTo>
                <a:lnTo>
                  <a:pt x="6175080" y="5863841"/>
                </a:lnTo>
                <a:lnTo>
                  <a:pt x="6176985" y="5880035"/>
                </a:lnTo>
                <a:lnTo>
                  <a:pt x="6191465" y="5894515"/>
                </a:lnTo>
                <a:lnTo>
                  <a:pt x="6205613" y="5895919"/>
                </a:lnTo>
                <a:lnTo>
                  <a:pt x="6239166" y="5905897"/>
                </a:lnTo>
                <a:lnTo>
                  <a:pt x="6256624" y="5907280"/>
                </a:lnTo>
                <a:lnTo>
                  <a:pt x="6463343" y="5907280"/>
                </a:lnTo>
                <a:lnTo>
                  <a:pt x="6491766" y="5903978"/>
                </a:lnTo>
                <a:lnTo>
                  <a:pt x="6503007" y="5909708"/>
                </a:lnTo>
                <a:lnTo>
                  <a:pt x="6516118" y="5921760"/>
                </a:lnTo>
                <a:lnTo>
                  <a:pt x="6550222" y="5962723"/>
                </a:lnTo>
                <a:lnTo>
                  <a:pt x="6568032" y="5990194"/>
                </a:lnTo>
                <a:lnTo>
                  <a:pt x="6588806" y="6014129"/>
                </a:lnTo>
                <a:lnTo>
                  <a:pt x="6598805" y="6039504"/>
                </a:lnTo>
                <a:lnTo>
                  <a:pt x="6619290" y="6062903"/>
                </a:lnTo>
                <a:lnTo>
                  <a:pt x="6629677" y="6082887"/>
                </a:lnTo>
                <a:lnTo>
                  <a:pt x="6662984" y="6111113"/>
                </a:lnTo>
                <a:lnTo>
                  <a:pt x="6692162" y="6147722"/>
                </a:lnTo>
                <a:lnTo>
                  <a:pt x="6695782" y="6160868"/>
                </a:lnTo>
                <a:lnTo>
                  <a:pt x="6706339" y="6172306"/>
                </a:lnTo>
                <a:lnTo>
                  <a:pt x="6727790" y="6186779"/>
                </a:lnTo>
                <a:lnTo>
                  <a:pt x="6748748" y="6193829"/>
                </a:lnTo>
                <a:lnTo>
                  <a:pt x="6776565" y="6194210"/>
                </a:lnTo>
                <a:lnTo>
                  <a:pt x="6787805" y="6183921"/>
                </a:lnTo>
                <a:lnTo>
                  <a:pt x="6804000" y="6176681"/>
                </a:lnTo>
                <a:lnTo>
                  <a:pt x="6820195" y="6183921"/>
                </a:lnTo>
                <a:lnTo>
                  <a:pt x="6831435" y="6194210"/>
                </a:lnTo>
                <a:lnTo>
                  <a:pt x="6918145" y="6195974"/>
                </a:lnTo>
                <a:lnTo>
                  <a:pt x="6933726" y="6205500"/>
                </a:lnTo>
                <a:lnTo>
                  <a:pt x="6948417" y="6221074"/>
                </a:lnTo>
                <a:lnTo>
                  <a:pt x="6971788" y="6279557"/>
                </a:lnTo>
                <a:lnTo>
                  <a:pt x="7010952" y="6297855"/>
                </a:lnTo>
                <a:lnTo>
                  <a:pt x="7017726" y="6297855"/>
                </a:lnTo>
                <a:lnTo>
                  <a:pt x="7029962" y="6292139"/>
                </a:lnTo>
                <a:lnTo>
                  <a:pt x="7061645" y="6291871"/>
                </a:lnTo>
                <a:lnTo>
                  <a:pt x="7068645" y="6292661"/>
                </a:lnTo>
                <a:lnTo>
                  <a:pt x="7089786" y="6303571"/>
                </a:lnTo>
                <a:lnTo>
                  <a:pt x="7111887" y="6303952"/>
                </a:lnTo>
                <a:lnTo>
                  <a:pt x="7156710" y="6253032"/>
                </a:lnTo>
                <a:lnTo>
                  <a:pt x="7197016" y="6220403"/>
                </a:lnTo>
                <a:lnTo>
                  <a:pt x="7208906" y="6214172"/>
                </a:lnTo>
                <a:lnTo>
                  <a:pt x="7218242" y="6212839"/>
                </a:lnTo>
                <a:lnTo>
                  <a:pt x="7228516" y="6216565"/>
                </a:lnTo>
                <a:lnTo>
                  <a:pt x="7254399" y="6206594"/>
                </a:lnTo>
                <a:lnTo>
                  <a:pt x="7270403" y="6210976"/>
                </a:lnTo>
                <a:lnTo>
                  <a:pt x="7297500" y="6194210"/>
                </a:lnTo>
                <a:lnTo>
                  <a:pt x="7320807" y="6200186"/>
                </a:lnTo>
                <a:lnTo>
                  <a:pt x="7357226" y="6186081"/>
                </a:lnTo>
                <a:lnTo>
                  <a:pt x="7364332" y="6177444"/>
                </a:lnTo>
                <a:lnTo>
                  <a:pt x="7365284" y="6156867"/>
                </a:lnTo>
                <a:lnTo>
                  <a:pt x="7377718" y="6119863"/>
                </a:lnTo>
                <a:lnTo>
                  <a:pt x="7386990" y="6108227"/>
                </a:lnTo>
                <a:lnTo>
                  <a:pt x="7405323" y="6097677"/>
                </a:lnTo>
                <a:lnTo>
                  <a:pt x="7416726" y="6100853"/>
                </a:lnTo>
                <a:lnTo>
                  <a:pt x="7436921" y="6091517"/>
                </a:lnTo>
                <a:lnTo>
                  <a:pt x="7453306" y="6090565"/>
                </a:lnTo>
                <a:lnTo>
                  <a:pt x="7477468" y="6067984"/>
                </a:lnTo>
                <a:lnTo>
                  <a:pt x="7523426" y="6044712"/>
                </a:lnTo>
                <a:lnTo>
                  <a:pt x="7534456" y="6021743"/>
                </a:lnTo>
                <a:lnTo>
                  <a:pt x="7560000" y="6003685"/>
                </a:lnTo>
                <a:lnTo>
                  <a:pt x="7560000" y="444952"/>
                </a:lnTo>
                <a:lnTo>
                  <a:pt x="7540595" y="451408"/>
                </a:lnTo>
                <a:lnTo>
                  <a:pt x="7520145" y="467984"/>
                </a:lnTo>
                <a:lnTo>
                  <a:pt x="7490565" y="482435"/>
                </a:lnTo>
                <a:lnTo>
                  <a:pt x="7477016" y="492823"/>
                </a:lnTo>
                <a:lnTo>
                  <a:pt x="7452629" y="501403"/>
                </a:lnTo>
                <a:lnTo>
                  <a:pt x="7405210" y="525113"/>
                </a:lnTo>
                <a:lnTo>
                  <a:pt x="7391661" y="535500"/>
                </a:lnTo>
                <a:lnTo>
                  <a:pt x="7350339" y="555597"/>
                </a:lnTo>
                <a:lnTo>
                  <a:pt x="7311366" y="580986"/>
                </a:lnTo>
                <a:lnTo>
                  <a:pt x="7275484" y="627855"/>
                </a:lnTo>
                <a:lnTo>
                  <a:pt x="7254018" y="645002"/>
                </a:lnTo>
                <a:lnTo>
                  <a:pt x="7221057" y="684059"/>
                </a:lnTo>
                <a:lnTo>
                  <a:pt x="7216104" y="699682"/>
                </a:lnTo>
                <a:lnTo>
                  <a:pt x="7172664" y="750933"/>
                </a:lnTo>
                <a:lnTo>
                  <a:pt x="7152419" y="784000"/>
                </a:lnTo>
                <a:lnTo>
                  <a:pt x="7139443" y="812176"/>
                </a:lnTo>
                <a:lnTo>
                  <a:pt x="7145038" y="829429"/>
                </a:lnTo>
                <a:lnTo>
                  <a:pt x="7144516" y="868113"/>
                </a:lnTo>
                <a:lnTo>
                  <a:pt x="7137417" y="887539"/>
                </a:lnTo>
                <a:lnTo>
                  <a:pt x="7117815" y="906895"/>
                </a:lnTo>
                <a:lnTo>
                  <a:pt x="7103885" y="913451"/>
                </a:lnTo>
                <a:lnTo>
                  <a:pt x="7078355" y="919738"/>
                </a:lnTo>
                <a:lnTo>
                  <a:pt x="7060065" y="914403"/>
                </a:lnTo>
                <a:lnTo>
                  <a:pt x="7039869" y="920119"/>
                </a:lnTo>
                <a:lnTo>
                  <a:pt x="6982712" y="920881"/>
                </a:lnTo>
                <a:lnTo>
                  <a:pt x="6968613" y="926216"/>
                </a:lnTo>
                <a:lnTo>
                  <a:pt x="6938129" y="926978"/>
                </a:lnTo>
                <a:lnTo>
                  <a:pt x="6924411" y="932313"/>
                </a:lnTo>
                <a:lnTo>
                  <a:pt x="6872589" y="933075"/>
                </a:lnTo>
                <a:lnTo>
                  <a:pt x="6858490" y="938409"/>
                </a:lnTo>
                <a:lnTo>
                  <a:pt x="6822671" y="939171"/>
                </a:lnTo>
                <a:lnTo>
                  <a:pt x="6809194" y="944435"/>
                </a:lnTo>
                <a:lnTo>
                  <a:pt x="6794855" y="944887"/>
                </a:lnTo>
                <a:lnTo>
                  <a:pt x="6773516" y="966226"/>
                </a:lnTo>
                <a:lnTo>
                  <a:pt x="6773065" y="980565"/>
                </a:lnTo>
                <a:lnTo>
                  <a:pt x="6767800" y="992899"/>
                </a:lnTo>
                <a:lnTo>
                  <a:pt x="6767038" y="1012714"/>
                </a:lnTo>
                <a:lnTo>
                  <a:pt x="6761704" y="1023764"/>
                </a:lnTo>
                <a:lnTo>
                  <a:pt x="6760942" y="1048913"/>
                </a:lnTo>
                <a:lnTo>
                  <a:pt x="6756129" y="1058468"/>
                </a:lnTo>
                <a:lnTo>
                  <a:pt x="6755339" y="1103177"/>
                </a:lnTo>
                <a:lnTo>
                  <a:pt x="6760942" y="1122075"/>
                </a:lnTo>
                <a:lnTo>
                  <a:pt x="6760419" y="1160758"/>
                </a:lnTo>
                <a:lnTo>
                  <a:pt x="6746194" y="1200274"/>
                </a:lnTo>
                <a:lnTo>
                  <a:pt x="6735030" y="1211049"/>
                </a:lnTo>
                <a:lnTo>
                  <a:pt x="6722484" y="1217210"/>
                </a:lnTo>
                <a:lnTo>
                  <a:pt x="6708547" y="1211240"/>
                </a:lnTo>
                <a:lnTo>
                  <a:pt x="6677873" y="1187424"/>
                </a:lnTo>
                <a:lnTo>
                  <a:pt x="6665821" y="1174314"/>
                </a:lnTo>
                <a:lnTo>
                  <a:pt x="6656323" y="1155452"/>
                </a:lnTo>
                <a:lnTo>
                  <a:pt x="6636903" y="1129371"/>
                </a:lnTo>
                <a:lnTo>
                  <a:pt x="6616143" y="1116549"/>
                </a:lnTo>
                <a:lnTo>
                  <a:pt x="6603710" y="1116048"/>
                </a:lnTo>
                <a:lnTo>
                  <a:pt x="6579562" y="1126838"/>
                </a:lnTo>
                <a:lnTo>
                  <a:pt x="6563290" y="1129371"/>
                </a:lnTo>
                <a:lnTo>
                  <a:pt x="6496903" y="1162339"/>
                </a:lnTo>
                <a:lnTo>
                  <a:pt x="6484540" y="1157315"/>
                </a:lnTo>
                <a:lnTo>
                  <a:pt x="6470202" y="1143223"/>
                </a:lnTo>
                <a:lnTo>
                  <a:pt x="6463484" y="1123952"/>
                </a:lnTo>
                <a:lnTo>
                  <a:pt x="6460817" y="1068446"/>
                </a:lnTo>
                <a:lnTo>
                  <a:pt x="6453435" y="1055582"/>
                </a:lnTo>
                <a:lnTo>
                  <a:pt x="6435145" y="1036339"/>
                </a:lnTo>
                <a:lnTo>
                  <a:pt x="6393032" y="1037242"/>
                </a:lnTo>
                <a:lnTo>
                  <a:pt x="6378178" y="1045484"/>
                </a:lnTo>
                <a:lnTo>
                  <a:pt x="6358935" y="1063774"/>
                </a:lnTo>
                <a:lnTo>
                  <a:pt x="6358554" y="1091591"/>
                </a:lnTo>
                <a:lnTo>
                  <a:pt x="6353220" y="1103403"/>
                </a:lnTo>
                <a:lnTo>
                  <a:pt x="6352458" y="1133887"/>
                </a:lnTo>
                <a:lnTo>
                  <a:pt x="6345669" y="1154492"/>
                </a:lnTo>
                <a:lnTo>
                  <a:pt x="6312067" y="1188949"/>
                </a:lnTo>
                <a:lnTo>
                  <a:pt x="6293169" y="1198538"/>
                </a:lnTo>
                <a:lnTo>
                  <a:pt x="6281583" y="1192759"/>
                </a:lnTo>
                <a:lnTo>
                  <a:pt x="6270419" y="1181984"/>
                </a:lnTo>
                <a:lnTo>
                  <a:pt x="6261768" y="1157893"/>
                </a:lnTo>
                <a:lnTo>
                  <a:pt x="6261768" y="1122075"/>
                </a:lnTo>
                <a:lnTo>
                  <a:pt x="6267103" y="1107214"/>
                </a:lnTo>
                <a:lnTo>
                  <a:pt x="6267865" y="1044722"/>
                </a:lnTo>
                <a:lnTo>
                  <a:pt x="6273581" y="1030242"/>
                </a:lnTo>
                <a:lnTo>
                  <a:pt x="6262530" y="1016905"/>
                </a:lnTo>
                <a:lnTo>
                  <a:pt x="6234904" y="995567"/>
                </a:lnTo>
                <a:lnTo>
                  <a:pt x="6210242" y="983048"/>
                </a:lnTo>
                <a:lnTo>
                  <a:pt x="6161743" y="968322"/>
                </a:lnTo>
                <a:lnTo>
                  <a:pt x="6140595" y="958033"/>
                </a:lnTo>
                <a:lnTo>
                  <a:pt x="6124323" y="955500"/>
                </a:lnTo>
                <a:lnTo>
                  <a:pt x="6074306" y="933145"/>
                </a:lnTo>
                <a:lnTo>
                  <a:pt x="6051683" y="946030"/>
                </a:lnTo>
                <a:lnTo>
                  <a:pt x="6020374" y="982611"/>
                </a:lnTo>
                <a:lnTo>
                  <a:pt x="6008597" y="1004048"/>
                </a:lnTo>
                <a:lnTo>
                  <a:pt x="5971565" y="1044242"/>
                </a:lnTo>
                <a:lnTo>
                  <a:pt x="5960839" y="1064000"/>
                </a:lnTo>
                <a:lnTo>
                  <a:pt x="5909806" y="1127790"/>
                </a:lnTo>
                <a:lnTo>
                  <a:pt x="5851097" y="1179839"/>
                </a:lnTo>
                <a:lnTo>
                  <a:pt x="5830887" y="1193952"/>
                </a:lnTo>
                <a:lnTo>
                  <a:pt x="5806415" y="1203047"/>
                </a:lnTo>
                <a:lnTo>
                  <a:pt x="5742018" y="1254108"/>
                </a:lnTo>
                <a:lnTo>
                  <a:pt x="5732562" y="1264622"/>
                </a:lnTo>
                <a:lnTo>
                  <a:pt x="5708345" y="1312302"/>
                </a:lnTo>
                <a:lnTo>
                  <a:pt x="5706962" y="1358706"/>
                </a:lnTo>
                <a:lnTo>
                  <a:pt x="5718393" y="1390333"/>
                </a:lnTo>
                <a:lnTo>
                  <a:pt x="5717871" y="1429016"/>
                </a:lnTo>
                <a:lnTo>
                  <a:pt x="5704104" y="1467304"/>
                </a:lnTo>
                <a:lnTo>
                  <a:pt x="5676697" y="1498445"/>
                </a:lnTo>
                <a:lnTo>
                  <a:pt x="5664856" y="1519127"/>
                </a:lnTo>
                <a:lnTo>
                  <a:pt x="5635790" y="1550726"/>
                </a:lnTo>
                <a:lnTo>
                  <a:pt x="5621226" y="1578952"/>
                </a:lnTo>
                <a:lnTo>
                  <a:pt x="5648097" y="1626145"/>
                </a:lnTo>
                <a:lnTo>
                  <a:pt x="5665597" y="1639016"/>
                </a:lnTo>
                <a:lnTo>
                  <a:pt x="5680288" y="1654590"/>
                </a:lnTo>
                <a:lnTo>
                  <a:pt x="5687909" y="1677643"/>
                </a:lnTo>
                <a:lnTo>
                  <a:pt x="5687909" y="1724131"/>
                </a:lnTo>
                <a:lnTo>
                  <a:pt x="5682575" y="1737468"/>
                </a:lnTo>
                <a:lnTo>
                  <a:pt x="5681290" y="1770548"/>
                </a:lnTo>
                <a:lnTo>
                  <a:pt x="5671157" y="1794096"/>
                </a:lnTo>
                <a:lnTo>
                  <a:pt x="5661998" y="1802436"/>
                </a:lnTo>
                <a:lnTo>
                  <a:pt x="5648661" y="1808724"/>
                </a:lnTo>
                <a:lnTo>
                  <a:pt x="5635670" y="1802486"/>
                </a:lnTo>
                <a:lnTo>
                  <a:pt x="5610973" y="1777365"/>
                </a:lnTo>
                <a:lnTo>
                  <a:pt x="5600452" y="1750790"/>
                </a:lnTo>
                <a:lnTo>
                  <a:pt x="5562163" y="1698791"/>
                </a:lnTo>
                <a:lnTo>
                  <a:pt x="5539110" y="1659353"/>
                </a:lnTo>
                <a:lnTo>
                  <a:pt x="5501386" y="1613246"/>
                </a:lnTo>
                <a:lnTo>
                  <a:pt x="5491839" y="1588323"/>
                </a:lnTo>
                <a:lnTo>
                  <a:pt x="5465194" y="1553435"/>
                </a:lnTo>
                <a:lnTo>
                  <a:pt x="5460995" y="1538942"/>
                </a:lnTo>
                <a:lnTo>
                  <a:pt x="5446134" y="1521413"/>
                </a:lnTo>
                <a:lnTo>
                  <a:pt x="5442705" y="1508458"/>
                </a:lnTo>
                <a:lnTo>
                  <a:pt x="5418127" y="1477212"/>
                </a:lnTo>
                <a:lnTo>
                  <a:pt x="5343145" y="1427435"/>
                </a:lnTo>
                <a:lnTo>
                  <a:pt x="5318758" y="1418855"/>
                </a:lnTo>
                <a:lnTo>
                  <a:pt x="5283532" y="1397629"/>
                </a:lnTo>
                <a:lnTo>
                  <a:pt x="5259145" y="1389048"/>
                </a:lnTo>
                <a:lnTo>
                  <a:pt x="5235887" y="1373016"/>
                </a:lnTo>
                <a:lnTo>
                  <a:pt x="5221887" y="1359468"/>
                </a:lnTo>
                <a:lnTo>
                  <a:pt x="5199786" y="1359849"/>
                </a:lnTo>
                <a:lnTo>
                  <a:pt x="5189498" y="1364612"/>
                </a:lnTo>
                <a:lnTo>
                  <a:pt x="5175018" y="1366517"/>
                </a:lnTo>
                <a:lnTo>
                  <a:pt x="5149812" y="1378450"/>
                </a:lnTo>
                <a:lnTo>
                  <a:pt x="5142065" y="1385435"/>
                </a:lnTo>
                <a:lnTo>
                  <a:pt x="5134387" y="1400903"/>
                </a:lnTo>
                <a:lnTo>
                  <a:pt x="5133103" y="1501218"/>
                </a:lnTo>
                <a:lnTo>
                  <a:pt x="5126540" y="1526169"/>
                </a:lnTo>
                <a:lnTo>
                  <a:pt x="5100234" y="1552702"/>
                </a:lnTo>
                <a:lnTo>
                  <a:pt x="5072516" y="1566758"/>
                </a:lnTo>
                <a:lnTo>
                  <a:pt x="5054113" y="1557048"/>
                </a:lnTo>
                <a:lnTo>
                  <a:pt x="5042653" y="1543556"/>
                </a:lnTo>
                <a:lnTo>
                  <a:pt x="5036317" y="1522556"/>
                </a:lnTo>
                <a:lnTo>
                  <a:pt x="5035032" y="1466387"/>
                </a:lnTo>
                <a:lnTo>
                  <a:pt x="5027559" y="1458667"/>
                </a:lnTo>
                <a:lnTo>
                  <a:pt x="5011739" y="1462732"/>
                </a:lnTo>
                <a:lnTo>
                  <a:pt x="4935720" y="1463494"/>
                </a:lnTo>
                <a:lnTo>
                  <a:pt x="4919716" y="1468829"/>
                </a:lnTo>
                <a:lnTo>
                  <a:pt x="4883897" y="1468829"/>
                </a:lnTo>
                <a:lnTo>
                  <a:pt x="4846935" y="1457397"/>
                </a:lnTo>
                <a:lnTo>
                  <a:pt x="4813855" y="1456113"/>
                </a:lnTo>
                <a:lnTo>
                  <a:pt x="4795790" y="1446403"/>
                </a:lnTo>
                <a:lnTo>
                  <a:pt x="4758306" y="1433532"/>
                </a:lnTo>
                <a:lnTo>
                  <a:pt x="4736431" y="1432248"/>
                </a:lnTo>
                <a:lnTo>
                  <a:pt x="4720808" y="1424436"/>
                </a:lnTo>
                <a:lnTo>
                  <a:pt x="4708234" y="1411481"/>
                </a:lnTo>
                <a:lnTo>
                  <a:pt x="4700726" y="1386339"/>
                </a:lnTo>
                <a:lnTo>
                  <a:pt x="4701516" y="1356871"/>
                </a:lnTo>
                <a:lnTo>
                  <a:pt x="4717379" y="1307645"/>
                </a:lnTo>
                <a:lnTo>
                  <a:pt x="4710831" y="1300194"/>
                </a:lnTo>
                <a:lnTo>
                  <a:pt x="4677806" y="1281113"/>
                </a:lnTo>
                <a:lnTo>
                  <a:pt x="4594300" y="1279829"/>
                </a:lnTo>
                <a:lnTo>
                  <a:pt x="4582509" y="1275877"/>
                </a:lnTo>
                <a:lnTo>
                  <a:pt x="4562483" y="1274494"/>
                </a:lnTo>
                <a:lnTo>
                  <a:pt x="4314420" y="1273732"/>
                </a:lnTo>
                <a:lnTo>
                  <a:pt x="4259161" y="1268129"/>
                </a:lnTo>
                <a:lnTo>
                  <a:pt x="4116085" y="1268397"/>
                </a:lnTo>
                <a:lnTo>
                  <a:pt x="4093984" y="1272208"/>
                </a:lnTo>
                <a:lnTo>
                  <a:pt x="4082411" y="1267056"/>
                </a:lnTo>
                <a:lnTo>
                  <a:pt x="4068073" y="1252965"/>
                </a:lnTo>
                <a:lnTo>
                  <a:pt x="4060565" y="1227823"/>
                </a:lnTo>
                <a:lnTo>
                  <a:pt x="4061355" y="1198355"/>
                </a:lnTo>
                <a:lnTo>
                  <a:pt x="4073548" y="1168097"/>
                </a:lnTo>
                <a:lnTo>
                  <a:pt x="4083505" y="1155226"/>
                </a:lnTo>
                <a:lnTo>
                  <a:pt x="4086419" y="1142355"/>
                </a:lnTo>
                <a:lnTo>
                  <a:pt x="4097032" y="1120452"/>
                </a:lnTo>
                <a:lnTo>
                  <a:pt x="4095889" y="1106480"/>
                </a:lnTo>
                <a:lnTo>
                  <a:pt x="4077161" y="1050903"/>
                </a:lnTo>
                <a:lnTo>
                  <a:pt x="4059548" y="1009581"/>
                </a:lnTo>
                <a:lnTo>
                  <a:pt x="4023081" y="959339"/>
                </a:lnTo>
                <a:lnTo>
                  <a:pt x="4003330" y="940731"/>
                </a:lnTo>
                <a:lnTo>
                  <a:pt x="3961774" y="910790"/>
                </a:lnTo>
                <a:lnTo>
                  <a:pt x="3937613" y="902661"/>
                </a:lnTo>
                <a:lnTo>
                  <a:pt x="3920776" y="904856"/>
                </a:lnTo>
                <a:lnTo>
                  <a:pt x="3901935" y="929645"/>
                </a:lnTo>
                <a:lnTo>
                  <a:pt x="3901554" y="968893"/>
                </a:lnTo>
                <a:lnTo>
                  <a:pt x="3888789" y="1007951"/>
                </a:lnTo>
                <a:lnTo>
                  <a:pt x="3876645" y="1032613"/>
                </a:lnTo>
                <a:lnTo>
                  <a:pt x="3856887" y="1060048"/>
                </a:lnTo>
                <a:lnTo>
                  <a:pt x="3833072" y="1082721"/>
                </a:lnTo>
                <a:lnTo>
                  <a:pt x="3812855" y="1096403"/>
                </a:lnTo>
                <a:lnTo>
                  <a:pt x="3739418" y="1126838"/>
                </a:lnTo>
                <a:lnTo>
                  <a:pt x="3728368" y="1128933"/>
                </a:lnTo>
                <a:lnTo>
                  <a:pt x="3720175" y="1136745"/>
                </a:lnTo>
                <a:lnTo>
                  <a:pt x="3712935" y="1155226"/>
                </a:lnTo>
                <a:lnTo>
                  <a:pt x="3718651" y="1173516"/>
                </a:lnTo>
                <a:lnTo>
                  <a:pt x="3718651" y="1246677"/>
                </a:lnTo>
                <a:lnTo>
                  <a:pt x="3709887" y="1273351"/>
                </a:lnTo>
                <a:lnTo>
                  <a:pt x="3678260" y="1304787"/>
                </a:lnTo>
                <a:lnTo>
                  <a:pt x="3661790" y="1315210"/>
                </a:lnTo>
                <a:lnTo>
                  <a:pt x="3639774" y="1322887"/>
                </a:lnTo>
                <a:lnTo>
                  <a:pt x="3625167" y="1315647"/>
                </a:lnTo>
                <a:lnTo>
                  <a:pt x="3610433" y="1300913"/>
                </a:lnTo>
                <a:lnTo>
                  <a:pt x="3598677" y="1277839"/>
                </a:lnTo>
                <a:lnTo>
                  <a:pt x="3595516" y="1264290"/>
                </a:lnTo>
                <a:lnTo>
                  <a:pt x="3572216" y="1224090"/>
                </a:lnTo>
                <a:lnTo>
                  <a:pt x="3543129" y="1190226"/>
                </a:lnTo>
                <a:lnTo>
                  <a:pt x="3536510" y="1170087"/>
                </a:lnTo>
                <a:lnTo>
                  <a:pt x="3536143" y="1144232"/>
                </a:lnTo>
                <a:lnTo>
                  <a:pt x="3537032" y="1131403"/>
                </a:lnTo>
                <a:lnTo>
                  <a:pt x="3545161" y="1110177"/>
                </a:lnTo>
                <a:lnTo>
                  <a:pt x="3556325" y="1099402"/>
                </a:lnTo>
                <a:lnTo>
                  <a:pt x="3587331" y="1084153"/>
                </a:lnTo>
                <a:lnTo>
                  <a:pt x="3598783" y="1074239"/>
                </a:lnTo>
                <a:lnTo>
                  <a:pt x="3608909" y="1043198"/>
                </a:lnTo>
                <a:lnTo>
                  <a:pt x="3609671" y="1023383"/>
                </a:lnTo>
                <a:lnTo>
                  <a:pt x="3615006" y="1012714"/>
                </a:lnTo>
                <a:lnTo>
                  <a:pt x="3615768" y="992899"/>
                </a:lnTo>
                <a:lnTo>
                  <a:pt x="3633296" y="938409"/>
                </a:lnTo>
                <a:lnTo>
                  <a:pt x="3634058" y="902591"/>
                </a:lnTo>
                <a:lnTo>
                  <a:pt x="3639393" y="889254"/>
                </a:lnTo>
                <a:lnTo>
                  <a:pt x="3640155" y="848101"/>
                </a:lnTo>
                <a:lnTo>
                  <a:pt x="3645751" y="833727"/>
                </a:lnTo>
                <a:lnTo>
                  <a:pt x="3640155" y="816474"/>
                </a:lnTo>
                <a:lnTo>
                  <a:pt x="3639393" y="780655"/>
                </a:lnTo>
                <a:lnTo>
                  <a:pt x="3634058" y="768462"/>
                </a:lnTo>
                <a:lnTo>
                  <a:pt x="3633296" y="743313"/>
                </a:lnTo>
                <a:lnTo>
                  <a:pt x="3619191" y="708884"/>
                </a:lnTo>
                <a:lnTo>
                  <a:pt x="3600145" y="719306"/>
                </a:lnTo>
                <a:lnTo>
                  <a:pt x="3591007" y="716131"/>
                </a:lnTo>
                <a:lnTo>
                  <a:pt x="3585030" y="707995"/>
                </a:lnTo>
                <a:lnTo>
                  <a:pt x="3593371" y="696274"/>
                </a:lnTo>
                <a:lnTo>
                  <a:pt x="3613863" y="693395"/>
                </a:lnTo>
                <a:lnTo>
                  <a:pt x="3615500" y="688710"/>
                </a:lnTo>
                <a:lnTo>
                  <a:pt x="3603575" y="646526"/>
                </a:lnTo>
                <a:lnTo>
                  <a:pt x="3602812" y="621377"/>
                </a:lnTo>
                <a:lnTo>
                  <a:pt x="3598000" y="612274"/>
                </a:lnTo>
                <a:lnTo>
                  <a:pt x="3596716" y="584796"/>
                </a:lnTo>
                <a:lnTo>
                  <a:pt x="3591381" y="572603"/>
                </a:lnTo>
                <a:lnTo>
                  <a:pt x="3590619" y="536784"/>
                </a:lnTo>
                <a:lnTo>
                  <a:pt x="3585284" y="523067"/>
                </a:lnTo>
                <a:lnTo>
                  <a:pt x="3584522" y="476579"/>
                </a:lnTo>
                <a:lnTo>
                  <a:pt x="3579188" y="464004"/>
                </a:lnTo>
                <a:lnTo>
                  <a:pt x="3577924" y="442383"/>
                </a:lnTo>
                <a:lnTo>
                  <a:pt x="3571185" y="444048"/>
                </a:lnTo>
                <a:lnTo>
                  <a:pt x="3563635" y="455367"/>
                </a:lnTo>
                <a:lnTo>
                  <a:pt x="3554363" y="456129"/>
                </a:lnTo>
                <a:lnTo>
                  <a:pt x="3539813" y="449905"/>
                </a:lnTo>
                <a:lnTo>
                  <a:pt x="3525079" y="435171"/>
                </a:lnTo>
                <a:lnTo>
                  <a:pt x="3518791" y="421708"/>
                </a:lnTo>
                <a:lnTo>
                  <a:pt x="3510161" y="386355"/>
                </a:lnTo>
                <a:lnTo>
                  <a:pt x="3482839" y="338935"/>
                </a:lnTo>
                <a:lnTo>
                  <a:pt x="3463419" y="285532"/>
                </a:lnTo>
                <a:lnTo>
                  <a:pt x="3463356" y="274489"/>
                </a:lnTo>
                <a:lnTo>
                  <a:pt x="3466588" y="268717"/>
                </a:lnTo>
                <a:lnTo>
                  <a:pt x="3486226" y="279774"/>
                </a:lnTo>
                <a:lnTo>
                  <a:pt x="3499167" y="277100"/>
                </a:lnTo>
                <a:lnTo>
                  <a:pt x="3491871" y="252226"/>
                </a:lnTo>
                <a:lnTo>
                  <a:pt x="3485323" y="239129"/>
                </a:lnTo>
                <a:lnTo>
                  <a:pt x="3477448" y="232136"/>
                </a:lnTo>
                <a:lnTo>
                  <a:pt x="3466588" y="232517"/>
                </a:lnTo>
                <a:lnTo>
                  <a:pt x="3460434" y="242502"/>
                </a:lnTo>
                <a:lnTo>
                  <a:pt x="3457061" y="243377"/>
                </a:lnTo>
                <a:lnTo>
                  <a:pt x="3449250" y="239185"/>
                </a:lnTo>
                <a:lnTo>
                  <a:pt x="3444677" y="231565"/>
                </a:lnTo>
                <a:lnTo>
                  <a:pt x="3459919" y="183552"/>
                </a:lnTo>
                <a:lnTo>
                  <a:pt x="3491546" y="152116"/>
                </a:lnTo>
                <a:lnTo>
                  <a:pt x="3522602" y="130206"/>
                </a:lnTo>
                <a:lnTo>
                  <a:pt x="3523554" y="97435"/>
                </a:lnTo>
                <a:lnTo>
                  <a:pt x="3516886" y="71905"/>
                </a:lnTo>
                <a:lnTo>
                  <a:pt x="3504968" y="51484"/>
                </a:lnTo>
                <a:lnTo>
                  <a:pt x="3480948" y="30540"/>
                </a:lnTo>
                <a:lnTo>
                  <a:pt x="3466016" y="34563"/>
                </a:lnTo>
                <a:lnTo>
                  <a:pt x="3456299" y="30752"/>
                </a:lnTo>
                <a:lnTo>
                  <a:pt x="3426387" y="30752"/>
                </a:lnTo>
                <a:lnTo>
                  <a:pt x="3411145" y="36468"/>
                </a:lnTo>
                <a:lnTo>
                  <a:pt x="3384091" y="24655"/>
                </a:lnTo>
                <a:lnTo>
                  <a:pt x="3357742" y="24726"/>
                </a:lnTo>
                <a:lnTo>
                  <a:pt x="3354750" y="25798"/>
                </a:lnTo>
                <a:lnTo>
                  <a:pt x="3350580" y="48111"/>
                </a:lnTo>
                <a:lnTo>
                  <a:pt x="3328839" y="60855"/>
                </a:lnTo>
                <a:lnTo>
                  <a:pt x="3312016" y="52726"/>
                </a:lnTo>
                <a:lnTo>
                  <a:pt x="3305595" y="45422"/>
                </a:lnTo>
                <a:lnTo>
                  <a:pt x="3305016" y="35395"/>
                </a:lnTo>
                <a:lnTo>
                  <a:pt x="3315121" y="21226"/>
                </a:lnTo>
                <a:lnTo>
                  <a:pt x="3311960" y="19758"/>
                </a:lnTo>
                <a:lnTo>
                  <a:pt x="3275111" y="17796"/>
                </a:lnTo>
                <a:lnTo>
                  <a:pt x="3262339" y="12984"/>
                </a:lnTo>
                <a:lnTo>
                  <a:pt x="3249016" y="12194"/>
                </a:lnTo>
                <a:lnTo>
                  <a:pt x="3179849" y="12462"/>
                </a:lnTo>
                <a:lnTo>
                  <a:pt x="3170323" y="15129"/>
                </a:lnTo>
                <a:close/>
                <a:moveTo>
                  <a:pt x="3056008" y="789419"/>
                </a:moveTo>
                <a:lnTo>
                  <a:pt x="3068371" y="797661"/>
                </a:lnTo>
                <a:lnTo>
                  <a:pt x="3083062" y="813235"/>
                </a:lnTo>
                <a:lnTo>
                  <a:pt x="3097726" y="860661"/>
                </a:lnTo>
                <a:lnTo>
                  <a:pt x="3108021" y="874774"/>
                </a:lnTo>
                <a:lnTo>
                  <a:pt x="3122882" y="917452"/>
                </a:lnTo>
                <a:lnTo>
                  <a:pt x="3158729" y="976620"/>
                </a:lnTo>
                <a:lnTo>
                  <a:pt x="3214905" y="1046627"/>
                </a:lnTo>
                <a:lnTo>
                  <a:pt x="3267871" y="1083017"/>
                </a:lnTo>
                <a:lnTo>
                  <a:pt x="3289972" y="1104927"/>
                </a:lnTo>
                <a:lnTo>
                  <a:pt x="3298242" y="1131403"/>
                </a:lnTo>
                <a:lnTo>
                  <a:pt x="3297974" y="1158274"/>
                </a:lnTo>
                <a:lnTo>
                  <a:pt x="3291637" y="1177750"/>
                </a:lnTo>
                <a:lnTo>
                  <a:pt x="3276395" y="1193895"/>
                </a:lnTo>
                <a:lnTo>
                  <a:pt x="3233541" y="1209095"/>
                </a:lnTo>
                <a:lnTo>
                  <a:pt x="3213790" y="1228274"/>
                </a:lnTo>
                <a:lnTo>
                  <a:pt x="3196043" y="1252774"/>
                </a:lnTo>
                <a:lnTo>
                  <a:pt x="3181564" y="1300596"/>
                </a:lnTo>
                <a:lnTo>
                  <a:pt x="3169179" y="1325300"/>
                </a:lnTo>
                <a:lnTo>
                  <a:pt x="3154446" y="1340034"/>
                </a:lnTo>
                <a:lnTo>
                  <a:pt x="3142097" y="1345242"/>
                </a:lnTo>
                <a:lnTo>
                  <a:pt x="3130877" y="1339583"/>
                </a:lnTo>
                <a:lnTo>
                  <a:pt x="3115000" y="1324468"/>
                </a:lnTo>
                <a:lnTo>
                  <a:pt x="3101339" y="1301210"/>
                </a:lnTo>
                <a:lnTo>
                  <a:pt x="3073677" y="1269484"/>
                </a:lnTo>
                <a:lnTo>
                  <a:pt x="3067058" y="1249726"/>
                </a:lnTo>
                <a:lnTo>
                  <a:pt x="3066296" y="1219242"/>
                </a:lnTo>
                <a:lnTo>
                  <a:pt x="3060962" y="1207810"/>
                </a:lnTo>
                <a:lnTo>
                  <a:pt x="3060200" y="1187996"/>
                </a:lnTo>
                <a:lnTo>
                  <a:pt x="3054865" y="1175040"/>
                </a:lnTo>
                <a:lnTo>
                  <a:pt x="3053581" y="1119548"/>
                </a:lnTo>
                <a:lnTo>
                  <a:pt x="3048768" y="1110262"/>
                </a:lnTo>
                <a:lnTo>
                  <a:pt x="3047484" y="1088387"/>
                </a:lnTo>
                <a:lnTo>
                  <a:pt x="3041147" y="1075777"/>
                </a:lnTo>
                <a:lnTo>
                  <a:pt x="3033935" y="1068177"/>
                </a:lnTo>
                <a:lnTo>
                  <a:pt x="3024346" y="1066844"/>
                </a:lnTo>
                <a:lnTo>
                  <a:pt x="3005329" y="1067204"/>
                </a:lnTo>
                <a:lnTo>
                  <a:pt x="2980179" y="1073872"/>
                </a:lnTo>
                <a:lnTo>
                  <a:pt x="2945871" y="1087597"/>
                </a:lnTo>
                <a:lnTo>
                  <a:pt x="2924758" y="1102500"/>
                </a:lnTo>
                <a:lnTo>
                  <a:pt x="2908161" y="1118645"/>
                </a:lnTo>
                <a:lnTo>
                  <a:pt x="2907710" y="1132984"/>
                </a:lnTo>
                <a:lnTo>
                  <a:pt x="2902446" y="1147986"/>
                </a:lnTo>
                <a:lnTo>
                  <a:pt x="2901683" y="1205143"/>
                </a:lnTo>
                <a:lnTo>
                  <a:pt x="2896349" y="1221528"/>
                </a:lnTo>
                <a:lnTo>
                  <a:pt x="2895065" y="1288226"/>
                </a:lnTo>
                <a:lnTo>
                  <a:pt x="2884931" y="1312451"/>
                </a:lnTo>
                <a:lnTo>
                  <a:pt x="2874008" y="1321927"/>
                </a:lnTo>
                <a:lnTo>
                  <a:pt x="2861645" y="1326952"/>
                </a:lnTo>
                <a:lnTo>
                  <a:pt x="2847081" y="1319274"/>
                </a:lnTo>
                <a:lnTo>
                  <a:pt x="2835621" y="1305782"/>
                </a:lnTo>
                <a:lnTo>
                  <a:pt x="2829284" y="1286306"/>
                </a:lnTo>
                <a:lnTo>
                  <a:pt x="2828000" y="1253226"/>
                </a:lnTo>
                <a:lnTo>
                  <a:pt x="2810994" y="1200952"/>
                </a:lnTo>
                <a:lnTo>
                  <a:pt x="2810232" y="1170468"/>
                </a:lnTo>
                <a:lnTo>
                  <a:pt x="2804897" y="1155988"/>
                </a:lnTo>
                <a:lnTo>
                  <a:pt x="2804530" y="1110375"/>
                </a:lnTo>
                <a:lnTo>
                  <a:pt x="2805419" y="1089290"/>
                </a:lnTo>
                <a:lnTo>
                  <a:pt x="2811516" y="1071452"/>
                </a:lnTo>
                <a:lnTo>
                  <a:pt x="2839177" y="1039726"/>
                </a:lnTo>
                <a:lnTo>
                  <a:pt x="2858844" y="1010590"/>
                </a:lnTo>
                <a:lnTo>
                  <a:pt x="2891205" y="976705"/>
                </a:lnTo>
                <a:lnTo>
                  <a:pt x="2925090" y="944344"/>
                </a:lnTo>
                <a:lnTo>
                  <a:pt x="2977512" y="902019"/>
                </a:lnTo>
                <a:lnTo>
                  <a:pt x="3017903" y="862581"/>
                </a:lnTo>
                <a:lnTo>
                  <a:pt x="3018284" y="829048"/>
                </a:lnTo>
                <a:lnTo>
                  <a:pt x="3025524" y="807519"/>
                </a:lnTo>
                <a:lnTo>
                  <a:pt x="3039863" y="793427"/>
                </a:lnTo>
                <a:lnTo>
                  <a:pt x="3051435" y="787895"/>
                </a:lnTo>
                <a:lnTo>
                  <a:pt x="3056008" y="789419"/>
                </a:lnTo>
                <a:close/>
                <a:moveTo>
                  <a:pt x="3950710" y="1197903"/>
                </a:moveTo>
                <a:lnTo>
                  <a:pt x="3972726" y="1212242"/>
                </a:lnTo>
                <a:lnTo>
                  <a:pt x="3997113" y="1220823"/>
                </a:lnTo>
                <a:lnTo>
                  <a:pt x="4013978" y="1230807"/>
                </a:lnTo>
                <a:lnTo>
                  <a:pt x="4023250" y="1242444"/>
                </a:lnTo>
                <a:lnTo>
                  <a:pt x="4029954" y="1270500"/>
                </a:lnTo>
                <a:lnTo>
                  <a:pt x="4029065" y="1295000"/>
                </a:lnTo>
                <a:lnTo>
                  <a:pt x="4020442" y="1316409"/>
                </a:lnTo>
                <a:lnTo>
                  <a:pt x="3979782" y="1356250"/>
                </a:lnTo>
                <a:lnTo>
                  <a:pt x="3953758" y="1369756"/>
                </a:lnTo>
                <a:lnTo>
                  <a:pt x="3906910" y="1353004"/>
                </a:lnTo>
                <a:lnTo>
                  <a:pt x="3887484" y="1335306"/>
                </a:lnTo>
                <a:lnTo>
                  <a:pt x="3878452" y="1313516"/>
                </a:lnTo>
                <a:lnTo>
                  <a:pt x="3877167" y="1291641"/>
                </a:lnTo>
                <a:lnTo>
                  <a:pt x="3871565" y="1274790"/>
                </a:lnTo>
                <a:lnTo>
                  <a:pt x="3872355" y="1235161"/>
                </a:lnTo>
                <a:lnTo>
                  <a:pt x="3879073" y="1216003"/>
                </a:lnTo>
                <a:lnTo>
                  <a:pt x="3885169" y="1208573"/>
                </a:lnTo>
                <a:lnTo>
                  <a:pt x="3908413" y="1195236"/>
                </a:lnTo>
                <a:lnTo>
                  <a:pt x="3940097" y="1194968"/>
                </a:lnTo>
                <a:lnTo>
                  <a:pt x="3950710" y="1197903"/>
                </a:lnTo>
                <a:close/>
                <a:moveTo>
                  <a:pt x="6177556" y="1490548"/>
                </a:moveTo>
                <a:lnTo>
                  <a:pt x="6190526" y="1499066"/>
                </a:lnTo>
                <a:lnTo>
                  <a:pt x="6199798" y="1510702"/>
                </a:lnTo>
                <a:lnTo>
                  <a:pt x="6206135" y="1530177"/>
                </a:lnTo>
                <a:lnTo>
                  <a:pt x="6206135" y="1560661"/>
                </a:lnTo>
                <a:lnTo>
                  <a:pt x="6191387" y="1602661"/>
                </a:lnTo>
                <a:lnTo>
                  <a:pt x="6180224" y="1613436"/>
                </a:lnTo>
                <a:lnTo>
                  <a:pt x="6166887" y="1619724"/>
                </a:lnTo>
                <a:lnTo>
                  <a:pt x="6153550" y="1613436"/>
                </a:lnTo>
                <a:lnTo>
                  <a:pt x="6140976" y="1600481"/>
                </a:lnTo>
                <a:lnTo>
                  <a:pt x="6133736" y="1578952"/>
                </a:lnTo>
                <a:lnTo>
                  <a:pt x="6133736" y="1548468"/>
                </a:lnTo>
                <a:lnTo>
                  <a:pt x="6148484" y="1506468"/>
                </a:lnTo>
                <a:lnTo>
                  <a:pt x="6168411" y="1490548"/>
                </a:lnTo>
                <a:lnTo>
                  <a:pt x="6177556" y="1490548"/>
                </a:lnTo>
                <a:close/>
                <a:moveTo>
                  <a:pt x="6104395" y="1734419"/>
                </a:moveTo>
                <a:lnTo>
                  <a:pt x="6117365" y="1742936"/>
                </a:lnTo>
                <a:lnTo>
                  <a:pt x="6126637" y="1754573"/>
                </a:lnTo>
                <a:lnTo>
                  <a:pt x="6132974" y="1775954"/>
                </a:lnTo>
                <a:lnTo>
                  <a:pt x="6133355" y="1838065"/>
                </a:lnTo>
                <a:lnTo>
                  <a:pt x="6143643" y="1849305"/>
                </a:lnTo>
                <a:lnTo>
                  <a:pt x="6150065" y="1861774"/>
                </a:lnTo>
                <a:lnTo>
                  <a:pt x="6157629" y="1887403"/>
                </a:lnTo>
                <a:lnTo>
                  <a:pt x="6157361" y="1914274"/>
                </a:lnTo>
                <a:lnTo>
                  <a:pt x="6150798" y="1934653"/>
                </a:lnTo>
                <a:lnTo>
                  <a:pt x="6127258" y="1959047"/>
                </a:lnTo>
                <a:lnTo>
                  <a:pt x="6112016" y="1967240"/>
                </a:lnTo>
                <a:lnTo>
                  <a:pt x="6100458" y="1961905"/>
                </a:lnTo>
                <a:lnTo>
                  <a:pt x="6085724" y="1947171"/>
                </a:lnTo>
                <a:lnTo>
                  <a:pt x="6077150" y="1923419"/>
                </a:lnTo>
                <a:lnTo>
                  <a:pt x="6066855" y="1909306"/>
                </a:lnTo>
                <a:lnTo>
                  <a:pt x="6054210" y="1860081"/>
                </a:lnTo>
                <a:lnTo>
                  <a:pt x="6055000" y="1820452"/>
                </a:lnTo>
                <a:lnTo>
                  <a:pt x="6065387" y="1795161"/>
                </a:lnTo>
                <a:lnTo>
                  <a:pt x="6066671" y="1773286"/>
                </a:lnTo>
                <a:lnTo>
                  <a:pt x="6073008" y="1754573"/>
                </a:lnTo>
                <a:lnTo>
                  <a:pt x="6088250" y="1738427"/>
                </a:lnTo>
                <a:lnTo>
                  <a:pt x="6099823" y="1732895"/>
                </a:lnTo>
                <a:lnTo>
                  <a:pt x="6104395" y="1734419"/>
                </a:lnTo>
                <a:close/>
                <a:moveTo>
                  <a:pt x="6104395" y="2008774"/>
                </a:moveTo>
                <a:lnTo>
                  <a:pt x="6124323" y="2024694"/>
                </a:lnTo>
                <a:lnTo>
                  <a:pt x="6132974" y="2048784"/>
                </a:lnTo>
                <a:lnTo>
                  <a:pt x="6132974" y="2084603"/>
                </a:lnTo>
                <a:lnTo>
                  <a:pt x="6127639" y="2098702"/>
                </a:lnTo>
                <a:lnTo>
                  <a:pt x="6126877" y="2150524"/>
                </a:lnTo>
                <a:lnTo>
                  <a:pt x="6119976" y="2172766"/>
                </a:lnTo>
                <a:lnTo>
                  <a:pt x="6077073" y="2215895"/>
                </a:lnTo>
                <a:lnTo>
                  <a:pt x="6015992" y="2260266"/>
                </a:lnTo>
                <a:lnTo>
                  <a:pt x="6006677" y="2281548"/>
                </a:lnTo>
                <a:lnTo>
                  <a:pt x="5973696" y="2309421"/>
                </a:lnTo>
                <a:lnTo>
                  <a:pt x="5957226" y="2330887"/>
                </a:lnTo>
                <a:lnTo>
                  <a:pt x="5929903" y="2345113"/>
                </a:lnTo>
                <a:lnTo>
                  <a:pt x="5917540" y="2340089"/>
                </a:lnTo>
                <a:lnTo>
                  <a:pt x="5903202" y="2325997"/>
                </a:lnTo>
                <a:lnTo>
                  <a:pt x="5895962" y="2304468"/>
                </a:lnTo>
                <a:lnTo>
                  <a:pt x="5895962" y="2273984"/>
                </a:lnTo>
                <a:lnTo>
                  <a:pt x="5902694" y="2253435"/>
                </a:lnTo>
                <a:lnTo>
                  <a:pt x="5954834" y="2193011"/>
                </a:lnTo>
                <a:lnTo>
                  <a:pt x="5983857" y="2170332"/>
                </a:lnTo>
                <a:lnTo>
                  <a:pt x="5989890" y="2153001"/>
                </a:lnTo>
                <a:lnTo>
                  <a:pt x="6021242" y="2119306"/>
                </a:lnTo>
                <a:lnTo>
                  <a:pt x="6045516" y="2083855"/>
                </a:lnTo>
                <a:lnTo>
                  <a:pt x="6049334" y="2069742"/>
                </a:lnTo>
                <a:lnTo>
                  <a:pt x="6058860" y="2057548"/>
                </a:lnTo>
                <a:lnTo>
                  <a:pt x="6061527" y="2045355"/>
                </a:lnTo>
                <a:lnTo>
                  <a:pt x="6076452" y="2024016"/>
                </a:lnTo>
                <a:lnTo>
                  <a:pt x="6095250" y="2008774"/>
                </a:lnTo>
                <a:lnTo>
                  <a:pt x="6104395" y="2008774"/>
                </a:lnTo>
                <a:close/>
                <a:moveTo>
                  <a:pt x="1694903" y="4234097"/>
                </a:moveTo>
                <a:lnTo>
                  <a:pt x="1707210" y="4240758"/>
                </a:lnTo>
                <a:lnTo>
                  <a:pt x="1718669" y="4254250"/>
                </a:lnTo>
                <a:lnTo>
                  <a:pt x="1725006" y="4273726"/>
                </a:lnTo>
                <a:lnTo>
                  <a:pt x="1724484" y="4306806"/>
                </a:lnTo>
                <a:lnTo>
                  <a:pt x="1717766" y="4325739"/>
                </a:lnTo>
                <a:lnTo>
                  <a:pt x="1705192" y="4338695"/>
                </a:lnTo>
                <a:lnTo>
                  <a:pt x="1684996" y="4352222"/>
                </a:lnTo>
                <a:lnTo>
                  <a:pt x="1661371" y="4352984"/>
                </a:lnTo>
                <a:lnTo>
                  <a:pt x="1640032" y="4331645"/>
                </a:lnTo>
                <a:lnTo>
                  <a:pt x="1641613" y="4313242"/>
                </a:lnTo>
                <a:lnTo>
                  <a:pt x="1649177" y="4308331"/>
                </a:lnTo>
                <a:lnTo>
                  <a:pt x="1651210" y="4303137"/>
                </a:lnTo>
                <a:lnTo>
                  <a:pt x="1653129" y="4271524"/>
                </a:lnTo>
                <a:lnTo>
                  <a:pt x="1659847" y="4252197"/>
                </a:lnTo>
                <a:lnTo>
                  <a:pt x="1668216" y="4242614"/>
                </a:lnTo>
                <a:lnTo>
                  <a:pt x="1686887" y="4231500"/>
                </a:lnTo>
                <a:lnTo>
                  <a:pt x="1694903" y="4234097"/>
                </a:lnTo>
                <a:close/>
                <a:moveTo>
                  <a:pt x="1944871" y="4234097"/>
                </a:moveTo>
                <a:lnTo>
                  <a:pt x="1955159" y="4239241"/>
                </a:lnTo>
                <a:lnTo>
                  <a:pt x="1966323" y="4250016"/>
                </a:lnTo>
                <a:lnTo>
                  <a:pt x="1974452" y="4271129"/>
                </a:lnTo>
                <a:lnTo>
                  <a:pt x="1974974" y="4304210"/>
                </a:lnTo>
                <a:lnTo>
                  <a:pt x="1967353" y="4326120"/>
                </a:lnTo>
                <a:lnTo>
                  <a:pt x="1950015" y="4343839"/>
                </a:lnTo>
                <a:lnTo>
                  <a:pt x="1933552" y="4352864"/>
                </a:lnTo>
                <a:lnTo>
                  <a:pt x="1921246" y="4347268"/>
                </a:lnTo>
                <a:lnTo>
                  <a:pt x="1901431" y="4347268"/>
                </a:lnTo>
                <a:lnTo>
                  <a:pt x="1877806" y="4359081"/>
                </a:lnTo>
                <a:lnTo>
                  <a:pt x="1862282" y="4351121"/>
                </a:lnTo>
                <a:lnTo>
                  <a:pt x="1837415" y="4327073"/>
                </a:lnTo>
                <a:lnTo>
                  <a:pt x="1829935" y="4306806"/>
                </a:lnTo>
                <a:lnTo>
                  <a:pt x="1829413" y="4273726"/>
                </a:lnTo>
                <a:lnTo>
                  <a:pt x="1838065" y="4250016"/>
                </a:lnTo>
                <a:lnTo>
                  <a:pt x="1849228" y="4239241"/>
                </a:lnTo>
                <a:lnTo>
                  <a:pt x="1863806" y="4231952"/>
                </a:lnTo>
                <a:lnTo>
                  <a:pt x="1928839" y="4231161"/>
                </a:lnTo>
                <a:lnTo>
                  <a:pt x="1944871" y="4234097"/>
                </a:lnTo>
                <a:close/>
                <a:moveTo>
                  <a:pt x="163089" y="1094258"/>
                </a:moveTo>
                <a:lnTo>
                  <a:pt x="148185" y="1101145"/>
                </a:lnTo>
                <a:lnTo>
                  <a:pt x="138511" y="1097688"/>
                </a:lnTo>
                <a:lnTo>
                  <a:pt x="108161" y="1097419"/>
                </a:lnTo>
                <a:lnTo>
                  <a:pt x="90308" y="1103022"/>
                </a:lnTo>
                <a:lnTo>
                  <a:pt x="40419" y="1104306"/>
                </a:lnTo>
                <a:lnTo>
                  <a:pt x="2646" y="1126174"/>
                </a:lnTo>
                <a:lnTo>
                  <a:pt x="169" y="1131065"/>
                </a:lnTo>
                <a:lnTo>
                  <a:pt x="1355" y="1146306"/>
                </a:lnTo>
                <a:lnTo>
                  <a:pt x="15588" y="1153772"/>
                </a:lnTo>
                <a:lnTo>
                  <a:pt x="35092" y="1173700"/>
                </a:lnTo>
                <a:lnTo>
                  <a:pt x="56776" y="1211049"/>
                </a:lnTo>
                <a:lnTo>
                  <a:pt x="112600" y="1291260"/>
                </a:lnTo>
                <a:lnTo>
                  <a:pt x="217388" y="1432629"/>
                </a:lnTo>
                <a:lnTo>
                  <a:pt x="240823" y="1457016"/>
                </a:lnTo>
                <a:lnTo>
                  <a:pt x="312855" y="1456113"/>
                </a:lnTo>
                <a:lnTo>
                  <a:pt x="360853" y="1443870"/>
                </a:lnTo>
                <a:lnTo>
                  <a:pt x="392565" y="1428113"/>
                </a:lnTo>
                <a:lnTo>
                  <a:pt x="408477" y="1423357"/>
                </a:lnTo>
                <a:lnTo>
                  <a:pt x="414009" y="1415863"/>
                </a:lnTo>
                <a:lnTo>
                  <a:pt x="414567" y="1401101"/>
                </a:lnTo>
                <a:lnTo>
                  <a:pt x="408865" y="1384617"/>
                </a:lnTo>
                <a:lnTo>
                  <a:pt x="407581" y="1362742"/>
                </a:lnTo>
                <a:lnTo>
                  <a:pt x="397243" y="1336224"/>
                </a:lnTo>
                <a:lnTo>
                  <a:pt x="383144" y="1272970"/>
                </a:lnTo>
                <a:lnTo>
                  <a:pt x="366759" y="1226482"/>
                </a:lnTo>
                <a:lnTo>
                  <a:pt x="364854" y="1212002"/>
                </a:lnTo>
                <a:lnTo>
                  <a:pt x="333290" y="1141452"/>
                </a:lnTo>
                <a:lnTo>
                  <a:pt x="325034" y="1134459"/>
                </a:lnTo>
                <a:lnTo>
                  <a:pt x="309792" y="1134840"/>
                </a:lnTo>
                <a:lnTo>
                  <a:pt x="295919" y="1141339"/>
                </a:lnTo>
                <a:lnTo>
                  <a:pt x="277177" y="1156919"/>
                </a:lnTo>
                <a:lnTo>
                  <a:pt x="261286" y="1164251"/>
                </a:lnTo>
                <a:lnTo>
                  <a:pt x="240032" y="1151048"/>
                </a:lnTo>
                <a:lnTo>
                  <a:pt x="211806" y="1118081"/>
                </a:lnTo>
                <a:lnTo>
                  <a:pt x="182021" y="1103163"/>
                </a:lnTo>
                <a:lnTo>
                  <a:pt x="168543" y="1092967"/>
                </a:lnTo>
                <a:lnTo>
                  <a:pt x="163089" y="1094258"/>
                </a:lnTo>
                <a:close/>
              </a:path>
            </a:pathLst>
          </a:custGeom>
          <a:solidFill>
            <a:srgbClr val="6257A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5246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arc"/>
          <p:cNvSpPr/>
          <p:nvPr/>
        </p:nvSpPr>
        <p:spPr>
          <a:xfrm>
            <a:off x="5944158" y="9050406"/>
            <a:ext cx="1613840" cy="1627985"/>
          </a:xfrm>
          <a:custGeom>
            <a:avLst/>
            <a:gdLst/>
            <a:ahLst/>
            <a:cxnLst/>
            <a:rect l="0" t="0" r="r" b="b"/>
            <a:pathLst>
              <a:path w="1613840" h="1627985">
                <a:moveTo>
                  <a:pt x="0" y="1627985"/>
                </a:moveTo>
                <a:lnTo>
                  <a:pt x="11115" y="1602725"/>
                </a:lnTo>
                <a:lnTo>
                  <a:pt x="22449" y="1577563"/>
                </a:lnTo>
                <a:lnTo>
                  <a:pt x="34003" y="1552501"/>
                </a:lnTo>
                <a:lnTo>
                  <a:pt x="45775" y="1527541"/>
                </a:lnTo>
                <a:lnTo>
                  <a:pt x="57764" y="1502684"/>
                </a:lnTo>
                <a:lnTo>
                  <a:pt x="69970" y="1477934"/>
                </a:lnTo>
                <a:lnTo>
                  <a:pt x="82391" y="1453290"/>
                </a:lnTo>
                <a:lnTo>
                  <a:pt x="95027" y="1428756"/>
                </a:lnTo>
                <a:lnTo>
                  <a:pt x="107877" y="1404333"/>
                </a:lnTo>
                <a:lnTo>
                  <a:pt x="120939" y="1380023"/>
                </a:lnTo>
                <a:lnTo>
                  <a:pt x="134213" y="1355828"/>
                </a:lnTo>
                <a:lnTo>
                  <a:pt x="147697" y="1331750"/>
                </a:lnTo>
                <a:lnTo>
                  <a:pt x="161391" y="1307790"/>
                </a:lnTo>
                <a:lnTo>
                  <a:pt x="175294" y="1283951"/>
                </a:lnTo>
                <a:lnTo>
                  <a:pt x="189404" y="1260234"/>
                </a:lnTo>
                <a:lnTo>
                  <a:pt x="203721" y="1236641"/>
                </a:lnTo>
                <a:lnTo>
                  <a:pt x="218242" y="1213174"/>
                </a:lnTo>
                <a:lnTo>
                  <a:pt x="232969" y="1189835"/>
                </a:lnTo>
                <a:lnTo>
                  <a:pt x="247898" y="1166624"/>
                </a:lnTo>
                <a:lnTo>
                  <a:pt x="263029" y="1143545"/>
                </a:lnTo>
                <a:lnTo>
                  <a:pt x="278361" y="1120599"/>
                </a:lnTo>
                <a:lnTo>
                  <a:pt x="293893" y="1097788"/>
                </a:lnTo>
                <a:lnTo>
                  <a:pt x="309623" y="1075113"/>
                </a:lnTo>
                <a:lnTo>
                  <a:pt x="325550" y="1052576"/>
                </a:lnTo>
                <a:lnTo>
                  <a:pt x="341674" y="1030179"/>
                </a:lnTo>
                <a:lnTo>
                  <a:pt x="357992" y="1007924"/>
                </a:lnTo>
                <a:lnTo>
                  <a:pt x="374504" y="985812"/>
                </a:lnTo>
                <a:lnTo>
                  <a:pt x="391208" y="963845"/>
                </a:lnTo>
                <a:lnTo>
                  <a:pt x="408104" y="942024"/>
                </a:lnTo>
                <a:lnTo>
                  <a:pt x="425189" y="920352"/>
                </a:lnTo>
                <a:lnTo>
                  <a:pt x="442462" y="898829"/>
                </a:lnTo>
                <a:lnTo>
                  <a:pt x="459923" y="877458"/>
                </a:lnTo>
                <a:lnTo>
                  <a:pt x="477570" y="856241"/>
                </a:lnTo>
                <a:lnTo>
                  <a:pt x="495401" y="835178"/>
                </a:lnTo>
                <a:lnTo>
                  <a:pt x="513415" y="814271"/>
                </a:lnTo>
                <a:lnTo>
                  <a:pt x="531611" y="793523"/>
                </a:lnTo>
                <a:lnTo>
                  <a:pt x="549987" y="772934"/>
                </a:lnTo>
                <a:lnTo>
                  <a:pt x="568542" y="752506"/>
                </a:lnTo>
                <a:lnTo>
                  <a:pt x="587275" y="732241"/>
                </a:lnTo>
                <a:lnTo>
                  <a:pt x="606184" y="712140"/>
                </a:lnTo>
                <a:lnTo>
                  <a:pt x="625268" y="692205"/>
                </a:lnTo>
                <a:lnTo>
                  <a:pt x="644525" y="672438"/>
                </a:lnTo>
                <a:lnTo>
                  <a:pt x="663953" y="652839"/>
                </a:lnTo>
                <a:lnTo>
                  <a:pt x="683552" y="633410"/>
                </a:lnTo>
                <a:lnTo>
                  <a:pt x="703320" y="614153"/>
                </a:lnTo>
                <a:lnTo>
                  <a:pt x="723255" y="595070"/>
                </a:lnTo>
                <a:lnTo>
                  <a:pt x="743356" y="576161"/>
                </a:lnTo>
                <a:lnTo>
                  <a:pt x="763621" y="557428"/>
                </a:lnTo>
                <a:lnTo>
                  <a:pt x="784049" y="538873"/>
                </a:lnTo>
                <a:lnTo>
                  <a:pt x="804638" y="520496"/>
                </a:lnTo>
                <a:lnTo>
                  <a:pt x="825386" y="502300"/>
                </a:lnTo>
                <a:lnTo>
                  <a:pt x="846292" y="484286"/>
                </a:lnTo>
                <a:lnTo>
                  <a:pt x="867355" y="466455"/>
                </a:lnTo>
                <a:lnTo>
                  <a:pt x="888573" y="448809"/>
                </a:lnTo>
                <a:lnTo>
                  <a:pt x="909944" y="431348"/>
                </a:lnTo>
                <a:lnTo>
                  <a:pt x="931466" y="414074"/>
                </a:lnTo>
                <a:lnTo>
                  <a:pt x="953139" y="396989"/>
                </a:lnTo>
                <a:lnTo>
                  <a:pt x="974959" y="380094"/>
                </a:lnTo>
                <a:lnTo>
                  <a:pt x="996926" y="363390"/>
                </a:lnTo>
                <a:lnTo>
                  <a:pt x="1019039" y="346878"/>
                </a:lnTo>
                <a:lnTo>
                  <a:pt x="1041294" y="330559"/>
                </a:lnTo>
                <a:lnTo>
                  <a:pt x="1063691" y="314436"/>
                </a:lnTo>
                <a:lnTo>
                  <a:pt x="1086228" y="298508"/>
                </a:lnTo>
                <a:lnTo>
                  <a:pt x="1108903" y="282778"/>
                </a:lnTo>
                <a:lnTo>
                  <a:pt x="1131714" y="267247"/>
                </a:lnTo>
                <a:lnTo>
                  <a:pt x="1154660" y="251914"/>
                </a:lnTo>
                <a:lnTo>
                  <a:pt x="1177739" y="236783"/>
                </a:lnTo>
                <a:lnTo>
                  <a:pt x="1200949" y="221854"/>
                </a:lnTo>
                <a:lnTo>
                  <a:pt x="1224289" y="207128"/>
                </a:lnTo>
                <a:lnTo>
                  <a:pt x="1247756" y="192606"/>
                </a:lnTo>
                <a:lnTo>
                  <a:pt x="1271349" y="178289"/>
                </a:lnTo>
                <a:lnTo>
                  <a:pt x="1295066" y="164179"/>
                </a:lnTo>
                <a:lnTo>
                  <a:pt x="1318905" y="150277"/>
                </a:lnTo>
                <a:lnTo>
                  <a:pt x="1342864" y="136583"/>
                </a:lnTo>
                <a:lnTo>
                  <a:pt x="1366943" y="123098"/>
                </a:lnTo>
                <a:lnTo>
                  <a:pt x="1391138" y="109824"/>
                </a:lnTo>
                <a:lnTo>
                  <a:pt x="1415448" y="96762"/>
                </a:lnTo>
                <a:lnTo>
                  <a:pt x="1439870" y="83913"/>
                </a:lnTo>
                <a:lnTo>
                  <a:pt x="1464405" y="71277"/>
                </a:lnTo>
                <a:lnTo>
                  <a:pt x="1489048" y="58855"/>
                </a:lnTo>
                <a:lnTo>
                  <a:pt x="1513799" y="46650"/>
                </a:lnTo>
                <a:lnTo>
                  <a:pt x="1538656" y="34660"/>
                </a:lnTo>
                <a:lnTo>
                  <a:pt x="1563616" y="22888"/>
                </a:lnTo>
                <a:lnTo>
                  <a:pt x="1588678" y="11335"/>
                </a:lnTo>
                <a:lnTo>
                  <a:pt x="1613840" y="0"/>
                </a:lnTo>
              </a:path>
            </a:pathLst>
          </a:custGeom>
          <a:noFill/>
          <a:ln w="11430">
            <a:solidFill>
              <a:srgbClr val="756CA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logo"/>
          <p:cNvSpPr/>
          <p:nvPr/>
        </p:nvSpPr>
        <p:spPr>
          <a:xfrm>
            <a:off x="5919911" y="582603"/>
            <a:ext cx="1056269" cy="643486"/>
          </a:xfrm>
          <a:custGeom>
            <a:avLst/>
            <a:gdLst/>
            <a:ahLst/>
            <a:cxnLst/>
            <a:rect l="0" t="0" r="r" b="b"/>
            <a:pathLst>
              <a:path w="1056269" h="643486">
                <a:moveTo>
                  <a:pt x="990129" y="307"/>
                </a:moveTo>
                <a:lnTo>
                  <a:pt x="984765" y="2441"/>
                </a:lnTo>
                <a:lnTo>
                  <a:pt x="980334" y="4783"/>
                </a:lnTo>
                <a:lnTo>
                  <a:pt x="973784" y="15399"/>
                </a:lnTo>
                <a:lnTo>
                  <a:pt x="945108" y="29884"/>
                </a:lnTo>
                <a:lnTo>
                  <a:pt x="936215" y="35779"/>
                </a:lnTo>
                <a:lnTo>
                  <a:pt x="925637" y="44186"/>
                </a:lnTo>
                <a:lnTo>
                  <a:pt x="922678" y="47590"/>
                </a:lnTo>
                <a:lnTo>
                  <a:pt x="919642" y="52792"/>
                </a:lnTo>
                <a:lnTo>
                  <a:pt x="914571" y="59051"/>
                </a:lnTo>
                <a:lnTo>
                  <a:pt x="913179" y="62022"/>
                </a:lnTo>
                <a:lnTo>
                  <a:pt x="913123" y="64251"/>
                </a:lnTo>
                <a:lnTo>
                  <a:pt x="914088" y="66524"/>
                </a:lnTo>
                <a:lnTo>
                  <a:pt x="918250" y="70371"/>
                </a:lnTo>
                <a:lnTo>
                  <a:pt x="918820" y="71628"/>
                </a:lnTo>
                <a:lnTo>
                  <a:pt x="917254" y="72548"/>
                </a:lnTo>
                <a:lnTo>
                  <a:pt x="912540" y="73833"/>
                </a:lnTo>
                <a:lnTo>
                  <a:pt x="910998" y="74930"/>
                </a:lnTo>
                <a:lnTo>
                  <a:pt x="907953" y="81097"/>
                </a:lnTo>
                <a:lnTo>
                  <a:pt x="901179" y="88226"/>
                </a:lnTo>
                <a:lnTo>
                  <a:pt x="898935" y="91512"/>
                </a:lnTo>
                <a:lnTo>
                  <a:pt x="896496" y="96302"/>
                </a:lnTo>
                <a:lnTo>
                  <a:pt x="894904" y="96871"/>
                </a:lnTo>
                <a:lnTo>
                  <a:pt x="892716" y="96691"/>
                </a:lnTo>
                <a:lnTo>
                  <a:pt x="886793" y="93872"/>
                </a:lnTo>
                <a:lnTo>
                  <a:pt x="885232" y="93566"/>
                </a:lnTo>
                <a:lnTo>
                  <a:pt x="879043" y="95049"/>
                </a:lnTo>
                <a:lnTo>
                  <a:pt x="874648" y="96727"/>
                </a:lnTo>
                <a:lnTo>
                  <a:pt x="871795" y="98579"/>
                </a:lnTo>
                <a:lnTo>
                  <a:pt x="870301" y="100254"/>
                </a:lnTo>
                <a:lnTo>
                  <a:pt x="863433" y="110615"/>
                </a:lnTo>
                <a:lnTo>
                  <a:pt x="859275" y="113693"/>
                </a:lnTo>
                <a:lnTo>
                  <a:pt x="856327" y="114619"/>
                </a:lnTo>
                <a:lnTo>
                  <a:pt x="854159" y="114634"/>
                </a:lnTo>
                <a:lnTo>
                  <a:pt x="848178" y="110817"/>
                </a:lnTo>
                <a:lnTo>
                  <a:pt x="844691" y="109921"/>
                </a:lnTo>
                <a:lnTo>
                  <a:pt x="840996" y="110094"/>
                </a:lnTo>
                <a:lnTo>
                  <a:pt x="837278" y="111327"/>
                </a:lnTo>
                <a:lnTo>
                  <a:pt x="830309" y="115701"/>
                </a:lnTo>
                <a:lnTo>
                  <a:pt x="812274" y="124472"/>
                </a:lnTo>
                <a:lnTo>
                  <a:pt x="810392" y="125926"/>
                </a:lnTo>
                <a:lnTo>
                  <a:pt x="808602" y="128847"/>
                </a:lnTo>
                <a:lnTo>
                  <a:pt x="809498" y="136259"/>
                </a:lnTo>
                <a:lnTo>
                  <a:pt x="811743" y="141043"/>
                </a:lnTo>
                <a:lnTo>
                  <a:pt x="811639" y="143299"/>
                </a:lnTo>
                <a:lnTo>
                  <a:pt x="809504" y="144904"/>
                </a:lnTo>
                <a:lnTo>
                  <a:pt x="803387" y="146819"/>
                </a:lnTo>
                <a:lnTo>
                  <a:pt x="799989" y="149218"/>
                </a:lnTo>
                <a:lnTo>
                  <a:pt x="798039" y="148765"/>
                </a:lnTo>
                <a:lnTo>
                  <a:pt x="794559" y="146688"/>
                </a:lnTo>
                <a:lnTo>
                  <a:pt x="786966" y="141660"/>
                </a:lnTo>
                <a:lnTo>
                  <a:pt x="777514" y="134651"/>
                </a:lnTo>
                <a:lnTo>
                  <a:pt x="758690" y="122136"/>
                </a:lnTo>
                <a:lnTo>
                  <a:pt x="747605" y="114310"/>
                </a:lnTo>
                <a:lnTo>
                  <a:pt x="734049" y="103713"/>
                </a:lnTo>
                <a:lnTo>
                  <a:pt x="711398" y="87282"/>
                </a:lnTo>
                <a:lnTo>
                  <a:pt x="707893" y="85299"/>
                </a:lnTo>
                <a:lnTo>
                  <a:pt x="706225" y="85513"/>
                </a:lnTo>
                <a:lnTo>
                  <a:pt x="705447" y="86702"/>
                </a:lnTo>
                <a:lnTo>
                  <a:pt x="706106" y="89234"/>
                </a:lnTo>
                <a:lnTo>
                  <a:pt x="707056" y="90691"/>
                </a:lnTo>
                <a:lnTo>
                  <a:pt x="709522" y="92736"/>
                </a:lnTo>
                <a:lnTo>
                  <a:pt x="728697" y="106781"/>
                </a:lnTo>
                <a:lnTo>
                  <a:pt x="751732" y="122897"/>
                </a:lnTo>
                <a:lnTo>
                  <a:pt x="765770" y="133493"/>
                </a:lnTo>
                <a:lnTo>
                  <a:pt x="771437" y="137312"/>
                </a:lnTo>
                <a:lnTo>
                  <a:pt x="776142" y="139562"/>
                </a:lnTo>
                <a:lnTo>
                  <a:pt x="781474" y="142851"/>
                </a:lnTo>
                <a:lnTo>
                  <a:pt x="785655" y="146180"/>
                </a:lnTo>
                <a:lnTo>
                  <a:pt x="787681" y="148503"/>
                </a:lnTo>
                <a:lnTo>
                  <a:pt x="788375" y="150255"/>
                </a:lnTo>
                <a:lnTo>
                  <a:pt x="789027" y="160620"/>
                </a:lnTo>
                <a:lnTo>
                  <a:pt x="786500" y="160654"/>
                </a:lnTo>
                <a:lnTo>
                  <a:pt x="784862" y="159571"/>
                </a:lnTo>
                <a:lnTo>
                  <a:pt x="783393" y="157474"/>
                </a:lnTo>
                <a:lnTo>
                  <a:pt x="781622" y="153577"/>
                </a:lnTo>
                <a:lnTo>
                  <a:pt x="779910" y="151326"/>
                </a:lnTo>
                <a:lnTo>
                  <a:pt x="771756" y="142974"/>
                </a:lnTo>
                <a:lnTo>
                  <a:pt x="769312" y="140932"/>
                </a:lnTo>
                <a:lnTo>
                  <a:pt x="767499" y="140113"/>
                </a:lnTo>
                <a:lnTo>
                  <a:pt x="765865" y="140315"/>
                </a:lnTo>
                <a:lnTo>
                  <a:pt x="761593" y="142299"/>
                </a:lnTo>
                <a:lnTo>
                  <a:pt x="753204" y="142540"/>
                </a:lnTo>
                <a:lnTo>
                  <a:pt x="749509" y="147584"/>
                </a:lnTo>
                <a:lnTo>
                  <a:pt x="748063" y="153309"/>
                </a:lnTo>
                <a:lnTo>
                  <a:pt x="746768" y="154275"/>
                </a:lnTo>
                <a:lnTo>
                  <a:pt x="743981" y="155306"/>
                </a:lnTo>
                <a:lnTo>
                  <a:pt x="741838" y="155282"/>
                </a:lnTo>
                <a:lnTo>
                  <a:pt x="736928" y="152601"/>
                </a:lnTo>
                <a:lnTo>
                  <a:pt x="734080" y="151761"/>
                </a:lnTo>
                <a:lnTo>
                  <a:pt x="726005" y="153635"/>
                </a:lnTo>
                <a:lnTo>
                  <a:pt x="722608" y="153980"/>
                </a:lnTo>
                <a:lnTo>
                  <a:pt x="720441" y="153701"/>
                </a:lnTo>
                <a:lnTo>
                  <a:pt x="716327" y="150447"/>
                </a:lnTo>
                <a:lnTo>
                  <a:pt x="714536" y="147843"/>
                </a:lnTo>
                <a:lnTo>
                  <a:pt x="716034" y="142306"/>
                </a:lnTo>
                <a:lnTo>
                  <a:pt x="716782" y="133751"/>
                </a:lnTo>
                <a:lnTo>
                  <a:pt x="716512" y="130100"/>
                </a:lnTo>
                <a:lnTo>
                  <a:pt x="714936" y="127653"/>
                </a:lnTo>
                <a:lnTo>
                  <a:pt x="709232" y="122338"/>
                </a:lnTo>
                <a:lnTo>
                  <a:pt x="705776" y="120054"/>
                </a:lnTo>
                <a:lnTo>
                  <a:pt x="702875" y="119395"/>
                </a:lnTo>
                <a:lnTo>
                  <a:pt x="694655" y="119133"/>
                </a:lnTo>
                <a:lnTo>
                  <a:pt x="691652" y="118631"/>
                </a:lnTo>
                <a:lnTo>
                  <a:pt x="690721" y="117815"/>
                </a:lnTo>
                <a:lnTo>
                  <a:pt x="689830" y="114026"/>
                </a:lnTo>
                <a:lnTo>
                  <a:pt x="688886" y="112448"/>
                </a:lnTo>
                <a:lnTo>
                  <a:pt x="687004" y="111273"/>
                </a:lnTo>
                <a:lnTo>
                  <a:pt x="682377" y="109609"/>
                </a:lnTo>
                <a:lnTo>
                  <a:pt x="677103" y="111550"/>
                </a:lnTo>
                <a:lnTo>
                  <a:pt x="673891" y="114190"/>
                </a:lnTo>
                <a:lnTo>
                  <a:pt x="674455" y="125887"/>
                </a:lnTo>
                <a:lnTo>
                  <a:pt x="675211" y="129461"/>
                </a:lnTo>
                <a:lnTo>
                  <a:pt x="675614" y="129920"/>
                </a:lnTo>
                <a:lnTo>
                  <a:pt x="676735" y="129886"/>
                </a:lnTo>
                <a:lnTo>
                  <a:pt x="680641" y="127610"/>
                </a:lnTo>
                <a:lnTo>
                  <a:pt x="682286" y="127672"/>
                </a:lnTo>
                <a:lnTo>
                  <a:pt x="684122" y="128410"/>
                </a:lnTo>
                <a:lnTo>
                  <a:pt x="693709" y="135525"/>
                </a:lnTo>
                <a:lnTo>
                  <a:pt x="700980" y="142389"/>
                </a:lnTo>
                <a:lnTo>
                  <a:pt x="701464" y="144697"/>
                </a:lnTo>
                <a:lnTo>
                  <a:pt x="701117" y="146026"/>
                </a:lnTo>
                <a:lnTo>
                  <a:pt x="699209" y="149325"/>
                </a:lnTo>
                <a:lnTo>
                  <a:pt x="694313" y="155679"/>
                </a:lnTo>
                <a:lnTo>
                  <a:pt x="693043" y="158983"/>
                </a:lnTo>
                <a:lnTo>
                  <a:pt x="693053" y="160668"/>
                </a:lnTo>
                <a:lnTo>
                  <a:pt x="693789" y="163376"/>
                </a:lnTo>
                <a:lnTo>
                  <a:pt x="695126" y="165711"/>
                </a:lnTo>
                <a:lnTo>
                  <a:pt x="696911" y="167504"/>
                </a:lnTo>
                <a:lnTo>
                  <a:pt x="699998" y="168866"/>
                </a:lnTo>
                <a:lnTo>
                  <a:pt x="703861" y="169063"/>
                </a:lnTo>
                <a:lnTo>
                  <a:pt x="709414" y="168253"/>
                </a:lnTo>
                <a:lnTo>
                  <a:pt x="714843" y="166243"/>
                </a:lnTo>
                <a:lnTo>
                  <a:pt x="719020" y="166852"/>
                </a:lnTo>
                <a:lnTo>
                  <a:pt x="724160" y="165624"/>
                </a:lnTo>
                <a:lnTo>
                  <a:pt x="726519" y="166565"/>
                </a:lnTo>
                <a:lnTo>
                  <a:pt x="758636" y="193750"/>
                </a:lnTo>
                <a:lnTo>
                  <a:pt x="760031" y="195403"/>
                </a:lnTo>
                <a:lnTo>
                  <a:pt x="763630" y="197962"/>
                </a:lnTo>
                <a:lnTo>
                  <a:pt x="773369" y="206281"/>
                </a:lnTo>
                <a:lnTo>
                  <a:pt x="782988" y="215012"/>
                </a:lnTo>
                <a:lnTo>
                  <a:pt x="789551" y="219837"/>
                </a:lnTo>
                <a:lnTo>
                  <a:pt x="792119" y="222990"/>
                </a:lnTo>
                <a:lnTo>
                  <a:pt x="799661" y="229348"/>
                </a:lnTo>
                <a:lnTo>
                  <a:pt x="804582" y="232935"/>
                </a:lnTo>
                <a:lnTo>
                  <a:pt x="805727" y="234276"/>
                </a:lnTo>
                <a:lnTo>
                  <a:pt x="808260" y="234750"/>
                </a:lnTo>
                <a:lnTo>
                  <a:pt x="809348" y="233928"/>
                </a:lnTo>
                <a:lnTo>
                  <a:pt x="809290" y="232777"/>
                </a:lnTo>
                <a:lnTo>
                  <a:pt x="805379" y="229009"/>
                </a:lnTo>
                <a:lnTo>
                  <a:pt x="801566" y="226225"/>
                </a:lnTo>
                <a:lnTo>
                  <a:pt x="795704" y="220743"/>
                </a:lnTo>
                <a:lnTo>
                  <a:pt x="790840" y="217943"/>
                </a:lnTo>
                <a:lnTo>
                  <a:pt x="787394" y="215349"/>
                </a:lnTo>
                <a:lnTo>
                  <a:pt x="785465" y="213054"/>
                </a:lnTo>
                <a:lnTo>
                  <a:pt x="777561" y="207340"/>
                </a:lnTo>
                <a:lnTo>
                  <a:pt x="740372" y="172697"/>
                </a:lnTo>
                <a:lnTo>
                  <a:pt x="738770" y="170436"/>
                </a:lnTo>
                <a:lnTo>
                  <a:pt x="738772" y="167988"/>
                </a:lnTo>
                <a:lnTo>
                  <a:pt x="740850" y="166539"/>
                </a:lnTo>
                <a:lnTo>
                  <a:pt x="749328" y="164908"/>
                </a:lnTo>
                <a:lnTo>
                  <a:pt x="753778" y="163198"/>
                </a:lnTo>
                <a:lnTo>
                  <a:pt x="756160" y="161451"/>
                </a:lnTo>
                <a:lnTo>
                  <a:pt x="757962" y="159299"/>
                </a:lnTo>
                <a:lnTo>
                  <a:pt x="760514" y="153798"/>
                </a:lnTo>
                <a:lnTo>
                  <a:pt x="762438" y="152921"/>
                </a:lnTo>
                <a:lnTo>
                  <a:pt x="764667" y="152882"/>
                </a:lnTo>
                <a:lnTo>
                  <a:pt x="768169" y="154153"/>
                </a:lnTo>
                <a:lnTo>
                  <a:pt x="770561" y="156136"/>
                </a:lnTo>
                <a:lnTo>
                  <a:pt x="771670" y="163947"/>
                </a:lnTo>
                <a:lnTo>
                  <a:pt x="782991" y="172282"/>
                </a:lnTo>
                <a:lnTo>
                  <a:pt x="786576" y="173075"/>
                </a:lnTo>
                <a:lnTo>
                  <a:pt x="802334" y="173975"/>
                </a:lnTo>
                <a:lnTo>
                  <a:pt x="803870" y="172444"/>
                </a:lnTo>
                <a:lnTo>
                  <a:pt x="804148" y="171311"/>
                </a:lnTo>
                <a:lnTo>
                  <a:pt x="802065" y="166040"/>
                </a:lnTo>
                <a:lnTo>
                  <a:pt x="801984" y="163519"/>
                </a:lnTo>
                <a:lnTo>
                  <a:pt x="803492" y="162104"/>
                </a:lnTo>
                <a:lnTo>
                  <a:pt x="806984" y="162014"/>
                </a:lnTo>
                <a:lnTo>
                  <a:pt x="814619" y="166384"/>
                </a:lnTo>
                <a:lnTo>
                  <a:pt x="820794" y="170878"/>
                </a:lnTo>
                <a:lnTo>
                  <a:pt x="826670" y="174331"/>
                </a:lnTo>
                <a:lnTo>
                  <a:pt x="852261" y="191465"/>
                </a:lnTo>
                <a:lnTo>
                  <a:pt x="853906" y="192101"/>
                </a:lnTo>
                <a:lnTo>
                  <a:pt x="855421" y="191895"/>
                </a:lnTo>
                <a:lnTo>
                  <a:pt x="855962" y="191491"/>
                </a:lnTo>
                <a:lnTo>
                  <a:pt x="856124" y="190224"/>
                </a:lnTo>
                <a:lnTo>
                  <a:pt x="855175" y="188549"/>
                </a:lnTo>
                <a:lnTo>
                  <a:pt x="853254" y="186715"/>
                </a:lnTo>
                <a:lnTo>
                  <a:pt x="826435" y="168774"/>
                </a:lnTo>
                <a:lnTo>
                  <a:pt x="821312" y="164797"/>
                </a:lnTo>
                <a:lnTo>
                  <a:pt x="815173" y="160983"/>
                </a:lnTo>
                <a:lnTo>
                  <a:pt x="812000" y="157727"/>
                </a:lnTo>
                <a:lnTo>
                  <a:pt x="811394" y="156210"/>
                </a:lnTo>
                <a:lnTo>
                  <a:pt x="811678" y="155542"/>
                </a:lnTo>
                <a:lnTo>
                  <a:pt x="816563" y="153629"/>
                </a:lnTo>
                <a:lnTo>
                  <a:pt x="825911" y="144757"/>
                </a:lnTo>
                <a:lnTo>
                  <a:pt x="825658" y="140881"/>
                </a:lnTo>
                <a:lnTo>
                  <a:pt x="820944" y="134534"/>
                </a:lnTo>
                <a:lnTo>
                  <a:pt x="820596" y="133289"/>
                </a:lnTo>
                <a:lnTo>
                  <a:pt x="821062" y="131777"/>
                </a:lnTo>
                <a:lnTo>
                  <a:pt x="825835" y="128789"/>
                </a:lnTo>
                <a:lnTo>
                  <a:pt x="835070" y="125069"/>
                </a:lnTo>
                <a:lnTo>
                  <a:pt x="845183" y="126055"/>
                </a:lnTo>
                <a:lnTo>
                  <a:pt x="866170" y="122531"/>
                </a:lnTo>
                <a:lnTo>
                  <a:pt x="868213" y="121153"/>
                </a:lnTo>
                <a:lnTo>
                  <a:pt x="869774" y="119457"/>
                </a:lnTo>
                <a:lnTo>
                  <a:pt x="877829" y="107659"/>
                </a:lnTo>
                <a:lnTo>
                  <a:pt x="880442" y="105164"/>
                </a:lnTo>
                <a:lnTo>
                  <a:pt x="881725" y="104474"/>
                </a:lnTo>
                <a:lnTo>
                  <a:pt x="883015" y="104149"/>
                </a:lnTo>
                <a:lnTo>
                  <a:pt x="885685" y="104570"/>
                </a:lnTo>
                <a:lnTo>
                  <a:pt x="889705" y="107005"/>
                </a:lnTo>
                <a:lnTo>
                  <a:pt x="893262" y="107948"/>
                </a:lnTo>
                <a:lnTo>
                  <a:pt x="898907" y="108257"/>
                </a:lnTo>
                <a:lnTo>
                  <a:pt x="901549" y="107410"/>
                </a:lnTo>
                <a:lnTo>
                  <a:pt x="903627" y="105302"/>
                </a:lnTo>
                <a:lnTo>
                  <a:pt x="907161" y="98050"/>
                </a:lnTo>
                <a:lnTo>
                  <a:pt x="909248" y="94850"/>
                </a:lnTo>
                <a:lnTo>
                  <a:pt x="918343" y="84725"/>
                </a:lnTo>
                <a:lnTo>
                  <a:pt x="927375" y="78916"/>
                </a:lnTo>
                <a:lnTo>
                  <a:pt x="931627" y="74867"/>
                </a:lnTo>
                <a:lnTo>
                  <a:pt x="931982" y="73449"/>
                </a:lnTo>
                <a:lnTo>
                  <a:pt x="931494" y="71467"/>
                </a:lnTo>
                <a:lnTo>
                  <a:pt x="927337" y="63639"/>
                </a:lnTo>
                <a:lnTo>
                  <a:pt x="926932" y="61961"/>
                </a:lnTo>
                <a:lnTo>
                  <a:pt x="927731" y="59277"/>
                </a:lnTo>
                <a:lnTo>
                  <a:pt x="931084" y="53724"/>
                </a:lnTo>
                <a:lnTo>
                  <a:pt x="934696" y="49748"/>
                </a:lnTo>
                <a:lnTo>
                  <a:pt x="941721" y="44424"/>
                </a:lnTo>
                <a:lnTo>
                  <a:pt x="952852" y="37291"/>
                </a:lnTo>
                <a:lnTo>
                  <a:pt x="955328" y="36098"/>
                </a:lnTo>
                <a:lnTo>
                  <a:pt x="957475" y="35835"/>
                </a:lnTo>
                <a:lnTo>
                  <a:pt x="959754" y="37122"/>
                </a:lnTo>
                <a:lnTo>
                  <a:pt x="976557" y="51548"/>
                </a:lnTo>
                <a:lnTo>
                  <a:pt x="983320" y="55808"/>
                </a:lnTo>
                <a:lnTo>
                  <a:pt x="984492" y="57662"/>
                </a:lnTo>
                <a:lnTo>
                  <a:pt x="986444" y="63697"/>
                </a:lnTo>
                <a:lnTo>
                  <a:pt x="988321" y="66656"/>
                </a:lnTo>
                <a:lnTo>
                  <a:pt x="991290" y="68432"/>
                </a:lnTo>
                <a:lnTo>
                  <a:pt x="1000573" y="71187"/>
                </a:lnTo>
                <a:lnTo>
                  <a:pt x="1002247" y="72330"/>
                </a:lnTo>
                <a:lnTo>
                  <a:pt x="1003966" y="74316"/>
                </a:lnTo>
                <a:lnTo>
                  <a:pt x="1003816" y="87126"/>
                </a:lnTo>
                <a:lnTo>
                  <a:pt x="1007202" y="108097"/>
                </a:lnTo>
                <a:lnTo>
                  <a:pt x="1009164" y="115745"/>
                </a:lnTo>
                <a:lnTo>
                  <a:pt x="1009300" y="118643"/>
                </a:lnTo>
                <a:lnTo>
                  <a:pt x="1008251" y="120852"/>
                </a:lnTo>
                <a:lnTo>
                  <a:pt x="1004645" y="124036"/>
                </a:lnTo>
                <a:lnTo>
                  <a:pt x="1002363" y="127226"/>
                </a:lnTo>
                <a:lnTo>
                  <a:pt x="1000732" y="132069"/>
                </a:lnTo>
                <a:lnTo>
                  <a:pt x="998428" y="142271"/>
                </a:lnTo>
                <a:lnTo>
                  <a:pt x="997339" y="144283"/>
                </a:lnTo>
                <a:lnTo>
                  <a:pt x="996142" y="144253"/>
                </a:lnTo>
                <a:lnTo>
                  <a:pt x="991792" y="140334"/>
                </a:lnTo>
                <a:lnTo>
                  <a:pt x="988222" y="136254"/>
                </a:lnTo>
                <a:lnTo>
                  <a:pt x="984548" y="130673"/>
                </a:lnTo>
                <a:lnTo>
                  <a:pt x="981872" y="128487"/>
                </a:lnTo>
                <a:lnTo>
                  <a:pt x="980299" y="128780"/>
                </a:lnTo>
                <a:lnTo>
                  <a:pt x="978573" y="129872"/>
                </a:lnTo>
                <a:lnTo>
                  <a:pt x="965721" y="140529"/>
                </a:lnTo>
                <a:lnTo>
                  <a:pt x="965257" y="141779"/>
                </a:lnTo>
                <a:lnTo>
                  <a:pt x="965642" y="143263"/>
                </a:lnTo>
                <a:lnTo>
                  <a:pt x="971040" y="150062"/>
                </a:lnTo>
                <a:lnTo>
                  <a:pt x="971885" y="151887"/>
                </a:lnTo>
                <a:lnTo>
                  <a:pt x="971683" y="153263"/>
                </a:lnTo>
                <a:lnTo>
                  <a:pt x="970422" y="154231"/>
                </a:lnTo>
                <a:lnTo>
                  <a:pt x="965637" y="155621"/>
                </a:lnTo>
                <a:lnTo>
                  <a:pt x="961646" y="158342"/>
                </a:lnTo>
                <a:lnTo>
                  <a:pt x="957525" y="162703"/>
                </a:lnTo>
                <a:lnTo>
                  <a:pt x="952955" y="169299"/>
                </a:lnTo>
                <a:lnTo>
                  <a:pt x="953289" y="180202"/>
                </a:lnTo>
                <a:lnTo>
                  <a:pt x="956837" y="196757"/>
                </a:lnTo>
                <a:lnTo>
                  <a:pt x="959834" y="203914"/>
                </a:lnTo>
                <a:lnTo>
                  <a:pt x="960172" y="206501"/>
                </a:lnTo>
                <a:lnTo>
                  <a:pt x="959922" y="207520"/>
                </a:lnTo>
                <a:lnTo>
                  <a:pt x="959389" y="208369"/>
                </a:lnTo>
                <a:lnTo>
                  <a:pt x="957459" y="209590"/>
                </a:lnTo>
                <a:lnTo>
                  <a:pt x="949273" y="211141"/>
                </a:lnTo>
                <a:lnTo>
                  <a:pt x="945163" y="212781"/>
                </a:lnTo>
                <a:lnTo>
                  <a:pt x="943427" y="213909"/>
                </a:lnTo>
                <a:lnTo>
                  <a:pt x="941881" y="215259"/>
                </a:lnTo>
                <a:lnTo>
                  <a:pt x="939286" y="218681"/>
                </a:lnTo>
                <a:lnTo>
                  <a:pt x="936171" y="225402"/>
                </a:lnTo>
                <a:lnTo>
                  <a:pt x="934175" y="228000"/>
                </a:lnTo>
                <a:lnTo>
                  <a:pt x="933977" y="229446"/>
                </a:lnTo>
                <a:lnTo>
                  <a:pt x="935224" y="230996"/>
                </a:lnTo>
                <a:lnTo>
                  <a:pt x="938038" y="232933"/>
                </a:lnTo>
                <a:lnTo>
                  <a:pt x="940742" y="234095"/>
                </a:lnTo>
                <a:lnTo>
                  <a:pt x="942211" y="234044"/>
                </a:lnTo>
                <a:lnTo>
                  <a:pt x="944437" y="232712"/>
                </a:lnTo>
                <a:lnTo>
                  <a:pt x="947038" y="229991"/>
                </a:lnTo>
                <a:lnTo>
                  <a:pt x="948827" y="223253"/>
                </a:lnTo>
                <a:lnTo>
                  <a:pt x="950779" y="220930"/>
                </a:lnTo>
                <a:lnTo>
                  <a:pt x="953438" y="220309"/>
                </a:lnTo>
                <a:lnTo>
                  <a:pt x="957707" y="223501"/>
                </a:lnTo>
                <a:lnTo>
                  <a:pt x="960380" y="224022"/>
                </a:lnTo>
                <a:lnTo>
                  <a:pt x="962372" y="223783"/>
                </a:lnTo>
                <a:lnTo>
                  <a:pt x="964003" y="223011"/>
                </a:lnTo>
                <a:lnTo>
                  <a:pt x="965944" y="220679"/>
                </a:lnTo>
                <a:lnTo>
                  <a:pt x="968669" y="213961"/>
                </a:lnTo>
                <a:lnTo>
                  <a:pt x="971355" y="209616"/>
                </a:lnTo>
                <a:lnTo>
                  <a:pt x="974525" y="205565"/>
                </a:lnTo>
                <a:lnTo>
                  <a:pt x="975429" y="202803"/>
                </a:lnTo>
                <a:lnTo>
                  <a:pt x="974428" y="200490"/>
                </a:lnTo>
                <a:lnTo>
                  <a:pt x="969425" y="197987"/>
                </a:lnTo>
                <a:lnTo>
                  <a:pt x="967451" y="194844"/>
                </a:lnTo>
                <a:lnTo>
                  <a:pt x="965420" y="187781"/>
                </a:lnTo>
                <a:lnTo>
                  <a:pt x="964068" y="181121"/>
                </a:lnTo>
                <a:lnTo>
                  <a:pt x="963466" y="175631"/>
                </a:lnTo>
                <a:lnTo>
                  <a:pt x="963707" y="172095"/>
                </a:lnTo>
                <a:lnTo>
                  <a:pt x="966359" y="168190"/>
                </a:lnTo>
                <a:lnTo>
                  <a:pt x="968542" y="166430"/>
                </a:lnTo>
                <a:lnTo>
                  <a:pt x="969734" y="166020"/>
                </a:lnTo>
                <a:lnTo>
                  <a:pt x="976397" y="169345"/>
                </a:lnTo>
                <a:lnTo>
                  <a:pt x="980401" y="169485"/>
                </a:lnTo>
                <a:lnTo>
                  <a:pt x="981566" y="168963"/>
                </a:lnTo>
                <a:lnTo>
                  <a:pt x="982340" y="166128"/>
                </a:lnTo>
                <a:lnTo>
                  <a:pt x="983052" y="150993"/>
                </a:lnTo>
                <a:lnTo>
                  <a:pt x="983489" y="149158"/>
                </a:lnTo>
                <a:lnTo>
                  <a:pt x="984594" y="148422"/>
                </a:lnTo>
                <a:lnTo>
                  <a:pt x="986003" y="149217"/>
                </a:lnTo>
                <a:lnTo>
                  <a:pt x="986904" y="151242"/>
                </a:lnTo>
                <a:lnTo>
                  <a:pt x="988168" y="167857"/>
                </a:lnTo>
                <a:lnTo>
                  <a:pt x="991521" y="182744"/>
                </a:lnTo>
                <a:lnTo>
                  <a:pt x="994245" y="192555"/>
                </a:lnTo>
                <a:lnTo>
                  <a:pt x="994503" y="195416"/>
                </a:lnTo>
                <a:lnTo>
                  <a:pt x="993523" y="202005"/>
                </a:lnTo>
                <a:lnTo>
                  <a:pt x="993648" y="204812"/>
                </a:lnTo>
                <a:lnTo>
                  <a:pt x="996505" y="211233"/>
                </a:lnTo>
                <a:lnTo>
                  <a:pt x="999675" y="221274"/>
                </a:lnTo>
                <a:lnTo>
                  <a:pt x="1002880" y="225871"/>
                </a:lnTo>
                <a:lnTo>
                  <a:pt x="1007287" y="230736"/>
                </a:lnTo>
                <a:lnTo>
                  <a:pt x="1010799" y="233904"/>
                </a:lnTo>
                <a:lnTo>
                  <a:pt x="1016344" y="237934"/>
                </a:lnTo>
                <a:lnTo>
                  <a:pt x="1035697" y="249973"/>
                </a:lnTo>
                <a:lnTo>
                  <a:pt x="1048805" y="257434"/>
                </a:lnTo>
                <a:lnTo>
                  <a:pt x="1052359" y="258550"/>
                </a:lnTo>
                <a:lnTo>
                  <a:pt x="1055011" y="258396"/>
                </a:lnTo>
                <a:lnTo>
                  <a:pt x="1055863" y="257476"/>
                </a:lnTo>
                <a:lnTo>
                  <a:pt x="1056269" y="255718"/>
                </a:lnTo>
                <a:lnTo>
                  <a:pt x="1055893" y="245959"/>
                </a:lnTo>
                <a:lnTo>
                  <a:pt x="1049328" y="233369"/>
                </a:lnTo>
                <a:lnTo>
                  <a:pt x="1048700" y="221961"/>
                </a:lnTo>
                <a:lnTo>
                  <a:pt x="1046877" y="219298"/>
                </a:lnTo>
                <a:lnTo>
                  <a:pt x="1041911" y="213704"/>
                </a:lnTo>
                <a:lnTo>
                  <a:pt x="1044916" y="206545"/>
                </a:lnTo>
                <a:lnTo>
                  <a:pt x="1045093" y="202349"/>
                </a:lnTo>
                <a:lnTo>
                  <a:pt x="1043083" y="199144"/>
                </a:lnTo>
                <a:lnTo>
                  <a:pt x="1037812" y="195905"/>
                </a:lnTo>
                <a:lnTo>
                  <a:pt x="1036890" y="194792"/>
                </a:lnTo>
                <a:lnTo>
                  <a:pt x="1036299" y="191974"/>
                </a:lnTo>
                <a:lnTo>
                  <a:pt x="1035884" y="182895"/>
                </a:lnTo>
                <a:lnTo>
                  <a:pt x="1032949" y="181207"/>
                </a:lnTo>
                <a:lnTo>
                  <a:pt x="1027591" y="180050"/>
                </a:lnTo>
                <a:lnTo>
                  <a:pt x="1022239" y="174828"/>
                </a:lnTo>
                <a:lnTo>
                  <a:pt x="1020003" y="173361"/>
                </a:lnTo>
                <a:lnTo>
                  <a:pt x="1018587" y="173199"/>
                </a:lnTo>
                <a:lnTo>
                  <a:pt x="1013665" y="174523"/>
                </a:lnTo>
                <a:lnTo>
                  <a:pt x="1011825" y="174457"/>
                </a:lnTo>
                <a:lnTo>
                  <a:pt x="1008947" y="170186"/>
                </a:lnTo>
                <a:lnTo>
                  <a:pt x="1003146" y="158981"/>
                </a:lnTo>
                <a:lnTo>
                  <a:pt x="1006813" y="152123"/>
                </a:lnTo>
                <a:lnTo>
                  <a:pt x="1009832" y="148630"/>
                </a:lnTo>
                <a:lnTo>
                  <a:pt x="1010740" y="146843"/>
                </a:lnTo>
                <a:lnTo>
                  <a:pt x="1010203" y="136623"/>
                </a:lnTo>
                <a:lnTo>
                  <a:pt x="1011091" y="132293"/>
                </a:lnTo>
                <a:lnTo>
                  <a:pt x="1013223" y="130805"/>
                </a:lnTo>
                <a:lnTo>
                  <a:pt x="1020745" y="127643"/>
                </a:lnTo>
                <a:lnTo>
                  <a:pt x="1022052" y="126303"/>
                </a:lnTo>
                <a:lnTo>
                  <a:pt x="1022273" y="125478"/>
                </a:lnTo>
                <a:lnTo>
                  <a:pt x="1021950" y="123296"/>
                </a:lnTo>
                <a:lnTo>
                  <a:pt x="1019576" y="117126"/>
                </a:lnTo>
                <a:lnTo>
                  <a:pt x="1018282" y="111977"/>
                </a:lnTo>
                <a:lnTo>
                  <a:pt x="1014686" y="90747"/>
                </a:lnTo>
                <a:lnTo>
                  <a:pt x="1013946" y="81597"/>
                </a:lnTo>
                <a:lnTo>
                  <a:pt x="1013946" y="78366"/>
                </a:lnTo>
                <a:lnTo>
                  <a:pt x="1021661" y="70266"/>
                </a:lnTo>
                <a:lnTo>
                  <a:pt x="1021661" y="65975"/>
                </a:lnTo>
                <a:lnTo>
                  <a:pt x="1017652" y="62612"/>
                </a:lnTo>
                <a:lnTo>
                  <a:pt x="1015061" y="61431"/>
                </a:lnTo>
                <a:lnTo>
                  <a:pt x="1011911" y="61161"/>
                </a:lnTo>
                <a:lnTo>
                  <a:pt x="1006376" y="61624"/>
                </a:lnTo>
                <a:lnTo>
                  <a:pt x="1000814" y="61437"/>
                </a:lnTo>
                <a:lnTo>
                  <a:pt x="996975" y="60527"/>
                </a:lnTo>
                <a:lnTo>
                  <a:pt x="995681" y="59156"/>
                </a:lnTo>
                <a:lnTo>
                  <a:pt x="994100" y="50288"/>
                </a:lnTo>
                <a:lnTo>
                  <a:pt x="991424" y="45169"/>
                </a:lnTo>
                <a:lnTo>
                  <a:pt x="992021" y="42520"/>
                </a:lnTo>
                <a:lnTo>
                  <a:pt x="994387" y="38534"/>
                </a:lnTo>
                <a:lnTo>
                  <a:pt x="996361" y="36126"/>
                </a:lnTo>
                <a:lnTo>
                  <a:pt x="1001781" y="34400"/>
                </a:lnTo>
                <a:lnTo>
                  <a:pt x="1007184" y="30062"/>
                </a:lnTo>
                <a:lnTo>
                  <a:pt x="1012292" y="26825"/>
                </a:lnTo>
                <a:lnTo>
                  <a:pt x="1014356" y="24047"/>
                </a:lnTo>
                <a:lnTo>
                  <a:pt x="1014702" y="20788"/>
                </a:lnTo>
                <a:lnTo>
                  <a:pt x="1013946" y="18436"/>
                </a:lnTo>
                <a:lnTo>
                  <a:pt x="1012627" y="16447"/>
                </a:lnTo>
                <a:lnTo>
                  <a:pt x="1004671" y="13209"/>
                </a:lnTo>
                <a:lnTo>
                  <a:pt x="1002453" y="11523"/>
                </a:lnTo>
                <a:lnTo>
                  <a:pt x="1001484" y="9680"/>
                </a:lnTo>
                <a:lnTo>
                  <a:pt x="1000291" y="5309"/>
                </a:lnTo>
                <a:lnTo>
                  <a:pt x="997517" y="1320"/>
                </a:lnTo>
                <a:lnTo>
                  <a:pt x="994565" y="0"/>
                </a:lnTo>
                <a:lnTo>
                  <a:pt x="990129" y="307"/>
                </a:lnTo>
                <a:close/>
                <a:moveTo>
                  <a:pt x="990514" y="16266"/>
                </a:moveTo>
                <a:lnTo>
                  <a:pt x="995471" y="21221"/>
                </a:lnTo>
                <a:lnTo>
                  <a:pt x="996402" y="23975"/>
                </a:lnTo>
                <a:lnTo>
                  <a:pt x="994956" y="25096"/>
                </a:lnTo>
                <a:lnTo>
                  <a:pt x="990189" y="26114"/>
                </a:lnTo>
                <a:lnTo>
                  <a:pt x="988248" y="26934"/>
                </a:lnTo>
                <a:lnTo>
                  <a:pt x="984242" y="33525"/>
                </a:lnTo>
                <a:lnTo>
                  <a:pt x="981860" y="34507"/>
                </a:lnTo>
                <a:lnTo>
                  <a:pt x="975221" y="34579"/>
                </a:lnTo>
                <a:lnTo>
                  <a:pt x="969234" y="33900"/>
                </a:lnTo>
                <a:lnTo>
                  <a:pt x="966459" y="32746"/>
                </a:lnTo>
                <a:lnTo>
                  <a:pt x="966533" y="31760"/>
                </a:lnTo>
                <a:lnTo>
                  <a:pt x="972675" y="26681"/>
                </a:lnTo>
                <a:lnTo>
                  <a:pt x="979603" y="27125"/>
                </a:lnTo>
                <a:lnTo>
                  <a:pt x="982264" y="26566"/>
                </a:lnTo>
                <a:lnTo>
                  <a:pt x="983401" y="24875"/>
                </a:lnTo>
                <a:lnTo>
                  <a:pt x="983999" y="20588"/>
                </a:lnTo>
                <a:lnTo>
                  <a:pt x="987171" y="15733"/>
                </a:lnTo>
                <a:lnTo>
                  <a:pt x="989000" y="14528"/>
                </a:lnTo>
                <a:lnTo>
                  <a:pt x="990514" y="16266"/>
                </a:lnTo>
                <a:close/>
                <a:moveTo>
                  <a:pt x="702771" y="130486"/>
                </a:moveTo>
                <a:lnTo>
                  <a:pt x="704846" y="132106"/>
                </a:lnTo>
                <a:lnTo>
                  <a:pt x="705874" y="134420"/>
                </a:lnTo>
                <a:lnTo>
                  <a:pt x="705702" y="137368"/>
                </a:lnTo>
                <a:lnTo>
                  <a:pt x="704417" y="138586"/>
                </a:lnTo>
                <a:lnTo>
                  <a:pt x="703268" y="138600"/>
                </a:lnTo>
                <a:lnTo>
                  <a:pt x="702100" y="137910"/>
                </a:lnTo>
                <a:lnTo>
                  <a:pt x="697689" y="133916"/>
                </a:lnTo>
                <a:lnTo>
                  <a:pt x="697224" y="132895"/>
                </a:lnTo>
                <a:lnTo>
                  <a:pt x="697413" y="130782"/>
                </a:lnTo>
                <a:lnTo>
                  <a:pt x="698619" y="129636"/>
                </a:lnTo>
                <a:lnTo>
                  <a:pt x="700801" y="129727"/>
                </a:lnTo>
                <a:lnTo>
                  <a:pt x="702771" y="130486"/>
                </a:lnTo>
                <a:close/>
                <a:moveTo>
                  <a:pt x="1007486" y="185450"/>
                </a:moveTo>
                <a:lnTo>
                  <a:pt x="1010097" y="187206"/>
                </a:lnTo>
                <a:lnTo>
                  <a:pt x="1011919" y="187776"/>
                </a:lnTo>
                <a:lnTo>
                  <a:pt x="1015723" y="186116"/>
                </a:lnTo>
                <a:lnTo>
                  <a:pt x="1017256" y="186168"/>
                </a:lnTo>
                <a:lnTo>
                  <a:pt x="1022883" y="188928"/>
                </a:lnTo>
                <a:lnTo>
                  <a:pt x="1025131" y="190865"/>
                </a:lnTo>
                <a:lnTo>
                  <a:pt x="1025757" y="196886"/>
                </a:lnTo>
                <a:lnTo>
                  <a:pt x="1026289" y="198589"/>
                </a:lnTo>
                <a:lnTo>
                  <a:pt x="1027900" y="201000"/>
                </a:lnTo>
                <a:lnTo>
                  <a:pt x="1032798" y="205941"/>
                </a:lnTo>
                <a:lnTo>
                  <a:pt x="1032050" y="212405"/>
                </a:lnTo>
                <a:lnTo>
                  <a:pt x="1032274" y="217001"/>
                </a:lnTo>
                <a:lnTo>
                  <a:pt x="1033865" y="220542"/>
                </a:lnTo>
                <a:lnTo>
                  <a:pt x="1038246" y="225565"/>
                </a:lnTo>
                <a:lnTo>
                  <a:pt x="1038765" y="232156"/>
                </a:lnTo>
                <a:lnTo>
                  <a:pt x="1039792" y="236539"/>
                </a:lnTo>
                <a:lnTo>
                  <a:pt x="1039819" y="237234"/>
                </a:lnTo>
                <a:lnTo>
                  <a:pt x="1039179" y="238140"/>
                </a:lnTo>
                <a:lnTo>
                  <a:pt x="1036884" y="238220"/>
                </a:lnTo>
                <a:lnTo>
                  <a:pt x="1034771" y="237366"/>
                </a:lnTo>
                <a:lnTo>
                  <a:pt x="1019043" y="227401"/>
                </a:lnTo>
                <a:lnTo>
                  <a:pt x="1014466" y="223396"/>
                </a:lnTo>
                <a:lnTo>
                  <a:pt x="1009297" y="216686"/>
                </a:lnTo>
                <a:lnTo>
                  <a:pt x="1007250" y="212068"/>
                </a:lnTo>
                <a:lnTo>
                  <a:pt x="1004559" y="202285"/>
                </a:lnTo>
                <a:lnTo>
                  <a:pt x="1004623" y="194533"/>
                </a:lnTo>
                <a:lnTo>
                  <a:pt x="1002899" y="186981"/>
                </a:lnTo>
                <a:lnTo>
                  <a:pt x="1002992" y="184969"/>
                </a:lnTo>
                <a:lnTo>
                  <a:pt x="1003831" y="183218"/>
                </a:lnTo>
                <a:lnTo>
                  <a:pt x="1004617" y="183369"/>
                </a:lnTo>
                <a:lnTo>
                  <a:pt x="1007486" y="185450"/>
                </a:lnTo>
                <a:close/>
                <a:moveTo>
                  <a:pt x="654316" y="8938"/>
                </a:moveTo>
                <a:lnTo>
                  <a:pt x="653078" y="11174"/>
                </a:lnTo>
                <a:lnTo>
                  <a:pt x="652316" y="14321"/>
                </a:lnTo>
                <a:lnTo>
                  <a:pt x="650451" y="26202"/>
                </a:lnTo>
                <a:lnTo>
                  <a:pt x="648285" y="35328"/>
                </a:lnTo>
                <a:lnTo>
                  <a:pt x="647598" y="44380"/>
                </a:lnTo>
                <a:lnTo>
                  <a:pt x="646633" y="47384"/>
                </a:lnTo>
                <a:lnTo>
                  <a:pt x="644929" y="49680"/>
                </a:lnTo>
                <a:lnTo>
                  <a:pt x="641361" y="52837"/>
                </a:lnTo>
                <a:lnTo>
                  <a:pt x="627014" y="58415"/>
                </a:lnTo>
                <a:lnTo>
                  <a:pt x="625366" y="59589"/>
                </a:lnTo>
                <a:lnTo>
                  <a:pt x="624382" y="61507"/>
                </a:lnTo>
                <a:lnTo>
                  <a:pt x="624864" y="62679"/>
                </a:lnTo>
                <a:lnTo>
                  <a:pt x="626097" y="63427"/>
                </a:lnTo>
                <a:lnTo>
                  <a:pt x="641893" y="65070"/>
                </a:lnTo>
                <a:lnTo>
                  <a:pt x="645011" y="66024"/>
                </a:lnTo>
                <a:lnTo>
                  <a:pt x="646134" y="66807"/>
                </a:lnTo>
                <a:lnTo>
                  <a:pt x="646210" y="67289"/>
                </a:lnTo>
                <a:lnTo>
                  <a:pt x="639562" y="71579"/>
                </a:lnTo>
                <a:lnTo>
                  <a:pt x="631179" y="74136"/>
                </a:lnTo>
                <a:lnTo>
                  <a:pt x="616835" y="79662"/>
                </a:lnTo>
                <a:lnTo>
                  <a:pt x="612988" y="81510"/>
                </a:lnTo>
                <a:lnTo>
                  <a:pt x="611598" y="82802"/>
                </a:lnTo>
                <a:lnTo>
                  <a:pt x="613816" y="84634"/>
                </a:lnTo>
                <a:lnTo>
                  <a:pt x="638801" y="84798"/>
                </a:lnTo>
                <a:lnTo>
                  <a:pt x="641607" y="85082"/>
                </a:lnTo>
                <a:lnTo>
                  <a:pt x="643700" y="85911"/>
                </a:lnTo>
                <a:lnTo>
                  <a:pt x="644317" y="87085"/>
                </a:lnTo>
                <a:lnTo>
                  <a:pt x="644699" y="93646"/>
                </a:lnTo>
                <a:lnTo>
                  <a:pt x="644507" y="106525"/>
                </a:lnTo>
                <a:lnTo>
                  <a:pt x="643508" y="117950"/>
                </a:lnTo>
                <a:lnTo>
                  <a:pt x="644052" y="122228"/>
                </a:lnTo>
                <a:lnTo>
                  <a:pt x="645335" y="122337"/>
                </a:lnTo>
                <a:lnTo>
                  <a:pt x="650508" y="119316"/>
                </a:lnTo>
                <a:lnTo>
                  <a:pt x="652498" y="114781"/>
                </a:lnTo>
                <a:lnTo>
                  <a:pt x="654485" y="113521"/>
                </a:lnTo>
                <a:lnTo>
                  <a:pt x="658173" y="112984"/>
                </a:lnTo>
                <a:lnTo>
                  <a:pt x="660745" y="115621"/>
                </a:lnTo>
                <a:lnTo>
                  <a:pt x="661512" y="117406"/>
                </a:lnTo>
                <a:lnTo>
                  <a:pt x="661012" y="118836"/>
                </a:lnTo>
                <a:lnTo>
                  <a:pt x="659326" y="119821"/>
                </a:lnTo>
                <a:lnTo>
                  <a:pt x="656535" y="120269"/>
                </a:lnTo>
                <a:lnTo>
                  <a:pt x="651616" y="120120"/>
                </a:lnTo>
                <a:lnTo>
                  <a:pt x="650906" y="124905"/>
                </a:lnTo>
                <a:lnTo>
                  <a:pt x="650459" y="125857"/>
                </a:lnTo>
                <a:lnTo>
                  <a:pt x="649616" y="126432"/>
                </a:lnTo>
                <a:lnTo>
                  <a:pt x="646471" y="126376"/>
                </a:lnTo>
                <a:lnTo>
                  <a:pt x="643094" y="124400"/>
                </a:lnTo>
                <a:lnTo>
                  <a:pt x="642455" y="124749"/>
                </a:lnTo>
                <a:lnTo>
                  <a:pt x="641717" y="126175"/>
                </a:lnTo>
                <a:lnTo>
                  <a:pt x="640494" y="133710"/>
                </a:lnTo>
                <a:lnTo>
                  <a:pt x="640623" y="144950"/>
                </a:lnTo>
                <a:lnTo>
                  <a:pt x="638432" y="150216"/>
                </a:lnTo>
                <a:lnTo>
                  <a:pt x="636983" y="156003"/>
                </a:lnTo>
                <a:lnTo>
                  <a:pt x="634722" y="171964"/>
                </a:lnTo>
                <a:lnTo>
                  <a:pt x="632819" y="179677"/>
                </a:lnTo>
                <a:lnTo>
                  <a:pt x="631275" y="193823"/>
                </a:lnTo>
                <a:lnTo>
                  <a:pt x="629920" y="198565"/>
                </a:lnTo>
                <a:lnTo>
                  <a:pt x="632438" y="200226"/>
                </a:lnTo>
                <a:lnTo>
                  <a:pt x="634806" y="199942"/>
                </a:lnTo>
                <a:lnTo>
                  <a:pt x="653255" y="186656"/>
                </a:lnTo>
                <a:lnTo>
                  <a:pt x="655283" y="185639"/>
                </a:lnTo>
                <a:lnTo>
                  <a:pt x="656624" y="185474"/>
                </a:lnTo>
                <a:lnTo>
                  <a:pt x="659292" y="186401"/>
                </a:lnTo>
                <a:lnTo>
                  <a:pt x="664990" y="190778"/>
                </a:lnTo>
                <a:lnTo>
                  <a:pt x="669998" y="193906"/>
                </a:lnTo>
                <a:lnTo>
                  <a:pt x="671358" y="195351"/>
                </a:lnTo>
                <a:lnTo>
                  <a:pt x="676762" y="199323"/>
                </a:lnTo>
                <a:lnTo>
                  <a:pt x="678214" y="200112"/>
                </a:lnTo>
                <a:lnTo>
                  <a:pt x="680140" y="200427"/>
                </a:lnTo>
                <a:lnTo>
                  <a:pt x="681540" y="199680"/>
                </a:lnTo>
                <a:lnTo>
                  <a:pt x="682004" y="198556"/>
                </a:lnTo>
                <a:lnTo>
                  <a:pt x="681840" y="193279"/>
                </a:lnTo>
                <a:lnTo>
                  <a:pt x="679074" y="178875"/>
                </a:lnTo>
                <a:lnTo>
                  <a:pt x="677092" y="163052"/>
                </a:lnTo>
                <a:lnTo>
                  <a:pt x="676268" y="160252"/>
                </a:lnTo>
                <a:lnTo>
                  <a:pt x="675254" y="159026"/>
                </a:lnTo>
                <a:lnTo>
                  <a:pt x="674355" y="158764"/>
                </a:lnTo>
                <a:lnTo>
                  <a:pt x="673782" y="159855"/>
                </a:lnTo>
                <a:lnTo>
                  <a:pt x="673312" y="163995"/>
                </a:lnTo>
                <a:lnTo>
                  <a:pt x="669660" y="164543"/>
                </a:lnTo>
                <a:lnTo>
                  <a:pt x="664152" y="161536"/>
                </a:lnTo>
                <a:lnTo>
                  <a:pt x="663137" y="160498"/>
                </a:lnTo>
                <a:lnTo>
                  <a:pt x="663323" y="158696"/>
                </a:lnTo>
                <a:lnTo>
                  <a:pt x="666129" y="155739"/>
                </a:lnTo>
                <a:lnTo>
                  <a:pt x="666321" y="155268"/>
                </a:lnTo>
                <a:lnTo>
                  <a:pt x="665920" y="154798"/>
                </a:lnTo>
                <a:lnTo>
                  <a:pt x="662572" y="154793"/>
                </a:lnTo>
                <a:lnTo>
                  <a:pt x="657988" y="156335"/>
                </a:lnTo>
                <a:lnTo>
                  <a:pt x="656398" y="156441"/>
                </a:lnTo>
                <a:lnTo>
                  <a:pt x="648859" y="153603"/>
                </a:lnTo>
                <a:lnTo>
                  <a:pt x="647855" y="152954"/>
                </a:lnTo>
                <a:lnTo>
                  <a:pt x="647576" y="151731"/>
                </a:lnTo>
                <a:lnTo>
                  <a:pt x="648536" y="149470"/>
                </a:lnTo>
                <a:lnTo>
                  <a:pt x="650811" y="147184"/>
                </a:lnTo>
                <a:lnTo>
                  <a:pt x="654683" y="145058"/>
                </a:lnTo>
                <a:lnTo>
                  <a:pt x="657393" y="144630"/>
                </a:lnTo>
                <a:lnTo>
                  <a:pt x="660825" y="145915"/>
                </a:lnTo>
                <a:lnTo>
                  <a:pt x="664160" y="148069"/>
                </a:lnTo>
                <a:lnTo>
                  <a:pt x="665777" y="149986"/>
                </a:lnTo>
                <a:lnTo>
                  <a:pt x="667588" y="153903"/>
                </a:lnTo>
                <a:lnTo>
                  <a:pt x="673405" y="156125"/>
                </a:lnTo>
                <a:lnTo>
                  <a:pt x="674169" y="155834"/>
                </a:lnTo>
                <a:lnTo>
                  <a:pt x="674567" y="154944"/>
                </a:lnTo>
                <a:lnTo>
                  <a:pt x="674725" y="151759"/>
                </a:lnTo>
                <a:lnTo>
                  <a:pt x="673837" y="144715"/>
                </a:lnTo>
                <a:lnTo>
                  <a:pt x="673767" y="140236"/>
                </a:lnTo>
                <a:lnTo>
                  <a:pt x="672117" y="132209"/>
                </a:lnTo>
                <a:lnTo>
                  <a:pt x="670724" y="127874"/>
                </a:lnTo>
                <a:lnTo>
                  <a:pt x="669377" y="113026"/>
                </a:lnTo>
                <a:lnTo>
                  <a:pt x="667538" y="105256"/>
                </a:lnTo>
                <a:lnTo>
                  <a:pt x="667241" y="99212"/>
                </a:lnTo>
                <a:lnTo>
                  <a:pt x="667533" y="94542"/>
                </a:lnTo>
                <a:lnTo>
                  <a:pt x="667049" y="90351"/>
                </a:lnTo>
                <a:lnTo>
                  <a:pt x="667706" y="87831"/>
                </a:lnTo>
                <a:lnTo>
                  <a:pt x="669341" y="86454"/>
                </a:lnTo>
                <a:lnTo>
                  <a:pt x="672348" y="84924"/>
                </a:lnTo>
                <a:lnTo>
                  <a:pt x="698468" y="84715"/>
                </a:lnTo>
                <a:lnTo>
                  <a:pt x="700698" y="84249"/>
                </a:lnTo>
                <a:lnTo>
                  <a:pt x="701538" y="82945"/>
                </a:lnTo>
                <a:lnTo>
                  <a:pt x="701090" y="82109"/>
                </a:lnTo>
                <a:lnTo>
                  <a:pt x="698762" y="80762"/>
                </a:lnTo>
                <a:lnTo>
                  <a:pt x="691613" y="78278"/>
                </a:lnTo>
                <a:lnTo>
                  <a:pt x="685955" y="76950"/>
                </a:lnTo>
                <a:lnTo>
                  <a:pt x="682112" y="74491"/>
                </a:lnTo>
                <a:lnTo>
                  <a:pt x="674754" y="71760"/>
                </a:lnTo>
                <a:lnTo>
                  <a:pt x="671076" y="69652"/>
                </a:lnTo>
                <a:lnTo>
                  <a:pt x="668902" y="67767"/>
                </a:lnTo>
                <a:lnTo>
                  <a:pt x="668753" y="67243"/>
                </a:lnTo>
                <a:lnTo>
                  <a:pt x="669196" y="66771"/>
                </a:lnTo>
                <a:lnTo>
                  <a:pt x="671610" y="65593"/>
                </a:lnTo>
                <a:lnTo>
                  <a:pt x="687240" y="65511"/>
                </a:lnTo>
                <a:lnTo>
                  <a:pt x="689131" y="64876"/>
                </a:lnTo>
                <a:lnTo>
                  <a:pt x="689711" y="63789"/>
                </a:lnTo>
                <a:lnTo>
                  <a:pt x="687710" y="61408"/>
                </a:lnTo>
                <a:lnTo>
                  <a:pt x="677212" y="55134"/>
                </a:lnTo>
                <a:lnTo>
                  <a:pt x="673234" y="53186"/>
                </a:lnTo>
                <a:lnTo>
                  <a:pt x="670661" y="51270"/>
                </a:lnTo>
                <a:lnTo>
                  <a:pt x="668235" y="48730"/>
                </a:lnTo>
                <a:lnTo>
                  <a:pt x="666621" y="44871"/>
                </a:lnTo>
                <a:lnTo>
                  <a:pt x="666008" y="37758"/>
                </a:lnTo>
                <a:lnTo>
                  <a:pt x="663967" y="29913"/>
                </a:lnTo>
                <a:lnTo>
                  <a:pt x="662253" y="18776"/>
                </a:lnTo>
                <a:lnTo>
                  <a:pt x="660579" y="11580"/>
                </a:lnTo>
                <a:lnTo>
                  <a:pt x="659716" y="9551"/>
                </a:lnTo>
                <a:lnTo>
                  <a:pt x="658456" y="8359"/>
                </a:lnTo>
                <a:lnTo>
                  <a:pt x="656265" y="8070"/>
                </a:lnTo>
                <a:lnTo>
                  <a:pt x="654316" y="8938"/>
                </a:lnTo>
                <a:close/>
                <a:moveTo>
                  <a:pt x="658366" y="37674"/>
                </a:moveTo>
                <a:lnTo>
                  <a:pt x="657983" y="39530"/>
                </a:lnTo>
                <a:lnTo>
                  <a:pt x="657130" y="39782"/>
                </a:lnTo>
                <a:lnTo>
                  <a:pt x="656159" y="39481"/>
                </a:lnTo>
                <a:lnTo>
                  <a:pt x="655262" y="37879"/>
                </a:lnTo>
                <a:lnTo>
                  <a:pt x="655467" y="36024"/>
                </a:lnTo>
                <a:lnTo>
                  <a:pt x="656368" y="35559"/>
                </a:lnTo>
                <a:lnTo>
                  <a:pt x="657889" y="35793"/>
                </a:lnTo>
                <a:lnTo>
                  <a:pt x="658366" y="37674"/>
                </a:lnTo>
                <a:close/>
                <a:moveTo>
                  <a:pt x="650121" y="54597"/>
                </a:moveTo>
                <a:lnTo>
                  <a:pt x="650881" y="55556"/>
                </a:lnTo>
                <a:lnTo>
                  <a:pt x="650095" y="56871"/>
                </a:lnTo>
                <a:lnTo>
                  <a:pt x="647474" y="57116"/>
                </a:lnTo>
                <a:lnTo>
                  <a:pt x="646375" y="56414"/>
                </a:lnTo>
                <a:lnTo>
                  <a:pt x="646517" y="55701"/>
                </a:lnTo>
                <a:lnTo>
                  <a:pt x="647903" y="54739"/>
                </a:lnTo>
                <a:lnTo>
                  <a:pt x="648964" y="54350"/>
                </a:lnTo>
                <a:lnTo>
                  <a:pt x="650121" y="54597"/>
                </a:lnTo>
                <a:close/>
                <a:moveTo>
                  <a:pt x="673505" y="57441"/>
                </a:moveTo>
                <a:lnTo>
                  <a:pt x="674766" y="58513"/>
                </a:lnTo>
                <a:lnTo>
                  <a:pt x="674711" y="60196"/>
                </a:lnTo>
                <a:lnTo>
                  <a:pt x="672833" y="61266"/>
                </a:lnTo>
                <a:lnTo>
                  <a:pt x="670854" y="61250"/>
                </a:lnTo>
                <a:lnTo>
                  <a:pt x="669232" y="60585"/>
                </a:lnTo>
                <a:lnTo>
                  <a:pt x="667986" y="59362"/>
                </a:lnTo>
                <a:lnTo>
                  <a:pt x="667334" y="57832"/>
                </a:lnTo>
                <a:lnTo>
                  <a:pt x="667286" y="56091"/>
                </a:lnTo>
                <a:lnTo>
                  <a:pt x="670931" y="56592"/>
                </a:lnTo>
                <a:lnTo>
                  <a:pt x="673505" y="57441"/>
                </a:lnTo>
                <a:close/>
                <a:moveTo>
                  <a:pt x="644143" y="57200"/>
                </a:moveTo>
                <a:lnTo>
                  <a:pt x="644551" y="57819"/>
                </a:lnTo>
                <a:lnTo>
                  <a:pt x="644411" y="58632"/>
                </a:lnTo>
                <a:lnTo>
                  <a:pt x="642975" y="60138"/>
                </a:lnTo>
                <a:lnTo>
                  <a:pt x="641259" y="60509"/>
                </a:lnTo>
                <a:lnTo>
                  <a:pt x="639773" y="59894"/>
                </a:lnTo>
                <a:lnTo>
                  <a:pt x="640302" y="58423"/>
                </a:lnTo>
                <a:lnTo>
                  <a:pt x="642010" y="57073"/>
                </a:lnTo>
                <a:lnTo>
                  <a:pt x="642948" y="56771"/>
                </a:lnTo>
                <a:lnTo>
                  <a:pt x="644143" y="57200"/>
                </a:lnTo>
                <a:close/>
                <a:moveTo>
                  <a:pt x="644046" y="74365"/>
                </a:moveTo>
                <a:lnTo>
                  <a:pt x="645087" y="75861"/>
                </a:lnTo>
                <a:lnTo>
                  <a:pt x="644295" y="77080"/>
                </a:lnTo>
                <a:lnTo>
                  <a:pt x="641736" y="77266"/>
                </a:lnTo>
                <a:lnTo>
                  <a:pt x="640549" y="76325"/>
                </a:lnTo>
                <a:lnTo>
                  <a:pt x="640292" y="74659"/>
                </a:lnTo>
                <a:lnTo>
                  <a:pt x="640661" y="73738"/>
                </a:lnTo>
                <a:lnTo>
                  <a:pt x="642366" y="73678"/>
                </a:lnTo>
                <a:lnTo>
                  <a:pt x="644046" y="74365"/>
                </a:lnTo>
                <a:close/>
                <a:moveTo>
                  <a:pt x="671480" y="75329"/>
                </a:moveTo>
                <a:lnTo>
                  <a:pt x="671531" y="76349"/>
                </a:lnTo>
                <a:lnTo>
                  <a:pt x="670721" y="77400"/>
                </a:lnTo>
                <a:lnTo>
                  <a:pt x="669283" y="77653"/>
                </a:lnTo>
                <a:lnTo>
                  <a:pt x="668513" y="77148"/>
                </a:lnTo>
                <a:lnTo>
                  <a:pt x="668369" y="75939"/>
                </a:lnTo>
                <a:lnTo>
                  <a:pt x="669296" y="74823"/>
                </a:lnTo>
                <a:lnTo>
                  <a:pt x="670582" y="74618"/>
                </a:lnTo>
                <a:lnTo>
                  <a:pt x="671480" y="75329"/>
                </a:lnTo>
                <a:close/>
                <a:moveTo>
                  <a:pt x="649929" y="88540"/>
                </a:moveTo>
                <a:lnTo>
                  <a:pt x="649495" y="89504"/>
                </a:lnTo>
                <a:lnTo>
                  <a:pt x="648834" y="89161"/>
                </a:lnTo>
                <a:lnTo>
                  <a:pt x="648609" y="88430"/>
                </a:lnTo>
                <a:lnTo>
                  <a:pt x="649356" y="87581"/>
                </a:lnTo>
                <a:lnTo>
                  <a:pt x="649929" y="88540"/>
                </a:lnTo>
                <a:close/>
                <a:moveTo>
                  <a:pt x="659957" y="92204"/>
                </a:moveTo>
                <a:lnTo>
                  <a:pt x="660839" y="93363"/>
                </a:lnTo>
                <a:lnTo>
                  <a:pt x="660974" y="94866"/>
                </a:lnTo>
                <a:lnTo>
                  <a:pt x="660370" y="96354"/>
                </a:lnTo>
                <a:lnTo>
                  <a:pt x="659254" y="97293"/>
                </a:lnTo>
                <a:lnTo>
                  <a:pt x="657086" y="97538"/>
                </a:lnTo>
                <a:lnTo>
                  <a:pt x="654904" y="97035"/>
                </a:lnTo>
                <a:lnTo>
                  <a:pt x="653319" y="96270"/>
                </a:lnTo>
                <a:lnTo>
                  <a:pt x="652562" y="95103"/>
                </a:lnTo>
                <a:lnTo>
                  <a:pt x="652677" y="92927"/>
                </a:lnTo>
                <a:lnTo>
                  <a:pt x="654337" y="91875"/>
                </a:lnTo>
                <a:lnTo>
                  <a:pt x="657780" y="91525"/>
                </a:lnTo>
                <a:lnTo>
                  <a:pt x="659957" y="92204"/>
                </a:lnTo>
                <a:close/>
                <a:moveTo>
                  <a:pt x="650411" y="109561"/>
                </a:moveTo>
                <a:lnTo>
                  <a:pt x="650772" y="110415"/>
                </a:lnTo>
                <a:lnTo>
                  <a:pt x="650039" y="111228"/>
                </a:lnTo>
                <a:lnTo>
                  <a:pt x="649125" y="111447"/>
                </a:lnTo>
                <a:lnTo>
                  <a:pt x="648157" y="110869"/>
                </a:lnTo>
                <a:lnTo>
                  <a:pt x="648039" y="109842"/>
                </a:lnTo>
                <a:lnTo>
                  <a:pt x="648543" y="108967"/>
                </a:lnTo>
                <a:lnTo>
                  <a:pt x="649422" y="108842"/>
                </a:lnTo>
                <a:lnTo>
                  <a:pt x="650411" y="109561"/>
                </a:lnTo>
                <a:close/>
                <a:moveTo>
                  <a:pt x="666707" y="109609"/>
                </a:moveTo>
                <a:lnTo>
                  <a:pt x="665237" y="110628"/>
                </a:lnTo>
                <a:lnTo>
                  <a:pt x="664183" y="110532"/>
                </a:lnTo>
                <a:lnTo>
                  <a:pt x="663911" y="110091"/>
                </a:lnTo>
                <a:lnTo>
                  <a:pt x="664164" y="109217"/>
                </a:lnTo>
                <a:lnTo>
                  <a:pt x="665009" y="108832"/>
                </a:lnTo>
                <a:lnTo>
                  <a:pt x="666468" y="108911"/>
                </a:lnTo>
                <a:lnTo>
                  <a:pt x="666707" y="109609"/>
                </a:lnTo>
                <a:close/>
                <a:moveTo>
                  <a:pt x="666466" y="121229"/>
                </a:moveTo>
                <a:lnTo>
                  <a:pt x="667446" y="123145"/>
                </a:lnTo>
                <a:lnTo>
                  <a:pt x="667595" y="124776"/>
                </a:lnTo>
                <a:lnTo>
                  <a:pt x="666530" y="126694"/>
                </a:lnTo>
                <a:lnTo>
                  <a:pt x="663037" y="128588"/>
                </a:lnTo>
                <a:lnTo>
                  <a:pt x="664379" y="132535"/>
                </a:lnTo>
                <a:lnTo>
                  <a:pt x="663560" y="134554"/>
                </a:lnTo>
                <a:lnTo>
                  <a:pt x="660445" y="136446"/>
                </a:lnTo>
                <a:lnTo>
                  <a:pt x="657565" y="137453"/>
                </a:lnTo>
                <a:lnTo>
                  <a:pt x="655124" y="136516"/>
                </a:lnTo>
                <a:lnTo>
                  <a:pt x="651570" y="133917"/>
                </a:lnTo>
                <a:lnTo>
                  <a:pt x="651178" y="131999"/>
                </a:lnTo>
                <a:lnTo>
                  <a:pt x="653289" y="128873"/>
                </a:lnTo>
                <a:lnTo>
                  <a:pt x="656105" y="127421"/>
                </a:lnTo>
                <a:lnTo>
                  <a:pt x="661941" y="126947"/>
                </a:lnTo>
                <a:lnTo>
                  <a:pt x="663477" y="120988"/>
                </a:lnTo>
                <a:lnTo>
                  <a:pt x="664917" y="120403"/>
                </a:lnTo>
                <a:lnTo>
                  <a:pt x="666466" y="121229"/>
                </a:lnTo>
                <a:close/>
                <a:moveTo>
                  <a:pt x="648964" y="137911"/>
                </a:moveTo>
                <a:lnTo>
                  <a:pt x="651113" y="140123"/>
                </a:lnTo>
                <a:lnTo>
                  <a:pt x="651106" y="141171"/>
                </a:lnTo>
                <a:lnTo>
                  <a:pt x="650374" y="142390"/>
                </a:lnTo>
                <a:lnTo>
                  <a:pt x="646096" y="146204"/>
                </a:lnTo>
                <a:lnTo>
                  <a:pt x="644903" y="146249"/>
                </a:lnTo>
                <a:lnTo>
                  <a:pt x="643181" y="145362"/>
                </a:lnTo>
                <a:lnTo>
                  <a:pt x="642510" y="144492"/>
                </a:lnTo>
                <a:lnTo>
                  <a:pt x="642419" y="142539"/>
                </a:lnTo>
                <a:lnTo>
                  <a:pt x="643064" y="138888"/>
                </a:lnTo>
                <a:lnTo>
                  <a:pt x="643924" y="137074"/>
                </a:lnTo>
                <a:lnTo>
                  <a:pt x="644486" y="136573"/>
                </a:lnTo>
                <a:lnTo>
                  <a:pt x="645919" y="136355"/>
                </a:lnTo>
                <a:lnTo>
                  <a:pt x="648964" y="137911"/>
                </a:lnTo>
                <a:close/>
                <a:moveTo>
                  <a:pt x="670564" y="137332"/>
                </a:moveTo>
                <a:lnTo>
                  <a:pt x="671149" y="140193"/>
                </a:lnTo>
                <a:lnTo>
                  <a:pt x="670845" y="144062"/>
                </a:lnTo>
                <a:lnTo>
                  <a:pt x="670057" y="145415"/>
                </a:lnTo>
                <a:lnTo>
                  <a:pt x="668278" y="145820"/>
                </a:lnTo>
                <a:lnTo>
                  <a:pt x="663706" y="142454"/>
                </a:lnTo>
                <a:lnTo>
                  <a:pt x="662874" y="141141"/>
                </a:lnTo>
                <a:lnTo>
                  <a:pt x="662772" y="139777"/>
                </a:lnTo>
                <a:lnTo>
                  <a:pt x="663595" y="138423"/>
                </a:lnTo>
                <a:lnTo>
                  <a:pt x="665892" y="137253"/>
                </a:lnTo>
                <a:lnTo>
                  <a:pt x="668626" y="136795"/>
                </a:lnTo>
                <a:lnTo>
                  <a:pt x="670564" y="137332"/>
                </a:lnTo>
                <a:close/>
                <a:moveTo>
                  <a:pt x="645589" y="156136"/>
                </a:moveTo>
                <a:lnTo>
                  <a:pt x="649157" y="159897"/>
                </a:lnTo>
                <a:lnTo>
                  <a:pt x="646873" y="161675"/>
                </a:lnTo>
                <a:lnTo>
                  <a:pt x="641588" y="163465"/>
                </a:lnTo>
                <a:lnTo>
                  <a:pt x="640428" y="161876"/>
                </a:lnTo>
                <a:lnTo>
                  <a:pt x="640006" y="160507"/>
                </a:lnTo>
                <a:lnTo>
                  <a:pt x="639800" y="158034"/>
                </a:lnTo>
                <a:lnTo>
                  <a:pt x="640140" y="156029"/>
                </a:lnTo>
                <a:lnTo>
                  <a:pt x="640704" y="155414"/>
                </a:lnTo>
                <a:lnTo>
                  <a:pt x="642111" y="155095"/>
                </a:lnTo>
                <a:lnTo>
                  <a:pt x="645589" y="156136"/>
                </a:lnTo>
                <a:close/>
                <a:moveTo>
                  <a:pt x="660005" y="163995"/>
                </a:moveTo>
                <a:lnTo>
                  <a:pt x="665581" y="166732"/>
                </a:lnTo>
                <a:lnTo>
                  <a:pt x="666568" y="168098"/>
                </a:lnTo>
                <a:lnTo>
                  <a:pt x="666668" y="170566"/>
                </a:lnTo>
                <a:lnTo>
                  <a:pt x="664971" y="172674"/>
                </a:lnTo>
                <a:lnTo>
                  <a:pt x="660151" y="176232"/>
                </a:lnTo>
                <a:lnTo>
                  <a:pt x="657122" y="177614"/>
                </a:lnTo>
                <a:lnTo>
                  <a:pt x="654380" y="177414"/>
                </a:lnTo>
                <a:lnTo>
                  <a:pt x="652749" y="176393"/>
                </a:lnTo>
                <a:lnTo>
                  <a:pt x="647458" y="171916"/>
                </a:lnTo>
                <a:lnTo>
                  <a:pt x="645171" y="168294"/>
                </a:lnTo>
                <a:lnTo>
                  <a:pt x="645175" y="167372"/>
                </a:lnTo>
                <a:lnTo>
                  <a:pt x="645784" y="166634"/>
                </a:lnTo>
                <a:lnTo>
                  <a:pt x="653891" y="162486"/>
                </a:lnTo>
                <a:lnTo>
                  <a:pt x="656374" y="162387"/>
                </a:lnTo>
                <a:lnTo>
                  <a:pt x="660005" y="163995"/>
                </a:lnTo>
                <a:close/>
                <a:moveTo>
                  <a:pt x="644288" y="175036"/>
                </a:moveTo>
                <a:lnTo>
                  <a:pt x="649309" y="179122"/>
                </a:lnTo>
                <a:lnTo>
                  <a:pt x="650603" y="181441"/>
                </a:lnTo>
                <a:lnTo>
                  <a:pt x="650652" y="183040"/>
                </a:lnTo>
                <a:lnTo>
                  <a:pt x="649798" y="184001"/>
                </a:lnTo>
                <a:lnTo>
                  <a:pt x="646886" y="185662"/>
                </a:lnTo>
                <a:lnTo>
                  <a:pt x="640552" y="190384"/>
                </a:lnTo>
                <a:lnTo>
                  <a:pt x="638502" y="191618"/>
                </a:lnTo>
                <a:lnTo>
                  <a:pt x="637679" y="191566"/>
                </a:lnTo>
                <a:lnTo>
                  <a:pt x="636892" y="190450"/>
                </a:lnTo>
                <a:lnTo>
                  <a:pt x="636449" y="187250"/>
                </a:lnTo>
                <a:lnTo>
                  <a:pt x="637935" y="179032"/>
                </a:lnTo>
                <a:lnTo>
                  <a:pt x="638086" y="175892"/>
                </a:lnTo>
                <a:lnTo>
                  <a:pt x="639503" y="174186"/>
                </a:lnTo>
                <a:lnTo>
                  <a:pt x="641059" y="173467"/>
                </a:lnTo>
                <a:lnTo>
                  <a:pt x="642641" y="173753"/>
                </a:lnTo>
                <a:lnTo>
                  <a:pt x="644288" y="175036"/>
                </a:lnTo>
                <a:close/>
                <a:moveTo>
                  <a:pt x="673698" y="174554"/>
                </a:moveTo>
                <a:lnTo>
                  <a:pt x="674484" y="178158"/>
                </a:lnTo>
                <a:lnTo>
                  <a:pt x="675172" y="189141"/>
                </a:lnTo>
                <a:lnTo>
                  <a:pt x="674894" y="190935"/>
                </a:lnTo>
                <a:lnTo>
                  <a:pt x="673215" y="191608"/>
                </a:lnTo>
                <a:lnTo>
                  <a:pt x="671332" y="190683"/>
                </a:lnTo>
                <a:lnTo>
                  <a:pt x="666150" y="186140"/>
                </a:lnTo>
                <a:lnTo>
                  <a:pt x="663285" y="184336"/>
                </a:lnTo>
                <a:lnTo>
                  <a:pt x="662633" y="182370"/>
                </a:lnTo>
                <a:lnTo>
                  <a:pt x="663454" y="180346"/>
                </a:lnTo>
                <a:lnTo>
                  <a:pt x="668680" y="175912"/>
                </a:lnTo>
                <a:lnTo>
                  <a:pt x="672204" y="173879"/>
                </a:lnTo>
                <a:lnTo>
                  <a:pt x="673698" y="174554"/>
                </a:lnTo>
                <a:close/>
                <a:moveTo>
                  <a:pt x="322120" y="11300"/>
                </a:moveTo>
                <a:lnTo>
                  <a:pt x="320780" y="12225"/>
                </a:lnTo>
                <a:lnTo>
                  <a:pt x="319992" y="13963"/>
                </a:lnTo>
                <a:lnTo>
                  <a:pt x="318620" y="23022"/>
                </a:lnTo>
                <a:lnTo>
                  <a:pt x="316436" y="32985"/>
                </a:lnTo>
                <a:lnTo>
                  <a:pt x="315068" y="43607"/>
                </a:lnTo>
                <a:lnTo>
                  <a:pt x="313347" y="50860"/>
                </a:lnTo>
                <a:lnTo>
                  <a:pt x="311483" y="62283"/>
                </a:lnTo>
                <a:lnTo>
                  <a:pt x="310598" y="64264"/>
                </a:lnTo>
                <a:lnTo>
                  <a:pt x="308317" y="66874"/>
                </a:lnTo>
                <a:lnTo>
                  <a:pt x="306271" y="68255"/>
                </a:lnTo>
                <a:lnTo>
                  <a:pt x="301261" y="70284"/>
                </a:lnTo>
                <a:lnTo>
                  <a:pt x="296974" y="72754"/>
                </a:lnTo>
                <a:lnTo>
                  <a:pt x="284517" y="77829"/>
                </a:lnTo>
                <a:lnTo>
                  <a:pt x="282525" y="79286"/>
                </a:lnTo>
                <a:lnTo>
                  <a:pt x="281113" y="81568"/>
                </a:lnTo>
                <a:lnTo>
                  <a:pt x="281517" y="82775"/>
                </a:lnTo>
                <a:lnTo>
                  <a:pt x="284348" y="83547"/>
                </a:lnTo>
                <a:lnTo>
                  <a:pt x="308021" y="84971"/>
                </a:lnTo>
                <a:lnTo>
                  <a:pt x="310546" y="85972"/>
                </a:lnTo>
                <a:lnTo>
                  <a:pt x="311416" y="86804"/>
                </a:lnTo>
                <a:lnTo>
                  <a:pt x="311408" y="87737"/>
                </a:lnTo>
                <a:lnTo>
                  <a:pt x="308941" y="90414"/>
                </a:lnTo>
                <a:lnTo>
                  <a:pt x="306122" y="92083"/>
                </a:lnTo>
                <a:lnTo>
                  <a:pt x="297940" y="95488"/>
                </a:lnTo>
                <a:lnTo>
                  <a:pt x="291956" y="97345"/>
                </a:lnTo>
                <a:lnTo>
                  <a:pt x="286921" y="99549"/>
                </a:lnTo>
                <a:lnTo>
                  <a:pt x="270719" y="105274"/>
                </a:lnTo>
                <a:lnTo>
                  <a:pt x="267086" y="107243"/>
                </a:lnTo>
                <a:lnTo>
                  <a:pt x="266058" y="108122"/>
                </a:lnTo>
                <a:lnTo>
                  <a:pt x="265544" y="109687"/>
                </a:lnTo>
                <a:lnTo>
                  <a:pt x="266835" y="110697"/>
                </a:lnTo>
                <a:lnTo>
                  <a:pt x="270235" y="110983"/>
                </a:lnTo>
                <a:lnTo>
                  <a:pt x="304576" y="111441"/>
                </a:lnTo>
                <a:lnTo>
                  <a:pt x="307975" y="112157"/>
                </a:lnTo>
                <a:lnTo>
                  <a:pt x="309198" y="113032"/>
                </a:lnTo>
                <a:lnTo>
                  <a:pt x="309700" y="114260"/>
                </a:lnTo>
                <a:lnTo>
                  <a:pt x="309983" y="121248"/>
                </a:lnTo>
                <a:lnTo>
                  <a:pt x="309108" y="128918"/>
                </a:lnTo>
                <a:lnTo>
                  <a:pt x="307525" y="155496"/>
                </a:lnTo>
                <a:lnTo>
                  <a:pt x="305583" y="160665"/>
                </a:lnTo>
                <a:lnTo>
                  <a:pt x="303681" y="178137"/>
                </a:lnTo>
                <a:lnTo>
                  <a:pt x="301282" y="187090"/>
                </a:lnTo>
                <a:lnTo>
                  <a:pt x="299766" y="201512"/>
                </a:lnTo>
                <a:lnTo>
                  <a:pt x="297548" y="210642"/>
                </a:lnTo>
                <a:lnTo>
                  <a:pt x="295855" y="224986"/>
                </a:lnTo>
                <a:lnTo>
                  <a:pt x="293643" y="235146"/>
                </a:lnTo>
                <a:lnTo>
                  <a:pt x="291240" y="254038"/>
                </a:lnTo>
                <a:lnTo>
                  <a:pt x="289911" y="259107"/>
                </a:lnTo>
                <a:lnTo>
                  <a:pt x="289881" y="261497"/>
                </a:lnTo>
                <a:lnTo>
                  <a:pt x="290395" y="262834"/>
                </a:lnTo>
                <a:lnTo>
                  <a:pt x="292120" y="263446"/>
                </a:lnTo>
                <a:lnTo>
                  <a:pt x="295397" y="262325"/>
                </a:lnTo>
                <a:lnTo>
                  <a:pt x="314938" y="248753"/>
                </a:lnTo>
                <a:lnTo>
                  <a:pt x="321329" y="243812"/>
                </a:lnTo>
                <a:lnTo>
                  <a:pt x="323144" y="243042"/>
                </a:lnTo>
                <a:lnTo>
                  <a:pt x="324901" y="242883"/>
                </a:lnTo>
                <a:lnTo>
                  <a:pt x="327402" y="243800"/>
                </a:lnTo>
                <a:lnTo>
                  <a:pt x="341652" y="254710"/>
                </a:lnTo>
                <a:lnTo>
                  <a:pt x="351859" y="261941"/>
                </a:lnTo>
                <a:lnTo>
                  <a:pt x="354393" y="263244"/>
                </a:lnTo>
                <a:lnTo>
                  <a:pt x="356289" y="263454"/>
                </a:lnTo>
                <a:lnTo>
                  <a:pt x="357171" y="262979"/>
                </a:lnTo>
                <a:lnTo>
                  <a:pt x="357583" y="261991"/>
                </a:lnTo>
                <a:lnTo>
                  <a:pt x="357591" y="257737"/>
                </a:lnTo>
                <a:lnTo>
                  <a:pt x="355267" y="243564"/>
                </a:lnTo>
                <a:lnTo>
                  <a:pt x="353733" y="230515"/>
                </a:lnTo>
                <a:lnTo>
                  <a:pt x="351641" y="220470"/>
                </a:lnTo>
                <a:lnTo>
                  <a:pt x="349730" y="204646"/>
                </a:lnTo>
                <a:lnTo>
                  <a:pt x="347255" y="193136"/>
                </a:lnTo>
                <a:lnTo>
                  <a:pt x="345853" y="181117"/>
                </a:lnTo>
                <a:lnTo>
                  <a:pt x="343316" y="166576"/>
                </a:lnTo>
                <a:lnTo>
                  <a:pt x="341755" y="152785"/>
                </a:lnTo>
                <a:lnTo>
                  <a:pt x="341049" y="149933"/>
                </a:lnTo>
                <a:lnTo>
                  <a:pt x="339452" y="146836"/>
                </a:lnTo>
                <a:lnTo>
                  <a:pt x="339079" y="144534"/>
                </a:lnTo>
                <a:lnTo>
                  <a:pt x="338609" y="113900"/>
                </a:lnTo>
                <a:lnTo>
                  <a:pt x="340872" y="112088"/>
                </a:lnTo>
                <a:lnTo>
                  <a:pt x="344672" y="111459"/>
                </a:lnTo>
                <a:lnTo>
                  <a:pt x="381147" y="111733"/>
                </a:lnTo>
                <a:lnTo>
                  <a:pt x="382550" y="111210"/>
                </a:lnTo>
                <a:lnTo>
                  <a:pt x="383575" y="109350"/>
                </a:lnTo>
                <a:lnTo>
                  <a:pt x="381646" y="107861"/>
                </a:lnTo>
                <a:lnTo>
                  <a:pt x="376374" y="105301"/>
                </a:lnTo>
                <a:lnTo>
                  <a:pt x="365203" y="100693"/>
                </a:lnTo>
                <a:lnTo>
                  <a:pt x="350012" y="95259"/>
                </a:lnTo>
                <a:lnTo>
                  <a:pt x="341612" y="91704"/>
                </a:lnTo>
                <a:lnTo>
                  <a:pt x="339809" y="90147"/>
                </a:lnTo>
                <a:lnTo>
                  <a:pt x="339563" y="87207"/>
                </a:lnTo>
                <a:lnTo>
                  <a:pt x="340109" y="86261"/>
                </a:lnTo>
                <a:lnTo>
                  <a:pt x="341282" y="85692"/>
                </a:lnTo>
                <a:lnTo>
                  <a:pt x="350276" y="85272"/>
                </a:lnTo>
                <a:lnTo>
                  <a:pt x="365415" y="86542"/>
                </a:lnTo>
                <a:lnTo>
                  <a:pt x="367345" y="85695"/>
                </a:lnTo>
                <a:lnTo>
                  <a:pt x="368195" y="84573"/>
                </a:lnTo>
                <a:lnTo>
                  <a:pt x="368348" y="83534"/>
                </a:lnTo>
                <a:lnTo>
                  <a:pt x="366417" y="81438"/>
                </a:lnTo>
                <a:lnTo>
                  <a:pt x="358329" y="77083"/>
                </a:lnTo>
                <a:lnTo>
                  <a:pt x="346833" y="69830"/>
                </a:lnTo>
                <a:lnTo>
                  <a:pt x="342749" y="67801"/>
                </a:lnTo>
                <a:lnTo>
                  <a:pt x="339047" y="64456"/>
                </a:lnTo>
                <a:lnTo>
                  <a:pt x="338570" y="63384"/>
                </a:lnTo>
                <a:lnTo>
                  <a:pt x="338187" y="58978"/>
                </a:lnTo>
                <a:lnTo>
                  <a:pt x="336380" y="51508"/>
                </a:lnTo>
                <a:lnTo>
                  <a:pt x="334256" y="38217"/>
                </a:lnTo>
                <a:lnTo>
                  <a:pt x="331973" y="28236"/>
                </a:lnTo>
                <a:lnTo>
                  <a:pt x="329750" y="15314"/>
                </a:lnTo>
                <a:lnTo>
                  <a:pt x="328482" y="12571"/>
                </a:lnTo>
                <a:lnTo>
                  <a:pt x="326321" y="10887"/>
                </a:lnTo>
                <a:lnTo>
                  <a:pt x="324354" y="10496"/>
                </a:lnTo>
                <a:lnTo>
                  <a:pt x="322120" y="11300"/>
                </a:lnTo>
                <a:close/>
                <a:moveTo>
                  <a:pt x="326363" y="34250"/>
                </a:moveTo>
                <a:lnTo>
                  <a:pt x="326809" y="35608"/>
                </a:lnTo>
                <a:lnTo>
                  <a:pt x="326519" y="37319"/>
                </a:lnTo>
                <a:lnTo>
                  <a:pt x="324964" y="37674"/>
                </a:lnTo>
                <a:lnTo>
                  <a:pt x="323423" y="37340"/>
                </a:lnTo>
                <a:lnTo>
                  <a:pt x="323131" y="35792"/>
                </a:lnTo>
                <a:lnTo>
                  <a:pt x="323818" y="34289"/>
                </a:lnTo>
                <a:lnTo>
                  <a:pt x="325088" y="33650"/>
                </a:lnTo>
                <a:lnTo>
                  <a:pt x="326363" y="34250"/>
                </a:lnTo>
                <a:close/>
                <a:moveTo>
                  <a:pt x="326989" y="46931"/>
                </a:moveTo>
                <a:lnTo>
                  <a:pt x="327839" y="49203"/>
                </a:lnTo>
                <a:lnTo>
                  <a:pt x="327568" y="52090"/>
                </a:lnTo>
                <a:lnTo>
                  <a:pt x="325416" y="52861"/>
                </a:lnTo>
                <a:lnTo>
                  <a:pt x="322650" y="52475"/>
                </a:lnTo>
                <a:lnTo>
                  <a:pt x="321577" y="50232"/>
                </a:lnTo>
                <a:lnTo>
                  <a:pt x="321725" y="48031"/>
                </a:lnTo>
                <a:lnTo>
                  <a:pt x="322282" y="46872"/>
                </a:lnTo>
                <a:lnTo>
                  <a:pt x="324382" y="46129"/>
                </a:lnTo>
                <a:lnTo>
                  <a:pt x="326989" y="46931"/>
                </a:lnTo>
                <a:close/>
                <a:moveTo>
                  <a:pt x="319179" y="55031"/>
                </a:moveTo>
                <a:lnTo>
                  <a:pt x="319534" y="56234"/>
                </a:lnTo>
                <a:lnTo>
                  <a:pt x="319050" y="57416"/>
                </a:lnTo>
                <a:lnTo>
                  <a:pt x="318010" y="58061"/>
                </a:lnTo>
                <a:lnTo>
                  <a:pt x="316858" y="57775"/>
                </a:lnTo>
                <a:lnTo>
                  <a:pt x="316369" y="55951"/>
                </a:lnTo>
                <a:lnTo>
                  <a:pt x="316915" y="54694"/>
                </a:lnTo>
                <a:lnTo>
                  <a:pt x="317997" y="54312"/>
                </a:lnTo>
                <a:lnTo>
                  <a:pt x="319179" y="55031"/>
                </a:lnTo>
                <a:close/>
                <a:moveTo>
                  <a:pt x="332871" y="55899"/>
                </a:moveTo>
                <a:lnTo>
                  <a:pt x="333788" y="56574"/>
                </a:lnTo>
                <a:lnTo>
                  <a:pt x="332335" y="56965"/>
                </a:lnTo>
                <a:lnTo>
                  <a:pt x="330954" y="56568"/>
                </a:lnTo>
                <a:lnTo>
                  <a:pt x="330268" y="55754"/>
                </a:lnTo>
                <a:lnTo>
                  <a:pt x="331190" y="55302"/>
                </a:lnTo>
                <a:lnTo>
                  <a:pt x="332871" y="55899"/>
                </a:lnTo>
                <a:close/>
                <a:moveTo>
                  <a:pt x="327375" y="61781"/>
                </a:moveTo>
                <a:lnTo>
                  <a:pt x="328116" y="63685"/>
                </a:lnTo>
                <a:lnTo>
                  <a:pt x="327301" y="64666"/>
                </a:lnTo>
                <a:lnTo>
                  <a:pt x="325674" y="65483"/>
                </a:lnTo>
                <a:lnTo>
                  <a:pt x="324436" y="65503"/>
                </a:lnTo>
                <a:lnTo>
                  <a:pt x="322587" y="64839"/>
                </a:lnTo>
                <a:lnTo>
                  <a:pt x="321204" y="63131"/>
                </a:lnTo>
                <a:lnTo>
                  <a:pt x="321535" y="61893"/>
                </a:lnTo>
                <a:lnTo>
                  <a:pt x="323458" y="60828"/>
                </a:lnTo>
                <a:lnTo>
                  <a:pt x="325979" y="60935"/>
                </a:lnTo>
                <a:lnTo>
                  <a:pt x="327375" y="61781"/>
                </a:lnTo>
                <a:close/>
                <a:moveTo>
                  <a:pt x="334029" y="71279"/>
                </a:moveTo>
                <a:lnTo>
                  <a:pt x="334614" y="73168"/>
                </a:lnTo>
                <a:lnTo>
                  <a:pt x="334246" y="75354"/>
                </a:lnTo>
                <a:lnTo>
                  <a:pt x="333363" y="76090"/>
                </a:lnTo>
                <a:lnTo>
                  <a:pt x="332166" y="75930"/>
                </a:lnTo>
                <a:lnTo>
                  <a:pt x="330945" y="74757"/>
                </a:lnTo>
                <a:lnTo>
                  <a:pt x="330971" y="72646"/>
                </a:lnTo>
                <a:lnTo>
                  <a:pt x="332333" y="71004"/>
                </a:lnTo>
                <a:lnTo>
                  <a:pt x="333206" y="70851"/>
                </a:lnTo>
                <a:lnTo>
                  <a:pt x="334029" y="71279"/>
                </a:lnTo>
                <a:close/>
                <a:moveTo>
                  <a:pt x="318407" y="72774"/>
                </a:moveTo>
                <a:lnTo>
                  <a:pt x="318565" y="74355"/>
                </a:lnTo>
                <a:lnTo>
                  <a:pt x="317277" y="75329"/>
                </a:lnTo>
                <a:lnTo>
                  <a:pt x="314708" y="74877"/>
                </a:lnTo>
                <a:lnTo>
                  <a:pt x="313113" y="73765"/>
                </a:lnTo>
                <a:lnTo>
                  <a:pt x="314031" y="71866"/>
                </a:lnTo>
                <a:lnTo>
                  <a:pt x="315620" y="71166"/>
                </a:lnTo>
                <a:lnTo>
                  <a:pt x="317297" y="71492"/>
                </a:lnTo>
                <a:lnTo>
                  <a:pt x="318407" y="72774"/>
                </a:lnTo>
                <a:close/>
                <a:moveTo>
                  <a:pt x="343864" y="73738"/>
                </a:moveTo>
                <a:lnTo>
                  <a:pt x="350210" y="77862"/>
                </a:lnTo>
                <a:lnTo>
                  <a:pt x="350962" y="78791"/>
                </a:lnTo>
                <a:lnTo>
                  <a:pt x="350736" y="79735"/>
                </a:lnTo>
                <a:lnTo>
                  <a:pt x="349367" y="80446"/>
                </a:lnTo>
                <a:lnTo>
                  <a:pt x="345786" y="80764"/>
                </a:lnTo>
                <a:lnTo>
                  <a:pt x="342279" y="80518"/>
                </a:lnTo>
                <a:lnTo>
                  <a:pt x="340085" y="79716"/>
                </a:lnTo>
                <a:lnTo>
                  <a:pt x="339317" y="78736"/>
                </a:lnTo>
                <a:lnTo>
                  <a:pt x="338983" y="77303"/>
                </a:lnTo>
                <a:lnTo>
                  <a:pt x="339380" y="73754"/>
                </a:lnTo>
                <a:lnTo>
                  <a:pt x="340696" y="72699"/>
                </a:lnTo>
                <a:lnTo>
                  <a:pt x="343864" y="73738"/>
                </a:lnTo>
                <a:close/>
                <a:moveTo>
                  <a:pt x="309584" y="73690"/>
                </a:moveTo>
                <a:lnTo>
                  <a:pt x="311072" y="74353"/>
                </a:lnTo>
                <a:lnTo>
                  <a:pt x="311285" y="75196"/>
                </a:lnTo>
                <a:lnTo>
                  <a:pt x="309584" y="76775"/>
                </a:lnTo>
                <a:lnTo>
                  <a:pt x="307370" y="77889"/>
                </a:lnTo>
                <a:lnTo>
                  <a:pt x="305269" y="78351"/>
                </a:lnTo>
                <a:lnTo>
                  <a:pt x="303499" y="78178"/>
                </a:lnTo>
                <a:lnTo>
                  <a:pt x="301940" y="76770"/>
                </a:lnTo>
                <a:lnTo>
                  <a:pt x="301927" y="75296"/>
                </a:lnTo>
                <a:lnTo>
                  <a:pt x="303360" y="73745"/>
                </a:lnTo>
                <a:lnTo>
                  <a:pt x="306079" y="73163"/>
                </a:lnTo>
                <a:lnTo>
                  <a:pt x="309584" y="73690"/>
                </a:lnTo>
                <a:close/>
                <a:moveTo>
                  <a:pt x="334029" y="88395"/>
                </a:moveTo>
                <a:lnTo>
                  <a:pt x="333212" y="90233"/>
                </a:lnTo>
                <a:lnTo>
                  <a:pt x="332244" y="90490"/>
                </a:lnTo>
                <a:lnTo>
                  <a:pt x="331680" y="90010"/>
                </a:lnTo>
                <a:lnTo>
                  <a:pt x="331450" y="88343"/>
                </a:lnTo>
                <a:lnTo>
                  <a:pt x="332529" y="86792"/>
                </a:lnTo>
                <a:lnTo>
                  <a:pt x="333893" y="86795"/>
                </a:lnTo>
                <a:lnTo>
                  <a:pt x="334029" y="88395"/>
                </a:lnTo>
                <a:close/>
                <a:moveTo>
                  <a:pt x="317636" y="88732"/>
                </a:moveTo>
                <a:lnTo>
                  <a:pt x="317577" y="89780"/>
                </a:lnTo>
                <a:lnTo>
                  <a:pt x="317011" y="90243"/>
                </a:lnTo>
                <a:lnTo>
                  <a:pt x="315804" y="89745"/>
                </a:lnTo>
                <a:lnTo>
                  <a:pt x="315158" y="88780"/>
                </a:lnTo>
                <a:lnTo>
                  <a:pt x="315650" y="87976"/>
                </a:lnTo>
                <a:lnTo>
                  <a:pt x="316455" y="87695"/>
                </a:lnTo>
                <a:lnTo>
                  <a:pt x="317208" y="87965"/>
                </a:lnTo>
                <a:lnTo>
                  <a:pt x="317636" y="88732"/>
                </a:lnTo>
                <a:close/>
                <a:moveTo>
                  <a:pt x="326411" y="96977"/>
                </a:moveTo>
                <a:lnTo>
                  <a:pt x="326773" y="98220"/>
                </a:lnTo>
                <a:lnTo>
                  <a:pt x="325857" y="99028"/>
                </a:lnTo>
                <a:lnTo>
                  <a:pt x="323165" y="98942"/>
                </a:lnTo>
                <a:lnTo>
                  <a:pt x="322103" y="98127"/>
                </a:lnTo>
                <a:lnTo>
                  <a:pt x="322421" y="97104"/>
                </a:lnTo>
                <a:lnTo>
                  <a:pt x="323843" y="96405"/>
                </a:lnTo>
                <a:lnTo>
                  <a:pt x="325552" y="96448"/>
                </a:lnTo>
                <a:lnTo>
                  <a:pt x="326411" y="96977"/>
                </a:lnTo>
                <a:close/>
                <a:moveTo>
                  <a:pt x="310066" y="98182"/>
                </a:moveTo>
                <a:lnTo>
                  <a:pt x="310973" y="99816"/>
                </a:lnTo>
                <a:lnTo>
                  <a:pt x="311145" y="101137"/>
                </a:lnTo>
                <a:lnTo>
                  <a:pt x="310006" y="102558"/>
                </a:lnTo>
                <a:lnTo>
                  <a:pt x="305625" y="103394"/>
                </a:lnTo>
                <a:lnTo>
                  <a:pt x="303913" y="102811"/>
                </a:lnTo>
                <a:lnTo>
                  <a:pt x="303196" y="101987"/>
                </a:lnTo>
                <a:lnTo>
                  <a:pt x="302910" y="98733"/>
                </a:lnTo>
                <a:lnTo>
                  <a:pt x="304067" y="97139"/>
                </a:lnTo>
                <a:lnTo>
                  <a:pt x="308209" y="96984"/>
                </a:lnTo>
                <a:lnTo>
                  <a:pt x="310066" y="98182"/>
                </a:lnTo>
                <a:close/>
                <a:moveTo>
                  <a:pt x="345262" y="98616"/>
                </a:moveTo>
                <a:lnTo>
                  <a:pt x="346666" y="100980"/>
                </a:lnTo>
                <a:lnTo>
                  <a:pt x="346143" y="102853"/>
                </a:lnTo>
                <a:lnTo>
                  <a:pt x="344536" y="103632"/>
                </a:lnTo>
                <a:lnTo>
                  <a:pt x="342514" y="103942"/>
                </a:lnTo>
                <a:lnTo>
                  <a:pt x="339525" y="103390"/>
                </a:lnTo>
                <a:lnTo>
                  <a:pt x="338952" y="100690"/>
                </a:lnTo>
                <a:lnTo>
                  <a:pt x="339718" y="97990"/>
                </a:lnTo>
                <a:lnTo>
                  <a:pt x="340619" y="97402"/>
                </a:lnTo>
                <a:lnTo>
                  <a:pt x="342346" y="97218"/>
                </a:lnTo>
                <a:lnTo>
                  <a:pt x="345262" y="98616"/>
                </a:lnTo>
                <a:close/>
                <a:moveTo>
                  <a:pt x="334559" y="100786"/>
                </a:moveTo>
                <a:lnTo>
                  <a:pt x="335017" y="102384"/>
                </a:lnTo>
                <a:lnTo>
                  <a:pt x="334597" y="103839"/>
                </a:lnTo>
                <a:lnTo>
                  <a:pt x="333311" y="104499"/>
                </a:lnTo>
                <a:lnTo>
                  <a:pt x="331882" y="104117"/>
                </a:lnTo>
                <a:lnTo>
                  <a:pt x="331060" y="102538"/>
                </a:lnTo>
                <a:lnTo>
                  <a:pt x="331549" y="100783"/>
                </a:lnTo>
                <a:lnTo>
                  <a:pt x="332966" y="100011"/>
                </a:lnTo>
                <a:lnTo>
                  <a:pt x="334559" y="100786"/>
                </a:lnTo>
                <a:close/>
                <a:moveTo>
                  <a:pt x="317250" y="102281"/>
                </a:moveTo>
                <a:lnTo>
                  <a:pt x="316641" y="102994"/>
                </a:lnTo>
                <a:lnTo>
                  <a:pt x="315828" y="102648"/>
                </a:lnTo>
                <a:lnTo>
                  <a:pt x="316614" y="101577"/>
                </a:lnTo>
                <a:lnTo>
                  <a:pt x="317250" y="102281"/>
                </a:lnTo>
                <a:close/>
                <a:moveTo>
                  <a:pt x="361993" y="104499"/>
                </a:moveTo>
                <a:lnTo>
                  <a:pt x="363517" y="105392"/>
                </a:lnTo>
                <a:lnTo>
                  <a:pt x="363771" y="106053"/>
                </a:lnTo>
                <a:lnTo>
                  <a:pt x="363417" y="106704"/>
                </a:lnTo>
                <a:lnTo>
                  <a:pt x="361074" y="107658"/>
                </a:lnTo>
                <a:lnTo>
                  <a:pt x="359880" y="107418"/>
                </a:lnTo>
                <a:lnTo>
                  <a:pt x="359040" y="106722"/>
                </a:lnTo>
                <a:lnTo>
                  <a:pt x="358808" y="105328"/>
                </a:lnTo>
                <a:lnTo>
                  <a:pt x="359582" y="104499"/>
                </a:lnTo>
                <a:lnTo>
                  <a:pt x="360450" y="103968"/>
                </a:lnTo>
                <a:lnTo>
                  <a:pt x="361993" y="104499"/>
                </a:lnTo>
                <a:close/>
                <a:moveTo>
                  <a:pt x="334704" y="113949"/>
                </a:moveTo>
                <a:lnTo>
                  <a:pt x="335519" y="115800"/>
                </a:lnTo>
                <a:lnTo>
                  <a:pt x="335050" y="118602"/>
                </a:lnTo>
                <a:lnTo>
                  <a:pt x="333252" y="119779"/>
                </a:lnTo>
                <a:lnTo>
                  <a:pt x="331143" y="119529"/>
                </a:lnTo>
                <a:lnTo>
                  <a:pt x="330284" y="117576"/>
                </a:lnTo>
                <a:lnTo>
                  <a:pt x="330974" y="114835"/>
                </a:lnTo>
                <a:lnTo>
                  <a:pt x="332956" y="113189"/>
                </a:lnTo>
                <a:lnTo>
                  <a:pt x="334704" y="113949"/>
                </a:lnTo>
                <a:close/>
                <a:moveTo>
                  <a:pt x="318696" y="115588"/>
                </a:moveTo>
                <a:lnTo>
                  <a:pt x="319110" y="117536"/>
                </a:lnTo>
                <a:lnTo>
                  <a:pt x="318148" y="118674"/>
                </a:lnTo>
                <a:lnTo>
                  <a:pt x="316913" y="118840"/>
                </a:lnTo>
                <a:lnTo>
                  <a:pt x="315321" y="118432"/>
                </a:lnTo>
                <a:lnTo>
                  <a:pt x="313664" y="117028"/>
                </a:lnTo>
                <a:lnTo>
                  <a:pt x="314029" y="115752"/>
                </a:lnTo>
                <a:lnTo>
                  <a:pt x="315826" y="114706"/>
                </a:lnTo>
                <a:lnTo>
                  <a:pt x="317744" y="114776"/>
                </a:lnTo>
                <a:lnTo>
                  <a:pt x="318696" y="115588"/>
                </a:lnTo>
                <a:close/>
                <a:moveTo>
                  <a:pt x="328773" y="121566"/>
                </a:moveTo>
                <a:lnTo>
                  <a:pt x="330545" y="124147"/>
                </a:lnTo>
                <a:lnTo>
                  <a:pt x="330750" y="125460"/>
                </a:lnTo>
                <a:lnTo>
                  <a:pt x="330168" y="126507"/>
                </a:lnTo>
                <a:lnTo>
                  <a:pt x="328794" y="127339"/>
                </a:lnTo>
                <a:lnTo>
                  <a:pt x="326088" y="128130"/>
                </a:lnTo>
                <a:lnTo>
                  <a:pt x="323995" y="128219"/>
                </a:lnTo>
                <a:lnTo>
                  <a:pt x="319752" y="127463"/>
                </a:lnTo>
                <a:lnTo>
                  <a:pt x="318100" y="126532"/>
                </a:lnTo>
                <a:lnTo>
                  <a:pt x="317892" y="125564"/>
                </a:lnTo>
                <a:lnTo>
                  <a:pt x="318696" y="123254"/>
                </a:lnTo>
                <a:lnTo>
                  <a:pt x="319850" y="121194"/>
                </a:lnTo>
                <a:lnTo>
                  <a:pt x="321154" y="120213"/>
                </a:lnTo>
                <a:lnTo>
                  <a:pt x="327279" y="119879"/>
                </a:lnTo>
                <a:lnTo>
                  <a:pt x="328773" y="121566"/>
                </a:lnTo>
                <a:close/>
                <a:moveTo>
                  <a:pt x="334655" y="128943"/>
                </a:moveTo>
                <a:lnTo>
                  <a:pt x="335704" y="131185"/>
                </a:lnTo>
                <a:lnTo>
                  <a:pt x="335089" y="133572"/>
                </a:lnTo>
                <a:lnTo>
                  <a:pt x="333135" y="134333"/>
                </a:lnTo>
                <a:lnTo>
                  <a:pt x="331189" y="133927"/>
                </a:lnTo>
                <a:lnTo>
                  <a:pt x="330497" y="132170"/>
                </a:lnTo>
                <a:lnTo>
                  <a:pt x="331832" y="128979"/>
                </a:lnTo>
                <a:lnTo>
                  <a:pt x="333058" y="128146"/>
                </a:lnTo>
                <a:lnTo>
                  <a:pt x="334655" y="128943"/>
                </a:lnTo>
                <a:close/>
                <a:moveTo>
                  <a:pt x="316527" y="129522"/>
                </a:moveTo>
                <a:lnTo>
                  <a:pt x="318256" y="131251"/>
                </a:lnTo>
                <a:lnTo>
                  <a:pt x="318432" y="132552"/>
                </a:lnTo>
                <a:lnTo>
                  <a:pt x="318070" y="133234"/>
                </a:lnTo>
                <a:lnTo>
                  <a:pt x="315231" y="133939"/>
                </a:lnTo>
                <a:lnTo>
                  <a:pt x="312573" y="133090"/>
                </a:lnTo>
                <a:lnTo>
                  <a:pt x="312001" y="131511"/>
                </a:lnTo>
                <a:lnTo>
                  <a:pt x="313220" y="129714"/>
                </a:lnTo>
                <a:lnTo>
                  <a:pt x="314429" y="129112"/>
                </a:lnTo>
                <a:lnTo>
                  <a:pt x="316527" y="129522"/>
                </a:lnTo>
                <a:close/>
                <a:moveTo>
                  <a:pt x="316768" y="142781"/>
                </a:moveTo>
                <a:lnTo>
                  <a:pt x="318136" y="144144"/>
                </a:lnTo>
                <a:lnTo>
                  <a:pt x="317626" y="145655"/>
                </a:lnTo>
                <a:lnTo>
                  <a:pt x="315160" y="147094"/>
                </a:lnTo>
                <a:lnTo>
                  <a:pt x="313940" y="147228"/>
                </a:lnTo>
                <a:lnTo>
                  <a:pt x="313037" y="146817"/>
                </a:lnTo>
                <a:lnTo>
                  <a:pt x="312333" y="145211"/>
                </a:lnTo>
                <a:lnTo>
                  <a:pt x="312751" y="142769"/>
                </a:lnTo>
                <a:lnTo>
                  <a:pt x="314630" y="142093"/>
                </a:lnTo>
                <a:lnTo>
                  <a:pt x="316768" y="142781"/>
                </a:lnTo>
                <a:close/>
                <a:moveTo>
                  <a:pt x="335475" y="142829"/>
                </a:moveTo>
                <a:lnTo>
                  <a:pt x="336142" y="143496"/>
                </a:lnTo>
                <a:lnTo>
                  <a:pt x="336409" y="144631"/>
                </a:lnTo>
                <a:lnTo>
                  <a:pt x="334993" y="146397"/>
                </a:lnTo>
                <a:lnTo>
                  <a:pt x="333196" y="146792"/>
                </a:lnTo>
                <a:lnTo>
                  <a:pt x="331923" y="146125"/>
                </a:lnTo>
                <a:lnTo>
                  <a:pt x="331055" y="145072"/>
                </a:lnTo>
                <a:lnTo>
                  <a:pt x="330871" y="143461"/>
                </a:lnTo>
                <a:lnTo>
                  <a:pt x="331840" y="142298"/>
                </a:lnTo>
                <a:lnTo>
                  <a:pt x="333620" y="142115"/>
                </a:lnTo>
                <a:lnTo>
                  <a:pt x="335475" y="142829"/>
                </a:lnTo>
                <a:close/>
                <a:moveTo>
                  <a:pt x="328966" y="149579"/>
                </a:moveTo>
                <a:lnTo>
                  <a:pt x="331651" y="151573"/>
                </a:lnTo>
                <a:lnTo>
                  <a:pt x="331962" y="153658"/>
                </a:lnTo>
                <a:lnTo>
                  <a:pt x="330834" y="155233"/>
                </a:lnTo>
                <a:lnTo>
                  <a:pt x="328629" y="157052"/>
                </a:lnTo>
                <a:lnTo>
                  <a:pt x="325414" y="158447"/>
                </a:lnTo>
                <a:lnTo>
                  <a:pt x="322123" y="158159"/>
                </a:lnTo>
                <a:lnTo>
                  <a:pt x="320030" y="157064"/>
                </a:lnTo>
                <a:lnTo>
                  <a:pt x="317420" y="154412"/>
                </a:lnTo>
                <a:lnTo>
                  <a:pt x="316378" y="152502"/>
                </a:lnTo>
                <a:lnTo>
                  <a:pt x="316618" y="151547"/>
                </a:lnTo>
                <a:lnTo>
                  <a:pt x="317664" y="150633"/>
                </a:lnTo>
                <a:lnTo>
                  <a:pt x="322646" y="148242"/>
                </a:lnTo>
                <a:lnTo>
                  <a:pt x="325108" y="148051"/>
                </a:lnTo>
                <a:lnTo>
                  <a:pt x="328966" y="149579"/>
                </a:lnTo>
                <a:close/>
                <a:moveTo>
                  <a:pt x="316527" y="158257"/>
                </a:moveTo>
                <a:lnTo>
                  <a:pt x="318202" y="160837"/>
                </a:lnTo>
                <a:lnTo>
                  <a:pt x="318474" y="162713"/>
                </a:lnTo>
                <a:lnTo>
                  <a:pt x="318108" y="163879"/>
                </a:lnTo>
                <a:lnTo>
                  <a:pt x="311561" y="168093"/>
                </a:lnTo>
                <a:lnTo>
                  <a:pt x="309808" y="168428"/>
                </a:lnTo>
                <a:lnTo>
                  <a:pt x="308853" y="167072"/>
                </a:lnTo>
                <a:lnTo>
                  <a:pt x="308731" y="164646"/>
                </a:lnTo>
                <a:lnTo>
                  <a:pt x="310187" y="160364"/>
                </a:lnTo>
                <a:lnTo>
                  <a:pt x="311613" y="158587"/>
                </a:lnTo>
                <a:lnTo>
                  <a:pt x="313159" y="157657"/>
                </a:lnTo>
                <a:lnTo>
                  <a:pt x="314811" y="157545"/>
                </a:lnTo>
                <a:lnTo>
                  <a:pt x="316527" y="158257"/>
                </a:lnTo>
                <a:close/>
                <a:moveTo>
                  <a:pt x="337982" y="158209"/>
                </a:moveTo>
                <a:lnTo>
                  <a:pt x="338999" y="161910"/>
                </a:lnTo>
                <a:lnTo>
                  <a:pt x="339341" y="166034"/>
                </a:lnTo>
                <a:lnTo>
                  <a:pt x="338146" y="168055"/>
                </a:lnTo>
                <a:lnTo>
                  <a:pt x="336729" y="168523"/>
                </a:lnTo>
                <a:lnTo>
                  <a:pt x="331632" y="164646"/>
                </a:lnTo>
                <a:lnTo>
                  <a:pt x="331106" y="163874"/>
                </a:lnTo>
                <a:lnTo>
                  <a:pt x="330991" y="162387"/>
                </a:lnTo>
                <a:lnTo>
                  <a:pt x="331697" y="160235"/>
                </a:lnTo>
                <a:lnTo>
                  <a:pt x="333636" y="158310"/>
                </a:lnTo>
                <a:lnTo>
                  <a:pt x="336059" y="157499"/>
                </a:lnTo>
                <a:lnTo>
                  <a:pt x="337982" y="158209"/>
                </a:lnTo>
                <a:close/>
                <a:moveTo>
                  <a:pt x="328773" y="167322"/>
                </a:moveTo>
                <a:lnTo>
                  <a:pt x="333355" y="170124"/>
                </a:lnTo>
                <a:lnTo>
                  <a:pt x="334935" y="171591"/>
                </a:lnTo>
                <a:lnTo>
                  <a:pt x="335650" y="174132"/>
                </a:lnTo>
                <a:lnTo>
                  <a:pt x="334287" y="176429"/>
                </a:lnTo>
                <a:lnTo>
                  <a:pt x="328139" y="180373"/>
                </a:lnTo>
                <a:lnTo>
                  <a:pt x="325477" y="180918"/>
                </a:lnTo>
                <a:lnTo>
                  <a:pt x="322984" y="180161"/>
                </a:lnTo>
                <a:lnTo>
                  <a:pt x="316732" y="175627"/>
                </a:lnTo>
                <a:lnTo>
                  <a:pt x="316296" y="173926"/>
                </a:lnTo>
                <a:lnTo>
                  <a:pt x="316650" y="171519"/>
                </a:lnTo>
                <a:lnTo>
                  <a:pt x="321059" y="168045"/>
                </a:lnTo>
                <a:lnTo>
                  <a:pt x="322917" y="166901"/>
                </a:lnTo>
                <a:lnTo>
                  <a:pt x="325458" y="166110"/>
                </a:lnTo>
                <a:lnTo>
                  <a:pt x="327610" y="166453"/>
                </a:lnTo>
                <a:lnTo>
                  <a:pt x="328773" y="167322"/>
                </a:lnTo>
                <a:close/>
                <a:moveTo>
                  <a:pt x="312043" y="179134"/>
                </a:moveTo>
                <a:lnTo>
                  <a:pt x="316199" y="181919"/>
                </a:lnTo>
                <a:lnTo>
                  <a:pt x="317607" y="183319"/>
                </a:lnTo>
                <a:lnTo>
                  <a:pt x="318160" y="184842"/>
                </a:lnTo>
                <a:lnTo>
                  <a:pt x="317851" y="186358"/>
                </a:lnTo>
                <a:lnTo>
                  <a:pt x="316673" y="187741"/>
                </a:lnTo>
                <a:lnTo>
                  <a:pt x="310668" y="191802"/>
                </a:lnTo>
                <a:lnTo>
                  <a:pt x="307544" y="193159"/>
                </a:lnTo>
                <a:lnTo>
                  <a:pt x="305777" y="193322"/>
                </a:lnTo>
                <a:lnTo>
                  <a:pt x="305025" y="192456"/>
                </a:lnTo>
                <a:lnTo>
                  <a:pt x="304787" y="189738"/>
                </a:lnTo>
                <a:lnTo>
                  <a:pt x="305594" y="184135"/>
                </a:lnTo>
                <a:lnTo>
                  <a:pt x="306672" y="180726"/>
                </a:lnTo>
                <a:lnTo>
                  <a:pt x="307993" y="178652"/>
                </a:lnTo>
                <a:lnTo>
                  <a:pt x="309214" y="177894"/>
                </a:lnTo>
                <a:lnTo>
                  <a:pt x="310263" y="177895"/>
                </a:lnTo>
                <a:lnTo>
                  <a:pt x="312043" y="179134"/>
                </a:lnTo>
                <a:close/>
                <a:moveTo>
                  <a:pt x="342177" y="178797"/>
                </a:moveTo>
                <a:lnTo>
                  <a:pt x="342789" y="182664"/>
                </a:lnTo>
                <a:lnTo>
                  <a:pt x="343286" y="191670"/>
                </a:lnTo>
                <a:lnTo>
                  <a:pt x="340831" y="192620"/>
                </a:lnTo>
                <a:lnTo>
                  <a:pt x="332992" y="187303"/>
                </a:lnTo>
                <a:lnTo>
                  <a:pt x="332102" y="186136"/>
                </a:lnTo>
                <a:lnTo>
                  <a:pt x="331714" y="184052"/>
                </a:lnTo>
                <a:lnTo>
                  <a:pt x="332640" y="182154"/>
                </a:lnTo>
                <a:lnTo>
                  <a:pt x="336313" y="179508"/>
                </a:lnTo>
                <a:lnTo>
                  <a:pt x="340441" y="178242"/>
                </a:lnTo>
                <a:lnTo>
                  <a:pt x="342177" y="178797"/>
                </a:lnTo>
                <a:close/>
                <a:moveTo>
                  <a:pt x="328870" y="190609"/>
                </a:moveTo>
                <a:lnTo>
                  <a:pt x="337164" y="196565"/>
                </a:lnTo>
                <a:lnTo>
                  <a:pt x="338814" y="198462"/>
                </a:lnTo>
                <a:lnTo>
                  <a:pt x="338199" y="199877"/>
                </a:lnTo>
                <a:lnTo>
                  <a:pt x="331097" y="203707"/>
                </a:lnTo>
                <a:lnTo>
                  <a:pt x="325616" y="205897"/>
                </a:lnTo>
                <a:lnTo>
                  <a:pt x="323803" y="206108"/>
                </a:lnTo>
                <a:lnTo>
                  <a:pt x="316289" y="202887"/>
                </a:lnTo>
                <a:lnTo>
                  <a:pt x="312856" y="200612"/>
                </a:lnTo>
                <a:lnTo>
                  <a:pt x="311292" y="199022"/>
                </a:lnTo>
                <a:lnTo>
                  <a:pt x="311320" y="197793"/>
                </a:lnTo>
                <a:lnTo>
                  <a:pt x="312483" y="196617"/>
                </a:lnTo>
                <a:lnTo>
                  <a:pt x="322955" y="189054"/>
                </a:lnTo>
                <a:lnTo>
                  <a:pt x="325382" y="188789"/>
                </a:lnTo>
                <a:lnTo>
                  <a:pt x="328870" y="190609"/>
                </a:lnTo>
                <a:close/>
                <a:moveTo>
                  <a:pt x="309439" y="204206"/>
                </a:moveTo>
                <a:lnTo>
                  <a:pt x="314299" y="207872"/>
                </a:lnTo>
                <a:lnTo>
                  <a:pt x="315694" y="209607"/>
                </a:lnTo>
                <a:lnTo>
                  <a:pt x="315660" y="210430"/>
                </a:lnTo>
                <a:lnTo>
                  <a:pt x="314543" y="211304"/>
                </a:lnTo>
                <a:lnTo>
                  <a:pt x="310325" y="212969"/>
                </a:lnTo>
                <a:lnTo>
                  <a:pt x="306296" y="215171"/>
                </a:lnTo>
                <a:lnTo>
                  <a:pt x="304977" y="215264"/>
                </a:lnTo>
                <a:lnTo>
                  <a:pt x="303034" y="214510"/>
                </a:lnTo>
                <a:lnTo>
                  <a:pt x="302157" y="213378"/>
                </a:lnTo>
                <a:lnTo>
                  <a:pt x="302082" y="211470"/>
                </a:lnTo>
                <a:lnTo>
                  <a:pt x="303312" y="206805"/>
                </a:lnTo>
                <a:lnTo>
                  <a:pt x="304690" y="203661"/>
                </a:lnTo>
                <a:lnTo>
                  <a:pt x="306444" y="202979"/>
                </a:lnTo>
                <a:lnTo>
                  <a:pt x="309439" y="204206"/>
                </a:lnTo>
                <a:close/>
                <a:moveTo>
                  <a:pt x="344443" y="204399"/>
                </a:moveTo>
                <a:lnTo>
                  <a:pt x="345583" y="206447"/>
                </a:lnTo>
                <a:lnTo>
                  <a:pt x="346414" y="211028"/>
                </a:lnTo>
                <a:lnTo>
                  <a:pt x="346086" y="215348"/>
                </a:lnTo>
                <a:lnTo>
                  <a:pt x="345166" y="216934"/>
                </a:lnTo>
                <a:lnTo>
                  <a:pt x="343637" y="216938"/>
                </a:lnTo>
                <a:lnTo>
                  <a:pt x="340127" y="215553"/>
                </a:lnTo>
                <a:lnTo>
                  <a:pt x="331995" y="210406"/>
                </a:lnTo>
                <a:lnTo>
                  <a:pt x="331823" y="209696"/>
                </a:lnTo>
                <a:lnTo>
                  <a:pt x="332544" y="208383"/>
                </a:lnTo>
                <a:lnTo>
                  <a:pt x="337496" y="204518"/>
                </a:lnTo>
                <a:lnTo>
                  <a:pt x="339863" y="203561"/>
                </a:lnTo>
                <a:lnTo>
                  <a:pt x="341975" y="203327"/>
                </a:lnTo>
                <a:lnTo>
                  <a:pt x="344443" y="204399"/>
                </a:lnTo>
                <a:close/>
                <a:moveTo>
                  <a:pt x="329786" y="215584"/>
                </a:moveTo>
                <a:lnTo>
                  <a:pt x="338097" y="220321"/>
                </a:lnTo>
                <a:lnTo>
                  <a:pt x="339210" y="221322"/>
                </a:lnTo>
                <a:lnTo>
                  <a:pt x="339328" y="222461"/>
                </a:lnTo>
                <a:lnTo>
                  <a:pt x="338350" y="224317"/>
                </a:lnTo>
                <a:lnTo>
                  <a:pt x="336291" y="226394"/>
                </a:lnTo>
                <a:lnTo>
                  <a:pt x="325491" y="234133"/>
                </a:lnTo>
                <a:lnTo>
                  <a:pt x="323011" y="233790"/>
                </a:lnTo>
                <a:lnTo>
                  <a:pt x="320396" y="232373"/>
                </a:lnTo>
                <a:lnTo>
                  <a:pt x="310761" y="225058"/>
                </a:lnTo>
                <a:lnTo>
                  <a:pt x="307685" y="221775"/>
                </a:lnTo>
                <a:lnTo>
                  <a:pt x="308055" y="220529"/>
                </a:lnTo>
                <a:lnTo>
                  <a:pt x="310311" y="218823"/>
                </a:lnTo>
                <a:lnTo>
                  <a:pt x="320849" y="213208"/>
                </a:lnTo>
                <a:lnTo>
                  <a:pt x="322544" y="212894"/>
                </a:lnTo>
                <a:lnTo>
                  <a:pt x="324503" y="213170"/>
                </a:lnTo>
                <a:lnTo>
                  <a:pt x="329786" y="215584"/>
                </a:lnTo>
                <a:close/>
                <a:moveTo>
                  <a:pt x="304666" y="227011"/>
                </a:moveTo>
                <a:lnTo>
                  <a:pt x="315811" y="235386"/>
                </a:lnTo>
                <a:lnTo>
                  <a:pt x="317448" y="236972"/>
                </a:lnTo>
                <a:lnTo>
                  <a:pt x="317554" y="238028"/>
                </a:lnTo>
                <a:lnTo>
                  <a:pt x="316453" y="240187"/>
                </a:lnTo>
                <a:lnTo>
                  <a:pt x="314855" y="241752"/>
                </a:lnTo>
                <a:lnTo>
                  <a:pt x="303478" y="250271"/>
                </a:lnTo>
                <a:lnTo>
                  <a:pt x="300004" y="252304"/>
                </a:lnTo>
                <a:lnTo>
                  <a:pt x="298617" y="252623"/>
                </a:lnTo>
                <a:lnTo>
                  <a:pt x="297436" y="251276"/>
                </a:lnTo>
                <a:lnTo>
                  <a:pt x="297247" y="248782"/>
                </a:lnTo>
                <a:lnTo>
                  <a:pt x="298965" y="240728"/>
                </a:lnTo>
                <a:lnTo>
                  <a:pt x="300512" y="228188"/>
                </a:lnTo>
                <a:lnTo>
                  <a:pt x="301698" y="226229"/>
                </a:lnTo>
                <a:lnTo>
                  <a:pt x="302943" y="226187"/>
                </a:lnTo>
                <a:lnTo>
                  <a:pt x="304666" y="227011"/>
                </a:lnTo>
                <a:close/>
                <a:moveTo>
                  <a:pt x="347288" y="228940"/>
                </a:moveTo>
                <a:lnTo>
                  <a:pt x="348214" y="231686"/>
                </a:lnTo>
                <a:lnTo>
                  <a:pt x="349933" y="245905"/>
                </a:lnTo>
                <a:lnTo>
                  <a:pt x="349631" y="251026"/>
                </a:lnTo>
                <a:lnTo>
                  <a:pt x="349216" y="252034"/>
                </a:lnTo>
                <a:lnTo>
                  <a:pt x="348367" y="252399"/>
                </a:lnTo>
                <a:lnTo>
                  <a:pt x="346203" y="251709"/>
                </a:lnTo>
                <a:lnTo>
                  <a:pt x="343977" y="250323"/>
                </a:lnTo>
                <a:lnTo>
                  <a:pt x="331473" y="241090"/>
                </a:lnTo>
                <a:lnTo>
                  <a:pt x="331473" y="236895"/>
                </a:lnTo>
                <a:lnTo>
                  <a:pt x="343834" y="227741"/>
                </a:lnTo>
                <a:lnTo>
                  <a:pt x="345435" y="227554"/>
                </a:lnTo>
                <a:lnTo>
                  <a:pt x="347288" y="228940"/>
                </a:lnTo>
                <a:close/>
                <a:moveTo>
                  <a:pt x="464545" y="82368"/>
                </a:moveTo>
                <a:lnTo>
                  <a:pt x="449711" y="83090"/>
                </a:lnTo>
                <a:lnTo>
                  <a:pt x="406409" y="83600"/>
                </a:lnTo>
                <a:lnTo>
                  <a:pt x="393182" y="85158"/>
                </a:lnTo>
                <a:lnTo>
                  <a:pt x="388982" y="86094"/>
                </a:lnTo>
                <a:lnTo>
                  <a:pt x="388986" y="86537"/>
                </a:lnTo>
                <a:lnTo>
                  <a:pt x="395405" y="88523"/>
                </a:lnTo>
                <a:lnTo>
                  <a:pt x="396484" y="89480"/>
                </a:lnTo>
                <a:lnTo>
                  <a:pt x="396678" y="90691"/>
                </a:lnTo>
                <a:lnTo>
                  <a:pt x="392057" y="99990"/>
                </a:lnTo>
                <a:lnTo>
                  <a:pt x="390840" y="101078"/>
                </a:lnTo>
                <a:lnTo>
                  <a:pt x="387593" y="102546"/>
                </a:lnTo>
                <a:lnTo>
                  <a:pt x="386317" y="104306"/>
                </a:lnTo>
                <a:lnTo>
                  <a:pt x="386343" y="106430"/>
                </a:lnTo>
                <a:lnTo>
                  <a:pt x="388102" y="109262"/>
                </a:lnTo>
                <a:lnTo>
                  <a:pt x="388497" y="110783"/>
                </a:lnTo>
                <a:lnTo>
                  <a:pt x="388345" y="112496"/>
                </a:lnTo>
                <a:lnTo>
                  <a:pt x="387398" y="115048"/>
                </a:lnTo>
                <a:lnTo>
                  <a:pt x="386763" y="115835"/>
                </a:lnTo>
                <a:lnTo>
                  <a:pt x="385563" y="116340"/>
                </a:lnTo>
                <a:lnTo>
                  <a:pt x="371352" y="115612"/>
                </a:lnTo>
                <a:lnTo>
                  <a:pt x="367200" y="116016"/>
                </a:lnTo>
                <a:lnTo>
                  <a:pt x="365684" y="116752"/>
                </a:lnTo>
                <a:lnTo>
                  <a:pt x="364802" y="117961"/>
                </a:lnTo>
                <a:lnTo>
                  <a:pt x="362786" y="122786"/>
                </a:lnTo>
                <a:lnTo>
                  <a:pt x="361378" y="124724"/>
                </a:lnTo>
                <a:lnTo>
                  <a:pt x="359704" y="126130"/>
                </a:lnTo>
                <a:lnTo>
                  <a:pt x="355449" y="127810"/>
                </a:lnTo>
                <a:lnTo>
                  <a:pt x="353802" y="129196"/>
                </a:lnTo>
                <a:lnTo>
                  <a:pt x="352160" y="131838"/>
                </a:lnTo>
                <a:lnTo>
                  <a:pt x="350108" y="137983"/>
                </a:lnTo>
                <a:lnTo>
                  <a:pt x="343105" y="144360"/>
                </a:lnTo>
                <a:lnTo>
                  <a:pt x="342696" y="145359"/>
                </a:lnTo>
                <a:lnTo>
                  <a:pt x="342900" y="146975"/>
                </a:lnTo>
                <a:lnTo>
                  <a:pt x="345791" y="149422"/>
                </a:lnTo>
                <a:lnTo>
                  <a:pt x="349982" y="151691"/>
                </a:lnTo>
                <a:lnTo>
                  <a:pt x="356574" y="154467"/>
                </a:lnTo>
                <a:lnTo>
                  <a:pt x="360751" y="157136"/>
                </a:lnTo>
                <a:lnTo>
                  <a:pt x="364844" y="158348"/>
                </a:lnTo>
                <a:lnTo>
                  <a:pt x="367803" y="160584"/>
                </a:lnTo>
                <a:lnTo>
                  <a:pt x="372754" y="162491"/>
                </a:lnTo>
                <a:lnTo>
                  <a:pt x="387478" y="170879"/>
                </a:lnTo>
                <a:lnTo>
                  <a:pt x="394447" y="174078"/>
                </a:lnTo>
                <a:lnTo>
                  <a:pt x="398606" y="176797"/>
                </a:lnTo>
                <a:lnTo>
                  <a:pt x="429555" y="192392"/>
                </a:lnTo>
                <a:lnTo>
                  <a:pt x="453321" y="203246"/>
                </a:lnTo>
                <a:lnTo>
                  <a:pt x="463669" y="207318"/>
                </a:lnTo>
                <a:lnTo>
                  <a:pt x="504247" y="220590"/>
                </a:lnTo>
                <a:lnTo>
                  <a:pt x="518816" y="226698"/>
                </a:lnTo>
                <a:lnTo>
                  <a:pt x="541163" y="234195"/>
                </a:lnTo>
                <a:lnTo>
                  <a:pt x="548359" y="236190"/>
                </a:lnTo>
                <a:lnTo>
                  <a:pt x="564800" y="241777"/>
                </a:lnTo>
                <a:lnTo>
                  <a:pt x="572273" y="243850"/>
                </a:lnTo>
                <a:lnTo>
                  <a:pt x="589348" y="249620"/>
                </a:lnTo>
                <a:lnTo>
                  <a:pt x="596523" y="251574"/>
                </a:lnTo>
                <a:lnTo>
                  <a:pt x="624917" y="260982"/>
                </a:lnTo>
                <a:lnTo>
                  <a:pt x="657866" y="270995"/>
                </a:lnTo>
                <a:lnTo>
                  <a:pt x="687033" y="280523"/>
                </a:lnTo>
                <a:lnTo>
                  <a:pt x="694726" y="282463"/>
                </a:lnTo>
                <a:lnTo>
                  <a:pt x="700674" y="284720"/>
                </a:lnTo>
                <a:lnTo>
                  <a:pt x="706383" y="285994"/>
                </a:lnTo>
                <a:lnTo>
                  <a:pt x="708259" y="285837"/>
                </a:lnTo>
                <a:lnTo>
                  <a:pt x="709036" y="284737"/>
                </a:lnTo>
                <a:lnTo>
                  <a:pt x="709060" y="283288"/>
                </a:lnTo>
                <a:lnTo>
                  <a:pt x="707185" y="281722"/>
                </a:lnTo>
                <a:lnTo>
                  <a:pt x="702440" y="280505"/>
                </a:lnTo>
                <a:lnTo>
                  <a:pt x="673649" y="270502"/>
                </a:lnTo>
                <a:lnTo>
                  <a:pt x="534835" y="224674"/>
                </a:lnTo>
                <a:lnTo>
                  <a:pt x="459182" y="199120"/>
                </a:lnTo>
                <a:lnTo>
                  <a:pt x="425405" y="184186"/>
                </a:lnTo>
                <a:lnTo>
                  <a:pt x="400076" y="172072"/>
                </a:lnTo>
                <a:lnTo>
                  <a:pt x="399334" y="171146"/>
                </a:lnTo>
                <a:lnTo>
                  <a:pt x="399737" y="170290"/>
                </a:lnTo>
                <a:lnTo>
                  <a:pt x="402388" y="169363"/>
                </a:lnTo>
                <a:lnTo>
                  <a:pt x="407025" y="168913"/>
                </a:lnTo>
                <a:lnTo>
                  <a:pt x="408958" y="166094"/>
                </a:lnTo>
                <a:lnTo>
                  <a:pt x="410822" y="165140"/>
                </a:lnTo>
                <a:lnTo>
                  <a:pt x="413082" y="165538"/>
                </a:lnTo>
                <a:lnTo>
                  <a:pt x="415718" y="167278"/>
                </a:lnTo>
                <a:lnTo>
                  <a:pt x="421489" y="173879"/>
                </a:lnTo>
                <a:lnTo>
                  <a:pt x="428191" y="173252"/>
                </a:lnTo>
                <a:lnTo>
                  <a:pt x="451287" y="184420"/>
                </a:lnTo>
                <a:lnTo>
                  <a:pt x="468775" y="191521"/>
                </a:lnTo>
                <a:lnTo>
                  <a:pt x="495528" y="199290"/>
                </a:lnTo>
                <a:lnTo>
                  <a:pt x="504719" y="201319"/>
                </a:lnTo>
                <a:lnTo>
                  <a:pt x="510481" y="203229"/>
                </a:lnTo>
                <a:lnTo>
                  <a:pt x="519191" y="205054"/>
                </a:lnTo>
                <a:lnTo>
                  <a:pt x="523113" y="206821"/>
                </a:lnTo>
                <a:lnTo>
                  <a:pt x="530609" y="209244"/>
                </a:lnTo>
                <a:lnTo>
                  <a:pt x="534571" y="211255"/>
                </a:lnTo>
                <a:lnTo>
                  <a:pt x="545484" y="215418"/>
                </a:lnTo>
                <a:lnTo>
                  <a:pt x="575960" y="226289"/>
                </a:lnTo>
                <a:lnTo>
                  <a:pt x="604070" y="235655"/>
                </a:lnTo>
                <a:lnTo>
                  <a:pt x="618330" y="239848"/>
                </a:lnTo>
                <a:lnTo>
                  <a:pt x="623585" y="241861"/>
                </a:lnTo>
                <a:lnTo>
                  <a:pt x="650268" y="249916"/>
                </a:lnTo>
                <a:lnTo>
                  <a:pt x="677736" y="257627"/>
                </a:lnTo>
                <a:lnTo>
                  <a:pt x="738371" y="272788"/>
                </a:lnTo>
                <a:lnTo>
                  <a:pt x="776484" y="280930"/>
                </a:lnTo>
                <a:lnTo>
                  <a:pt x="780878" y="280930"/>
                </a:lnTo>
                <a:lnTo>
                  <a:pt x="782286" y="280287"/>
                </a:lnTo>
                <a:lnTo>
                  <a:pt x="783153" y="279349"/>
                </a:lnTo>
                <a:lnTo>
                  <a:pt x="783902" y="276650"/>
                </a:lnTo>
                <a:lnTo>
                  <a:pt x="783386" y="275707"/>
                </a:lnTo>
                <a:lnTo>
                  <a:pt x="782402" y="275296"/>
                </a:lnTo>
                <a:lnTo>
                  <a:pt x="750988" y="268942"/>
                </a:lnTo>
                <a:lnTo>
                  <a:pt x="726339" y="262594"/>
                </a:lnTo>
                <a:lnTo>
                  <a:pt x="686387" y="253427"/>
                </a:lnTo>
                <a:lnTo>
                  <a:pt x="670275" y="249224"/>
                </a:lnTo>
                <a:lnTo>
                  <a:pt x="637509" y="239393"/>
                </a:lnTo>
                <a:lnTo>
                  <a:pt x="579283" y="220273"/>
                </a:lnTo>
                <a:lnTo>
                  <a:pt x="560101" y="214483"/>
                </a:lnTo>
                <a:lnTo>
                  <a:pt x="544063" y="209017"/>
                </a:lnTo>
                <a:lnTo>
                  <a:pt x="537399" y="207470"/>
                </a:lnTo>
                <a:lnTo>
                  <a:pt x="535866" y="206659"/>
                </a:lnTo>
                <a:lnTo>
                  <a:pt x="535588" y="206170"/>
                </a:lnTo>
                <a:lnTo>
                  <a:pt x="536003" y="204985"/>
                </a:lnTo>
                <a:lnTo>
                  <a:pt x="542055" y="200393"/>
                </a:lnTo>
                <a:lnTo>
                  <a:pt x="543128" y="199143"/>
                </a:lnTo>
                <a:lnTo>
                  <a:pt x="543786" y="196779"/>
                </a:lnTo>
                <a:lnTo>
                  <a:pt x="543857" y="190609"/>
                </a:lnTo>
                <a:lnTo>
                  <a:pt x="547996" y="185495"/>
                </a:lnTo>
                <a:lnTo>
                  <a:pt x="548623" y="183361"/>
                </a:lnTo>
                <a:lnTo>
                  <a:pt x="548598" y="179351"/>
                </a:lnTo>
                <a:lnTo>
                  <a:pt x="549616" y="178215"/>
                </a:lnTo>
                <a:lnTo>
                  <a:pt x="551523" y="177768"/>
                </a:lnTo>
                <a:lnTo>
                  <a:pt x="554253" y="178021"/>
                </a:lnTo>
                <a:lnTo>
                  <a:pt x="561950" y="180147"/>
                </a:lnTo>
                <a:lnTo>
                  <a:pt x="571520" y="182124"/>
                </a:lnTo>
                <a:lnTo>
                  <a:pt x="592927" y="188030"/>
                </a:lnTo>
                <a:lnTo>
                  <a:pt x="621604" y="195132"/>
                </a:lnTo>
                <a:lnTo>
                  <a:pt x="623917" y="195430"/>
                </a:lnTo>
                <a:lnTo>
                  <a:pt x="625641" y="195063"/>
                </a:lnTo>
                <a:lnTo>
                  <a:pt x="626612" y="194112"/>
                </a:lnTo>
                <a:lnTo>
                  <a:pt x="626669" y="192657"/>
                </a:lnTo>
                <a:lnTo>
                  <a:pt x="625697" y="190959"/>
                </a:lnTo>
                <a:lnTo>
                  <a:pt x="624098" y="189940"/>
                </a:lnTo>
                <a:lnTo>
                  <a:pt x="610298" y="186336"/>
                </a:lnTo>
                <a:lnTo>
                  <a:pt x="597231" y="183667"/>
                </a:lnTo>
                <a:lnTo>
                  <a:pt x="595421" y="182706"/>
                </a:lnTo>
                <a:lnTo>
                  <a:pt x="594945" y="181567"/>
                </a:lnTo>
                <a:lnTo>
                  <a:pt x="595513" y="180382"/>
                </a:lnTo>
                <a:lnTo>
                  <a:pt x="597046" y="179237"/>
                </a:lnTo>
                <a:lnTo>
                  <a:pt x="605276" y="176133"/>
                </a:lnTo>
                <a:lnTo>
                  <a:pt x="606101" y="174464"/>
                </a:lnTo>
                <a:lnTo>
                  <a:pt x="607221" y="168815"/>
                </a:lnTo>
                <a:lnTo>
                  <a:pt x="609203" y="166803"/>
                </a:lnTo>
                <a:lnTo>
                  <a:pt x="611362" y="166306"/>
                </a:lnTo>
                <a:lnTo>
                  <a:pt x="626277" y="166127"/>
                </a:lnTo>
                <a:lnTo>
                  <a:pt x="630217" y="165588"/>
                </a:lnTo>
                <a:lnTo>
                  <a:pt x="631513" y="164990"/>
                </a:lnTo>
                <a:lnTo>
                  <a:pt x="631987" y="164090"/>
                </a:lnTo>
                <a:lnTo>
                  <a:pt x="631269" y="157448"/>
                </a:lnTo>
                <a:lnTo>
                  <a:pt x="631603" y="154496"/>
                </a:lnTo>
                <a:lnTo>
                  <a:pt x="632718" y="151450"/>
                </a:lnTo>
                <a:lnTo>
                  <a:pt x="635478" y="146474"/>
                </a:lnTo>
                <a:lnTo>
                  <a:pt x="636007" y="143636"/>
                </a:lnTo>
                <a:lnTo>
                  <a:pt x="635450" y="140453"/>
                </a:lnTo>
                <a:lnTo>
                  <a:pt x="633823" y="139236"/>
                </a:lnTo>
                <a:lnTo>
                  <a:pt x="631619" y="139677"/>
                </a:lnTo>
                <a:lnTo>
                  <a:pt x="627161" y="143659"/>
                </a:lnTo>
                <a:lnTo>
                  <a:pt x="621096" y="150760"/>
                </a:lnTo>
                <a:lnTo>
                  <a:pt x="620187" y="152487"/>
                </a:lnTo>
                <a:lnTo>
                  <a:pt x="619602" y="154906"/>
                </a:lnTo>
                <a:lnTo>
                  <a:pt x="617524" y="156890"/>
                </a:lnTo>
                <a:lnTo>
                  <a:pt x="615014" y="157297"/>
                </a:lnTo>
                <a:lnTo>
                  <a:pt x="609788" y="156270"/>
                </a:lnTo>
                <a:lnTo>
                  <a:pt x="606307" y="156166"/>
                </a:lnTo>
                <a:lnTo>
                  <a:pt x="602956" y="156804"/>
                </a:lnTo>
                <a:lnTo>
                  <a:pt x="599120" y="158658"/>
                </a:lnTo>
                <a:lnTo>
                  <a:pt x="597996" y="160541"/>
                </a:lnTo>
                <a:lnTo>
                  <a:pt x="596725" y="166199"/>
                </a:lnTo>
                <a:lnTo>
                  <a:pt x="596164" y="167093"/>
                </a:lnTo>
                <a:lnTo>
                  <a:pt x="595412" y="167350"/>
                </a:lnTo>
                <a:lnTo>
                  <a:pt x="591915" y="165954"/>
                </a:lnTo>
                <a:lnTo>
                  <a:pt x="585754" y="164849"/>
                </a:lnTo>
                <a:lnTo>
                  <a:pt x="581332" y="161777"/>
                </a:lnTo>
                <a:lnTo>
                  <a:pt x="576788" y="160222"/>
                </a:lnTo>
                <a:lnTo>
                  <a:pt x="569799" y="155448"/>
                </a:lnTo>
                <a:lnTo>
                  <a:pt x="563484" y="153224"/>
                </a:lnTo>
                <a:lnTo>
                  <a:pt x="561043" y="153274"/>
                </a:lnTo>
                <a:lnTo>
                  <a:pt x="559021" y="154111"/>
                </a:lnTo>
                <a:lnTo>
                  <a:pt x="549202" y="163204"/>
                </a:lnTo>
                <a:lnTo>
                  <a:pt x="542288" y="167866"/>
                </a:lnTo>
                <a:lnTo>
                  <a:pt x="540420" y="168744"/>
                </a:lnTo>
                <a:lnTo>
                  <a:pt x="538439" y="169088"/>
                </a:lnTo>
                <a:lnTo>
                  <a:pt x="534908" y="168619"/>
                </a:lnTo>
                <a:lnTo>
                  <a:pt x="528755" y="166687"/>
                </a:lnTo>
                <a:lnTo>
                  <a:pt x="518846" y="164598"/>
                </a:lnTo>
                <a:lnTo>
                  <a:pt x="511493" y="162356"/>
                </a:lnTo>
                <a:lnTo>
                  <a:pt x="502843" y="160886"/>
                </a:lnTo>
                <a:lnTo>
                  <a:pt x="496437" y="158843"/>
                </a:lnTo>
                <a:lnTo>
                  <a:pt x="486458" y="157239"/>
                </a:lnTo>
                <a:lnTo>
                  <a:pt x="479681" y="155014"/>
                </a:lnTo>
                <a:lnTo>
                  <a:pt x="470007" y="153745"/>
                </a:lnTo>
                <a:lnTo>
                  <a:pt x="469612" y="154281"/>
                </a:lnTo>
                <a:lnTo>
                  <a:pt x="469843" y="155419"/>
                </a:lnTo>
                <a:lnTo>
                  <a:pt x="471919" y="156721"/>
                </a:lnTo>
                <a:lnTo>
                  <a:pt x="480715" y="158565"/>
                </a:lnTo>
                <a:lnTo>
                  <a:pt x="486653" y="161237"/>
                </a:lnTo>
                <a:lnTo>
                  <a:pt x="494468" y="162609"/>
                </a:lnTo>
                <a:lnTo>
                  <a:pt x="502666" y="165007"/>
                </a:lnTo>
                <a:lnTo>
                  <a:pt x="511554" y="166207"/>
                </a:lnTo>
                <a:lnTo>
                  <a:pt x="516366" y="168866"/>
                </a:lnTo>
                <a:lnTo>
                  <a:pt x="521950" y="169684"/>
                </a:lnTo>
                <a:lnTo>
                  <a:pt x="535021" y="173935"/>
                </a:lnTo>
                <a:lnTo>
                  <a:pt x="535918" y="174513"/>
                </a:lnTo>
                <a:lnTo>
                  <a:pt x="536950" y="176061"/>
                </a:lnTo>
                <a:lnTo>
                  <a:pt x="536563" y="179253"/>
                </a:lnTo>
                <a:lnTo>
                  <a:pt x="532650" y="184928"/>
                </a:lnTo>
                <a:lnTo>
                  <a:pt x="530387" y="186951"/>
                </a:lnTo>
                <a:lnTo>
                  <a:pt x="529831" y="186989"/>
                </a:lnTo>
                <a:lnTo>
                  <a:pt x="528814" y="186175"/>
                </a:lnTo>
                <a:lnTo>
                  <a:pt x="526332" y="182051"/>
                </a:lnTo>
                <a:lnTo>
                  <a:pt x="522186" y="177417"/>
                </a:lnTo>
                <a:lnTo>
                  <a:pt x="518625" y="174510"/>
                </a:lnTo>
                <a:lnTo>
                  <a:pt x="512921" y="170975"/>
                </a:lnTo>
                <a:lnTo>
                  <a:pt x="510774" y="171085"/>
                </a:lnTo>
                <a:lnTo>
                  <a:pt x="504545" y="175102"/>
                </a:lnTo>
                <a:lnTo>
                  <a:pt x="502126" y="175705"/>
                </a:lnTo>
                <a:lnTo>
                  <a:pt x="498909" y="174578"/>
                </a:lnTo>
                <a:lnTo>
                  <a:pt x="491613" y="173649"/>
                </a:lnTo>
                <a:lnTo>
                  <a:pt x="486964" y="171854"/>
                </a:lnTo>
                <a:lnTo>
                  <a:pt x="486877" y="168214"/>
                </a:lnTo>
                <a:lnTo>
                  <a:pt x="486139" y="166671"/>
                </a:lnTo>
                <a:lnTo>
                  <a:pt x="479491" y="162066"/>
                </a:lnTo>
                <a:lnTo>
                  <a:pt x="464020" y="161337"/>
                </a:lnTo>
                <a:lnTo>
                  <a:pt x="458301" y="160739"/>
                </a:lnTo>
                <a:lnTo>
                  <a:pt x="455672" y="160042"/>
                </a:lnTo>
                <a:lnTo>
                  <a:pt x="454202" y="158543"/>
                </a:lnTo>
                <a:lnTo>
                  <a:pt x="453842" y="156523"/>
                </a:lnTo>
                <a:lnTo>
                  <a:pt x="454661" y="154256"/>
                </a:lnTo>
                <a:lnTo>
                  <a:pt x="456227" y="152403"/>
                </a:lnTo>
                <a:lnTo>
                  <a:pt x="457915" y="152005"/>
                </a:lnTo>
                <a:lnTo>
                  <a:pt x="461067" y="152989"/>
                </a:lnTo>
                <a:lnTo>
                  <a:pt x="465735" y="153480"/>
                </a:lnTo>
                <a:lnTo>
                  <a:pt x="467347" y="153101"/>
                </a:lnTo>
                <a:lnTo>
                  <a:pt x="467402" y="152314"/>
                </a:lnTo>
                <a:lnTo>
                  <a:pt x="457762" y="149397"/>
                </a:lnTo>
                <a:lnTo>
                  <a:pt x="447520" y="141101"/>
                </a:lnTo>
                <a:lnTo>
                  <a:pt x="445675" y="140081"/>
                </a:lnTo>
                <a:lnTo>
                  <a:pt x="443974" y="139894"/>
                </a:lnTo>
                <a:lnTo>
                  <a:pt x="439352" y="141284"/>
                </a:lnTo>
                <a:lnTo>
                  <a:pt x="437967" y="141262"/>
                </a:lnTo>
                <a:lnTo>
                  <a:pt x="434808" y="136730"/>
                </a:lnTo>
                <a:lnTo>
                  <a:pt x="431711" y="133473"/>
                </a:lnTo>
                <a:lnTo>
                  <a:pt x="431701" y="131825"/>
                </a:lnTo>
                <a:lnTo>
                  <a:pt x="432709" y="131137"/>
                </a:lnTo>
                <a:lnTo>
                  <a:pt x="437263" y="130578"/>
                </a:lnTo>
                <a:lnTo>
                  <a:pt x="460880" y="129731"/>
                </a:lnTo>
                <a:lnTo>
                  <a:pt x="489982" y="127378"/>
                </a:lnTo>
                <a:lnTo>
                  <a:pt x="503546" y="126022"/>
                </a:lnTo>
                <a:lnTo>
                  <a:pt x="509336" y="123640"/>
                </a:lnTo>
                <a:lnTo>
                  <a:pt x="521998" y="124598"/>
                </a:lnTo>
                <a:lnTo>
                  <a:pt x="530624" y="123459"/>
                </a:lnTo>
                <a:lnTo>
                  <a:pt x="547521" y="122680"/>
                </a:lnTo>
                <a:lnTo>
                  <a:pt x="560065" y="121179"/>
                </a:lnTo>
                <a:lnTo>
                  <a:pt x="568628" y="119539"/>
                </a:lnTo>
                <a:lnTo>
                  <a:pt x="588313" y="118692"/>
                </a:lnTo>
                <a:lnTo>
                  <a:pt x="591855" y="118016"/>
                </a:lnTo>
                <a:lnTo>
                  <a:pt x="593085" y="117136"/>
                </a:lnTo>
                <a:lnTo>
                  <a:pt x="591751" y="116618"/>
                </a:lnTo>
                <a:lnTo>
                  <a:pt x="586757" y="116379"/>
                </a:lnTo>
                <a:lnTo>
                  <a:pt x="568945" y="116795"/>
                </a:lnTo>
                <a:lnTo>
                  <a:pt x="552388" y="118699"/>
                </a:lnTo>
                <a:lnTo>
                  <a:pt x="521120" y="120058"/>
                </a:lnTo>
                <a:lnTo>
                  <a:pt x="512483" y="121546"/>
                </a:lnTo>
                <a:lnTo>
                  <a:pt x="505177" y="121452"/>
                </a:lnTo>
                <a:lnTo>
                  <a:pt x="497819" y="122663"/>
                </a:lnTo>
                <a:lnTo>
                  <a:pt x="454481" y="124577"/>
                </a:lnTo>
                <a:lnTo>
                  <a:pt x="444913" y="126071"/>
                </a:lnTo>
                <a:lnTo>
                  <a:pt x="441498" y="125857"/>
                </a:lnTo>
                <a:lnTo>
                  <a:pt x="438735" y="122704"/>
                </a:lnTo>
                <a:lnTo>
                  <a:pt x="437490" y="121934"/>
                </a:lnTo>
                <a:lnTo>
                  <a:pt x="432397" y="123579"/>
                </a:lnTo>
                <a:lnTo>
                  <a:pt x="431204" y="123634"/>
                </a:lnTo>
                <a:lnTo>
                  <a:pt x="429901" y="123056"/>
                </a:lnTo>
                <a:lnTo>
                  <a:pt x="429154" y="121213"/>
                </a:lnTo>
                <a:lnTo>
                  <a:pt x="429806" y="118335"/>
                </a:lnTo>
                <a:lnTo>
                  <a:pt x="432401" y="115915"/>
                </a:lnTo>
                <a:lnTo>
                  <a:pt x="435128" y="114649"/>
                </a:lnTo>
                <a:lnTo>
                  <a:pt x="442000" y="113155"/>
                </a:lnTo>
                <a:lnTo>
                  <a:pt x="452456" y="111895"/>
                </a:lnTo>
                <a:lnTo>
                  <a:pt x="467438" y="112924"/>
                </a:lnTo>
                <a:lnTo>
                  <a:pt x="478121" y="111760"/>
                </a:lnTo>
                <a:lnTo>
                  <a:pt x="512787" y="111106"/>
                </a:lnTo>
                <a:lnTo>
                  <a:pt x="530387" y="109947"/>
                </a:lnTo>
                <a:lnTo>
                  <a:pt x="546479" y="109579"/>
                </a:lnTo>
                <a:lnTo>
                  <a:pt x="556018" y="108198"/>
                </a:lnTo>
                <a:lnTo>
                  <a:pt x="582847" y="107677"/>
                </a:lnTo>
                <a:lnTo>
                  <a:pt x="607385" y="106595"/>
                </a:lnTo>
                <a:lnTo>
                  <a:pt x="613075" y="106156"/>
                </a:lnTo>
                <a:lnTo>
                  <a:pt x="615938" y="105316"/>
                </a:lnTo>
                <a:lnTo>
                  <a:pt x="615572" y="104291"/>
                </a:lnTo>
                <a:lnTo>
                  <a:pt x="614431" y="103902"/>
                </a:lnTo>
                <a:lnTo>
                  <a:pt x="599762" y="103221"/>
                </a:lnTo>
                <a:lnTo>
                  <a:pt x="586412" y="104119"/>
                </a:lnTo>
                <a:lnTo>
                  <a:pt x="539784" y="104771"/>
                </a:lnTo>
                <a:lnTo>
                  <a:pt x="536112" y="105067"/>
                </a:lnTo>
                <a:lnTo>
                  <a:pt x="530014" y="106288"/>
                </a:lnTo>
                <a:lnTo>
                  <a:pt x="511023" y="106548"/>
                </a:lnTo>
                <a:lnTo>
                  <a:pt x="498504" y="107748"/>
                </a:lnTo>
                <a:lnTo>
                  <a:pt x="470728" y="108211"/>
                </a:lnTo>
                <a:lnTo>
                  <a:pt x="449717" y="109935"/>
                </a:lnTo>
                <a:lnTo>
                  <a:pt x="430302" y="109569"/>
                </a:lnTo>
                <a:lnTo>
                  <a:pt x="429204" y="109320"/>
                </a:lnTo>
                <a:lnTo>
                  <a:pt x="427796" y="108117"/>
                </a:lnTo>
                <a:lnTo>
                  <a:pt x="426799" y="106352"/>
                </a:lnTo>
                <a:lnTo>
                  <a:pt x="426274" y="104273"/>
                </a:lnTo>
                <a:lnTo>
                  <a:pt x="426283" y="102126"/>
                </a:lnTo>
                <a:lnTo>
                  <a:pt x="427594" y="98108"/>
                </a:lnTo>
                <a:lnTo>
                  <a:pt x="428031" y="94926"/>
                </a:lnTo>
                <a:lnTo>
                  <a:pt x="427689" y="93451"/>
                </a:lnTo>
                <a:lnTo>
                  <a:pt x="425684" y="90324"/>
                </a:lnTo>
                <a:lnTo>
                  <a:pt x="427564" y="88395"/>
                </a:lnTo>
                <a:lnTo>
                  <a:pt x="479704" y="88054"/>
                </a:lnTo>
                <a:lnTo>
                  <a:pt x="539499" y="86545"/>
                </a:lnTo>
                <a:lnTo>
                  <a:pt x="558575" y="85110"/>
                </a:lnTo>
                <a:lnTo>
                  <a:pt x="591086" y="84205"/>
                </a:lnTo>
                <a:lnTo>
                  <a:pt x="597313" y="83385"/>
                </a:lnTo>
                <a:lnTo>
                  <a:pt x="597616" y="82754"/>
                </a:lnTo>
                <a:lnTo>
                  <a:pt x="596063" y="82268"/>
                </a:lnTo>
                <a:lnTo>
                  <a:pt x="579745" y="81747"/>
                </a:lnTo>
                <a:lnTo>
                  <a:pt x="487803" y="81639"/>
                </a:lnTo>
                <a:lnTo>
                  <a:pt x="464545" y="82368"/>
                </a:lnTo>
                <a:close/>
                <a:moveTo>
                  <a:pt x="410111" y="101413"/>
                </a:moveTo>
                <a:lnTo>
                  <a:pt x="411579" y="103683"/>
                </a:lnTo>
                <a:lnTo>
                  <a:pt x="415031" y="107549"/>
                </a:lnTo>
                <a:lnTo>
                  <a:pt x="415352" y="108946"/>
                </a:lnTo>
                <a:lnTo>
                  <a:pt x="414691" y="110284"/>
                </a:lnTo>
                <a:lnTo>
                  <a:pt x="413775" y="111441"/>
                </a:lnTo>
                <a:lnTo>
                  <a:pt x="405621" y="111782"/>
                </a:lnTo>
                <a:lnTo>
                  <a:pt x="402701" y="111141"/>
                </a:lnTo>
                <a:lnTo>
                  <a:pt x="401818" y="108500"/>
                </a:lnTo>
                <a:lnTo>
                  <a:pt x="401789" y="105763"/>
                </a:lnTo>
                <a:lnTo>
                  <a:pt x="402440" y="103336"/>
                </a:lnTo>
                <a:lnTo>
                  <a:pt x="403665" y="101391"/>
                </a:lnTo>
                <a:lnTo>
                  <a:pt x="406345" y="99750"/>
                </a:lnTo>
                <a:lnTo>
                  <a:pt x="409387" y="99629"/>
                </a:lnTo>
                <a:lnTo>
                  <a:pt x="410111" y="101413"/>
                </a:lnTo>
                <a:close/>
                <a:moveTo>
                  <a:pt x="412473" y="114865"/>
                </a:moveTo>
                <a:lnTo>
                  <a:pt x="415876" y="115952"/>
                </a:lnTo>
                <a:lnTo>
                  <a:pt x="417578" y="117336"/>
                </a:lnTo>
                <a:lnTo>
                  <a:pt x="418765" y="119170"/>
                </a:lnTo>
                <a:lnTo>
                  <a:pt x="419384" y="121392"/>
                </a:lnTo>
                <a:lnTo>
                  <a:pt x="419395" y="124175"/>
                </a:lnTo>
                <a:lnTo>
                  <a:pt x="418966" y="125348"/>
                </a:lnTo>
                <a:lnTo>
                  <a:pt x="417774" y="126224"/>
                </a:lnTo>
                <a:lnTo>
                  <a:pt x="416335" y="126420"/>
                </a:lnTo>
                <a:lnTo>
                  <a:pt x="415298" y="125999"/>
                </a:lnTo>
                <a:lnTo>
                  <a:pt x="410490" y="121639"/>
                </a:lnTo>
                <a:lnTo>
                  <a:pt x="404701" y="119809"/>
                </a:lnTo>
                <a:lnTo>
                  <a:pt x="403077" y="118661"/>
                </a:lnTo>
                <a:lnTo>
                  <a:pt x="402131" y="117340"/>
                </a:lnTo>
                <a:lnTo>
                  <a:pt x="402008" y="115989"/>
                </a:lnTo>
                <a:lnTo>
                  <a:pt x="403023" y="114238"/>
                </a:lnTo>
                <a:lnTo>
                  <a:pt x="412473" y="114865"/>
                </a:lnTo>
                <a:close/>
                <a:moveTo>
                  <a:pt x="383545" y="124218"/>
                </a:moveTo>
                <a:lnTo>
                  <a:pt x="383993" y="124871"/>
                </a:lnTo>
                <a:lnTo>
                  <a:pt x="384090" y="126976"/>
                </a:lnTo>
                <a:lnTo>
                  <a:pt x="382593" y="131283"/>
                </a:lnTo>
                <a:lnTo>
                  <a:pt x="379697" y="135615"/>
                </a:lnTo>
                <a:lnTo>
                  <a:pt x="377049" y="138113"/>
                </a:lnTo>
                <a:lnTo>
                  <a:pt x="373692" y="140692"/>
                </a:lnTo>
                <a:lnTo>
                  <a:pt x="372077" y="141405"/>
                </a:lnTo>
                <a:lnTo>
                  <a:pt x="370696" y="141426"/>
                </a:lnTo>
                <a:lnTo>
                  <a:pt x="367230" y="140226"/>
                </a:lnTo>
                <a:lnTo>
                  <a:pt x="364741" y="140611"/>
                </a:lnTo>
                <a:lnTo>
                  <a:pt x="364908" y="141997"/>
                </a:lnTo>
                <a:lnTo>
                  <a:pt x="366126" y="143940"/>
                </a:lnTo>
                <a:lnTo>
                  <a:pt x="371043" y="148472"/>
                </a:lnTo>
                <a:lnTo>
                  <a:pt x="372899" y="154700"/>
                </a:lnTo>
                <a:lnTo>
                  <a:pt x="373007" y="156491"/>
                </a:lnTo>
                <a:lnTo>
                  <a:pt x="372616" y="157624"/>
                </a:lnTo>
                <a:lnTo>
                  <a:pt x="371269" y="158298"/>
                </a:lnTo>
                <a:lnTo>
                  <a:pt x="368857" y="157932"/>
                </a:lnTo>
                <a:lnTo>
                  <a:pt x="364265" y="155208"/>
                </a:lnTo>
                <a:lnTo>
                  <a:pt x="358991" y="152994"/>
                </a:lnTo>
                <a:lnTo>
                  <a:pt x="357926" y="150556"/>
                </a:lnTo>
                <a:lnTo>
                  <a:pt x="358166" y="146403"/>
                </a:lnTo>
                <a:lnTo>
                  <a:pt x="360033" y="142679"/>
                </a:lnTo>
                <a:lnTo>
                  <a:pt x="363162" y="140352"/>
                </a:lnTo>
                <a:lnTo>
                  <a:pt x="363137" y="137722"/>
                </a:lnTo>
                <a:lnTo>
                  <a:pt x="364084" y="135916"/>
                </a:lnTo>
                <a:lnTo>
                  <a:pt x="367851" y="132891"/>
                </a:lnTo>
                <a:lnTo>
                  <a:pt x="371815" y="128364"/>
                </a:lnTo>
                <a:lnTo>
                  <a:pt x="377420" y="123916"/>
                </a:lnTo>
                <a:lnTo>
                  <a:pt x="380531" y="123465"/>
                </a:lnTo>
                <a:lnTo>
                  <a:pt x="383545" y="124218"/>
                </a:lnTo>
                <a:close/>
                <a:moveTo>
                  <a:pt x="397864" y="139888"/>
                </a:moveTo>
                <a:lnTo>
                  <a:pt x="400486" y="144256"/>
                </a:lnTo>
                <a:lnTo>
                  <a:pt x="402517" y="149123"/>
                </a:lnTo>
                <a:lnTo>
                  <a:pt x="402046" y="151730"/>
                </a:lnTo>
                <a:lnTo>
                  <a:pt x="400211" y="153102"/>
                </a:lnTo>
                <a:lnTo>
                  <a:pt x="398805" y="153038"/>
                </a:lnTo>
                <a:lnTo>
                  <a:pt x="397810" y="152369"/>
                </a:lnTo>
                <a:lnTo>
                  <a:pt x="396214" y="146848"/>
                </a:lnTo>
                <a:lnTo>
                  <a:pt x="395085" y="145172"/>
                </a:lnTo>
                <a:lnTo>
                  <a:pt x="393205" y="144021"/>
                </a:lnTo>
                <a:lnTo>
                  <a:pt x="389812" y="142781"/>
                </a:lnTo>
                <a:lnTo>
                  <a:pt x="390103" y="140228"/>
                </a:lnTo>
                <a:lnTo>
                  <a:pt x="390883" y="139227"/>
                </a:lnTo>
                <a:lnTo>
                  <a:pt x="392681" y="138134"/>
                </a:lnTo>
                <a:lnTo>
                  <a:pt x="395878" y="138013"/>
                </a:lnTo>
                <a:lnTo>
                  <a:pt x="397864" y="139888"/>
                </a:lnTo>
                <a:close/>
                <a:moveTo>
                  <a:pt x="436532" y="143793"/>
                </a:moveTo>
                <a:lnTo>
                  <a:pt x="436796" y="146937"/>
                </a:lnTo>
                <a:lnTo>
                  <a:pt x="436068" y="148741"/>
                </a:lnTo>
                <a:lnTo>
                  <a:pt x="431025" y="151663"/>
                </a:lnTo>
                <a:lnTo>
                  <a:pt x="426581" y="157265"/>
                </a:lnTo>
                <a:lnTo>
                  <a:pt x="425687" y="157341"/>
                </a:lnTo>
                <a:lnTo>
                  <a:pt x="424940" y="156887"/>
                </a:lnTo>
                <a:lnTo>
                  <a:pt x="423823" y="155026"/>
                </a:lnTo>
                <a:lnTo>
                  <a:pt x="423562" y="151990"/>
                </a:lnTo>
                <a:lnTo>
                  <a:pt x="427167" y="149718"/>
                </a:lnTo>
                <a:lnTo>
                  <a:pt x="429460" y="145462"/>
                </a:lnTo>
                <a:lnTo>
                  <a:pt x="431208" y="143844"/>
                </a:lnTo>
                <a:lnTo>
                  <a:pt x="434121" y="143022"/>
                </a:lnTo>
                <a:lnTo>
                  <a:pt x="435815" y="143209"/>
                </a:lnTo>
                <a:lnTo>
                  <a:pt x="436532" y="143793"/>
                </a:lnTo>
                <a:close/>
                <a:moveTo>
                  <a:pt x="562179" y="169588"/>
                </a:moveTo>
                <a:lnTo>
                  <a:pt x="562649" y="172113"/>
                </a:lnTo>
                <a:lnTo>
                  <a:pt x="561304" y="173649"/>
                </a:lnTo>
                <a:lnTo>
                  <a:pt x="558699" y="173727"/>
                </a:lnTo>
                <a:lnTo>
                  <a:pt x="556231" y="172242"/>
                </a:lnTo>
                <a:lnTo>
                  <a:pt x="556122" y="171402"/>
                </a:lnTo>
                <a:lnTo>
                  <a:pt x="556678" y="170498"/>
                </a:lnTo>
                <a:lnTo>
                  <a:pt x="559290" y="168813"/>
                </a:lnTo>
                <a:lnTo>
                  <a:pt x="561224" y="168554"/>
                </a:lnTo>
                <a:lnTo>
                  <a:pt x="562179" y="169588"/>
                </a:lnTo>
                <a:close/>
                <a:moveTo>
                  <a:pt x="463339" y="170938"/>
                </a:moveTo>
                <a:lnTo>
                  <a:pt x="466320" y="171431"/>
                </a:lnTo>
                <a:lnTo>
                  <a:pt x="467974" y="172278"/>
                </a:lnTo>
                <a:lnTo>
                  <a:pt x="471453" y="178246"/>
                </a:lnTo>
                <a:lnTo>
                  <a:pt x="473911" y="180228"/>
                </a:lnTo>
                <a:lnTo>
                  <a:pt x="477604" y="181677"/>
                </a:lnTo>
                <a:lnTo>
                  <a:pt x="485108" y="182768"/>
                </a:lnTo>
                <a:lnTo>
                  <a:pt x="493966" y="184837"/>
                </a:lnTo>
                <a:lnTo>
                  <a:pt x="495448" y="185669"/>
                </a:lnTo>
                <a:lnTo>
                  <a:pt x="499201" y="189024"/>
                </a:lnTo>
                <a:lnTo>
                  <a:pt x="502055" y="190368"/>
                </a:lnTo>
                <a:lnTo>
                  <a:pt x="508462" y="188371"/>
                </a:lnTo>
                <a:lnTo>
                  <a:pt x="513422" y="185312"/>
                </a:lnTo>
                <a:lnTo>
                  <a:pt x="514871" y="185071"/>
                </a:lnTo>
                <a:lnTo>
                  <a:pt x="517859" y="187947"/>
                </a:lnTo>
                <a:lnTo>
                  <a:pt x="523662" y="197292"/>
                </a:lnTo>
                <a:lnTo>
                  <a:pt x="524080" y="199192"/>
                </a:lnTo>
                <a:lnTo>
                  <a:pt x="523770" y="201662"/>
                </a:lnTo>
                <a:lnTo>
                  <a:pt x="522788" y="202513"/>
                </a:lnTo>
                <a:lnTo>
                  <a:pt x="521744" y="202452"/>
                </a:lnTo>
                <a:lnTo>
                  <a:pt x="507126" y="197577"/>
                </a:lnTo>
                <a:lnTo>
                  <a:pt x="500079" y="195822"/>
                </a:lnTo>
                <a:lnTo>
                  <a:pt x="493934" y="193478"/>
                </a:lnTo>
                <a:lnTo>
                  <a:pt x="474423" y="187789"/>
                </a:lnTo>
                <a:lnTo>
                  <a:pt x="463586" y="183871"/>
                </a:lnTo>
                <a:lnTo>
                  <a:pt x="451334" y="178411"/>
                </a:lnTo>
                <a:lnTo>
                  <a:pt x="447985" y="176511"/>
                </a:lnTo>
                <a:lnTo>
                  <a:pt x="446988" y="175082"/>
                </a:lnTo>
                <a:lnTo>
                  <a:pt x="448115" y="173632"/>
                </a:lnTo>
                <a:lnTo>
                  <a:pt x="452202" y="170841"/>
                </a:lnTo>
                <a:lnTo>
                  <a:pt x="455131" y="170166"/>
                </a:lnTo>
                <a:lnTo>
                  <a:pt x="463339" y="170938"/>
                </a:lnTo>
                <a:close/>
                <a:moveTo>
                  <a:pt x="588889" y="177881"/>
                </a:moveTo>
                <a:lnTo>
                  <a:pt x="589613" y="179472"/>
                </a:lnTo>
                <a:lnTo>
                  <a:pt x="588120" y="180461"/>
                </a:lnTo>
                <a:lnTo>
                  <a:pt x="584673" y="180187"/>
                </a:lnTo>
                <a:lnTo>
                  <a:pt x="583393" y="178990"/>
                </a:lnTo>
                <a:lnTo>
                  <a:pt x="583802" y="178143"/>
                </a:lnTo>
                <a:lnTo>
                  <a:pt x="585508" y="177368"/>
                </a:lnTo>
                <a:lnTo>
                  <a:pt x="587670" y="177362"/>
                </a:lnTo>
                <a:lnTo>
                  <a:pt x="588889" y="177881"/>
                </a:lnTo>
                <a:close/>
                <a:moveTo>
                  <a:pt x="432338" y="100931"/>
                </a:moveTo>
                <a:lnTo>
                  <a:pt x="432042" y="102431"/>
                </a:lnTo>
                <a:lnTo>
                  <a:pt x="432723" y="103968"/>
                </a:lnTo>
                <a:lnTo>
                  <a:pt x="433716" y="104340"/>
                </a:lnTo>
                <a:lnTo>
                  <a:pt x="435116" y="103709"/>
                </a:lnTo>
                <a:lnTo>
                  <a:pt x="435747" y="102310"/>
                </a:lnTo>
                <a:lnTo>
                  <a:pt x="435375" y="101316"/>
                </a:lnTo>
                <a:lnTo>
                  <a:pt x="433838" y="100635"/>
                </a:lnTo>
                <a:lnTo>
                  <a:pt x="432338" y="100931"/>
                </a:lnTo>
                <a:close/>
                <a:moveTo>
                  <a:pt x="634259" y="111441"/>
                </a:moveTo>
                <a:lnTo>
                  <a:pt x="625104" y="112473"/>
                </a:lnTo>
                <a:lnTo>
                  <a:pt x="622861" y="113248"/>
                </a:lnTo>
                <a:lnTo>
                  <a:pt x="622624" y="113909"/>
                </a:lnTo>
                <a:lnTo>
                  <a:pt x="623555" y="114624"/>
                </a:lnTo>
                <a:lnTo>
                  <a:pt x="625772" y="114938"/>
                </a:lnTo>
                <a:lnTo>
                  <a:pt x="631505" y="114768"/>
                </a:lnTo>
                <a:lnTo>
                  <a:pt x="636912" y="114077"/>
                </a:lnTo>
                <a:lnTo>
                  <a:pt x="638654" y="113295"/>
                </a:lnTo>
                <a:lnTo>
                  <a:pt x="638828" y="112477"/>
                </a:lnTo>
                <a:lnTo>
                  <a:pt x="638331" y="111490"/>
                </a:lnTo>
                <a:lnTo>
                  <a:pt x="637055" y="110905"/>
                </a:lnTo>
                <a:lnTo>
                  <a:pt x="634259" y="111441"/>
                </a:lnTo>
                <a:close/>
                <a:moveTo>
                  <a:pt x="611357" y="113852"/>
                </a:moveTo>
                <a:lnTo>
                  <a:pt x="611213" y="115076"/>
                </a:lnTo>
                <a:lnTo>
                  <a:pt x="613238" y="115540"/>
                </a:lnTo>
                <a:lnTo>
                  <a:pt x="615381" y="115131"/>
                </a:lnTo>
                <a:lnTo>
                  <a:pt x="616560" y="113958"/>
                </a:lnTo>
                <a:lnTo>
                  <a:pt x="616227" y="113489"/>
                </a:lnTo>
                <a:lnTo>
                  <a:pt x="614669" y="113154"/>
                </a:lnTo>
                <a:lnTo>
                  <a:pt x="612689" y="113283"/>
                </a:lnTo>
                <a:lnTo>
                  <a:pt x="611357" y="113852"/>
                </a:lnTo>
                <a:close/>
                <a:moveTo>
                  <a:pt x="597279" y="116118"/>
                </a:moveTo>
                <a:lnTo>
                  <a:pt x="595978" y="117138"/>
                </a:lnTo>
                <a:lnTo>
                  <a:pt x="597566" y="117843"/>
                </a:lnTo>
                <a:lnTo>
                  <a:pt x="601471" y="117762"/>
                </a:lnTo>
                <a:lnTo>
                  <a:pt x="602378" y="117367"/>
                </a:lnTo>
                <a:lnTo>
                  <a:pt x="602679" y="116745"/>
                </a:lnTo>
                <a:lnTo>
                  <a:pt x="602358" y="116129"/>
                </a:lnTo>
                <a:lnTo>
                  <a:pt x="600919" y="115636"/>
                </a:lnTo>
                <a:lnTo>
                  <a:pt x="597279" y="116118"/>
                </a:lnTo>
                <a:close/>
                <a:moveTo>
                  <a:pt x="276027" y="116986"/>
                </a:moveTo>
                <a:lnTo>
                  <a:pt x="275915" y="117692"/>
                </a:lnTo>
                <a:lnTo>
                  <a:pt x="276593" y="118309"/>
                </a:lnTo>
                <a:lnTo>
                  <a:pt x="280602" y="119845"/>
                </a:lnTo>
                <a:lnTo>
                  <a:pt x="284079" y="122169"/>
                </a:lnTo>
                <a:lnTo>
                  <a:pt x="288406" y="123917"/>
                </a:lnTo>
                <a:lnTo>
                  <a:pt x="292245" y="126068"/>
                </a:lnTo>
                <a:lnTo>
                  <a:pt x="296807" y="127810"/>
                </a:lnTo>
                <a:lnTo>
                  <a:pt x="300429" y="130181"/>
                </a:lnTo>
                <a:lnTo>
                  <a:pt x="302755" y="130551"/>
                </a:lnTo>
                <a:lnTo>
                  <a:pt x="304079" y="129687"/>
                </a:lnTo>
                <a:lnTo>
                  <a:pt x="304133" y="128647"/>
                </a:lnTo>
                <a:lnTo>
                  <a:pt x="303364" y="127575"/>
                </a:lnTo>
                <a:lnTo>
                  <a:pt x="297879" y="124238"/>
                </a:lnTo>
                <a:lnTo>
                  <a:pt x="293452" y="122864"/>
                </a:lnTo>
                <a:lnTo>
                  <a:pt x="289788" y="120603"/>
                </a:lnTo>
                <a:lnTo>
                  <a:pt x="284689" y="118935"/>
                </a:lnTo>
                <a:lnTo>
                  <a:pt x="280773" y="117035"/>
                </a:lnTo>
                <a:lnTo>
                  <a:pt x="277881" y="116460"/>
                </a:lnTo>
                <a:lnTo>
                  <a:pt x="276027" y="116986"/>
                </a:lnTo>
                <a:close/>
                <a:moveTo>
                  <a:pt x="875668" y="132945"/>
                </a:moveTo>
                <a:lnTo>
                  <a:pt x="872953" y="134908"/>
                </a:lnTo>
                <a:lnTo>
                  <a:pt x="871929" y="137160"/>
                </a:lnTo>
                <a:lnTo>
                  <a:pt x="866567" y="167063"/>
                </a:lnTo>
                <a:lnTo>
                  <a:pt x="864155" y="178223"/>
                </a:lnTo>
                <a:lnTo>
                  <a:pt x="862680" y="189850"/>
                </a:lnTo>
                <a:lnTo>
                  <a:pt x="860336" y="199306"/>
                </a:lnTo>
                <a:lnTo>
                  <a:pt x="858275" y="212816"/>
                </a:lnTo>
                <a:lnTo>
                  <a:pt x="857232" y="215837"/>
                </a:lnTo>
                <a:lnTo>
                  <a:pt x="855616" y="217898"/>
                </a:lnTo>
                <a:lnTo>
                  <a:pt x="853128" y="219577"/>
                </a:lnTo>
                <a:lnTo>
                  <a:pt x="815399" y="236724"/>
                </a:lnTo>
                <a:lnTo>
                  <a:pt x="811606" y="239150"/>
                </a:lnTo>
                <a:lnTo>
                  <a:pt x="810482" y="240656"/>
                </a:lnTo>
                <a:lnTo>
                  <a:pt x="811805" y="242280"/>
                </a:lnTo>
                <a:lnTo>
                  <a:pt x="814094" y="243127"/>
                </a:lnTo>
                <a:lnTo>
                  <a:pt x="851223" y="244079"/>
                </a:lnTo>
                <a:lnTo>
                  <a:pt x="854449" y="245810"/>
                </a:lnTo>
                <a:lnTo>
                  <a:pt x="855915" y="247869"/>
                </a:lnTo>
                <a:lnTo>
                  <a:pt x="856032" y="252247"/>
                </a:lnTo>
                <a:lnTo>
                  <a:pt x="855125" y="254674"/>
                </a:lnTo>
                <a:lnTo>
                  <a:pt x="853853" y="255894"/>
                </a:lnTo>
                <a:lnTo>
                  <a:pt x="851878" y="256948"/>
                </a:lnTo>
                <a:lnTo>
                  <a:pt x="841320" y="261164"/>
                </a:lnTo>
                <a:lnTo>
                  <a:pt x="815860" y="270012"/>
                </a:lnTo>
                <a:lnTo>
                  <a:pt x="810193" y="272604"/>
                </a:lnTo>
                <a:lnTo>
                  <a:pt x="791910" y="279165"/>
                </a:lnTo>
                <a:lnTo>
                  <a:pt x="788100" y="281027"/>
                </a:lnTo>
                <a:lnTo>
                  <a:pt x="786409" y="282838"/>
                </a:lnTo>
                <a:lnTo>
                  <a:pt x="786843" y="284219"/>
                </a:lnTo>
                <a:lnTo>
                  <a:pt x="788304" y="285736"/>
                </a:lnTo>
                <a:lnTo>
                  <a:pt x="854213" y="285929"/>
                </a:lnTo>
                <a:lnTo>
                  <a:pt x="855539" y="286942"/>
                </a:lnTo>
                <a:lnTo>
                  <a:pt x="855914" y="289090"/>
                </a:lnTo>
                <a:lnTo>
                  <a:pt x="856181" y="298934"/>
                </a:lnTo>
                <a:lnTo>
                  <a:pt x="855600" y="303148"/>
                </a:lnTo>
                <a:lnTo>
                  <a:pt x="853451" y="304940"/>
                </a:lnTo>
                <a:lnTo>
                  <a:pt x="848902" y="307370"/>
                </a:lnTo>
                <a:lnTo>
                  <a:pt x="821041" y="318184"/>
                </a:lnTo>
                <a:lnTo>
                  <a:pt x="810506" y="315671"/>
                </a:lnTo>
                <a:lnTo>
                  <a:pt x="803977" y="312745"/>
                </a:lnTo>
                <a:lnTo>
                  <a:pt x="774615" y="303649"/>
                </a:lnTo>
                <a:lnTo>
                  <a:pt x="754602" y="296944"/>
                </a:lnTo>
                <a:lnTo>
                  <a:pt x="747692" y="295924"/>
                </a:lnTo>
                <a:lnTo>
                  <a:pt x="746598" y="296391"/>
                </a:lnTo>
                <a:lnTo>
                  <a:pt x="746424" y="297323"/>
                </a:lnTo>
                <a:lnTo>
                  <a:pt x="746975" y="298781"/>
                </a:lnTo>
                <a:lnTo>
                  <a:pt x="748288" y="299850"/>
                </a:lnTo>
                <a:lnTo>
                  <a:pt x="755289" y="301797"/>
                </a:lnTo>
                <a:lnTo>
                  <a:pt x="769813" y="307680"/>
                </a:lnTo>
                <a:lnTo>
                  <a:pt x="779989" y="311210"/>
                </a:lnTo>
                <a:lnTo>
                  <a:pt x="794951" y="315351"/>
                </a:lnTo>
                <a:lnTo>
                  <a:pt x="808274" y="318458"/>
                </a:lnTo>
                <a:lnTo>
                  <a:pt x="810300" y="319609"/>
                </a:lnTo>
                <a:lnTo>
                  <a:pt x="811801" y="321316"/>
                </a:lnTo>
                <a:lnTo>
                  <a:pt x="811720" y="322192"/>
                </a:lnTo>
                <a:lnTo>
                  <a:pt x="810060" y="325290"/>
                </a:lnTo>
                <a:lnTo>
                  <a:pt x="810316" y="326221"/>
                </a:lnTo>
                <a:lnTo>
                  <a:pt x="811387" y="327041"/>
                </a:lnTo>
                <a:lnTo>
                  <a:pt x="847052" y="328277"/>
                </a:lnTo>
                <a:lnTo>
                  <a:pt x="853806" y="328842"/>
                </a:lnTo>
                <a:lnTo>
                  <a:pt x="854669" y="329358"/>
                </a:lnTo>
                <a:lnTo>
                  <a:pt x="854954" y="331198"/>
                </a:lnTo>
                <a:lnTo>
                  <a:pt x="854703" y="334111"/>
                </a:lnTo>
                <a:lnTo>
                  <a:pt x="852948" y="342605"/>
                </a:lnTo>
                <a:lnTo>
                  <a:pt x="850412" y="360789"/>
                </a:lnTo>
                <a:lnTo>
                  <a:pt x="848728" y="369177"/>
                </a:lnTo>
                <a:lnTo>
                  <a:pt x="847341" y="381259"/>
                </a:lnTo>
                <a:lnTo>
                  <a:pt x="844901" y="392416"/>
                </a:lnTo>
                <a:lnTo>
                  <a:pt x="839228" y="431063"/>
                </a:lnTo>
                <a:lnTo>
                  <a:pt x="833139" y="467029"/>
                </a:lnTo>
                <a:lnTo>
                  <a:pt x="828244" y="500323"/>
                </a:lnTo>
                <a:lnTo>
                  <a:pt x="825675" y="513904"/>
                </a:lnTo>
                <a:lnTo>
                  <a:pt x="825648" y="516110"/>
                </a:lnTo>
                <a:lnTo>
                  <a:pt x="826425" y="518263"/>
                </a:lnTo>
                <a:lnTo>
                  <a:pt x="828023" y="518902"/>
                </a:lnTo>
                <a:lnTo>
                  <a:pt x="831225" y="517655"/>
                </a:lnTo>
                <a:lnTo>
                  <a:pt x="873940" y="486961"/>
                </a:lnTo>
                <a:lnTo>
                  <a:pt x="875983" y="485744"/>
                </a:lnTo>
                <a:lnTo>
                  <a:pt x="877886" y="485343"/>
                </a:lnTo>
                <a:lnTo>
                  <a:pt x="879935" y="485676"/>
                </a:lnTo>
                <a:lnTo>
                  <a:pt x="881471" y="486491"/>
                </a:lnTo>
                <a:lnTo>
                  <a:pt x="915396" y="512048"/>
                </a:lnTo>
                <a:lnTo>
                  <a:pt x="922326" y="516807"/>
                </a:lnTo>
                <a:lnTo>
                  <a:pt x="926871" y="519190"/>
                </a:lnTo>
                <a:lnTo>
                  <a:pt x="928040" y="517641"/>
                </a:lnTo>
                <a:lnTo>
                  <a:pt x="928451" y="516215"/>
                </a:lnTo>
                <a:lnTo>
                  <a:pt x="928364" y="510736"/>
                </a:lnTo>
                <a:lnTo>
                  <a:pt x="925919" y="498679"/>
                </a:lnTo>
                <a:lnTo>
                  <a:pt x="924509" y="486169"/>
                </a:lnTo>
                <a:lnTo>
                  <a:pt x="922466" y="475092"/>
                </a:lnTo>
                <a:lnTo>
                  <a:pt x="920597" y="460041"/>
                </a:lnTo>
                <a:lnTo>
                  <a:pt x="918838" y="451286"/>
                </a:lnTo>
                <a:lnTo>
                  <a:pt x="916583" y="432517"/>
                </a:lnTo>
                <a:lnTo>
                  <a:pt x="914715" y="424340"/>
                </a:lnTo>
                <a:lnTo>
                  <a:pt x="912582" y="407700"/>
                </a:lnTo>
                <a:lnTo>
                  <a:pt x="910708" y="399575"/>
                </a:lnTo>
                <a:lnTo>
                  <a:pt x="908894" y="384190"/>
                </a:lnTo>
                <a:lnTo>
                  <a:pt x="906913" y="373296"/>
                </a:lnTo>
                <a:lnTo>
                  <a:pt x="905374" y="359546"/>
                </a:lnTo>
                <a:lnTo>
                  <a:pt x="902814" y="345320"/>
                </a:lnTo>
                <a:lnTo>
                  <a:pt x="901463" y="332986"/>
                </a:lnTo>
                <a:lnTo>
                  <a:pt x="903198" y="331057"/>
                </a:lnTo>
                <a:lnTo>
                  <a:pt x="925479" y="331164"/>
                </a:lnTo>
                <a:lnTo>
                  <a:pt x="941952" y="331887"/>
                </a:lnTo>
                <a:lnTo>
                  <a:pt x="945407" y="331073"/>
                </a:lnTo>
                <a:lnTo>
                  <a:pt x="947025" y="329177"/>
                </a:lnTo>
                <a:lnTo>
                  <a:pt x="942254" y="325754"/>
                </a:lnTo>
                <a:lnTo>
                  <a:pt x="904745" y="307098"/>
                </a:lnTo>
                <a:lnTo>
                  <a:pt x="899196" y="302949"/>
                </a:lnTo>
                <a:lnTo>
                  <a:pt x="899542" y="288269"/>
                </a:lnTo>
                <a:lnTo>
                  <a:pt x="900068" y="287079"/>
                </a:lnTo>
                <a:lnTo>
                  <a:pt x="901472" y="286310"/>
                </a:lnTo>
                <a:lnTo>
                  <a:pt x="908322" y="285756"/>
                </a:lnTo>
                <a:lnTo>
                  <a:pt x="966262" y="285832"/>
                </a:lnTo>
                <a:lnTo>
                  <a:pt x="967753" y="284353"/>
                </a:lnTo>
                <a:lnTo>
                  <a:pt x="968126" y="283062"/>
                </a:lnTo>
                <a:lnTo>
                  <a:pt x="967564" y="281975"/>
                </a:lnTo>
                <a:lnTo>
                  <a:pt x="963587" y="280137"/>
                </a:lnTo>
                <a:lnTo>
                  <a:pt x="954878" y="276959"/>
                </a:lnTo>
                <a:lnTo>
                  <a:pt x="940091" y="270574"/>
                </a:lnTo>
                <a:lnTo>
                  <a:pt x="933718" y="268602"/>
                </a:lnTo>
                <a:lnTo>
                  <a:pt x="904680" y="257135"/>
                </a:lnTo>
                <a:lnTo>
                  <a:pt x="901494" y="255201"/>
                </a:lnTo>
                <a:lnTo>
                  <a:pt x="899504" y="252890"/>
                </a:lnTo>
                <a:lnTo>
                  <a:pt x="898873" y="250498"/>
                </a:lnTo>
                <a:lnTo>
                  <a:pt x="899119" y="249364"/>
                </a:lnTo>
                <a:lnTo>
                  <a:pt x="900836" y="247406"/>
                </a:lnTo>
                <a:lnTo>
                  <a:pt x="902644" y="246776"/>
                </a:lnTo>
                <a:lnTo>
                  <a:pt x="910873" y="246612"/>
                </a:lnTo>
                <a:lnTo>
                  <a:pt x="943795" y="247309"/>
                </a:lnTo>
                <a:lnTo>
                  <a:pt x="945516" y="245785"/>
                </a:lnTo>
                <a:lnTo>
                  <a:pt x="945863" y="244758"/>
                </a:lnTo>
                <a:lnTo>
                  <a:pt x="941348" y="241173"/>
                </a:lnTo>
                <a:lnTo>
                  <a:pt x="902426" y="218674"/>
                </a:lnTo>
                <a:lnTo>
                  <a:pt x="900013" y="216404"/>
                </a:lnTo>
                <a:lnTo>
                  <a:pt x="898657" y="213114"/>
                </a:lnTo>
                <a:lnTo>
                  <a:pt x="897545" y="201661"/>
                </a:lnTo>
                <a:lnTo>
                  <a:pt x="895605" y="193523"/>
                </a:lnTo>
                <a:lnTo>
                  <a:pt x="893658" y="181418"/>
                </a:lnTo>
                <a:lnTo>
                  <a:pt x="889333" y="158584"/>
                </a:lnTo>
                <a:lnTo>
                  <a:pt x="887517" y="151037"/>
                </a:lnTo>
                <a:lnTo>
                  <a:pt x="885296" y="137924"/>
                </a:lnTo>
                <a:lnTo>
                  <a:pt x="883886" y="135049"/>
                </a:lnTo>
                <a:lnTo>
                  <a:pt x="881044" y="132313"/>
                </a:lnTo>
                <a:lnTo>
                  <a:pt x="879034" y="131918"/>
                </a:lnTo>
                <a:lnTo>
                  <a:pt x="875668" y="132945"/>
                </a:lnTo>
                <a:close/>
                <a:moveTo>
                  <a:pt x="878705" y="152182"/>
                </a:moveTo>
                <a:lnTo>
                  <a:pt x="877880" y="153545"/>
                </a:lnTo>
                <a:lnTo>
                  <a:pt x="877101" y="153471"/>
                </a:lnTo>
                <a:lnTo>
                  <a:pt x="876729" y="152954"/>
                </a:lnTo>
                <a:lnTo>
                  <a:pt x="876668" y="151652"/>
                </a:lnTo>
                <a:lnTo>
                  <a:pt x="877329" y="150868"/>
                </a:lnTo>
                <a:lnTo>
                  <a:pt x="878393" y="151127"/>
                </a:lnTo>
                <a:lnTo>
                  <a:pt x="878705" y="152182"/>
                </a:lnTo>
                <a:close/>
                <a:moveTo>
                  <a:pt x="880779" y="167370"/>
                </a:moveTo>
                <a:lnTo>
                  <a:pt x="882833" y="169918"/>
                </a:lnTo>
                <a:lnTo>
                  <a:pt x="882948" y="172341"/>
                </a:lnTo>
                <a:lnTo>
                  <a:pt x="881967" y="173748"/>
                </a:lnTo>
                <a:lnTo>
                  <a:pt x="880152" y="174891"/>
                </a:lnTo>
                <a:lnTo>
                  <a:pt x="878181" y="175540"/>
                </a:lnTo>
                <a:lnTo>
                  <a:pt x="876673" y="175339"/>
                </a:lnTo>
                <a:lnTo>
                  <a:pt x="873500" y="172108"/>
                </a:lnTo>
                <a:lnTo>
                  <a:pt x="873275" y="171318"/>
                </a:lnTo>
                <a:lnTo>
                  <a:pt x="873751" y="169879"/>
                </a:lnTo>
                <a:lnTo>
                  <a:pt x="875137" y="167678"/>
                </a:lnTo>
                <a:lnTo>
                  <a:pt x="876835" y="166287"/>
                </a:lnTo>
                <a:lnTo>
                  <a:pt x="878710" y="166187"/>
                </a:lnTo>
                <a:lnTo>
                  <a:pt x="880779" y="167370"/>
                </a:lnTo>
                <a:close/>
                <a:moveTo>
                  <a:pt x="872582" y="178797"/>
                </a:moveTo>
                <a:lnTo>
                  <a:pt x="873076" y="179912"/>
                </a:lnTo>
                <a:lnTo>
                  <a:pt x="872184" y="181206"/>
                </a:lnTo>
                <a:lnTo>
                  <a:pt x="870350" y="182745"/>
                </a:lnTo>
                <a:lnTo>
                  <a:pt x="869046" y="182773"/>
                </a:lnTo>
                <a:lnTo>
                  <a:pt x="868317" y="180769"/>
                </a:lnTo>
                <a:lnTo>
                  <a:pt x="868802" y="178693"/>
                </a:lnTo>
                <a:lnTo>
                  <a:pt x="870385" y="177918"/>
                </a:lnTo>
                <a:lnTo>
                  <a:pt x="872582" y="178797"/>
                </a:lnTo>
                <a:close/>
                <a:moveTo>
                  <a:pt x="886082" y="178797"/>
                </a:moveTo>
                <a:lnTo>
                  <a:pt x="886599" y="180824"/>
                </a:lnTo>
                <a:lnTo>
                  <a:pt x="886175" y="181642"/>
                </a:lnTo>
                <a:lnTo>
                  <a:pt x="885379" y="181793"/>
                </a:lnTo>
                <a:lnTo>
                  <a:pt x="884072" y="180726"/>
                </a:lnTo>
                <a:lnTo>
                  <a:pt x="883803" y="179294"/>
                </a:lnTo>
                <a:lnTo>
                  <a:pt x="884788" y="178210"/>
                </a:lnTo>
                <a:lnTo>
                  <a:pt x="886082" y="178797"/>
                </a:lnTo>
                <a:close/>
                <a:moveTo>
                  <a:pt x="882659" y="188488"/>
                </a:moveTo>
                <a:lnTo>
                  <a:pt x="884732" y="190980"/>
                </a:lnTo>
                <a:lnTo>
                  <a:pt x="885183" y="192910"/>
                </a:lnTo>
                <a:lnTo>
                  <a:pt x="883382" y="195527"/>
                </a:lnTo>
                <a:lnTo>
                  <a:pt x="880672" y="197451"/>
                </a:lnTo>
                <a:lnTo>
                  <a:pt x="877596" y="198613"/>
                </a:lnTo>
                <a:lnTo>
                  <a:pt x="873421" y="196029"/>
                </a:lnTo>
                <a:lnTo>
                  <a:pt x="871795" y="194458"/>
                </a:lnTo>
                <a:lnTo>
                  <a:pt x="871299" y="192205"/>
                </a:lnTo>
                <a:lnTo>
                  <a:pt x="871710" y="190354"/>
                </a:lnTo>
                <a:lnTo>
                  <a:pt x="876747" y="186215"/>
                </a:lnTo>
                <a:lnTo>
                  <a:pt x="878021" y="185853"/>
                </a:lnTo>
                <a:lnTo>
                  <a:pt x="879397" y="186106"/>
                </a:lnTo>
                <a:lnTo>
                  <a:pt x="882659" y="188488"/>
                </a:lnTo>
                <a:close/>
                <a:moveTo>
                  <a:pt x="890229" y="199047"/>
                </a:moveTo>
                <a:lnTo>
                  <a:pt x="891461" y="202042"/>
                </a:lnTo>
                <a:lnTo>
                  <a:pt x="892375" y="206049"/>
                </a:lnTo>
                <a:lnTo>
                  <a:pt x="891805" y="207369"/>
                </a:lnTo>
                <a:lnTo>
                  <a:pt x="890744" y="207655"/>
                </a:lnTo>
                <a:lnTo>
                  <a:pt x="888549" y="207020"/>
                </a:lnTo>
                <a:lnTo>
                  <a:pt x="886927" y="205941"/>
                </a:lnTo>
                <a:lnTo>
                  <a:pt x="885014" y="203972"/>
                </a:lnTo>
                <a:lnTo>
                  <a:pt x="884365" y="202500"/>
                </a:lnTo>
                <a:lnTo>
                  <a:pt x="884952" y="201042"/>
                </a:lnTo>
                <a:lnTo>
                  <a:pt x="887642" y="198446"/>
                </a:lnTo>
                <a:lnTo>
                  <a:pt x="888898" y="198055"/>
                </a:lnTo>
                <a:lnTo>
                  <a:pt x="890229" y="199047"/>
                </a:lnTo>
                <a:close/>
                <a:moveTo>
                  <a:pt x="870895" y="200300"/>
                </a:moveTo>
                <a:lnTo>
                  <a:pt x="872097" y="202120"/>
                </a:lnTo>
                <a:lnTo>
                  <a:pt x="871374" y="204097"/>
                </a:lnTo>
                <a:lnTo>
                  <a:pt x="868124" y="207362"/>
                </a:lnTo>
                <a:lnTo>
                  <a:pt x="866320" y="208298"/>
                </a:lnTo>
                <a:lnTo>
                  <a:pt x="864943" y="208226"/>
                </a:lnTo>
                <a:lnTo>
                  <a:pt x="864076" y="207150"/>
                </a:lnTo>
                <a:lnTo>
                  <a:pt x="863807" y="205074"/>
                </a:lnTo>
                <a:lnTo>
                  <a:pt x="864243" y="201906"/>
                </a:lnTo>
                <a:lnTo>
                  <a:pt x="865295" y="199755"/>
                </a:lnTo>
                <a:lnTo>
                  <a:pt x="866838" y="198710"/>
                </a:lnTo>
                <a:lnTo>
                  <a:pt x="867754" y="198631"/>
                </a:lnTo>
                <a:lnTo>
                  <a:pt x="870895" y="200300"/>
                </a:lnTo>
                <a:close/>
                <a:moveTo>
                  <a:pt x="881261" y="208256"/>
                </a:moveTo>
                <a:lnTo>
                  <a:pt x="885774" y="213111"/>
                </a:lnTo>
                <a:lnTo>
                  <a:pt x="886179" y="213897"/>
                </a:lnTo>
                <a:lnTo>
                  <a:pt x="885647" y="214738"/>
                </a:lnTo>
                <a:lnTo>
                  <a:pt x="883700" y="215160"/>
                </a:lnTo>
                <a:lnTo>
                  <a:pt x="877982" y="215247"/>
                </a:lnTo>
                <a:lnTo>
                  <a:pt x="872156" y="214934"/>
                </a:lnTo>
                <a:lnTo>
                  <a:pt x="870527" y="214385"/>
                </a:lnTo>
                <a:lnTo>
                  <a:pt x="870321" y="213941"/>
                </a:lnTo>
                <a:lnTo>
                  <a:pt x="871010" y="212605"/>
                </a:lnTo>
                <a:lnTo>
                  <a:pt x="875957" y="207629"/>
                </a:lnTo>
                <a:lnTo>
                  <a:pt x="879136" y="207722"/>
                </a:lnTo>
                <a:lnTo>
                  <a:pt x="881261" y="208256"/>
                </a:lnTo>
                <a:close/>
                <a:moveTo>
                  <a:pt x="880875" y="221418"/>
                </a:moveTo>
                <a:lnTo>
                  <a:pt x="881153" y="221973"/>
                </a:lnTo>
                <a:lnTo>
                  <a:pt x="880708" y="222967"/>
                </a:lnTo>
                <a:lnTo>
                  <a:pt x="878501" y="223866"/>
                </a:lnTo>
                <a:lnTo>
                  <a:pt x="875985" y="223566"/>
                </a:lnTo>
                <a:lnTo>
                  <a:pt x="874782" y="222165"/>
                </a:lnTo>
                <a:lnTo>
                  <a:pt x="875089" y="221370"/>
                </a:lnTo>
                <a:lnTo>
                  <a:pt x="876546" y="220743"/>
                </a:lnTo>
                <a:lnTo>
                  <a:pt x="879419" y="220770"/>
                </a:lnTo>
                <a:lnTo>
                  <a:pt x="880875" y="221418"/>
                </a:lnTo>
                <a:close/>
                <a:moveTo>
                  <a:pt x="893893" y="222865"/>
                </a:moveTo>
                <a:lnTo>
                  <a:pt x="894652" y="226123"/>
                </a:lnTo>
                <a:lnTo>
                  <a:pt x="894741" y="231117"/>
                </a:lnTo>
                <a:lnTo>
                  <a:pt x="893634" y="234219"/>
                </a:lnTo>
                <a:lnTo>
                  <a:pt x="892154" y="234606"/>
                </a:lnTo>
                <a:lnTo>
                  <a:pt x="890063" y="233665"/>
                </a:lnTo>
                <a:lnTo>
                  <a:pt x="885864" y="230662"/>
                </a:lnTo>
                <a:lnTo>
                  <a:pt x="885039" y="228822"/>
                </a:lnTo>
                <a:lnTo>
                  <a:pt x="886273" y="226402"/>
                </a:lnTo>
                <a:lnTo>
                  <a:pt x="889312" y="223732"/>
                </a:lnTo>
                <a:lnTo>
                  <a:pt x="892254" y="222178"/>
                </a:lnTo>
                <a:lnTo>
                  <a:pt x="893001" y="222195"/>
                </a:lnTo>
                <a:lnTo>
                  <a:pt x="893893" y="222865"/>
                </a:lnTo>
                <a:close/>
                <a:moveTo>
                  <a:pt x="867713" y="224022"/>
                </a:moveTo>
                <a:lnTo>
                  <a:pt x="870479" y="227104"/>
                </a:lnTo>
                <a:lnTo>
                  <a:pt x="871179" y="228509"/>
                </a:lnTo>
                <a:lnTo>
                  <a:pt x="871101" y="229442"/>
                </a:lnTo>
                <a:lnTo>
                  <a:pt x="869347" y="231121"/>
                </a:lnTo>
                <a:lnTo>
                  <a:pt x="865509" y="233287"/>
                </a:lnTo>
                <a:lnTo>
                  <a:pt x="864132" y="233598"/>
                </a:lnTo>
                <a:lnTo>
                  <a:pt x="862751" y="233194"/>
                </a:lnTo>
                <a:lnTo>
                  <a:pt x="861829" y="232258"/>
                </a:lnTo>
                <a:lnTo>
                  <a:pt x="861344" y="230426"/>
                </a:lnTo>
                <a:lnTo>
                  <a:pt x="861454" y="224565"/>
                </a:lnTo>
                <a:lnTo>
                  <a:pt x="862880" y="223219"/>
                </a:lnTo>
                <a:lnTo>
                  <a:pt x="864387" y="222744"/>
                </a:lnTo>
                <a:lnTo>
                  <a:pt x="866008" y="223009"/>
                </a:lnTo>
                <a:lnTo>
                  <a:pt x="867713" y="224022"/>
                </a:lnTo>
                <a:close/>
                <a:moveTo>
                  <a:pt x="906091" y="227059"/>
                </a:moveTo>
                <a:lnTo>
                  <a:pt x="921000" y="236271"/>
                </a:lnTo>
                <a:lnTo>
                  <a:pt x="922444" y="238189"/>
                </a:lnTo>
                <a:lnTo>
                  <a:pt x="922291" y="239547"/>
                </a:lnTo>
                <a:lnTo>
                  <a:pt x="919342" y="240356"/>
                </a:lnTo>
                <a:lnTo>
                  <a:pt x="913347" y="240304"/>
                </a:lnTo>
                <a:lnTo>
                  <a:pt x="902970" y="239036"/>
                </a:lnTo>
                <a:lnTo>
                  <a:pt x="900113" y="238052"/>
                </a:lnTo>
                <a:lnTo>
                  <a:pt x="899052" y="237184"/>
                </a:lnTo>
                <a:lnTo>
                  <a:pt x="899677" y="225741"/>
                </a:lnTo>
                <a:lnTo>
                  <a:pt x="900437" y="225165"/>
                </a:lnTo>
                <a:lnTo>
                  <a:pt x="902029" y="225227"/>
                </a:lnTo>
                <a:lnTo>
                  <a:pt x="906091" y="227059"/>
                </a:lnTo>
                <a:close/>
                <a:moveTo>
                  <a:pt x="855032" y="226722"/>
                </a:moveTo>
                <a:lnTo>
                  <a:pt x="856099" y="228849"/>
                </a:lnTo>
                <a:lnTo>
                  <a:pt x="856244" y="231589"/>
                </a:lnTo>
                <a:lnTo>
                  <a:pt x="855643" y="235330"/>
                </a:lnTo>
                <a:lnTo>
                  <a:pt x="854544" y="236322"/>
                </a:lnTo>
                <a:lnTo>
                  <a:pt x="850561" y="236980"/>
                </a:lnTo>
                <a:lnTo>
                  <a:pt x="842619" y="237270"/>
                </a:lnTo>
                <a:lnTo>
                  <a:pt x="837000" y="237199"/>
                </a:lnTo>
                <a:lnTo>
                  <a:pt x="835647" y="236709"/>
                </a:lnTo>
                <a:lnTo>
                  <a:pt x="836298" y="234967"/>
                </a:lnTo>
                <a:lnTo>
                  <a:pt x="839315" y="232169"/>
                </a:lnTo>
                <a:lnTo>
                  <a:pt x="844780" y="230129"/>
                </a:lnTo>
                <a:lnTo>
                  <a:pt x="853629" y="226041"/>
                </a:lnTo>
                <a:lnTo>
                  <a:pt x="855032" y="226722"/>
                </a:lnTo>
                <a:close/>
                <a:moveTo>
                  <a:pt x="880393" y="234243"/>
                </a:moveTo>
                <a:lnTo>
                  <a:pt x="882425" y="236201"/>
                </a:lnTo>
                <a:lnTo>
                  <a:pt x="882593" y="237251"/>
                </a:lnTo>
                <a:lnTo>
                  <a:pt x="881840" y="238016"/>
                </a:lnTo>
                <a:lnTo>
                  <a:pt x="878002" y="238436"/>
                </a:lnTo>
                <a:lnTo>
                  <a:pt x="876372" y="238053"/>
                </a:lnTo>
                <a:lnTo>
                  <a:pt x="875373" y="237323"/>
                </a:lnTo>
                <a:lnTo>
                  <a:pt x="875132" y="235666"/>
                </a:lnTo>
                <a:lnTo>
                  <a:pt x="876489" y="233595"/>
                </a:lnTo>
                <a:lnTo>
                  <a:pt x="878187" y="233271"/>
                </a:lnTo>
                <a:lnTo>
                  <a:pt x="880393" y="234243"/>
                </a:lnTo>
                <a:close/>
                <a:moveTo>
                  <a:pt x="878946" y="247116"/>
                </a:moveTo>
                <a:lnTo>
                  <a:pt x="877831" y="247916"/>
                </a:lnTo>
                <a:lnTo>
                  <a:pt x="877025" y="247297"/>
                </a:lnTo>
                <a:lnTo>
                  <a:pt x="877725" y="246698"/>
                </a:lnTo>
                <a:lnTo>
                  <a:pt x="878946" y="247116"/>
                </a:lnTo>
                <a:close/>
                <a:moveTo>
                  <a:pt x="893893" y="247647"/>
                </a:moveTo>
                <a:lnTo>
                  <a:pt x="894740" y="249288"/>
                </a:lnTo>
                <a:lnTo>
                  <a:pt x="894795" y="250947"/>
                </a:lnTo>
                <a:lnTo>
                  <a:pt x="894005" y="253634"/>
                </a:lnTo>
                <a:lnTo>
                  <a:pt x="893086" y="254713"/>
                </a:lnTo>
                <a:lnTo>
                  <a:pt x="891064" y="255363"/>
                </a:lnTo>
                <a:lnTo>
                  <a:pt x="889320" y="255144"/>
                </a:lnTo>
                <a:lnTo>
                  <a:pt x="886462" y="253979"/>
                </a:lnTo>
                <a:lnTo>
                  <a:pt x="885414" y="253121"/>
                </a:lnTo>
                <a:lnTo>
                  <a:pt x="885178" y="252173"/>
                </a:lnTo>
                <a:lnTo>
                  <a:pt x="885764" y="251057"/>
                </a:lnTo>
                <a:lnTo>
                  <a:pt x="889939" y="247691"/>
                </a:lnTo>
                <a:lnTo>
                  <a:pt x="892244" y="246776"/>
                </a:lnTo>
                <a:lnTo>
                  <a:pt x="893893" y="247647"/>
                </a:lnTo>
                <a:close/>
                <a:moveTo>
                  <a:pt x="868484" y="249141"/>
                </a:moveTo>
                <a:lnTo>
                  <a:pt x="870244" y="250655"/>
                </a:lnTo>
                <a:lnTo>
                  <a:pt x="871013" y="252001"/>
                </a:lnTo>
                <a:lnTo>
                  <a:pt x="870796" y="253165"/>
                </a:lnTo>
                <a:lnTo>
                  <a:pt x="869598" y="254129"/>
                </a:lnTo>
                <a:lnTo>
                  <a:pt x="867423" y="254879"/>
                </a:lnTo>
                <a:lnTo>
                  <a:pt x="864644" y="255065"/>
                </a:lnTo>
                <a:lnTo>
                  <a:pt x="862532" y="254178"/>
                </a:lnTo>
                <a:lnTo>
                  <a:pt x="861540" y="253014"/>
                </a:lnTo>
                <a:lnTo>
                  <a:pt x="860759" y="250227"/>
                </a:lnTo>
                <a:lnTo>
                  <a:pt x="860882" y="249237"/>
                </a:lnTo>
                <a:lnTo>
                  <a:pt x="861850" y="247860"/>
                </a:lnTo>
                <a:lnTo>
                  <a:pt x="864680" y="247426"/>
                </a:lnTo>
                <a:lnTo>
                  <a:pt x="868484" y="249141"/>
                </a:lnTo>
                <a:close/>
                <a:moveTo>
                  <a:pt x="885021" y="261870"/>
                </a:moveTo>
                <a:lnTo>
                  <a:pt x="886001" y="262311"/>
                </a:lnTo>
                <a:lnTo>
                  <a:pt x="886460" y="263028"/>
                </a:lnTo>
                <a:lnTo>
                  <a:pt x="885862" y="264769"/>
                </a:lnTo>
                <a:lnTo>
                  <a:pt x="880651" y="267948"/>
                </a:lnTo>
                <a:lnTo>
                  <a:pt x="878174" y="268844"/>
                </a:lnTo>
                <a:lnTo>
                  <a:pt x="872998" y="266896"/>
                </a:lnTo>
                <a:lnTo>
                  <a:pt x="869894" y="265035"/>
                </a:lnTo>
                <a:lnTo>
                  <a:pt x="868886" y="263829"/>
                </a:lnTo>
                <a:lnTo>
                  <a:pt x="869438" y="262366"/>
                </a:lnTo>
                <a:lnTo>
                  <a:pt x="871443" y="261545"/>
                </a:lnTo>
                <a:lnTo>
                  <a:pt x="885021" y="261870"/>
                </a:lnTo>
                <a:close/>
                <a:moveTo>
                  <a:pt x="855080" y="262882"/>
                </a:moveTo>
                <a:lnTo>
                  <a:pt x="855989" y="263718"/>
                </a:lnTo>
                <a:lnTo>
                  <a:pt x="856322" y="264781"/>
                </a:lnTo>
                <a:lnTo>
                  <a:pt x="856416" y="268591"/>
                </a:lnTo>
                <a:lnTo>
                  <a:pt x="855616" y="274344"/>
                </a:lnTo>
                <a:lnTo>
                  <a:pt x="854289" y="276323"/>
                </a:lnTo>
                <a:lnTo>
                  <a:pt x="853035" y="276350"/>
                </a:lnTo>
                <a:lnTo>
                  <a:pt x="844866" y="272168"/>
                </a:lnTo>
                <a:lnTo>
                  <a:pt x="842037" y="270244"/>
                </a:lnTo>
                <a:lnTo>
                  <a:pt x="840695" y="268484"/>
                </a:lnTo>
                <a:lnTo>
                  <a:pt x="840901" y="267490"/>
                </a:lnTo>
                <a:lnTo>
                  <a:pt x="842258" y="266621"/>
                </a:lnTo>
                <a:lnTo>
                  <a:pt x="847788" y="264877"/>
                </a:lnTo>
                <a:lnTo>
                  <a:pt x="852584" y="262782"/>
                </a:lnTo>
                <a:lnTo>
                  <a:pt x="855080" y="262882"/>
                </a:lnTo>
                <a:close/>
                <a:moveTo>
                  <a:pt x="906670" y="264907"/>
                </a:moveTo>
                <a:lnTo>
                  <a:pt x="914478" y="267876"/>
                </a:lnTo>
                <a:lnTo>
                  <a:pt x="914962" y="269123"/>
                </a:lnTo>
                <a:lnTo>
                  <a:pt x="914288" y="270886"/>
                </a:lnTo>
                <a:lnTo>
                  <a:pt x="912607" y="272559"/>
                </a:lnTo>
                <a:lnTo>
                  <a:pt x="904802" y="276494"/>
                </a:lnTo>
                <a:lnTo>
                  <a:pt x="901890" y="277088"/>
                </a:lnTo>
                <a:lnTo>
                  <a:pt x="900156" y="276754"/>
                </a:lnTo>
                <a:lnTo>
                  <a:pt x="899520" y="275930"/>
                </a:lnTo>
                <a:lnTo>
                  <a:pt x="899152" y="272060"/>
                </a:lnTo>
                <a:lnTo>
                  <a:pt x="899335" y="267180"/>
                </a:lnTo>
                <a:lnTo>
                  <a:pt x="900016" y="264281"/>
                </a:lnTo>
                <a:lnTo>
                  <a:pt x="902439" y="263690"/>
                </a:lnTo>
                <a:lnTo>
                  <a:pt x="906670" y="264907"/>
                </a:lnTo>
                <a:close/>
                <a:moveTo>
                  <a:pt x="893555" y="268765"/>
                </a:moveTo>
                <a:lnTo>
                  <a:pt x="894574" y="271582"/>
                </a:lnTo>
                <a:lnTo>
                  <a:pt x="894431" y="275796"/>
                </a:lnTo>
                <a:lnTo>
                  <a:pt x="893693" y="276888"/>
                </a:lnTo>
                <a:lnTo>
                  <a:pt x="892369" y="277432"/>
                </a:lnTo>
                <a:lnTo>
                  <a:pt x="889885" y="276938"/>
                </a:lnTo>
                <a:lnTo>
                  <a:pt x="888179" y="275814"/>
                </a:lnTo>
                <a:lnTo>
                  <a:pt x="886661" y="274116"/>
                </a:lnTo>
                <a:lnTo>
                  <a:pt x="885921" y="272534"/>
                </a:lnTo>
                <a:lnTo>
                  <a:pt x="886082" y="271627"/>
                </a:lnTo>
                <a:lnTo>
                  <a:pt x="887374" y="270323"/>
                </a:lnTo>
                <a:lnTo>
                  <a:pt x="891240" y="268302"/>
                </a:lnTo>
                <a:lnTo>
                  <a:pt x="892464" y="268020"/>
                </a:lnTo>
                <a:lnTo>
                  <a:pt x="893555" y="268765"/>
                </a:lnTo>
                <a:close/>
                <a:moveTo>
                  <a:pt x="867857" y="270741"/>
                </a:moveTo>
                <a:lnTo>
                  <a:pt x="868897" y="271826"/>
                </a:lnTo>
                <a:lnTo>
                  <a:pt x="869149" y="273064"/>
                </a:lnTo>
                <a:lnTo>
                  <a:pt x="868603" y="274557"/>
                </a:lnTo>
                <a:lnTo>
                  <a:pt x="867287" y="276223"/>
                </a:lnTo>
                <a:lnTo>
                  <a:pt x="866223" y="276948"/>
                </a:lnTo>
                <a:lnTo>
                  <a:pt x="864013" y="277384"/>
                </a:lnTo>
                <a:lnTo>
                  <a:pt x="862095" y="276625"/>
                </a:lnTo>
                <a:lnTo>
                  <a:pt x="861396" y="275857"/>
                </a:lnTo>
                <a:lnTo>
                  <a:pt x="860817" y="273663"/>
                </a:lnTo>
                <a:lnTo>
                  <a:pt x="861381" y="271483"/>
                </a:lnTo>
                <a:lnTo>
                  <a:pt x="862354" y="270293"/>
                </a:lnTo>
                <a:lnTo>
                  <a:pt x="863681" y="269669"/>
                </a:lnTo>
                <a:lnTo>
                  <a:pt x="865256" y="269635"/>
                </a:lnTo>
                <a:lnTo>
                  <a:pt x="867857" y="270741"/>
                </a:lnTo>
                <a:close/>
                <a:moveTo>
                  <a:pt x="828032" y="273490"/>
                </a:moveTo>
                <a:lnTo>
                  <a:pt x="828640" y="274505"/>
                </a:lnTo>
                <a:lnTo>
                  <a:pt x="828726" y="275725"/>
                </a:lnTo>
                <a:lnTo>
                  <a:pt x="828032" y="277443"/>
                </a:lnTo>
                <a:lnTo>
                  <a:pt x="827153" y="278212"/>
                </a:lnTo>
                <a:lnTo>
                  <a:pt x="820589" y="278344"/>
                </a:lnTo>
                <a:lnTo>
                  <a:pt x="818628" y="277848"/>
                </a:lnTo>
                <a:lnTo>
                  <a:pt x="817770" y="276993"/>
                </a:lnTo>
                <a:lnTo>
                  <a:pt x="818307" y="275287"/>
                </a:lnTo>
                <a:lnTo>
                  <a:pt x="820417" y="274190"/>
                </a:lnTo>
                <a:lnTo>
                  <a:pt x="825613" y="272847"/>
                </a:lnTo>
                <a:lnTo>
                  <a:pt x="827079" y="272895"/>
                </a:lnTo>
                <a:lnTo>
                  <a:pt x="828032" y="273490"/>
                </a:lnTo>
                <a:close/>
                <a:moveTo>
                  <a:pt x="937768" y="275707"/>
                </a:moveTo>
                <a:lnTo>
                  <a:pt x="944450" y="278475"/>
                </a:lnTo>
                <a:lnTo>
                  <a:pt x="945640" y="279754"/>
                </a:lnTo>
                <a:lnTo>
                  <a:pt x="944904" y="280481"/>
                </a:lnTo>
                <a:lnTo>
                  <a:pt x="942956" y="280933"/>
                </a:lnTo>
                <a:lnTo>
                  <a:pt x="935784" y="281345"/>
                </a:lnTo>
                <a:lnTo>
                  <a:pt x="930584" y="280915"/>
                </a:lnTo>
                <a:lnTo>
                  <a:pt x="928752" y="278624"/>
                </a:lnTo>
                <a:lnTo>
                  <a:pt x="927643" y="275756"/>
                </a:lnTo>
                <a:lnTo>
                  <a:pt x="928145" y="274501"/>
                </a:lnTo>
                <a:lnTo>
                  <a:pt x="930608" y="273779"/>
                </a:lnTo>
                <a:lnTo>
                  <a:pt x="934581" y="274463"/>
                </a:lnTo>
                <a:lnTo>
                  <a:pt x="937768" y="275707"/>
                </a:lnTo>
                <a:close/>
                <a:moveTo>
                  <a:pt x="839314" y="274743"/>
                </a:moveTo>
                <a:lnTo>
                  <a:pt x="839855" y="276750"/>
                </a:lnTo>
                <a:lnTo>
                  <a:pt x="838665" y="278228"/>
                </a:lnTo>
                <a:lnTo>
                  <a:pt x="836978" y="277892"/>
                </a:lnTo>
                <a:lnTo>
                  <a:pt x="835114" y="276224"/>
                </a:lnTo>
                <a:lnTo>
                  <a:pt x="835402" y="275225"/>
                </a:lnTo>
                <a:lnTo>
                  <a:pt x="836759" y="274400"/>
                </a:lnTo>
                <a:lnTo>
                  <a:pt x="838429" y="274291"/>
                </a:lnTo>
                <a:lnTo>
                  <a:pt x="839314" y="274743"/>
                </a:lnTo>
                <a:close/>
                <a:moveTo>
                  <a:pt x="920411" y="275129"/>
                </a:moveTo>
                <a:lnTo>
                  <a:pt x="921364" y="276134"/>
                </a:lnTo>
                <a:lnTo>
                  <a:pt x="922028" y="278177"/>
                </a:lnTo>
                <a:lnTo>
                  <a:pt x="921857" y="279516"/>
                </a:lnTo>
                <a:lnTo>
                  <a:pt x="920998" y="280471"/>
                </a:lnTo>
                <a:lnTo>
                  <a:pt x="919741" y="281110"/>
                </a:lnTo>
                <a:lnTo>
                  <a:pt x="917453" y="281398"/>
                </a:lnTo>
                <a:lnTo>
                  <a:pt x="915890" y="281089"/>
                </a:lnTo>
                <a:lnTo>
                  <a:pt x="914040" y="279978"/>
                </a:lnTo>
                <a:lnTo>
                  <a:pt x="914469" y="278598"/>
                </a:lnTo>
                <a:lnTo>
                  <a:pt x="918347" y="275278"/>
                </a:lnTo>
                <a:lnTo>
                  <a:pt x="919339" y="274740"/>
                </a:lnTo>
                <a:lnTo>
                  <a:pt x="920411" y="275129"/>
                </a:lnTo>
                <a:close/>
                <a:moveTo>
                  <a:pt x="879188" y="278166"/>
                </a:moveTo>
                <a:lnTo>
                  <a:pt x="879760" y="279211"/>
                </a:lnTo>
                <a:lnTo>
                  <a:pt x="878629" y="279857"/>
                </a:lnTo>
                <a:lnTo>
                  <a:pt x="876005" y="279786"/>
                </a:lnTo>
                <a:lnTo>
                  <a:pt x="875213" y="279095"/>
                </a:lnTo>
                <a:lnTo>
                  <a:pt x="875828" y="278015"/>
                </a:lnTo>
                <a:lnTo>
                  <a:pt x="876830" y="277597"/>
                </a:lnTo>
                <a:lnTo>
                  <a:pt x="879188" y="278166"/>
                </a:lnTo>
                <a:close/>
                <a:moveTo>
                  <a:pt x="882514" y="286797"/>
                </a:moveTo>
                <a:lnTo>
                  <a:pt x="882702" y="287372"/>
                </a:lnTo>
                <a:lnTo>
                  <a:pt x="882175" y="288448"/>
                </a:lnTo>
                <a:lnTo>
                  <a:pt x="878861" y="289772"/>
                </a:lnTo>
                <a:lnTo>
                  <a:pt x="875909" y="289449"/>
                </a:lnTo>
                <a:lnTo>
                  <a:pt x="873922" y="288254"/>
                </a:lnTo>
                <a:lnTo>
                  <a:pt x="873475" y="287377"/>
                </a:lnTo>
                <a:lnTo>
                  <a:pt x="874421" y="286202"/>
                </a:lnTo>
                <a:lnTo>
                  <a:pt x="877210" y="285762"/>
                </a:lnTo>
                <a:lnTo>
                  <a:pt x="880530" y="285984"/>
                </a:lnTo>
                <a:lnTo>
                  <a:pt x="882514" y="286797"/>
                </a:lnTo>
                <a:close/>
                <a:moveTo>
                  <a:pt x="893700" y="288677"/>
                </a:moveTo>
                <a:lnTo>
                  <a:pt x="894572" y="291614"/>
                </a:lnTo>
                <a:lnTo>
                  <a:pt x="894560" y="297405"/>
                </a:lnTo>
                <a:lnTo>
                  <a:pt x="893700" y="300007"/>
                </a:lnTo>
                <a:lnTo>
                  <a:pt x="892266" y="300621"/>
                </a:lnTo>
                <a:lnTo>
                  <a:pt x="885052" y="295962"/>
                </a:lnTo>
                <a:lnTo>
                  <a:pt x="884586" y="295412"/>
                </a:lnTo>
                <a:lnTo>
                  <a:pt x="884437" y="294030"/>
                </a:lnTo>
                <a:lnTo>
                  <a:pt x="886005" y="291561"/>
                </a:lnTo>
                <a:lnTo>
                  <a:pt x="889457" y="289111"/>
                </a:lnTo>
                <a:lnTo>
                  <a:pt x="892410" y="287791"/>
                </a:lnTo>
                <a:lnTo>
                  <a:pt x="893700" y="288677"/>
                </a:lnTo>
                <a:close/>
                <a:moveTo>
                  <a:pt x="867713" y="289641"/>
                </a:moveTo>
                <a:lnTo>
                  <a:pt x="870535" y="292589"/>
                </a:lnTo>
                <a:lnTo>
                  <a:pt x="871184" y="294218"/>
                </a:lnTo>
                <a:lnTo>
                  <a:pt x="870947" y="295433"/>
                </a:lnTo>
                <a:lnTo>
                  <a:pt x="868912" y="297068"/>
                </a:lnTo>
                <a:lnTo>
                  <a:pt x="864496" y="299536"/>
                </a:lnTo>
                <a:lnTo>
                  <a:pt x="862442" y="300156"/>
                </a:lnTo>
                <a:lnTo>
                  <a:pt x="861064" y="299895"/>
                </a:lnTo>
                <a:lnTo>
                  <a:pt x="860351" y="298414"/>
                </a:lnTo>
                <a:lnTo>
                  <a:pt x="860166" y="293443"/>
                </a:lnTo>
                <a:lnTo>
                  <a:pt x="860513" y="289982"/>
                </a:lnTo>
                <a:lnTo>
                  <a:pt x="861300" y="288050"/>
                </a:lnTo>
                <a:lnTo>
                  <a:pt x="864929" y="288559"/>
                </a:lnTo>
                <a:lnTo>
                  <a:pt x="867713" y="289641"/>
                </a:lnTo>
                <a:close/>
                <a:moveTo>
                  <a:pt x="882755" y="299815"/>
                </a:moveTo>
                <a:lnTo>
                  <a:pt x="885516" y="302718"/>
                </a:lnTo>
                <a:lnTo>
                  <a:pt x="885504" y="303117"/>
                </a:lnTo>
                <a:lnTo>
                  <a:pt x="884586" y="303636"/>
                </a:lnTo>
                <a:lnTo>
                  <a:pt x="876556" y="303948"/>
                </a:lnTo>
                <a:lnTo>
                  <a:pt x="873818" y="303570"/>
                </a:lnTo>
                <a:lnTo>
                  <a:pt x="872540" y="302750"/>
                </a:lnTo>
                <a:lnTo>
                  <a:pt x="872411" y="302150"/>
                </a:lnTo>
                <a:lnTo>
                  <a:pt x="873098" y="300523"/>
                </a:lnTo>
                <a:lnTo>
                  <a:pt x="875620" y="297307"/>
                </a:lnTo>
                <a:lnTo>
                  <a:pt x="879541" y="297565"/>
                </a:lnTo>
                <a:lnTo>
                  <a:pt x="882755" y="299815"/>
                </a:lnTo>
                <a:close/>
                <a:moveTo>
                  <a:pt x="882225" y="309457"/>
                </a:moveTo>
                <a:lnTo>
                  <a:pt x="882878" y="310545"/>
                </a:lnTo>
                <a:lnTo>
                  <a:pt x="882187" y="311596"/>
                </a:lnTo>
                <a:lnTo>
                  <a:pt x="877018" y="313411"/>
                </a:lnTo>
                <a:lnTo>
                  <a:pt x="873757" y="311735"/>
                </a:lnTo>
                <a:lnTo>
                  <a:pt x="872706" y="310538"/>
                </a:lnTo>
                <a:lnTo>
                  <a:pt x="873257" y="309554"/>
                </a:lnTo>
                <a:lnTo>
                  <a:pt x="875717" y="308844"/>
                </a:lnTo>
                <a:lnTo>
                  <a:pt x="880008" y="308801"/>
                </a:lnTo>
                <a:lnTo>
                  <a:pt x="882225" y="309457"/>
                </a:lnTo>
                <a:close/>
                <a:moveTo>
                  <a:pt x="866604" y="312640"/>
                </a:moveTo>
                <a:lnTo>
                  <a:pt x="868169" y="313584"/>
                </a:lnTo>
                <a:lnTo>
                  <a:pt x="870021" y="315466"/>
                </a:lnTo>
                <a:lnTo>
                  <a:pt x="870922" y="317413"/>
                </a:lnTo>
                <a:lnTo>
                  <a:pt x="870798" y="318474"/>
                </a:lnTo>
                <a:lnTo>
                  <a:pt x="869569" y="319554"/>
                </a:lnTo>
                <a:lnTo>
                  <a:pt x="866405" y="320384"/>
                </a:lnTo>
                <a:lnTo>
                  <a:pt x="862967" y="320134"/>
                </a:lnTo>
                <a:lnTo>
                  <a:pt x="861252" y="319293"/>
                </a:lnTo>
                <a:lnTo>
                  <a:pt x="860294" y="318192"/>
                </a:lnTo>
                <a:lnTo>
                  <a:pt x="859974" y="316666"/>
                </a:lnTo>
                <a:lnTo>
                  <a:pt x="860188" y="313229"/>
                </a:lnTo>
                <a:lnTo>
                  <a:pt x="860862" y="311897"/>
                </a:lnTo>
                <a:lnTo>
                  <a:pt x="862931" y="311427"/>
                </a:lnTo>
                <a:lnTo>
                  <a:pt x="866604" y="312640"/>
                </a:lnTo>
                <a:close/>
                <a:moveTo>
                  <a:pt x="894375" y="313507"/>
                </a:moveTo>
                <a:lnTo>
                  <a:pt x="894824" y="316454"/>
                </a:lnTo>
                <a:lnTo>
                  <a:pt x="894588" y="319771"/>
                </a:lnTo>
                <a:lnTo>
                  <a:pt x="893983" y="321334"/>
                </a:lnTo>
                <a:lnTo>
                  <a:pt x="892964" y="322137"/>
                </a:lnTo>
                <a:lnTo>
                  <a:pt x="890965" y="322014"/>
                </a:lnTo>
                <a:lnTo>
                  <a:pt x="886254" y="319492"/>
                </a:lnTo>
                <a:lnTo>
                  <a:pt x="885130" y="318335"/>
                </a:lnTo>
                <a:lnTo>
                  <a:pt x="885065" y="317411"/>
                </a:lnTo>
                <a:lnTo>
                  <a:pt x="885938" y="315629"/>
                </a:lnTo>
                <a:lnTo>
                  <a:pt x="889572" y="312567"/>
                </a:lnTo>
                <a:lnTo>
                  <a:pt x="892531" y="311687"/>
                </a:lnTo>
                <a:lnTo>
                  <a:pt x="893484" y="312184"/>
                </a:lnTo>
                <a:lnTo>
                  <a:pt x="894375" y="313507"/>
                </a:lnTo>
                <a:close/>
                <a:moveTo>
                  <a:pt x="854839" y="313218"/>
                </a:moveTo>
                <a:lnTo>
                  <a:pt x="855698" y="314853"/>
                </a:lnTo>
                <a:lnTo>
                  <a:pt x="855773" y="316870"/>
                </a:lnTo>
                <a:lnTo>
                  <a:pt x="855088" y="318716"/>
                </a:lnTo>
                <a:lnTo>
                  <a:pt x="853586" y="320306"/>
                </a:lnTo>
                <a:lnTo>
                  <a:pt x="839133" y="320842"/>
                </a:lnTo>
                <a:lnTo>
                  <a:pt x="837605" y="320614"/>
                </a:lnTo>
                <a:lnTo>
                  <a:pt x="836373" y="319534"/>
                </a:lnTo>
                <a:lnTo>
                  <a:pt x="837334" y="318126"/>
                </a:lnTo>
                <a:lnTo>
                  <a:pt x="838513" y="317274"/>
                </a:lnTo>
                <a:lnTo>
                  <a:pt x="845272" y="315161"/>
                </a:lnTo>
                <a:lnTo>
                  <a:pt x="850672" y="312807"/>
                </a:lnTo>
                <a:lnTo>
                  <a:pt x="852882" y="312349"/>
                </a:lnTo>
                <a:lnTo>
                  <a:pt x="854839" y="313218"/>
                </a:lnTo>
                <a:close/>
                <a:moveTo>
                  <a:pt x="906911" y="313749"/>
                </a:moveTo>
                <a:lnTo>
                  <a:pt x="920859" y="321034"/>
                </a:lnTo>
                <a:lnTo>
                  <a:pt x="921990" y="321975"/>
                </a:lnTo>
                <a:lnTo>
                  <a:pt x="922083" y="323254"/>
                </a:lnTo>
                <a:lnTo>
                  <a:pt x="920481" y="324056"/>
                </a:lnTo>
                <a:lnTo>
                  <a:pt x="912504" y="324018"/>
                </a:lnTo>
                <a:lnTo>
                  <a:pt x="904047" y="323420"/>
                </a:lnTo>
                <a:lnTo>
                  <a:pt x="901210" y="322481"/>
                </a:lnTo>
                <a:lnTo>
                  <a:pt x="900259" y="321430"/>
                </a:lnTo>
                <a:lnTo>
                  <a:pt x="899457" y="319141"/>
                </a:lnTo>
                <a:lnTo>
                  <a:pt x="899236" y="315491"/>
                </a:lnTo>
                <a:lnTo>
                  <a:pt x="899694" y="313413"/>
                </a:lnTo>
                <a:lnTo>
                  <a:pt x="900415" y="312672"/>
                </a:lnTo>
                <a:lnTo>
                  <a:pt x="902294" y="312211"/>
                </a:lnTo>
                <a:lnTo>
                  <a:pt x="904615" y="312593"/>
                </a:lnTo>
                <a:lnTo>
                  <a:pt x="906911" y="313749"/>
                </a:lnTo>
                <a:close/>
                <a:moveTo>
                  <a:pt x="880441" y="329611"/>
                </a:moveTo>
                <a:lnTo>
                  <a:pt x="881303" y="330871"/>
                </a:lnTo>
                <a:lnTo>
                  <a:pt x="880104" y="332456"/>
                </a:lnTo>
                <a:lnTo>
                  <a:pt x="878104" y="333387"/>
                </a:lnTo>
                <a:lnTo>
                  <a:pt x="876970" y="333257"/>
                </a:lnTo>
                <a:lnTo>
                  <a:pt x="876113" y="332578"/>
                </a:lnTo>
                <a:lnTo>
                  <a:pt x="875571" y="330624"/>
                </a:lnTo>
                <a:lnTo>
                  <a:pt x="876268" y="329627"/>
                </a:lnTo>
                <a:lnTo>
                  <a:pt x="878560" y="329149"/>
                </a:lnTo>
                <a:lnTo>
                  <a:pt x="880441" y="329611"/>
                </a:lnTo>
                <a:close/>
                <a:moveTo>
                  <a:pt x="864482" y="332022"/>
                </a:moveTo>
                <a:lnTo>
                  <a:pt x="869839" y="335534"/>
                </a:lnTo>
                <a:lnTo>
                  <a:pt x="870638" y="337659"/>
                </a:lnTo>
                <a:lnTo>
                  <a:pt x="869685" y="338907"/>
                </a:lnTo>
                <a:lnTo>
                  <a:pt x="863624" y="342465"/>
                </a:lnTo>
                <a:lnTo>
                  <a:pt x="860947" y="342906"/>
                </a:lnTo>
                <a:lnTo>
                  <a:pt x="859890" y="341893"/>
                </a:lnTo>
                <a:lnTo>
                  <a:pt x="859389" y="339800"/>
                </a:lnTo>
                <a:lnTo>
                  <a:pt x="860000" y="332843"/>
                </a:lnTo>
                <a:lnTo>
                  <a:pt x="861249" y="331260"/>
                </a:lnTo>
                <a:lnTo>
                  <a:pt x="862604" y="331267"/>
                </a:lnTo>
                <a:lnTo>
                  <a:pt x="864482" y="332022"/>
                </a:lnTo>
                <a:close/>
                <a:moveTo>
                  <a:pt x="895580" y="332697"/>
                </a:moveTo>
                <a:lnTo>
                  <a:pt x="896963" y="334809"/>
                </a:lnTo>
                <a:lnTo>
                  <a:pt x="897640" y="337294"/>
                </a:lnTo>
                <a:lnTo>
                  <a:pt x="897332" y="340661"/>
                </a:lnTo>
                <a:lnTo>
                  <a:pt x="896244" y="341962"/>
                </a:lnTo>
                <a:lnTo>
                  <a:pt x="894900" y="342066"/>
                </a:lnTo>
                <a:lnTo>
                  <a:pt x="892169" y="341065"/>
                </a:lnTo>
                <a:lnTo>
                  <a:pt x="888005" y="338956"/>
                </a:lnTo>
                <a:lnTo>
                  <a:pt x="886436" y="337707"/>
                </a:lnTo>
                <a:lnTo>
                  <a:pt x="886316" y="336435"/>
                </a:lnTo>
                <a:lnTo>
                  <a:pt x="887175" y="334897"/>
                </a:lnTo>
                <a:lnTo>
                  <a:pt x="890489" y="332209"/>
                </a:lnTo>
                <a:lnTo>
                  <a:pt x="893266" y="331537"/>
                </a:lnTo>
                <a:lnTo>
                  <a:pt x="895580" y="332697"/>
                </a:lnTo>
                <a:close/>
                <a:moveTo>
                  <a:pt x="882032" y="342436"/>
                </a:moveTo>
                <a:lnTo>
                  <a:pt x="889737" y="347159"/>
                </a:lnTo>
                <a:lnTo>
                  <a:pt x="891193" y="348511"/>
                </a:lnTo>
                <a:lnTo>
                  <a:pt x="891420" y="349365"/>
                </a:lnTo>
                <a:lnTo>
                  <a:pt x="890777" y="350904"/>
                </a:lnTo>
                <a:lnTo>
                  <a:pt x="888976" y="352715"/>
                </a:lnTo>
                <a:lnTo>
                  <a:pt x="882645" y="357411"/>
                </a:lnTo>
                <a:lnTo>
                  <a:pt x="880148" y="358689"/>
                </a:lnTo>
                <a:lnTo>
                  <a:pt x="877476" y="359285"/>
                </a:lnTo>
                <a:lnTo>
                  <a:pt x="874598" y="358463"/>
                </a:lnTo>
                <a:lnTo>
                  <a:pt x="867339" y="353383"/>
                </a:lnTo>
                <a:lnTo>
                  <a:pt x="863825" y="349475"/>
                </a:lnTo>
                <a:lnTo>
                  <a:pt x="863819" y="348513"/>
                </a:lnTo>
                <a:lnTo>
                  <a:pt x="865019" y="347245"/>
                </a:lnTo>
                <a:lnTo>
                  <a:pt x="876373" y="341042"/>
                </a:lnTo>
                <a:lnTo>
                  <a:pt x="878007" y="340813"/>
                </a:lnTo>
                <a:lnTo>
                  <a:pt x="882032" y="342436"/>
                </a:lnTo>
                <a:close/>
                <a:moveTo>
                  <a:pt x="861734" y="355213"/>
                </a:moveTo>
                <a:lnTo>
                  <a:pt x="869326" y="360640"/>
                </a:lnTo>
                <a:lnTo>
                  <a:pt x="870946" y="362996"/>
                </a:lnTo>
                <a:lnTo>
                  <a:pt x="871088" y="364470"/>
                </a:lnTo>
                <a:lnTo>
                  <a:pt x="859299" y="373100"/>
                </a:lnTo>
                <a:lnTo>
                  <a:pt x="854598" y="374932"/>
                </a:lnTo>
                <a:lnTo>
                  <a:pt x="853230" y="373150"/>
                </a:lnTo>
                <a:lnTo>
                  <a:pt x="852971" y="371877"/>
                </a:lnTo>
                <a:lnTo>
                  <a:pt x="855098" y="364548"/>
                </a:lnTo>
                <a:lnTo>
                  <a:pt x="856538" y="356338"/>
                </a:lnTo>
                <a:lnTo>
                  <a:pt x="857877" y="354809"/>
                </a:lnTo>
                <a:lnTo>
                  <a:pt x="859568" y="354710"/>
                </a:lnTo>
                <a:lnTo>
                  <a:pt x="861734" y="355213"/>
                </a:lnTo>
                <a:close/>
                <a:moveTo>
                  <a:pt x="897895" y="355550"/>
                </a:moveTo>
                <a:lnTo>
                  <a:pt x="899894" y="359983"/>
                </a:lnTo>
                <a:lnTo>
                  <a:pt x="901647" y="368084"/>
                </a:lnTo>
                <a:lnTo>
                  <a:pt x="901958" y="373519"/>
                </a:lnTo>
                <a:lnTo>
                  <a:pt x="901679" y="374517"/>
                </a:lnTo>
                <a:lnTo>
                  <a:pt x="900529" y="375335"/>
                </a:lnTo>
                <a:lnTo>
                  <a:pt x="898564" y="374631"/>
                </a:lnTo>
                <a:lnTo>
                  <a:pt x="887474" y="366915"/>
                </a:lnTo>
                <a:lnTo>
                  <a:pt x="884732" y="364325"/>
                </a:lnTo>
                <a:lnTo>
                  <a:pt x="887502" y="360968"/>
                </a:lnTo>
                <a:lnTo>
                  <a:pt x="894806" y="355087"/>
                </a:lnTo>
                <a:lnTo>
                  <a:pt x="896415" y="354740"/>
                </a:lnTo>
                <a:lnTo>
                  <a:pt x="897895" y="355550"/>
                </a:lnTo>
                <a:close/>
                <a:moveTo>
                  <a:pt x="882707" y="369581"/>
                </a:moveTo>
                <a:lnTo>
                  <a:pt x="892949" y="376659"/>
                </a:lnTo>
                <a:lnTo>
                  <a:pt x="896977" y="378623"/>
                </a:lnTo>
                <a:lnTo>
                  <a:pt x="897540" y="379488"/>
                </a:lnTo>
                <a:lnTo>
                  <a:pt x="897663" y="381330"/>
                </a:lnTo>
                <a:lnTo>
                  <a:pt x="897099" y="382791"/>
                </a:lnTo>
                <a:lnTo>
                  <a:pt x="895702" y="384045"/>
                </a:lnTo>
                <a:lnTo>
                  <a:pt x="891228" y="386653"/>
                </a:lnTo>
                <a:lnTo>
                  <a:pt x="882617" y="392755"/>
                </a:lnTo>
                <a:lnTo>
                  <a:pt x="879634" y="393371"/>
                </a:lnTo>
                <a:lnTo>
                  <a:pt x="876955" y="392281"/>
                </a:lnTo>
                <a:lnTo>
                  <a:pt x="865763" y="384521"/>
                </a:lnTo>
                <a:lnTo>
                  <a:pt x="863209" y="381827"/>
                </a:lnTo>
                <a:lnTo>
                  <a:pt x="862912" y="380225"/>
                </a:lnTo>
                <a:lnTo>
                  <a:pt x="864546" y="377899"/>
                </a:lnTo>
                <a:lnTo>
                  <a:pt x="876668" y="369014"/>
                </a:lnTo>
                <a:lnTo>
                  <a:pt x="879091" y="368182"/>
                </a:lnTo>
                <a:lnTo>
                  <a:pt x="882707" y="369581"/>
                </a:lnTo>
                <a:close/>
                <a:moveTo>
                  <a:pt x="856382" y="386890"/>
                </a:moveTo>
                <a:lnTo>
                  <a:pt x="868399" y="395429"/>
                </a:lnTo>
                <a:lnTo>
                  <a:pt x="870750" y="397617"/>
                </a:lnTo>
                <a:lnTo>
                  <a:pt x="871272" y="399204"/>
                </a:lnTo>
                <a:lnTo>
                  <a:pt x="869255" y="401306"/>
                </a:lnTo>
                <a:lnTo>
                  <a:pt x="852610" y="412349"/>
                </a:lnTo>
                <a:lnTo>
                  <a:pt x="849395" y="413473"/>
                </a:lnTo>
                <a:lnTo>
                  <a:pt x="848249" y="412414"/>
                </a:lnTo>
                <a:lnTo>
                  <a:pt x="847854" y="407940"/>
                </a:lnTo>
                <a:lnTo>
                  <a:pt x="849189" y="396461"/>
                </a:lnTo>
                <a:lnTo>
                  <a:pt x="850454" y="390392"/>
                </a:lnTo>
                <a:lnTo>
                  <a:pt x="851953" y="386983"/>
                </a:lnTo>
                <a:lnTo>
                  <a:pt x="853269" y="385817"/>
                </a:lnTo>
                <a:lnTo>
                  <a:pt x="854622" y="385682"/>
                </a:lnTo>
                <a:lnTo>
                  <a:pt x="856382" y="386890"/>
                </a:lnTo>
                <a:close/>
                <a:moveTo>
                  <a:pt x="904404" y="387179"/>
                </a:moveTo>
                <a:lnTo>
                  <a:pt x="905138" y="389069"/>
                </a:lnTo>
                <a:lnTo>
                  <a:pt x="906493" y="401775"/>
                </a:lnTo>
                <a:lnTo>
                  <a:pt x="908116" y="409599"/>
                </a:lnTo>
                <a:lnTo>
                  <a:pt x="907590" y="411456"/>
                </a:lnTo>
                <a:lnTo>
                  <a:pt x="906210" y="412076"/>
                </a:lnTo>
                <a:lnTo>
                  <a:pt x="903086" y="411133"/>
                </a:lnTo>
                <a:lnTo>
                  <a:pt x="888724" y="400864"/>
                </a:lnTo>
                <a:lnTo>
                  <a:pt x="887103" y="399344"/>
                </a:lnTo>
                <a:lnTo>
                  <a:pt x="886796" y="398456"/>
                </a:lnTo>
                <a:lnTo>
                  <a:pt x="887252" y="396706"/>
                </a:lnTo>
                <a:lnTo>
                  <a:pt x="888786" y="394848"/>
                </a:lnTo>
                <a:lnTo>
                  <a:pt x="896587" y="389686"/>
                </a:lnTo>
                <a:lnTo>
                  <a:pt x="900398" y="386406"/>
                </a:lnTo>
                <a:lnTo>
                  <a:pt x="902234" y="386215"/>
                </a:lnTo>
                <a:lnTo>
                  <a:pt x="904404" y="387179"/>
                </a:lnTo>
                <a:close/>
                <a:moveTo>
                  <a:pt x="881598" y="404247"/>
                </a:moveTo>
                <a:lnTo>
                  <a:pt x="901597" y="417831"/>
                </a:lnTo>
                <a:lnTo>
                  <a:pt x="901818" y="418582"/>
                </a:lnTo>
                <a:lnTo>
                  <a:pt x="901190" y="419754"/>
                </a:lnTo>
                <a:lnTo>
                  <a:pt x="897199" y="423009"/>
                </a:lnTo>
                <a:lnTo>
                  <a:pt x="880529" y="430849"/>
                </a:lnTo>
                <a:lnTo>
                  <a:pt x="876666" y="431393"/>
                </a:lnTo>
                <a:lnTo>
                  <a:pt x="873736" y="430525"/>
                </a:lnTo>
                <a:lnTo>
                  <a:pt x="860594" y="423560"/>
                </a:lnTo>
                <a:lnTo>
                  <a:pt x="857977" y="421862"/>
                </a:lnTo>
                <a:lnTo>
                  <a:pt x="855663" y="419670"/>
                </a:lnTo>
                <a:lnTo>
                  <a:pt x="855368" y="418597"/>
                </a:lnTo>
                <a:lnTo>
                  <a:pt x="856659" y="417144"/>
                </a:lnTo>
                <a:lnTo>
                  <a:pt x="874486" y="404597"/>
                </a:lnTo>
                <a:lnTo>
                  <a:pt x="878042" y="403269"/>
                </a:lnTo>
                <a:lnTo>
                  <a:pt x="881598" y="404247"/>
                </a:lnTo>
                <a:close/>
                <a:moveTo>
                  <a:pt x="908887" y="424400"/>
                </a:moveTo>
                <a:lnTo>
                  <a:pt x="909660" y="426833"/>
                </a:lnTo>
                <a:lnTo>
                  <a:pt x="911093" y="437617"/>
                </a:lnTo>
                <a:lnTo>
                  <a:pt x="912644" y="444604"/>
                </a:lnTo>
                <a:lnTo>
                  <a:pt x="912369" y="447465"/>
                </a:lnTo>
                <a:lnTo>
                  <a:pt x="911225" y="449061"/>
                </a:lnTo>
                <a:lnTo>
                  <a:pt x="909573" y="448929"/>
                </a:lnTo>
                <a:lnTo>
                  <a:pt x="906525" y="447609"/>
                </a:lnTo>
                <a:lnTo>
                  <a:pt x="889092" y="438726"/>
                </a:lnTo>
                <a:lnTo>
                  <a:pt x="887173" y="437291"/>
                </a:lnTo>
                <a:lnTo>
                  <a:pt x="886692" y="434872"/>
                </a:lnTo>
                <a:lnTo>
                  <a:pt x="887218" y="433599"/>
                </a:lnTo>
                <a:lnTo>
                  <a:pt x="887994" y="432939"/>
                </a:lnTo>
                <a:lnTo>
                  <a:pt x="892939" y="431040"/>
                </a:lnTo>
                <a:lnTo>
                  <a:pt x="901179" y="426797"/>
                </a:lnTo>
                <a:lnTo>
                  <a:pt x="905423" y="424095"/>
                </a:lnTo>
                <a:lnTo>
                  <a:pt x="907465" y="423731"/>
                </a:lnTo>
                <a:lnTo>
                  <a:pt x="908887" y="424400"/>
                </a:lnTo>
                <a:close/>
                <a:moveTo>
                  <a:pt x="852429" y="425847"/>
                </a:moveTo>
                <a:lnTo>
                  <a:pt x="865477" y="433105"/>
                </a:lnTo>
                <a:lnTo>
                  <a:pt x="866693" y="434388"/>
                </a:lnTo>
                <a:lnTo>
                  <a:pt x="866708" y="435895"/>
                </a:lnTo>
                <a:lnTo>
                  <a:pt x="865748" y="437430"/>
                </a:lnTo>
                <a:lnTo>
                  <a:pt x="863876" y="438679"/>
                </a:lnTo>
                <a:lnTo>
                  <a:pt x="858081" y="440828"/>
                </a:lnTo>
                <a:lnTo>
                  <a:pt x="847223" y="446347"/>
                </a:lnTo>
                <a:lnTo>
                  <a:pt x="844762" y="446609"/>
                </a:lnTo>
                <a:lnTo>
                  <a:pt x="843745" y="445477"/>
                </a:lnTo>
                <a:lnTo>
                  <a:pt x="843557" y="444120"/>
                </a:lnTo>
                <a:lnTo>
                  <a:pt x="844473" y="432669"/>
                </a:lnTo>
                <a:lnTo>
                  <a:pt x="845679" y="424834"/>
                </a:lnTo>
                <a:lnTo>
                  <a:pt x="846543" y="424259"/>
                </a:lnTo>
                <a:lnTo>
                  <a:pt x="848439" y="424147"/>
                </a:lnTo>
                <a:lnTo>
                  <a:pt x="852429" y="425847"/>
                </a:lnTo>
                <a:close/>
                <a:moveTo>
                  <a:pt x="880634" y="441420"/>
                </a:moveTo>
                <a:lnTo>
                  <a:pt x="900753" y="452479"/>
                </a:lnTo>
                <a:lnTo>
                  <a:pt x="902095" y="453666"/>
                </a:lnTo>
                <a:lnTo>
                  <a:pt x="902556" y="455779"/>
                </a:lnTo>
                <a:lnTo>
                  <a:pt x="902274" y="457103"/>
                </a:lnTo>
                <a:lnTo>
                  <a:pt x="901185" y="458277"/>
                </a:lnTo>
                <a:lnTo>
                  <a:pt x="880850" y="473370"/>
                </a:lnTo>
                <a:lnTo>
                  <a:pt x="878969" y="474428"/>
                </a:lnTo>
                <a:lnTo>
                  <a:pt x="877163" y="474561"/>
                </a:lnTo>
                <a:lnTo>
                  <a:pt x="873771" y="472861"/>
                </a:lnTo>
                <a:lnTo>
                  <a:pt x="857048" y="459942"/>
                </a:lnTo>
                <a:lnTo>
                  <a:pt x="852091" y="455709"/>
                </a:lnTo>
                <a:lnTo>
                  <a:pt x="850571" y="453391"/>
                </a:lnTo>
                <a:lnTo>
                  <a:pt x="850934" y="452365"/>
                </a:lnTo>
                <a:lnTo>
                  <a:pt x="852297" y="451432"/>
                </a:lnTo>
                <a:lnTo>
                  <a:pt x="869595" y="442738"/>
                </a:lnTo>
                <a:lnTo>
                  <a:pt x="873668" y="440241"/>
                </a:lnTo>
                <a:lnTo>
                  <a:pt x="877035" y="439849"/>
                </a:lnTo>
                <a:lnTo>
                  <a:pt x="880634" y="441420"/>
                </a:lnTo>
                <a:close/>
                <a:moveTo>
                  <a:pt x="848571" y="462297"/>
                </a:moveTo>
                <a:lnTo>
                  <a:pt x="867306" y="476144"/>
                </a:lnTo>
                <a:lnTo>
                  <a:pt x="869527" y="478216"/>
                </a:lnTo>
                <a:lnTo>
                  <a:pt x="870268" y="479799"/>
                </a:lnTo>
                <a:lnTo>
                  <a:pt x="869329" y="481295"/>
                </a:lnTo>
                <a:lnTo>
                  <a:pt x="866188" y="484086"/>
                </a:lnTo>
                <a:lnTo>
                  <a:pt x="860824" y="487604"/>
                </a:lnTo>
                <a:lnTo>
                  <a:pt x="839208" y="503677"/>
                </a:lnTo>
                <a:lnTo>
                  <a:pt x="837698" y="503954"/>
                </a:lnTo>
                <a:lnTo>
                  <a:pt x="836376" y="503082"/>
                </a:lnTo>
                <a:lnTo>
                  <a:pt x="836211" y="500021"/>
                </a:lnTo>
                <a:lnTo>
                  <a:pt x="840846" y="462286"/>
                </a:lnTo>
                <a:lnTo>
                  <a:pt x="841695" y="459915"/>
                </a:lnTo>
                <a:lnTo>
                  <a:pt x="843107" y="459209"/>
                </a:lnTo>
                <a:lnTo>
                  <a:pt x="845321" y="460043"/>
                </a:lnTo>
                <a:lnTo>
                  <a:pt x="848571" y="462297"/>
                </a:lnTo>
                <a:close/>
                <a:moveTo>
                  <a:pt x="913516" y="462827"/>
                </a:moveTo>
                <a:lnTo>
                  <a:pt x="914399" y="466918"/>
                </a:lnTo>
                <a:lnTo>
                  <a:pt x="916715" y="487166"/>
                </a:lnTo>
                <a:lnTo>
                  <a:pt x="917734" y="501086"/>
                </a:lnTo>
                <a:lnTo>
                  <a:pt x="917610" y="503344"/>
                </a:lnTo>
                <a:lnTo>
                  <a:pt x="916885" y="504545"/>
                </a:lnTo>
                <a:lnTo>
                  <a:pt x="916302" y="504742"/>
                </a:lnTo>
                <a:lnTo>
                  <a:pt x="913698" y="503698"/>
                </a:lnTo>
                <a:lnTo>
                  <a:pt x="890312" y="485390"/>
                </a:lnTo>
                <a:lnTo>
                  <a:pt x="886569" y="482029"/>
                </a:lnTo>
                <a:lnTo>
                  <a:pt x="885214" y="479991"/>
                </a:lnTo>
                <a:lnTo>
                  <a:pt x="886944" y="478026"/>
                </a:lnTo>
                <a:lnTo>
                  <a:pt x="892405" y="473840"/>
                </a:lnTo>
                <a:lnTo>
                  <a:pt x="908758" y="462383"/>
                </a:lnTo>
                <a:lnTo>
                  <a:pt x="912070" y="461091"/>
                </a:lnTo>
                <a:lnTo>
                  <a:pt x="913516" y="462827"/>
                </a:lnTo>
                <a:close/>
                <a:moveTo>
                  <a:pt x="297482" y="149097"/>
                </a:moveTo>
                <a:lnTo>
                  <a:pt x="294233" y="150770"/>
                </a:lnTo>
                <a:lnTo>
                  <a:pt x="290859" y="153798"/>
                </a:lnTo>
                <a:lnTo>
                  <a:pt x="286218" y="155319"/>
                </a:lnTo>
                <a:lnTo>
                  <a:pt x="283246" y="157133"/>
                </a:lnTo>
                <a:lnTo>
                  <a:pt x="274091" y="169045"/>
                </a:lnTo>
                <a:lnTo>
                  <a:pt x="273075" y="170919"/>
                </a:lnTo>
                <a:lnTo>
                  <a:pt x="272918" y="172740"/>
                </a:lnTo>
                <a:lnTo>
                  <a:pt x="276534" y="185216"/>
                </a:lnTo>
                <a:lnTo>
                  <a:pt x="276474" y="187264"/>
                </a:lnTo>
                <a:lnTo>
                  <a:pt x="268837" y="196509"/>
                </a:lnTo>
                <a:lnTo>
                  <a:pt x="264537" y="204918"/>
                </a:lnTo>
                <a:lnTo>
                  <a:pt x="263194" y="205862"/>
                </a:lnTo>
                <a:lnTo>
                  <a:pt x="259503" y="206072"/>
                </a:lnTo>
                <a:lnTo>
                  <a:pt x="256288" y="207945"/>
                </a:lnTo>
                <a:lnTo>
                  <a:pt x="251058" y="213830"/>
                </a:lnTo>
                <a:lnTo>
                  <a:pt x="249426" y="217722"/>
                </a:lnTo>
                <a:lnTo>
                  <a:pt x="249362" y="219620"/>
                </a:lnTo>
                <a:lnTo>
                  <a:pt x="250601" y="222949"/>
                </a:lnTo>
                <a:lnTo>
                  <a:pt x="256396" y="232885"/>
                </a:lnTo>
                <a:lnTo>
                  <a:pt x="255955" y="233928"/>
                </a:lnTo>
                <a:lnTo>
                  <a:pt x="252871" y="236449"/>
                </a:lnTo>
                <a:lnTo>
                  <a:pt x="251600" y="238444"/>
                </a:lnTo>
                <a:lnTo>
                  <a:pt x="251410" y="240660"/>
                </a:lnTo>
                <a:lnTo>
                  <a:pt x="252552" y="245435"/>
                </a:lnTo>
                <a:lnTo>
                  <a:pt x="250699" y="251181"/>
                </a:lnTo>
                <a:lnTo>
                  <a:pt x="250626" y="254532"/>
                </a:lnTo>
                <a:lnTo>
                  <a:pt x="254330" y="261399"/>
                </a:lnTo>
                <a:lnTo>
                  <a:pt x="258424" y="267281"/>
                </a:lnTo>
                <a:lnTo>
                  <a:pt x="259181" y="269741"/>
                </a:lnTo>
                <a:lnTo>
                  <a:pt x="259712" y="275635"/>
                </a:lnTo>
                <a:lnTo>
                  <a:pt x="262111" y="281505"/>
                </a:lnTo>
                <a:lnTo>
                  <a:pt x="262940" y="285845"/>
                </a:lnTo>
                <a:lnTo>
                  <a:pt x="263883" y="287381"/>
                </a:lnTo>
                <a:lnTo>
                  <a:pt x="265044" y="287903"/>
                </a:lnTo>
                <a:lnTo>
                  <a:pt x="268951" y="288115"/>
                </a:lnTo>
                <a:lnTo>
                  <a:pt x="272001" y="287237"/>
                </a:lnTo>
                <a:lnTo>
                  <a:pt x="273280" y="285586"/>
                </a:lnTo>
                <a:lnTo>
                  <a:pt x="274027" y="282072"/>
                </a:lnTo>
                <a:lnTo>
                  <a:pt x="273145" y="277542"/>
                </a:lnTo>
                <a:lnTo>
                  <a:pt x="270115" y="272007"/>
                </a:lnTo>
                <a:lnTo>
                  <a:pt x="268892" y="265547"/>
                </a:lnTo>
                <a:lnTo>
                  <a:pt x="267119" y="260586"/>
                </a:lnTo>
                <a:lnTo>
                  <a:pt x="264799" y="256185"/>
                </a:lnTo>
                <a:lnTo>
                  <a:pt x="261804" y="252324"/>
                </a:lnTo>
                <a:lnTo>
                  <a:pt x="262720" y="243163"/>
                </a:lnTo>
                <a:lnTo>
                  <a:pt x="268010" y="234745"/>
                </a:lnTo>
                <a:lnTo>
                  <a:pt x="269934" y="229657"/>
                </a:lnTo>
                <a:lnTo>
                  <a:pt x="269944" y="225597"/>
                </a:lnTo>
                <a:lnTo>
                  <a:pt x="267541" y="221659"/>
                </a:lnTo>
                <a:lnTo>
                  <a:pt x="273730" y="218575"/>
                </a:lnTo>
                <a:lnTo>
                  <a:pt x="276796" y="215728"/>
                </a:lnTo>
                <a:lnTo>
                  <a:pt x="277122" y="213075"/>
                </a:lnTo>
                <a:lnTo>
                  <a:pt x="275159" y="207677"/>
                </a:lnTo>
                <a:lnTo>
                  <a:pt x="277550" y="202122"/>
                </a:lnTo>
                <a:lnTo>
                  <a:pt x="284202" y="194493"/>
                </a:lnTo>
                <a:lnTo>
                  <a:pt x="286574" y="190038"/>
                </a:lnTo>
                <a:lnTo>
                  <a:pt x="287015" y="187809"/>
                </a:lnTo>
                <a:lnTo>
                  <a:pt x="286932" y="184604"/>
                </a:lnTo>
                <a:lnTo>
                  <a:pt x="285377" y="179810"/>
                </a:lnTo>
                <a:lnTo>
                  <a:pt x="284851" y="175831"/>
                </a:lnTo>
                <a:lnTo>
                  <a:pt x="285043" y="173252"/>
                </a:lnTo>
                <a:lnTo>
                  <a:pt x="285682" y="171535"/>
                </a:lnTo>
                <a:lnTo>
                  <a:pt x="287435" y="168762"/>
                </a:lnTo>
                <a:lnTo>
                  <a:pt x="289567" y="166497"/>
                </a:lnTo>
                <a:lnTo>
                  <a:pt x="295150" y="163730"/>
                </a:lnTo>
                <a:lnTo>
                  <a:pt x="298302" y="161343"/>
                </a:lnTo>
                <a:lnTo>
                  <a:pt x="302008" y="157351"/>
                </a:lnTo>
                <a:lnTo>
                  <a:pt x="303839" y="154352"/>
                </a:lnTo>
                <a:lnTo>
                  <a:pt x="304211" y="152544"/>
                </a:lnTo>
                <a:lnTo>
                  <a:pt x="304039" y="150640"/>
                </a:lnTo>
                <a:lnTo>
                  <a:pt x="302863" y="148215"/>
                </a:lnTo>
                <a:lnTo>
                  <a:pt x="300928" y="148030"/>
                </a:lnTo>
                <a:lnTo>
                  <a:pt x="297482" y="149097"/>
                </a:lnTo>
                <a:close/>
                <a:moveTo>
                  <a:pt x="717525" y="285254"/>
                </a:moveTo>
                <a:lnTo>
                  <a:pt x="716127" y="286507"/>
                </a:lnTo>
                <a:lnTo>
                  <a:pt x="716741" y="289170"/>
                </a:lnTo>
                <a:lnTo>
                  <a:pt x="719183" y="292692"/>
                </a:lnTo>
                <a:lnTo>
                  <a:pt x="721172" y="293269"/>
                </a:lnTo>
                <a:lnTo>
                  <a:pt x="727424" y="293363"/>
                </a:lnTo>
                <a:lnTo>
                  <a:pt x="730969" y="292722"/>
                </a:lnTo>
                <a:lnTo>
                  <a:pt x="734384" y="289806"/>
                </a:lnTo>
                <a:lnTo>
                  <a:pt x="735750" y="287327"/>
                </a:lnTo>
                <a:lnTo>
                  <a:pt x="735293" y="286011"/>
                </a:lnTo>
                <a:lnTo>
                  <a:pt x="733225" y="284934"/>
                </a:lnTo>
                <a:lnTo>
                  <a:pt x="730336" y="285095"/>
                </a:lnTo>
                <a:lnTo>
                  <a:pt x="725908" y="287098"/>
                </a:lnTo>
                <a:lnTo>
                  <a:pt x="720136" y="284966"/>
                </a:lnTo>
                <a:lnTo>
                  <a:pt x="717525" y="285254"/>
                </a:lnTo>
                <a:close/>
                <a:moveTo>
                  <a:pt x="10221" y="295331"/>
                </a:moveTo>
                <a:lnTo>
                  <a:pt x="6935" y="295755"/>
                </a:lnTo>
                <a:lnTo>
                  <a:pt x="4968" y="297012"/>
                </a:lnTo>
                <a:lnTo>
                  <a:pt x="4381" y="298272"/>
                </a:lnTo>
                <a:lnTo>
                  <a:pt x="3807" y="302688"/>
                </a:lnTo>
                <a:lnTo>
                  <a:pt x="4098" y="329563"/>
                </a:lnTo>
                <a:lnTo>
                  <a:pt x="6279" y="331292"/>
                </a:lnTo>
                <a:lnTo>
                  <a:pt x="8721" y="331745"/>
                </a:lnTo>
                <a:lnTo>
                  <a:pt x="11306" y="331494"/>
                </a:lnTo>
                <a:lnTo>
                  <a:pt x="13982" y="330093"/>
                </a:lnTo>
                <a:lnTo>
                  <a:pt x="13982" y="306082"/>
                </a:lnTo>
                <a:lnTo>
                  <a:pt x="15814" y="303816"/>
                </a:lnTo>
                <a:lnTo>
                  <a:pt x="24407" y="303360"/>
                </a:lnTo>
                <a:lnTo>
                  <a:pt x="26646" y="302897"/>
                </a:lnTo>
                <a:lnTo>
                  <a:pt x="28268" y="301541"/>
                </a:lnTo>
                <a:lnTo>
                  <a:pt x="29216" y="299488"/>
                </a:lnTo>
                <a:lnTo>
                  <a:pt x="28732" y="297580"/>
                </a:lnTo>
                <a:lnTo>
                  <a:pt x="26153" y="295749"/>
                </a:lnTo>
                <a:lnTo>
                  <a:pt x="18534" y="295055"/>
                </a:lnTo>
                <a:lnTo>
                  <a:pt x="10221" y="295331"/>
                </a:lnTo>
                <a:close/>
                <a:moveTo>
                  <a:pt x="51734" y="295427"/>
                </a:moveTo>
                <a:lnTo>
                  <a:pt x="50342" y="296468"/>
                </a:lnTo>
                <a:lnTo>
                  <a:pt x="48986" y="298416"/>
                </a:lnTo>
                <a:lnTo>
                  <a:pt x="49179" y="329852"/>
                </a:lnTo>
                <a:lnTo>
                  <a:pt x="51427" y="331572"/>
                </a:lnTo>
                <a:lnTo>
                  <a:pt x="54025" y="331979"/>
                </a:lnTo>
                <a:lnTo>
                  <a:pt x="58580" y="330334"/>
                </a:lnTo>
                <a:lnTo>
                  <a:pt x="59062" y="321270"/>
                </a:lnTo>
                <a:lnTo>
                  <a:pt x="61666" y="319784"/>
                </a:lnTo>
                <a:lnTo>
                  <a:pt x="67462" y="318640"/>
                </a:lnTo>
                <a:lnTo>
                  <a:pt x="71032" y="317443"/>
                </a:lnTo>
                <a:lnTo>
                  <a:pt x="75311" y="314809"/>
                </a:lnTo>
                <a:lnTo>
                  <a:pt x="77053" y="311626"/>
                </a:lnTo>
                <a:lnTo>
                  <a:pt x="77489" y="309715"/>
                </a:lnTo>
                <a:lnTo>
                  <a:pt x="77535" y="305643"/>
                </a:lnTo>
                <a:lnTo>
                  <a:pt x="76545" y="301749"/>
                </a:lnTo>
                <a:lnTo>
                  <a:pt x="75686" y="300063"/>
                </a:lnTo>
                <a:lnTo>
                  <a:pt x="74596" y="298653"/>
                </a:lnTo>
                <a:lnTo>
                  <a:pt x="71956" y="297020"/>
                </a:lnTo>
                <a:lnTo>
                  <a:pt x="67798" y="296010"/>
                </a:lnTo>
                <a:lnTo>
                  <a:pt x="59848" y="295059"/>
                </a:lnTo>
                <a:lnTo>
                  <a:pt x="54984" y="294963"/>
                </a:lnTo>
                <a:lnTo>
                  <a:pt x="51734" y="295427"/>
                </a:lnTo>
                <a:close/>
                <a:moveTo>
                  <a:pt x="66054" y="304057"/>
                </a:moveTo>
                <a:lnTo>
                  <a:pt x="67889" y="305448"/>
                </a:lnTo>
                <a:lnTo>
                  <a:pt x="68299" y="306656"/>
                </a:lnTo>
                <a:lnTo>
                  <a:pt x="67934" y="308107"/>
                </a:lnTo>
                <a:lnTo>
                  <a:pt x="66209" y="310185"/>
                </a:lnTo>
                <a:lnTo>
                  <a:pt x="65073" y="310794"/>
                </a:lnTo>
                <a:lnTo>
                  <a:pt x="62618" y="311175"/>
                </a:lnTo>
                <a:lnTo>
                  <a:pt x="60407" y="310474"/>
                </a:lnTo>
                <a:lnTo>
                  <a:pt x="59575" y="309731"/>
                </a:lnTo>
                <a:lnTo>
                  <a:pt x="59022" y="308731"/>
                </a:lnTo>
                <a:lnTo>
                  <a:pt x="58918" y="306394"/>
                </a:lnTo>
                <a:lnTo>
                  <a:pt x="60242" y="304040"/>
                </a:lnTo>
                <a:lnTo>
                  <a:pt x="62769" y="303196"/>
                </a:lnTo>
                <a:lnTo>
                  <a:pt x="66054" y="304057"/>
                </a:lnTo>
                <a:close/>
                <a:moveTo>
                  <a:pt x="98357" y="295186"/>
                </a:moveTo>
                <a:lnTo>
                  <a:pt x="96841" y="296529"/>
                </a:lnTo>
                <a:lnTo>
                  <a:pt x="96471" y="297874"/>
                </a:lnTo>
                <a:lnTo>
                  <a:pt x="96627" y="299439"/>
                </a:lnTo>
                <a:lnTo>
                  <a:pt x="104394" y="314969"/>
                </a:lnTo>
                <a:lnTo>
                  <a:pt x="107036" y="321463"/>
                </a:lnTo>
                <a:lnTo>
                  <a:pt x="106644" y="322800"/>
                </a:lnTo>
                <a:lnTo>
                  <a:pt x="105567" y="323778"/>
                </a:lnTo>
                <a:lnTo>
                  <a:pt x="102068" y="324479"/>
                </a:lnTo>
                <a:lnTo>
                  <a:pt x="100696" y="325362"/>
                </a:lnTo>
                <a:lnTo>
                  <a:pt x="99947" y="326961"/>
                </a:lnTo>
                <a:lnTo>
                  <a:pt x="99894" y="329539"/>
                </a:lnTo>
                <a:lnTo>
                  <a:pt x="100603" y="331311"/>
                </a:lnTo>
                <a:lnTo>
                  <a:pt x="101985" y="332407"/>
                </a:lnTo>
                <a:lnTo>
                  <a:pt x="104004" y="332809"/>
                </a:lnTo>
                <a:lnTo>
                  <a:pt x="106622" y="332498"/>
                </a:lnTo>
                <a:lnTo>
                  <a:pt x="111120" y="330662"/>
                </a:lnTo>
                <a:lnTo>
                  <a:pt x="113459" y="328668"/>
                </a:lnTo>
                <a:lnTo>
                  <a:pt x="114674" y="326994"/>
                </a:lnTo>
                <a:lnTo>
                  <a:pt x="125972" y="301716"/>
                </a:lnTo>
                <a:lnTo>
                  <a:pt x="126691" y="299286"/>
                </a:lnTo>
                <a:lnTo>
                  <a:pt x="126629" y="297271"/>
                </a:lnTo>
                <a:lnTo>
                  <a:pt x="125820" y="295800"/>
                </a:lnTo>
                <a:lnTo>
                  <a:pt x="124300" y="295003"/>
                </a:lnTo>
                <a:lnTo>
                  <a:pt x="122420" y="294979"/>
                </a:lnTo>
                <a:lnTo>
                  <a:pt x="120791" y="295647"/>
                </a:lnTo>
                <a:lnTo>
                  <a:pt x="119270" y="297018"/>
                </a:lnTo>
                <a:lnTo>
                  <a:pt x="117831" y="299130"/>
                </a:lnTo>
                <a:lnTo>
                  <a:pt x="114558" y="306519"/>
                </a:lnTo>
                <a:lnTo>
                  <a:pt x="113424" y="307736"/>
                </a:lnTo>
                <a:lnTo>
                  <a:pt x="112827" y="307752"/>
                </a:lnTo>
                <a:lnTo>
                  <a:pt x="110642" y="305353"/>
                </a:lnTo>
                <a:lnTo>
                  <a:pt x="105751" y="297009"/>
                </a:lnTo>
                <a:lnTo>
                  <a:pt x="102651" y="295541"/>
                </a:lnTo>
                <a:lnTo>
                  <a:pt x="98357" y="295186"/>
                </a:lnTo>
                <a:close/>
                <a:moveTo>
                  <a:pt x="153466" y="295379"/>
                </a:moveTo>
                <a:lnTo>
                  <a:pt x="149606" y="295969"/>
                </a:lnTo>
                <a:lnTo>
                  <a:pt x="147054" y="297934"/>
                </a:lnTo>
                <a:lnTo>
                  <a:pt x="147103" y="321280"/>
                </a:lnTo>
                <a:lnTo>
                  <a:pt x="147536" y="330093"/>
                </a:lnTo>
                <a:lnTo>
                  <a:pt x="149604" y="331520"/>
                </a:lnTo>
                <a:lnTo>
                  <a:pt x="152833" y="331982"/>
                </a:lnTo>
                <a:lnTo>
                  <a:pt x="155755" y="331344"/>
                </a:lnTo>
                <a:lnTo>
                  <a:pt x="157564" y="329756"/>
                </a:lnTo>
                <a:lnTo>
                  <a:pt x="157468" y="305407"/>
                </a:lnTo>
                <a:lnTo>
                  <a:pt x="159281" y="304061"/>
                </a:lnTo>
                <a:lnTo>
                  <a:pt x="162037" y="303613"/>
                </a:lnTo>
                <a:lnTo>
                  <a:pt x="164844" y="304274"/>
                </a:lnTo>
                <a:lnTo>
                  <a:pt x="166166" y="305231"/>
                </a:lnTo>
                <a:lnTo>
                  <a:pt x="166587" y="306134"/>
                </a:lnTo>
                <a:lnTo>
                  <a:pt x="166629" y="329756"/>
                </a:lnTo>
                <a:lnTo>
                  <a:pt x="168483" y="331104"/>
                </a:lnTo>
                <a:lnTo>
                  <a:pt x="171469" y="331891"/>
                </a:lnTo>
                <a:lnTo>
                  <a:pt x="174564" y="331710"/>
                </a:lnTo>
                <a:lnTo>
                  <a:pt x="176044" y="331058"/>
                </a:lnTo>
                <a:lnTo>
                  <a:pt x="176548" y="330233"/>
                </a:lnTo>
                <a:lnTo>
                  <a:pt x="176814" y="325519"/>
                </a:lnTo>
                <a:lnTo>
                  <a:pt x="176946" y="297452"/>
                </a:lnTo>
                <a:lnTo>
                  <a:pt x="174777" y="295475"/>
                </a:lnTo>
                <a:lnTo>
                  <a:pt x="153466" y="295379"/>
                </a:lnTo>
                <a:close/>
                <a:moveTo>
                  <a:pt x="204284" y="295331"/>
                </a:moveTo>
                <a:lnTo>
                  <a:pt x="202096" y="296239"/>
                </a:lnTo>
                <a:lnTo>
                  <a:pt x="200427" y="297741"/>
                </a:lnTo>
                <a:lnTo>
                  <a:pt x="200475" y="329659"/>
                </a:lnTo>
                <a:lnTo>
                  <a:pt x="201978" y="331110"/>
                </a:lnTo>
                <a:lnTo>
                  <a:pt x="205119" y="331868"/>
                </a:lnTo>
                <a:lnTo>
                  <a:pt x="208542" y="331445"/>
                </a:lnTo>
                <a:lnTo>
                  <a:pt x="210504" y="329949"/>
                </a:lnTo>
                <a:lnTo>
                  <a:pt x="210938" y="305407"/>
                </a:lnTo>
                <a:lnTo>
                  <a:pt x="212968" y="303935"/>
                </a:lnTo>
                <a:lnTo>
                  <a:pt x="215993" y="303473"/>
                </a:lnTo>
                <a:lnTo>
                  <a:pt x="218691" y="304547"/>
                </a:lnTo>
                <a:lnTo>
                  <a:pt x="219857" y="306806"/>
                </a:lnTo>
                <a:lnTo>
                  <a:pt x="219809" y="329563"/>
                </a:lnTo>
                <a:lnTo>
                  <a:pt x="221344" y="330952"/>
                </a:lnTo>
                <a:lnTo>
                  <a:pt x="224059" y="331783"/>
                </a:lnTo>
                <a:lnTo>
                  <a:pt x="227196" y="331702"/>
                </a:lnTo>
                <a:lnTo>
                  <a:pt x="229645" y="330672"/>
                </a:lnTo>
                <a:lnTo>
                  <a:pt x="230464" y="329949"/>
                </a:lnTo>
                <a:lnTo>
                  <a:pt x="230435" y="305331"/>
                </a:lnTo>
                <a:lnTo>
                  <a:pt x="230067" y="298356"/>
                </a:lnTo>
                <a:lnTo>
                  <a:pt x="229401" y="296473"/>
                </a:lnTo>
                <a:lnTo>
                  <a:pt x="228238" y="295809"/>
                </a:lnTo>
                <a:lnTo>
                  <a:pt x="224103" y="295429"/>
                </a:lnTo>
                <a:lnTo>
                  <a:pt x="204284" y="295331"/>
                </a:lnTo>
                <a:close/>
                <a:moveTo>
                  <a:pt x="263154" y="295668"/>
                </a:moveTo>
                <a:lnTo>
                  <a:pt x="261013" y="297898"/>
                </a:lnTo>
                <a:lnTo>
                  <a:pt x="259104" y="302147"/>
                </a:lnTo>
                <a:lnTo>
                  <a:pt x="253339" y="321166"/>
                </a:lnTo>
                <a:lnTo>
                  <a:pt x="250961" y="327372"/>
                </a:lnTo>
                <a:lnTo>
                  <a:pt x="251040" y="330316"/>
                </a:lnTo>
                <a:lnTo>
                  <a:pt x="252915" y="331815"/>
                </a:lnTo>
                <a:lnTo>
                  <a:pt x="256870" y="331454"/>
                </a:lnTo>
                <a:lnTo>
                  <a:pt x="258473" y="330119"/>
                </a:lnTo>
                <a:lnTo>
                  <a:pt x="260602" y="326485"/>
                </a:lnTo>
                <a:lnTo>
                  <a:pt x="262171" y="324814"/>
                </a:lnTo>
                <a:lnTo>
                  <a:pt x="264014" y="323975"/>
                </a:lnTo>
                <a:lnTo>
                  <a:pt x="266328" y="323850"/>
                </a:lnTo>
                <a:lnTo>
                  <a:pt x="268386" y="324276"/>
                </a:lnTo>
                <a:lnTo>
                  <a:pt x="269446" y="324929"/>
                </a:lnTo>
                <a:lnTo>
                  <a:pt x="273857" y="331174"/>
                </a:lnTo>
                <a:lnTo>
                  <a:pt x="276442" y="331952"/>
                </a:lnTo>
                <a:lnTo>
                  <a:pt x="280189" y="331352"/>
                </a:lnTo>
                <a:lnTo>
                  <a:pt x="282102" y="329225"/>
                </a:lnTo>
                <a:lnTo>
                  <a:pt x="281330" y="325947"/>
                </a:lnTo>
                <a:lnTo>
                  <a:pt x="272369" y="298444"/>
                </a:lnTo>
                <a:lnTo>
                  <a:pt x="270643" y="296506"/>
                </a:lnTo>
                <a:lnTo>
                  <a:pt x="267972" y="295298"/>
                </a:lnTo>
                <a:lnTo>
                  <a:pt x="265419" y="294997"/>
                </a:lnTo>
                <a:lnTo>
                  <a:pt x="263154" y="295668"/>
                </a:lnTo>
                <a:close/>
                <a:moveTo>
                  <a:pt x="267011" y="312688"/>
                </a:moveTo>
                <a:lnTo>
                  <a:pt x="267630" y="313528"/>
                </a:lnTo>
                <a:lnTo>
                  <a:pt x="266985" y="314582"/>
                </a:lnTo>
                <a:lnTo>
                  <a:pt x="264998" y="314875"/>
                </a:lnTo>
                <a:lnTo>
                  <a:pt x="263936" y="314344"/>
                </a:lnTo>
                <a:lnTo>
                  <a:pt x="263911" y="313189"/>
                </a:lnTo>
                <a:lnTo>
                  <a:pt x="264697" y="312447"/>
                </a:lnTo>
                <a:lnTo>
                  <a:pt x="265783" y="312260"/>
                </a:lnTo>
                <a:lnTo>
                  <a:pt x="267011" y="312688"/>
                </a:lnTo>
                <a:close/>
                <a:moveTo>
                  <a:pt x="336102" y="295524"/>
                </a:moveTo>
                <a:lnTo>
                  <a:pt x="334538" y="296998"/>
                </a:lnTo>
                <a:lnTo>
                  <a:pt x="333849" y="300706"/>
                </a:lnTo>
                <a:lnTo>
                  <a:pt x="333643" y="329081"/>
                </a:lnTo>
                <a:lnTo>
                  <a:pt x="335299" y="330949"/>
                </a:lnTo>
                <a:lnTo>
                  <a:pt x="336488" y="331577"/>
                </a:lnTo>
                <a:lnTo>
                  <a:pt x="339347" y="331709"/>
                </a:lnTo>
                <a:lnTo>
                  <a:pt x="341398" y="331128"/>
                </a:lnTo>
                <a:lnTo>
                  <a:pt x="342485" y="329615"/>
                </a:lnTo>
                <a:lnTo>
                  <a:pt x="343016" y="324272"/>
                </a:lnTo>
                <a:lnTo>
                  <a:pt x="343668" y="322280"/>
                </a:lnTo>
                <a:lnTo>
                  <a:pt x="344784" y="320975"/>
                </a:lnTo>
                <a:lnTo>
                  <a:pt x="347383" y="320034"/>
                </a:lnTo>
                <a:lnTo>
                  <a:pt x="348505" y="320294"/>
                </a:lnTo>
                <a:lnTo>
                  <a:pt x="349454" y="321143"/>
                </a:lnTo>
                <a:lnTo>
                  <a:pt x="352693" y="327463"/>
                </a:lnTo>
                <a:lnTo>
                  <a:pt x="355809" y="331287"/>
                </a:lnTo>
                <a:lnTo>
                  <a:pt x="358914" y="332035"/>
                </a:lnTo>
                <a:lnTo>
                  <a:pt x="364125" y="331181"/>
                </a:lnTo>
                <a:lnTo>
                  <a:pt x="364795" y="330244"/>
                </a:lnTo>
                <a:lnTo>
                  <a:pt x="364002" y="327465"/>
                </a:lnTo>
                <a:lnTo>
                  <a:pt x="355460" y="311778"/>
                </a:lnTo>
                <a:lnTo>
                  <a:pt x="354995" y="310024"/>
                </a:lnTo>
                <a:lnTo>
                  <a:pt x="355321" y="308077"/>
                </a:lnTo>
                <a:lnTo>
                  <a:pt x="356509" y="305754"/>
                </a:lnTo>
                <a:lnTo>
                  <a:pt x="361199" y="299365"/>
                </a:lnTo>
                <a:lnTo>
                  <a:pt x="361563" y="297667"/>
                </a:lnTo>
                <a:lnTo>
                  <a:pt x="361196" y="296242"/>
                </a:lnTo>
                <a:lnTo>
                  <a:pt x="360137" y="295262"/>
                </a:lnTo>
                <a:lnTo>
                  <a:pt x="358425" y="294897"/>
                </a:lnTo>
                <a:lnTo>
                  <a:pt x="356275" y="295475"/>
                </a:lnTo>
                <a:lnTo>
                  <a:pt x="353721" y="296865"/>
                </a:lnTo>
                <a:lnTo>
                  <a:pt x="351662" y="298552"/>
                </a:lnTo>
                <a:lnTo>
                  <a:pt x="347233" y="304600"/>
                </a:lnTo>
                <a:lnTo>
                  <a:pt x="344491" y="307432"/>
                </a:lnTo>
                <a:lnTo>
                  <a:pt x="343616" y="306949"/>
                </a:lnTo>
                <a:lnTo>
                  <a:pt x="343064" y="305443"/>
                </a:lnTo>
                <a:lnTo>
                  <a:pt x="342694" y="298764"/>
                </a:lnTo>
                <a:lnTo>
                  <a:pt x="341995" y="296895"/>
                </a:lnTo>
                <a:lnTo>
                  <a:pt x="340795" y="295812"/>
                </a:lnTo>
                <a:lnTo>
                  <a:pt x="339031" y="295150"/>
                </a:lnTo>
                <a:lnTo>
                  <a:pt x="336102" y="295524"/>
                </a:lnTo>
                <a:close/>
                <a:moveTo>
                  <a:pt x="395936" y="295620"/>
                </a:moveTo>
                <a:lnTo>
                  <a:pt x="392641" y="296850"/>
                </a:lnTo>
                <a:lnTo>
                  <a:pt x="389900" y="298549"/>
                </a:lnTo>
                <a:lnTo>
                  <a:pt x="386719" y="302096"/>
                </a:lnTo>
                <a:lnTo>
                  <a:pt x="385148" y="305202"/>
                </a:lnTo>
                <a:lnTo>
                  <a:pt x="383808" y="309510"/>
                </a:lnTo>
                <a:lnTo>
                  <a:pt x="383494" y="314876"/>
                </a:lnTo>
                <a:lnTo>
                  <a:pt x="385685" y="323768"/>
                </a:lnTo>
                <a:lnTo>
                  <a:pt x="386969" y="326140"/>
                </a:lnTo>
                <a:lnTo>
                  <a:pt x="388945" y="328406"/>
                </a:lnTo>
                <a:lnTo>
                  <a:pt x="391084" y="330286"/>
                </a:lnTo>
                <a:lnTo>
                  <a:pt x="393538" y="331417"/>
                </a:lnTo>
                <a:lnTo>
                  <a:pt x="398518" y="332741"/>
                </a:lnTo>
                <a:lnTo>
                  <a:pt x="401276" y="332751"/>
                </a:lnTo>
                <a:lnTo>
                  <a:pt x="406688" y="331491"/>
                </a:lnTo>
                <a:lnTo>
                  <a:pt x="408327" y="330720"/>
                </a:lnTo>
                <a:lnTo>
                  <a:pt x="411940" y="327475"/>
                </a:lnTo>
                <a:lnTo>
                  <a:pt x="414312" y="324197"/>
                </a:lnTo>
                <a:lnTo>
                  <a:pt x="416330" y="320209"/>
                </a:lnTo>
                <a:lnTo>
                  <a:pt x="416134" y="308371"/>
                </a:lnTo>
                <a:lnTo>
                  <a:pt x="414684" y="303750"/>
                </a:lnTo>
                <a:lnTo>
                  <a:pt x="411554" y="299508"/>
                </a:lnTo>
                <a:lnTo>
                  <a:pt x="409265" y="297424"/>
                </a:lnTo>
                <a:lnTo>
                  <a:pt x="405628" y="296007"/>
                </a:lnTo>
                <a:lnTo>
                  <a:pt x="402150" y="295266"/>
                </a:lnTo>
                <a:lnTo>
                  <a:pt x="398906" y="295140"/>
                </a:lnTo>
                <a:lnTo>
                  <a:pt x="395936" y="295620"/>
                </a:lnTo>
                <a:close/>
                <a:moveTo>
                  <a:pt x="403216" y="304540"/>
                </a:moveTo>
                <a:lnTo>
                  <a:pt x="404771" y="306473"/>
                </a:lnTo>
                <a:lnTo>
                  <a:pt x="405816" y="309232"/>
                </a:lnTo>
                <a:lnTo>
                  <a:pt x="406328" y="314247"/>
                </a:lnTo>
                <a:lnTo>
                  <a:pt x="405898" y="317725"/>
                </a:lnTo>
                <a:lnTo>
                  <a:pt x="404670" y="321253"/>
                </a:lnTo>
                <a:lnTo>
                  <a:pt x="403312" y="323168"/>
                </a:lnTo>
                <a:lnTo>
                  <a:pt x="401591" y="324134"/>
                </a:lnTo>
                <a:lnTo>
                  <a:pt x="398815" y="324144"/>
                </a:lnTo>
                <a:lnTo>
                  <a:pt x="397099" y="323211"/>
                </a:lnTo>
                <a:lnTo>
                  <a:pt x="396090" y="322063"/>
                </a:lnTo>
                <a:lnTo>
                  <a:pt x="394056" y="318079"/>
                </a:lnTo>
                <a:lnTo>
                  <a:pt x="393461" y="315328"/>
                </a:lnTo>
                <a:lnTo>
                  <a:pt x="393861" y="311108"/>
                </a:lnTo>
                <a:lnTo>
                  <a:pt x="395316" y="307014"/>
                </a:lnTo>
                <a:lnTo>
                  <a:pt x="397382" y="304347"/>
                </a:lnTo>
                <a:lnTo>
                  <a:pt x="400299" y="303611"/>
                </a:lnTo>
                <a:lnTo>
                  <a:pt x="403216" y="304540"/>
                </a:lnTo>
                <a:close/>
                <a:moveTo>
                  <a:pt x="441257" y="295379"/>
                </a:moveTo>
                <a:lnTo>
                  <a:pt x="439822" y="296784"/>
                </a:lnTo>
                <a:lnTo>
                  <a:pt x="439147" y="300892"/>
                </a:lnTo>
                <a:lnTo>
                  <a:pt x="438991" y="330190"/>
                </a:lnTo>
                <a:lnTo>
                  <a:pt x="441126" y="331661"/>
                </a:lnTo>
                <a:lnTo>
                  <a:pt x="442848" y="331974"/>
                </a:lnTo>
                <a:lnTo>
                  <a:pt x="444570" y="331661"/>
                </a:lnTo>
                <a:lnTo>
                  <a:pt x="446705" y="330190"/>
                </a:lnTo>
                <a:lnTo>
                  <a:pt x="447428" y="318483"/>
                </a:lnTo>
                <a:lnTo>
                  <a:pt x="447621" y="317413"/>
                </a:lnTo>
                <a:lnTo>
                  <a:pt x="448495" y="316576"/>
                </a:lnTo>
                <a:lnTo>
                  <a:pt x="449796" y="318336"/>
                </a:lnTo>
                <a:lnTo>
                  <a:pt x="452802" y="327701"/>
                </a:lnTo>
                <a:lnTo>
                  <a:pt x="454281" y="330129"/>
                </a:lnTo>
                <a:lnTo>
                  <a:pt x="455997" y="331435"/>
                </a:lnTo>
                <a:lnTo>
                  <a:pt x="459193" y="331491"/>
                </a:lnTo>
                <a:lnTo>
                  <a:pt x="461127" y="330283"/>
                </a:lnTo>
                <a:lnTo>
                  <a:pt x="462013" y="328427"/>
                </a:lnTo>
                <a:lnTo>
                  <a:pt x="463610" y="322065"/>
                </a:lnTo>
                <a:lnTo>
                  <a:pt x="464843" y="320335"/>
                </a:lnTo>
                <a:lnTo>
                  <a:pt x="466329" y="319582"/>
                </a:lnTo>
                <a:lnTo>
                  <a:pt x="467435" y="319837"/>
                </a:lnTo>
                <a:lnTo>
                  <a:pt x="467835" y="320601"/>
                </a:lnTo>
                <a:lnTo>
                  <a:pt x="467534" y="329177"/>
                </a:lnTo>
                <a:lnTo>
                  <a:pt x="468643" y="330334"/>
                </a:lnTo>
                <a:lnTo>
                  <a:pt x="470337" y="331462"/>
                </a:lnTo>
                <a:lnTo>
                  <a:pt x="472403" y="331913"/>
                </a:lnTo>
                <a:lnTo>
                  <a:pt x="475421" y="331390"/>
                </a:lnTo>
                <a:lnTo>
                  <a:pt x="476860" y="330283"/>
                </a:lnTo>
                <a:lnTo>
                  <a:pt x="477370" y="329078"/>
                </a:lnTo>
                <a:lnTo>
                  <a:pt x="477606" y="326079"/>
                </a:lnTo>
                <a:lnTo>
                  <a:pt x="477803" y="308452"/>
                </a:lnTo>
                <a:lnTo>
                  <a:pt x="477492" y="299273"/>
                </a:lnTo>
                <a:lnTo>
                  <a:pt x="476648" y="296578"/>
                </a:lnTo>
                <a:lnTo>
                  <a:pt x="474940" y="295504"/>
                </a:lnTo>
                <a:lnTo>
                  <a:pt x="469767" y="294993"/>
                </a:lnTo>
                <a:lnTo>
                  <a:pt x="467490" y="295610"/>
                </a:lnTo>
                <a:lnTo>
                  <a:pt x="464932" y="297118"/>
                </a:lnTo>
                <a:lnTo>
                  <a:pt x="463354" y="299726"/>
                </a:lnTo>
                <a:lnTo>
                  <a:pt x="460856" y="308963"/>
                </a:lnTo>
                <a:lnTo>
                  <a:pt x="459782" y="310509"/>
                </a:lnTo>
                <a:lnTo>
                  <a:pt x="457409" y="311868"/>
                </a:lnTo>
                <a:lnTo>
                  <a:pt x="455814" y="309583"/>
                </a:lnTo>
                <a:lnTo>
                  <a:pt x="452829" y="299718"/>
                </a:lnTo>
                <a:lnTo>
                  <a:pt x="450884" y="296662"/>
                </a:lnTo>
                <a:lnTo>
                  <a:pt x="449828" y="295802"/>
                </a:lnTo>
                <a:lnTo>
                  <a:pt x="447179" y="295153"/>
                </a:lnTo>
                <a:lnTo>
                  <a:pt x="443859" y="294973"/>
                </a:lnTo>
                <a:lnTo>
                  <a:pt x="441257" y="295379"/>
                </a:lnTo>
                <a:close/>
                <a:moveTo>
                  <a:pt x="505045" y="295282"/>
                </a:moveTo>
                <a:lnTo>
                  <a:pt x="503188" y="295991"/>
                </a:lnTo>
                <a:lnTo>
                  <a:pt x="501429" y="297452"/>
                </a:lnTo>
                <a:lnTo>
                  <a:pt x="501429" y="329949"/>
                </a:lnTo>
                <a:lnTo>
                  <a:pt x="503615" y="331458"/>
                </a:lnTo>
                <a:lnTo>
                  <a:pt x="505831" y="331817"/>
                </a:lnTo>
                <a:lnTo>
                  <a:pt x="509306" y="330978"/>
                </a:lnTo>
                <a:lnTo>
                  <a:pt x="510301" y="329920"/>
                </a:lnTo>
                <a:lnTo>
                  <a:pt x="511035" y="323810"/>
                </a:lnTo>
                <a:lnTo>
                  <a:pt x="511071" y="306082"/>
                </a:lnTo>
                <a:lnTo>
                  <a:pt x="514187" y="303859"/>
                </a:lnTo>
                <a:lnTo>
                  <a:pt x="517472" y="303604"/>
                </a:lnTo>
                <a:lnTo>
                  <a:pt x="519403" y="304071"/>
                </a:lnTo>
                <a:lnTo>
                  <a:pt x="520048" y="304666"/>
                </a:lnTo>
                <a:lnTo>
                  <a:pt x="520831" y="306970"/>
                </a:lnTo>
                <a:lnTo>
                  <a:pt x="520955" y="329515"/>
                </a:lnTo>
                <a:lnTo>
                  <a:pt x="522496" y="331037"/>
                </a:lnTo>
                <a:lnTo>
                  <a:pt x="524270" y="331694"/>
                </a:lnTo>
                <a:lnTo>
                  <a:pt x="527336" y="331611"/>
                </a:lnTo>
                <a:lnTo>
                  <a:pt x="529130" y="330899"/>
                </a:lnTo>
                <a:lnTo>
                  <a:pt x="530309" y="329707"/>
                </a:lnTo>
                <a:lnTo>
                  <a:pt x="530641" y="326571"/>
                </a:lnTo>
                <a:lnTo>
                  <a:pt x="530839" y="298175"/>
                </a:lnTo>
                <a:lnTo>
                  <a:pt x="528667" y="296134"/>
                </a:lnTo>
                <a:lnTo>
                  <a:pt x="526886" y="295331"/>
                </a:lnTo>
                <a:lnTo>
                  <a:pt x="505045" y="295282"/>
                </a:lnTo>
                <a:close/>
                <a:moveTo>
                  <a:pt x="563625" y="295957"/>
                </a:moveTo>
                <a:lnTo>
                  <a:pt x="561185" y="298346"/>
                </a:lnTo>
                <a:lnTo>
                  <a:pt x="559915" y="301027"/>
                </a:lnTo>
                <a:lnTo>
                  <a:pt x="557564" y="309850"/>
                </a:lnTo>
                <a:lnTo>
                  <a:pt x="551710" y="326686"/>
                </a:lnTo>
                <a:lnTo>
                  <a:pt x="551501" y="329805"/>
                </a:lnTo>
                <a:lnTo>
                  <a:pt x="553319" y="331769"/>
                </a:lnTo>
                <a:lnTo>
                  <a:pt x="557118" y="331760"/>
                </a:lnTo>
                <a:lnTo>
                  <a:pt x="558939" y="330304"/>
                </a:lnTo>
                <a:lnTo>
                  <a:pt x="560962" y="326512"/>
                </a:lnTo>
                <a:lnTo>
                  <a:pt x="562323" y="324964"/>
                </a:lnTo>
                <a:lnTo>
                  <a:pt x="564153" y="324159"/>
                </a:lnTo>
                <a:lnTo>
                  <a:pt x="567560" y="323894"/>
                </a:lnTo>
                <a:lnTo>
                  <a:pt x="569561" y="324458"/>
                </a:lnTo>
                <a:lnTo>
                  <a:pt x="570570" y="325296"/>
                </a:lnTo>
                <a:lnTo>
                  <a:pt x="573057" y="329597"/>
                </a:lnTo>
                <a:lnTo>
                  <a:pt x="574648" y="331039"/>
                </a:lnTo>
                <a:lnTo>
                  <a:pt x="577463" y="331877"/>
                </a:lnTo>
                <a:lnTo>
                  <a:pt x="580964" y="331407"/>
                </a:lnTo>
                <a:lnTo>
                  <a:pt x="582043" y="330327"/>
                </a:lnTo>
                <a:lnTo>
                  <a:pt x="582332" y="329274"/>
                </a:lnTo>
                <a:lnTo>
                  <a:pt x="581699" y="324856"/>
                </a:lnTo>
                <a:lnTo>
                  <a:pt x="575411" y="306229"/>
                </a:lnTo>
                <a:lnTo>
                  <a:pt x="573271" y="298604"/>
                </a:lnTo>
                <a:lnTo>
                  <a:pt x="572207" y="296952"/>
                </a:lnTo>
                <a:lnTo>
                  <a:pt x="569881" y="295528"/>
                </a:lnTo>
                <a:lnTo>
                  <a:pt x="565798" y="295013"/>
                </a:lnTo>
                <a:lnTo>
                  <a:pt x="563625" y="295957"/>
                </a:lnTo>
                <a:close/>
                <a:moveTo>
                  <a:pt x="567675" y="312688"/>
                </a:moveTo>
                <a:lnTo>
                  <a:pt x="568200" y="313989"/>
                </a:lnTo>
                <a:lnTo>
                  <a:pt x="567521" y="315022"/>
                </a:lnTo>
                <a:lnTo>
                  <a:pt x="565421" y="315459"/>
                </a:lnTo>
                <a:lnTo>
                  <a:pt x="564352" y="314796"/>
                </a:lnTo>
                <a:lnTo>
                  <a:pt x="564168" y="313137"/>
                </a:lnTo>
                <a:lnTo>
                  <a:pt x="564946" y="312011"/>
                </a:lnTo>
                <a:lnTo>
                  <a:pt x="566266" y="311822"/>
                </a:lnTo>
                <a:lnTo>
                  <a:pt x="567675" y="312688"/>
                </a:lnTo>
                <a:close/>
                <a:moveTo>
                  <a:pt x="606632" y="295379"/>
                </a:moveTo>
                <a:lnTo>
                  <a:pt x="605091" y="296781"/>
                </a:lnTo>
                <a:lnTo>
                  <a:pt x="604355" y="300767"/>
                </a:lnTo>
                <a:lnTo>
                  <a:pt x="604185" y="322627"/>
                </a:lnTo>
                <a:lnTo>
                  <a:pt x="604371" y="329140"/>
                </a:lnTo>
                <a:lnTo>
                  <a:pt x="604729" y="330180"/>
                </a:lnTo>
                <a:lnTo>
                  <a:pt x="606718" y="331592"/>
                </a:lnTo>
                <a:lnTo>
                  <a:pt x="609477" y="331957"/>
                </a:lnTo>
                <a:lnTo>
                  <a:pt x="611240" y="331512"/>
                </a:lnTo>
                <a:lnTo>
                  <a:pt x="613189" y="330093"/>
                </a:lnTo>
                <a:lnTo>
                  <a:pt x="613507" y="321391"/>
                </a:lnTo>
                <a:lnTo>
                  <a:pt x="614021" y="318678"/>
                </a:lnTo>
                <a:lnTo>
                  <a:pt x="615892" y="317237"/>
                </a:lnTo>
                <a:lnTo>
                  <a:pt x="619138" y="316828"/>
                </a:lnTo>
                <a:lnTo>
                  <a:pt x="622214" y="317500"/>
                </a:lnTo>
                <a:lnTo>
                  <a:pt x="623411" y="318522"/>
                </a:lnTo>
                <a:lnTo>
                  <a:pt x="623893" y="329659"/>
                </a:lnTo>
                <a:lnTo>
                  <a:pt x="625691" y="331338"/>
                </a:lnTo>
                <a:lnTo>
                  <a:pt x="627095" y="331879"/>
                </a:lnTo>
                <a:lnTo>
                  <a:pt x="629541" y="331923"/>
                </a:lnTo>
                <a:lnTo>
                  <a:pt x="631680" y="331061"/>
                </a:lnTo>
                <a:lnTo>
                  <a:pt x="633054" y="329515"/>
                </a:lnTo>
                <a:lnTo>
                  <a:pt x="633054" y="298513"/>
                </a:lnTo>
                <a:lnTo>
                  <a:pt x="631897" y="296666"/>
                </a:lnTo>
                <a:lnTo>
                  <a:pt x="630763" y="295561"/>
                </a:lnTo>
                <a:lnTo>
                  <a:pt x="629582" y="295138"/>
                </a:lnTo>
                <a:lnTo>
                  <a:pt x="627460" y="295112"/>
                </a:lnTo>
                <a:lnTo>
                  <a:pt x="625804" y="295871"/>
                </a:lnTo>
                <a:lnTo>
                  <a:pt x="624284" y="298375"/>
                </a:lnTo>
                <a:lnTo>
                  <a:pt x="624053" y="305166"/>
                </a:lnTo>
                <a:lnTo>
                  <a:pt x="623470" y="307124"/>
                </a:lnTo>
                <a:lnTo>
                  <a:pt x="622208" y="308320"/>
                </a:lnTo>
                <a:lnTo>
                  <a:pt x="618872" y="308854"/>
                </a:lnTo>
                <a:lnTo>
                  <a:pt x="615544" y="308423"/>
                </a:lnTo>
                <a:lnTo>
                  <a:pt x="613973" y="307348"/>
                </a:lnTo>
                <a:lnTo>
                  <a:pt x="613364" y="304945"/>
                </a:lnTo>
                <a:lnTo>
                  <a:pt x="613286" y="297693"/>
                </a:lnTo>
                <a:lnTo>
                  <a:pt x="610003" y="295112"/>
                </a:lnTo>
                <a:lnTo>
                  <a:pt x="608420" y="294942"/>
                </a:lnTo>
                <a:lnTo>
                  <a:pt x="606632" y="295379"/>
                </a:lnTo>
                <a:close/>
                <a:moveTo>
                  <a:pt x="659716" y="295861"/>
                </a:moveTo>
                <a:lnTo>
                  <a:pt x="657959" y="297321"/>
                </a:lnTo>
                <a:lnTo>
                  <a:pt x="657578" y="298673"/>
                </a:lnTo>
                <a:lnTo>
                  <a:pt x="657257" y="329177"/>
                </a:lnTo>
                <a:lnTo>
                  <a:pt x="658755" y="330837"/>
                </a:lnTo>
                <a:lnTo>
                  <a:pt x="660623" y="331690"/>
                </a:lnTo>
                <a:lnTo>
                  <a:pt x="662850" y="331923"/>
                </a:lnTo>
                <a:lnTo>
                  <a:pt x="664827" y="331443"/>
                </a:lnTo>
                <a:lnTo>
                  <a:pt x="667430" y="328400"/>
                </a:lnTo>
                <a:lnTo>
                  <a:pt x="671528" y="321632"/>
                </a:lnTo>
                <a:lnTo>
                  <a:pt x="676157" y="316449"/>
                </a:lnTo>
                <a:lnTo>
                  <a:pt x="677500" y="318224"/>
                </a:lnTo>
                <a:lnTo>
                  <a:pt x="677827" y="319402"/>
                </a:lnTo>
                <a:lnTo>
                  <a:pt x="677653" y="327030"/>
                </a:lnTo>
                <a:lnTo>
                  <a:pt x="677989" y="329852"/>
                </a:lnTo>
                <a:lnTo>
                  <a:pt x="679051" y="331056"/>
                </a:lnTo>
                <a:lnTo>
                  <a:pt x="680687" y="331756"/>
                </a:lnTo>
                <a:lnTo>
                  <a:pt x="683498" y="331794"/>
                </a:lnTo>
                <a:lnTo>
                  <a:pt x="685131" y="331101"/>
                </a:lnTo>
                <a:lnTo>
                  <a:pt x="686571" y="329515"/>
                </a:lnTo>
                <a:lnTo>
                  <a:pt x="686571" y="297693"/>
                </a:lnTo>
                <a:lnTo>
                  <a:pt x="683298" y="295048"/>
                </a:lnTo>
                <a:lnTo>
                  <a:pt x="681337" y="294940"/>
                </a:lnTo>
                <a:lnTo>
                  <a:pt x="679320" y="295951"/>
                </a:lnTo>
                <a:lnTo>
                  <a:pt x="676257" y="299529"/>
                </a:lnTo>
                <a:lnTo>
                  <a:pt x="670295" y="308915"/>
                </a:lnTo>
                <a:lnTo>
                  <a:pt x="668510" y="310614"/>
                </a:lnTo>
                <a:lnTo>
                  <a:pt x="667800" y="310304"/>
                </a:lnTo>
                <a:lnTo>
                  <a:pt x="667061" y="308415"/>
                </a:lnTo>
                <a:lnTo>
                  <a:pt x="666636" y="299454"/>
                </a:lnTo>
                <a:lnTo>
                  <a:pt x="665829" y="296488"/>
                </a:lnTo>
                <a:lnTo>
                  <a:pt x="664586" y="295427"/>
                </a:lnTo>
                <a:lnTo>
                  <a:pt x="663096" y="294971"/>
                </a:lnTo>
                <a:lnTo>
                  <a:pt x="661680" y="295007"/>
                </a:lnTo>
                <a:lnTo>
                  <a:pt x="659716" y="295861"/>
                </a:lnTo>
                <a:close/>
                <a:moveTo>
                  <a:pt x="712077" y="296777"/>
                </a:moveTo>
                <a:lnTo>
                  <a:pt x="710679" y="298224"/>
                </a:lnTo>
                <a:lnTo>
                  <a:pt x="710920" y="324693"/>
                </a:lnTo>
                <a:lnTo>
                  <a:pt x="711185" y="329417"/>
                </a:lnTo>
                <a:lnTo>
                  <a:pt x="711743" y="330406"/>
                </a:lnTo>
                <a:lnTo>
                  <a:pt x="713309" y="331344"/>
                </a:lnTo>
                <a:lnTo>
                  <a:pt x="715325" y="331775"/>
                </a:lnTo>
                <a:lnTo>
                  <a:pt x="717382" y="331667"/>
                </a:lnTo>
                <a:lnTo>
                  <a:pt x="719069" y="330991"/>
                </a:lnTo>
                <a:lnTo>
                  <a:pt x="725565" y="320121"/>
                </a:lnTo>
                <a:lnTo>
                  <a:pt x="727391" y="318600"/>
                </a:lnTo>
                <a:lnTo>
                  <a:pt x="729517" y="317658"/>
                </a:lnTo>
                <a:lnTo>
                  <a:pt x="730237" y="317861"/>
                </a:lnTo>
                <a:lnTo>
                  <a:pt x="730597" y="318877"/>
                </a:lnTo>
                <a:lnTo>
                  <a:pt x="731555" y="330431"/>
                </a:lnTo>
                <a:lnTo>
                  <a:pt x="733363" y="331543"/>
                </a:lnTo>
                <a:lnTo>
                  <a:pt x="736120" y="331882"/>
                </a:lnTo>
                <a:lnTo>
                  <a:pt x="738696" y="331377"/>
                </a:lnTo>
                <a:lnTo>
                  <a:pt x="740571" y="330045"/>
                </a:lnTo>
                <a:lnTo>
                  <a:pt x="740432" y="301937"/>
                </a:lnTo>
                <a:lnTo>
                  <a:pt x="739509" y="296622"/>
                </a:lnTo>
                <a:lnTo>
                  <a:pt x="738084" y="295540"/>
                </a:lnTo>
                <a:lnTo>
                  <a:pt x="735750" y="295379"/>
                </a:lnTo>
                <a:lnTo>
                  <a:pt x="734304" y="295622"/>
                </a:lnTo>
                <a:lnTo>
                  <a:pt x="732194" y="296837"/>
                </a:lnTo>
                <a:lnTo>
                  <a:pt x="730267" y="298964"/>
                </a:lnTo>
                <a:lnTo>
                  <a:pt x="723938" y="309216"/>
                </a:lnTo>
                <a:lnTo>
                  <a:pt x="722262" y="310289"/>
                </a:lnTo>
                <a:lnTo>
                  <a:pt x="721296" y="310000"/>
                </a:lnTo>
                <a:lnTo>
                  <a:pt x="720661" y="308831"/>
                </a:lnTo>
                <a:lnTo>
                  <a:pt x="720321" y="297741"/>
                </a:lnTo>
                <a:lnTo>
                  <a:pt x="718538" y="296105"/>
                </a:lnTo>
                <a:lnTo>
                  <a:pt x="716423" y="295340"/>
                </a:lnTo>
                <a:lnTo>
                  <a:pt x="714111" y="295569"/>
                </a:lnTo>
                <a:lnTo>
                  <a:pt x="712077" y="296777"/>
                </a:lnTo>
                <a:close/>
                <a:moveTo>
                  <a:pt x="952039" y="298320"/>
                </a:moveTo>
                <a:lnTo>
                  <a:pt x="951702" y="300249"/>
                </a:lnTo>
                <a:lnTo>
                  <a:pt x="954512" y="306484"/>
                </a:lnTo>
                <a:lnTo>
                  <a:pt x="953908" y="307749"/>
                </a:lnTo>
                <a:lnTo>
                  <a:pt x="950526" y="308599"/>
                </a:lnTo>
                <a:lnTo>
                  <a:pt x="941771" y="307873"/>
                </a:lnTo>
                <a:lnTo>
                  <a:pt x="936673" y="308532"/>
                </a:lnTo>
                <a:lnTo>
                  <a:pt x="933621" y="310201"/>
                </a:lnTo>
                <a:lnTo>
                  <a:pt x="933176" y="312428"/>
                </a:lnTo>
                <a:lnTo>
                  <a:pt x="934217" y="314684"/>
                </a:lnTo>
                <a:lnTo>
                  <a:pt x="936527" y="316120"/>
                </a:lnTo>
                <a:lnTo>
                  <a:pt x="941879" y="317702"/>
                </a:lnTo>
                <a:lnTo>
                  <a:pt x="948194" y="318410"/>
                </a:lnTo>
                <a:lnTo>
                  <a:pt x="949882" y="319046"/>
                </a:lnTo>
                <a:lnTo>
                  <a:pt x="951710" y="320649"/>
                </a:lnTo>
                <a:lnTo>
                  <a:pt x="955237" y="328258"/>
                </a:lnTo>
                <a:lnTo>
                  <a:pt x="960063" y="341840"/>
                </a:lnTo>
                <a:lnTo>
                  <a:pt x="966865" y="351696"/>
                </a:lnTo>
                <a:lnTo>
                  <a:pt x="971351" y="362236"/>
                </a:lnTo>
                <a:lnTo>
                  <a:pt x="972331" y="368231"/>
                </a:lnTo>
                <a:lnTo>
                  <a:pt x="972673" y="388370"/>
                </a:lnTo>
                <a:lnTo>
                  <a:pt x="974073" y="395327"/>
                </a:lnTo>
                <a:lnTo>
                  <a:pt x="972452" y="405573"/>
                </a:lnTo>
                <a:lnTo>
                  <a:pt x="970429" y="428035"/>
                </a:lnTo>
                <a:lnTo>
                  <a:pt x="969435" y="432623"/>
                </a:lnTo>
                <a:lnTo>
                  <a:pt x="967187" y="438068"/>
                </a:lnTo>
                <a:lnTo>
                  <a:pt x="965715" y="440326"/>
                </a:lnTo>
                <a:lnTo>
                  <a:pt x="963695" y="442047"/>
                </a:lnTo>
                <a:lnTo>
                  <a:pt x="961154" y="443212"/>
                </a:lnTo>
                <a:lnTo>
                  <a:pt x="958120" y="443804"/>
                </a:lnTo>
                <a:lnTo>
                  <a:pt x="953775" y="443879"/>
                </a:lnTo>
                <a:lnTo>
                  <a:pt x="948983" y="437837"/>
                </a:lnTo>
                <a:lnTo>
                  <a:pt x="949025" y="436694"/>
                </a:lnTo>
                <a:lnTo>
                  <a:pt x="949858" y="435809"/>
                </a:lnTo>
                <a:lnTo>
                  <a:pt x="955627" y="434734"/>
                </a:lnTo>
                <a:lnTo>
                  <a:pt x="957373" y="433873"/>
                </a:lnTo>
                <a:lnTo>
                  <a:pt x="958307" y="432693"/>
                </a:lnTo>
                <a:lnTo>
                  <a:pt x="958452" y="410370"/>
                </a:lnTo>
                <a:lnTo>
                  <a:pt x="955903" y="403724"/>
                </a:lnTo>
                <a:lnTo>
                  <a:pt x="954493" y="394445"/>
                </a:lnTo>
                <a:lnTo>
                  <a:pt x="953276" y="390689"/>
                </a:lnTo>
                <a:lnTo>
                  <a:pt x="950109" y="385758"/>
                </a:lnTo>
                <a:lnTo>
                  <a:pt x="943794" y="380241"/>
                </a:lnTo>
                <a:lnTo>
                  <a:pt x="940859" y="378942"/>
                </a:lnTo>
                <a:lnTo>
                  <a:pt x="938632" y="379626"/>
                </a:lnTo>
                <a:lnTo>
                  <a:pt x="928242" y="395003"/>
                </a:lnTo>
                <a:lnTo>
                  <a:pt x="925921" y="397095"/>
                </a:lnTo>
                <a:lnTo>
                  <a:pt x="923591" y="397292"/>
                </a:lnTo>
                <a:lnTo>
                  <a:pt x="919775" y="394537"/>
                </a:lnTo>
                <a:lnTo>
                  <a:pt x="917861" y="393670"/>
                </a:lnTo>
                <a:lnTo>
                  <a:pt x="916169" y="393753"/>
                </a:lnTo>
                <a:lnTo>
                  <a:pt x="914480" y="395086"/>
                </a:lnTo>
                <a:lnTo>
                  <a:pt x="918386" y="407604"/>
                </a:lnTo>
                <a:lnTo>
                  <a:pt x="919844" y="408686"/>
                </a:lnTo>
                <a:lnTo>
                  <a:pt x="923549" y="409385"/>
                </a:lnTo>
                <a:lnTo>
                  <a:pt x="926904" y="408908"/>
                </a:lnTo>
                <a:lnTo>
                  <a:pt x="929600" y="407322"/>
                </a:lnTo>
                <a:lnTo>
                  <a:pt x="934356" y="402835"/>
                </a:lnTo>
                <a:lnTo>
                  <a:pt x="941963" y="394598"/>
                </a:lnTo>
                <a:lnTo>
                  <a:pt x="943011" y="394569"/>
                </a:lnTo>
                <a:lnTo>
                  <a:pt x="943999" y="395729"/>
                </a:lnTo>
                <a:lnTo>
                  <a:pt x="944458" y="397995"/>
                </a:lnTo>
                <a:lnTo>
                  <a:pt x="944518" y="404488"/>
                </a:lnTo>
                <a:lnTo>
                  <a:pt x="948134" y="410852"/>
                </a:lnTo>
                <a:lnTo>
                  <a:pt x="948471" y="422134"/>
                </a:lnTo>
                <a:lnTo>
                  <a:pt x="946129" y="424197"/>
                </a:lnTo>
                <a:lnTo>
                  <a:pt x="941421" y="425018"/>
                </a:lnTo>
                <a:lnTo>
                  <a:pt x="939388" y="426478"/>
                </a:lnTo>
                <a:lnTo>
                  <a:pt x="936056" y="432313"/>
                </a:lnTo>
                <a:lnTo>
                  <a:pt x="934967" y="435013"/>
                </a:lnTo>
                <a:lnTo>
                  <a:pt x="934718" y="436954"/>
                </a:lnTo>
                <a:lnTo>
                  <a:pt x="936031" y="439534"/>
                </a:lnTo>
                <a:lnTo>
                  <a:pt x="942905" y="447489"/>
                </a:lnTo>
                <a:lnTo>
                  <a:pt x="944845" y="452017"/>
                </a:lnTo>
                <a:lnTo>
                  <a:pt x="944393" y="454696"/>
                </a:lnTo>
                <a:lnTo>
                  <a:pt x="939622" y="460715"/>
                </a:lnTo>
                <a:lnTo>
                  <a:pt x="939576" y="462815"/>
                </a:lnTo>
                <a:lnTo>
                  <a:pt x="942042" y="465387"/>
                </a:lnTo>
                <a:lnTo>
                  <a:pt x="944263" y="466301"/>
                </a:lnTo>
                <a:lnTo>
                  <a:pt x="948117" y="466942"/>
                </a:lnTo>
                <a:lnTo>
                  <a:pt x="951345" y="466547"/>
                </a:lnTo>
                <a:lnTo>
                  <a:pt x="952596" y="465652"/>
                </a:lnTo>
                <a:lnTo>
                  <a:pt x="955254" y="462037"/>
                </a:lnTo>
                <a:lnTo>
                  <a:pt x="957376" y="456899"/>
                </a:lnTo>
                <a:lnTo>
                  <a:pt x="959766" y="454595"/>
                </a:lnTo>
                <a:lnTo>
                  <a:pt x="963587" y="452993"/>
                </a:lnTo>
                <a:lnTo>
                  <a:pt x="970373" y="451344"/>
                </a:lnTo>
                <a:lnTo>
                  <a:pt x="974342" y="445898"/>
                </a:lnTo>
                <a:lnTo>
                  <a:pt x="978798" y="438624"/>
                </a:lnTo>
                <a:lnTo>
                  <a:pt x="981818" y="417633"/>
                </a:lnTo>
                <a:lnTo>
                  <a:pt x="983030" y="402124"/>
                </a:lnTo>
                <a:lnTo>
                  <a:pt x="982848" y="361674"/>
                </a:lnTo>
                <a:lnTo>
                  <a:pt x="977767" y="350301"/>
                </a:lnTo>
                <a:lnTo>
                  <a:pt x="974933" y="345720"/>
                </a:lnTo>
                <a:lnTo>
                  <a:pt x="972127" y="342237"/>
                </a:lnTo>
                <a:lnTo>
                  <a:pt x="968186" y="335286"/>
                </a:lnTo>
                <a:lnTo>
                  <a:pt x="967720" y="333377"/>
                </a:lnTo>
                <a:lnTo>
                  <a:pt x="968195" y="330669"/>
                </a:lnTo>
                <a:lnTo>
                  <a:pt x="969177" y="330235"/>
                </a:lnTo>
                <a:lnTo>
                  <a:pt x="971719" y="332137"/>
                </a:lnTo>
                <a:lnTo>
                  <a:pt x="980672" y="343931"/>
                </a:lnTo>
                <a:lnTo>
                  <a:pt x="985130" y="350555"/>
                </a:lnTo>
                <a:lnTo>
                  <a:pt x="988240" y="354028"/>
                </a:lnTo>
                <a:lnTo>
                  <a:pt x="990951" y="356331"/>
                </a:lnTo>
                <a:lnTo>
                  <a:pt x="993265" y="360060"/>
                </a:lnTo>
                <a:lnTo>
                  <a:pt x="995450" y="365096"/>
                </a:lnTo>
                <a:lnTo>
                  <a:pt x="997891" y="369372"/>
                </a:lnTo>
                <a:lnTo>
                  <a:pt x="1000941" y="373245"/>
                </a:lnTo>
                <a:lnTo>
                  <a:pt x="1004257" y="376331"/>
                </a:lnTo>
                <a:lnTo>
                  <a:pt x="1007496" y="378247"/>
                </a:lnTo>
                <a:lnTo>
                  <a:pt x="1008980" y="378645"/>
                </a:lnTo>
                <a:lnTo>
                  <a:pt x="1011563" y="378289"/>
                </a:lnTo>
                <a:lnTo>
                  <a:pt x="1012979" y="376240"/>
                </a:lnTo>
                <a:lnTo>
                  <a:pt x="1013609" y="371943"/>
                </a:lnTo>
                <a:lnTo>
                  <a:pt x="1016405" y="370864"/>
                </a:lnTo>
                <a:lnTo>
                  <a:pt x="1019815" y="370272"/>
                </a:lnTo>
                <a:lnTo>
                  <a:pt x="1020751" y="368779"/>
                </a:lnTo>
                <a:lnTo>
                  <a:pt x="1019877" y="366440"/>
                </a:lnTo>
                <a:lnTo>
                  <a:pt x="1016771" y="363313"/>
                </a:lnTo>
                <a:lnTo>
                  <a:pt x="1004080" y="357046"/>
                </a:lnTo>
                <a:lnTo>
                  <a:pt x="1001547" y="355065"/>
                </a:lnTo>
                <a:lnTo>
                  <a:pt x="999645" y="352447"/>
                </a:lnTo>
                <a:lnTo>
                  <a:pt x="998036" y="347016"/>
                </a:lnTo>
                <a:lnTo>
                  <a:pt x="997420" y="342500"/>
                </a:lnTo>
                <a:lnTo>
                  <a:pt x="998207" y="340682"/>
                </a:lnTo>
                <a:lnTo>
                  <a:pt x="1002592" y="337428"/>
                </a:lnTo>
                <a:lnTo>
                  <a:pt x="1002664" y="334625"/>
                </a:lnTo>
                <a:lnTo>
                  <a:pt x="1001705" y="332775"/>
                </a:lnTo>
                <a:lnTo>
                  <a:pt x="975254" y="314213"/>
                </a:lnTo>
                <a:lnTo>
                  <a:pt x="972896" y="311775"/>
                </a:lnTo>
                <a:lnTo>
                  <a:pt x="968273" y="305690"/>
                </a:lnTo>
                <a:lnTo>
                  <a:pt x="960959" y="298706"/>
                </a:lnTo>
                <a:lnTo>
                  <a:pt x="959050" y="297805"/>
                </a:lnTo>
                <a:lnTo>
                  <a:pt x="955866" y="297211"/>
                </a:lnTo>
                <a:lnTo>
                  <a:pt x="953138" y="297555"/>
                </a:lnTo>
                <a:lnTo>
                  <a:pt x="952039" y="298320"/>
                </a:lnTo>
                <a:close/>
                <a:moveTo>
                  <a:pt x="648241" y="347932"/>
                </a:moveTo>
                <a:lnTo>
                  <a:pt x="642794" y="348762"/>
                </a:lnTo>
                <a:lnTo>
                  <a:pt x="637670" y="350133"/>
                </a:lnTo>
                <a:lnTo>
                  <a:pt x="632905" y="352017"/>
                </a:lnTo>
                <a:lnTo>
                  <a:pt x="628532" y="354385"/>
                </a:lnTo>
                <a:lnTo>
                  <a:pt x="624586" y="357208"/>
                </a:lnTo>
                <a:lnTo>
                  <a:pt x="621101" y="360457"/>
                </a:lnTo>
                <a:lnTo>
                  <a:pt x="618113" y="364105"/>
                </a:lnTo>
                <a:lnTo>
                  <a:pt x="615654" y="368122"/>
                </a:lnTo>
                <a:lnTo>
                  <a:pt x="613761" y="372480"/>
                </a:lnTo>
                <a:lnTo>
                  <a:pt x="612466" y="377150"/>
                </a:lnTo>
                <a:lnTo>
                  <a:pt x="611598" y="381441"/>
                </a:lnTo>
                <a:lnTo>
                  <a:pt x="611598" y="451352"/>
                </a:lnTo>
                <a:lnTo>
                  <a:pt x="613317" y="459657"/>
                </a:lnTo>
                <a:lnTo>
                  <a:pt x="616071" y="466314"/>
                </a:lnTo>
                <a:lnTo>
                  <a:pt x="617931" y="469386"/>
                </a:lnTo>
                <a:lnTo>
                  <a:pt x="622509" y="474888"/>
                </a:lnTo>
                <a:lnTo>
                  <a:pt x="628089" y="479361"/>
                </a:lnTo>
                <a:lnTo>
                  <a:pt x="634500" y="482595"/>
                </a:lnTo>
                <a:lnTo>
                  <a:pt x="642274" y="485017"/>
                </a:lnTo>
                <a:lnTo>
                  <a:pt x="657769" y="485634"/>
                </a:lnTo>
                <a:lnTo>
                  <a:pt x="704356" y="485548"/>
                </a:lnTo>
                <a:lnTo>
                  <a:pt x="710843" y="484724"/>
                </a:lnTo>
                <a:lnTo>
                  <a:pt x="720089" y="481248"/>
                </a:lnTo>
                <a:lnTo>
                  <a:pt x="726366" y="477026"/>
                </a:lnTo>
                <a:lnTo>
                  <a:pt x="731603" y="472064"/>
                </a:lnTo>
                <a:lnTo>
                  <a:pt x="736078" y="465049"/>
                </a:lnTo>
                <a:lnTo>
                  <a:pt x="739418" y="454961"/>
                </a:lnTo>
                <a:lnTo>
                  <a:pt x="740071" y="445910"/>
                </a:lnTo>
                <a:lnTo>
                  <a:pt x="740217" y="435217"/>
                </a:lnTo>
                <a:lnTo>
                  <a:pt x="739848" y="378066"/>
                </a:lnTo>
                <a:lnTo>
                  <a:pt x="735483" y="367532"/>
                </a:lnTo>
                <a:lnTo>
                  <a:pt x="732875" y="363548"/>
                </a:lnTo>
                <a:lnTo>
                  <a:pt x="729578" y="359551"/>
                </a:lnTo>
                <a:lnTo>
                  <a:pt x="723745" y="354700"/>
                </a:lnTo>
                <a:lnTo>
                  <a:pt x="717348" y="351338"/>
                </a:lnTo>
                <a:lnTo>
                  <a:pt x="705616" y="347740"/>
                </a:lnTo>
                <a:lnTo>
                  <a:pt x="648241" y="347932"/>
                </a:lnTo>
                <a:close/>
                <a:moveTo>
                  <a:pt x="701566" y="378066"/>
                </a:moveTo>
                <a:lnTo>
                  <a:pt x="704329" y="379657"/>
                </a:lnTo>
                <a:lnTo>
                  <a:pt x="707757" y="383127"/>
                </a:lnTo>
                <a:lnTo>
                  <a:pt x="709184" y="385781"/>
                </a:lnTo>
                <a:lnTo>
                  <a:pt x="709391" y="388140"/>
                </a:lnTo>
                <a:lnTo>
                  <a:pt x="709722" y="408119"/>
                </a:lnTo>
                <a:lnTo>
                  <a:pt x="709511" y="440696"/>
                </a:lnTo>
                <a:lnTo>
                  <a:pt x="709136" y="447881"/>
                </a:lnTo>
                <a:lnTo>
                  <a:pt x="707395" y="450942"/>
                </a:lnTo>
                <a:lnTo>
                  <a:pt x="703977" y="454775"/>
                </a:lnTo>
                <a:lnTo>
                  <a:pt x="695395" y="457427"/>
                </a:lnTo>
                <a:lnTo>
                  <a:pt x="654027" y="457138"/>
                </a:lnTo>
                <a:lnTo>
                  <a:pt x="646795" y="454155"/>
                </a:lnTo>
                <a:lnTo>
                  <a:pt x="644080" y="451198"/>
                </a:lnTo>
                <a:lnTo>
                  <a:pt x="641105" y="445566"/>
                </a:lnTo>
                <a:lnTo>
                  <a:pt x="641202" y="388529"/>
                </a:lnTo>
                <a:lnTo>
                  <a:pt x="644507" y="382038"/>
                </a:lnTo>
                <a:lnTo>
                  <a:pt x="648056" y="378824"/>
                </a:lnTo>
                <a:lnTo>
                  <a:pt x="649880" y="378018"/>
                </a:lnTo>
                <a:lnTo>
                  <a:pt x="651928" y="377747"/>
                </a:lnTo>
                <a:lnTo>
                  <a:pt x="682908" y="377341"/>
                </a:lnTo>
                <a:lnTo>
                  <a:pt x="701566" y="378066"/>
                </a:lnTo>
                <a:close/>
                <a:moveTo>
                  <a:pt x="29266" y="350825"/>
                </a:moveTo>
                <a:lnTo>
                  <a:pt x="1832" y="351066"/>
                </a:lnTo>
                <a:lnTo>
                  <a:pt x="0" y="353332"/>
                </a:lnTo>
                <a:lnTo>
                  <a:pt x="0" y="376765"/>
                </a:lnTo>
                <a:lnTo>
                  <a:pt x="1832" y="379031"/>
                </a:lnTo>
                <a:lnTo>
                  <a:pt x="69959" y="379272"/>
                </a:lnTo>
                <a:lnTo>
                  <a:pt x="74599" y="381245"/>
                </a:lnTo>
                <a:lnTo>
                  <a:pt x="76550" y="382535"/>
                </a:lnTo>
                <a:lnTo>
                  <a:pt x="80036" y="387131"/>
                </a:lnTo>
                <a:lnTo>
                  <a:pt x="79915" y="397647"/>
                </a:lnTo>
                <a:lnTo>
                  <a:pt x="79312" y="400232"/>
                </a:lnTo>
                <a:lnTo>
                  <a:pt x="76999" y="401055"/>
                </a:lnTo>
                <a:lnTo>
                  <a:pt x="73266" y="401318"/>
                </a:lnTo>
                <a:lnTo>
                  <a:pt x="35341" y="401836"/>
                </a:lnTo>
                <a:lnTo>
                  <a:pt x="34423" y="403197"/>
                </a:lnTo>
                <a:lnTo>
                  <a:pt x="33935" y="406477"/>
                </a:lnTo>
                <a:lnTo>
                  <a:pt x="33875" y="423531"/>
                </a:lnTo>
                <a:lnTo>
                  <a:pt x="34582" y="428925"/>
                </a:lnTo>
                <a:lnTo>
                  <a:pt x="35250" y="430066"/>
                </a:lnTo>
                <a:lnTo>
                  <a:pt x="36072" y="430463"/>
                </a:lnTo>
                <a:lnTo>
                  <a:pt x="78011" y="430861"/>
                </a:lnTo>
                <a:lnTo>
                  <a:pt x="80277" y="432693"/>
                </a:lnTo>
                <a:lnTo>
                  <a:pt x="79550" y="447009"/>
                </a:lnTo>
                <a:lnTo>
                  <a:pt x="78522" y="448922"/>
                </a:lnTo>
                <a:lnTo>
                  <a:pt x="76084" y="451270"/>
                </a:lnTo>
                <a:lnTo>
                  <a:pt x="70634" y="454245"/>
                </a:lnTo>
                <a:lnTo>
                  <a:pt x="2025" y="454727"/>
                </a:lnTo>
                <a:lnTo>
                  <a:pt x="0" y="456559"/>
                </a:lnTo>
                <a:lnTo>
                  <a:pt x="0" y="480907"/>
                </a:lnTo>
                <a:lnTo>
                  <a:pt x="1832" y="483174"/>
                </a:lnTo>
                <a:lnTo>
                  <a:pt x="68296" y="483210"/>
                </a:lnTo>
                <a:lnTo>
                  <a:pt x="77628" y="482610"/>
                </a:lnTo>
                <a:lnTo>
                  <a:pt x="84714" y="481646"/>
                </a:lnTo>
                <a:lnTo>
                  <a:pt x="89438" y="480275"/>
                </a:lnTo>
                <a:lnTo>
                  <a:pt x="95899" y="477539"/>
                </a:lnTo>
                <a:lnTo>
                  <a:pt x="101748" y="472575"/>
                </a:lnTo>
                <a:lnTo>
                  <a:pt x="105541" y="467039"/>
                </a:lnTo>
                <a:lnTo>
                  <a:pt x="107538" y="462347"/>
                </a:lnTo>
                <a:lnTo>
                  <a:pt x="109850" y="454768"/>
                </a:lnTo>
                <a:lnTo>
                  <a:pt x="110438" y="450441"/>
                </a:lnTo>
                <a:lnTo>
                  <a:pt x="111158" y="427596"/>
                </a:lnTo>
                <a:lnTo>
                  <a:pt x="110640" y="387299"/>
                </a:lnTo>
                <a:lnTo>
                  <a:pt x="109783" y="378229"/>
                </a:lnTo>
                <a:lnTo>
                  <a:pt x="106276" y="367275"/>
                </a:lnTo>
                <a:lnTo>
                  <a:pt x="103724" y="363007"/>
                </a:lnTo>
                <a:lnTo>
                  <a:pt x="102112" y="361107"/>
                </a:lnTo>
                <a:lnTo>
                  <a:pt x="98204" y="357766"/>
                </a:lnTo>
                <a:lnTo>
                  <a:pt x="93368" y="355019"/>
                </a:lnTo>
                <a:lnTo>
                  <a:pt x="85591" y="352246"/>
                </a:lnTo>
                <a:lnTo>
                  <a:pt x="79310" y="351252"/>
                </a:lnTo>
                <a:lnTo>
                  <a:pt x="69398" y="350763"/>
                </a:lnTo>
                <a:lnTo>
                  <a:pt x="29266" y="350825"/>
                </a:lnTo>
                <a:close/>
                <a:moveTo>
                  <a:pt x="220002" y="350729"/>
                </a:moveTo>
                <a:lnTo>
                  <a:pt x="216985" y="351231"/>
                </a:lnTo>
                <a:lnTo>
                  <a:pt x="216386" y="351645"/>
                </a:lnTo>
                <a:lnTo>
                  <a:pt x="216129" y="352606"/>
                </a:lnTo>
                <a:lnTo>
                  <a:pt x="215277" y="397979"/>
                </a:lnTo>
                <a:lnTo>
                  <a:pt x="213445" y="400004"/>
                </a:lnTo>
                <a:lnTo>
                  <a:pt x="170408" y="399954"/>
                </a:lnTo>
                <a:lnTo>
                  <a:pt x="155250" y="399522"/>
                </a:lnTo>
                <a:lnTo>
                  <a:pt x="154068" y="397769"/>
                </a:lnTo>
                <a:lnTo>
                  <a:pt x="153500" y="392218"/>
                </a:lnTo>
                <a:lnTo>
                  <a:pt x="153321" y="352320"/>
                </a:lnTo>
                <a:lnTo>
                  <a:pt x="151494" y="351257"/>
                </a:lnTo>
                <a:lnTo>
                  <a:pt x="148964" y="350958"/>
                </a:lnTo>
                <a:lnTo>
                  <a:pt x="124875" y="350825"/>
                </a:lnTo>
                <a:lnTo>
                  <a:pt x="122946" y="352754"/>
                </a:lnTo>
                <a:lnTo>
                  <a:pt x="122946" y="481004"/>
                </a:lnTo>
                <a:lnTo>
                  <a:pt x="124310" y="482292"/>
                </a:lnTo>
                <a:lnTo>
                  <a:pt x="126586" y="483051"/>
                </a:lnTo>
                <a:lnTo>
                  <a:pt x="129417" y="483298"/>
                </a:lnTo>
                <a:lnTo>
                  <a:pt x="151345" y="483174"/>
                </a:lnTo>
                <a:lnTo>
                  <a:pt x="153418" y="481100"/>
                </a:lnTo>
                <a:lnTo>
                  <a:pt x="153396" y="440774"/>
                </a:lnTo>
                <a:lnTo>
                  <a:pt x="154039" y="431263"/>
                </a:lnTo>
                <a:lnTo>
                  <a:pt x="154761" y="429772"/>
                </a:lnTo>
                <a:lnTo>
                  <a:pt x="155718" y="429331"/>
                </a:lnTo>
                <a:lnTo>
                  <a:pt x="166581" y="429019"/>
                </a:lnTo>
                <a:lnTo>
                  <a:pt x="213541" y="428932"/>
                </a:lnTo>
                <a:lnTo>
                  <a:pt x="215518" y="431488"/>
                </a:lnTo>
                <a:lnTo>
                  <a:pt x="215518" y="481052"/>
                </a:lnTo>
                <a:lnTo>
                  <a:pt x="217929" y="483463"/>
                </a:lnTo>
                <a:lnTo>
                  <a:pt x="243434" y="483174"/>
                </a:lnTo>
                <a:lnTo>
                  <a:pt x="245604" y="481004"/>
                </a:lnTo>
                <a:lnTo>
                  <a:pt x="245411" y="353236"/>
                </a:lnTo>
                <a:lnTo>
                  <a:pt x="244117" y="351601"/>
                </a:lnTo>
                <a:lnTo>
                  <a:pt x="241619" y="351170"/>
                </a:lnTo>
                <a:lnTo>
                  <a:pt x="220002" y="350729"/>
                </a:lnTo>
                <a:close/>
                <a:moveTo>
                  <a:pt x="288080" y="351356"/>
                </a:moveTo>
                <a:lnTo>
                  <a:pt x="282940" y="352596"/>
                </a:lnTo>
                <a:lnTo>
                  <a:pt x="275966" y="355208"/>
                </a:lnTo>
                <a:lnTo>
                  <a:pt x="272314" y="357238"/>
                </a:lnTo>
                <a:lnTo>
                  <a:pt x="269012" y="360147"/>
                </a:lnTo>
                <a:lnTo>
                  <a:pt x="266194" y="363561"/>
                </a:lnTo>
                <a:lnTo>
                  <a:pt x="262969" y="369466"/>
                </a:lnTo>
                <a:lnTo>
                  <a:pt x="261552" y="373817"/>
                </a:lnTo>
                <a:lnTo>
                  <a:pt x="259875" y="382116"/>
                </a:lnTo>
                <a:lnTo>
                  <a:pt x="259466" y="400248"/>
                </a:lnTo>
                <a:lnTo>
                  <a:pt x="259634" y="451352"/>
                </a:lnTo>
                <a:lnTo>
                  <a:pt x="261816" y="460716"/>
                </a:lnTo>
                <a:lnTo>
                  <a:pt x="265146" y="468552"/>
                </a:lnTo>
                <a:lnTo>
                  <a:pt x="268274" y="472693"/>
                </a:lnTo>
                <a:lnTo>
                  <a:pt x="274511" y="477535"/>
                </a:lnTo>
                <a:lnTo>
                  <a:pt x="281993" y="480878"/>
                </a:lnTo>
                <a:lnTo>
                  <a:pt x="287663" y="482153"/>
                </a:lnTo>
                <a:lnTo>
                  <a:pt x="296313" y="482840"/>
                </a:lnTo>
                <a:lnTo>
                  <a:pt x="310209" y="483120"/>
                </a:lnTo>
                <a:lnTo>
                  <a:pt x="367489" y="483174"/>
                </a:lnTo>
                <a:lnTo>
                  <a:pt x="369321" y="480907"/>
                </a:lnTo>
                <a:lnTo>
                  <a:pt x="369243" y="459994"/>
                </a:lnTo>
                <a:lnTo>
                  <a:pt x="368984" y="456999"/>
                </a:lnTo>
                <a:lnTo>
                  <a:pt x="367995" y="455140"/>
                </a:lnTo>
                <a:lnTo>
                  <a:pt x="366162" y="454684"/>
                </a:lnTo>
                <a:lnTo>
                  <a:pt x="359752" y="454560"/>
                </a:lnTo>
                <a:lnTo>
                  <a:pt x="299652" y="454245"/>
                </a:lnTo>
                <a:lnTo>
                  <a:pt x="294909" y="451901"/>
                </a:lnTo>
                <a:lnTo>
                  <a:pt x="291577" y="448897"/>
                </a:lnTo>
                <a:lnTo>
                  <a:pt x="289806" y="444491"/>
                </a:lnTo>
                <a:lnTo>
                  <a:pt x="289286" y="438045"/>
                </a:lnTo>
                <a:lnTo>
                  <a:pt x="289546" y="433175"/>
                </a:lnTo>
                <a:lnTo>
                  <a:pt x="291311" y="431102"/>
                </a:lnTo>
                <a:lnTo>
                  <a:pt x="367441" y="430234"/>
                </a:lnTo>
                <a:lnTo>
                  <a:pt x="368570" y="428989"/>
                </a:lnTo>
                <a:lnTo>
                  <a:pt x="368996" y="427136"/>
                </a:lnTo>
                <a:lnTo>
                  <a:pt x="369321" y="415722"/>
                </a:lnTo>
                <a:lnTo>
                  <a:pt x="369321" y="403957"/>
                </a:lnTo>
                <a:lnTo>
                  <a:pt x="367489" y="401691"/>
                </a:lnTo>
                <a:lnTo>
                  <a:pt x="291229" y="400849"/>
                </a:lnTo>
                <a:lnTo>
                  <a:pt x="290254" y="400571"/>
                </a:lnTo>
                <a:lnTo>
                  <a:pt x="289750" y="399928"/>
                </a:lnTo>
                <a:lnTo>
                  <a:pt x="289299" y="396122"/>
                </a:lnTo>
                <a:lnTo>
                  <a:pt x="289792" y="388945"/>
                </a:lnTo>
                <a:lnTo>
                  <a:pt x="292207" y="383837"/>
                </a:lnTo>
                <a:lnTo>
                  <a:pt x="293649" y="382159"/>
                </a:lnTo>
                <a:lnTo>
                  <a:pt x="294911" y="381390"/>
                </a:lnTo>
                <a:lnTo>
                  <a:pt x="300809" y="379272"/>
                </a:lnTo>
                <a:lnTo>
                  <a:pt x="366766" y="379272"/>
                </a:lnTo>
                <a:lnTo>
                  <a:pt x="369321" y="377295"/>
                </a:lnTo>
                <a:lnTo>
                  <a:pt x="369321" y="352320"/>
                </a:lnTo>
                <a:lnTo>
                  <a:pt x="367052" y="351258"/>
                </a:lnTo>
                <a:lnTo>
                  <a:pt x="357110" y="350913"/>
                </a:lnTo>
                <a:lnTo>
                  <a:pt x="288080" y="351356"/>
                </a:lnTo>
                <a:close/>
                <a:moveTo>
                  <a:pt x="385570" y="351693"/>
                </a:moveTo>
                <a:lnTo>
                  <a:pt x="384750" y="352609"/>
                </a:lnTo>
                <a:lnTo>
                  <a:pt x="384750" y="481052"/>
                </a:lnTo>
                <a:lnTo>
                  <a:pt x="387113" y="483415"/>
                </a:lnTo>
                <a:lnTo>
                  <a:pt x="405133" y="483375"/>
                </a:lnTo>
                <a:lnTo>
                  <a:pt x="411932" y="482863"/>
                </a:lnTo>
                <a:lnTo>
                  <a:pt x="413524" y="482261"/>
                </a:lnTo>
                <a:lnTo>
                  <a:pt x="414546" y="481341"/>
                </a:lnTo>
                <a:lnTo>
                  <a:pt x="414914" y="479524"/>
                </a:lnTo>
                <a:lnTo>
                  <a:pt x="415274" y="440977"/>
                </a:lnTo>
                <a:lnTo>
                  <a:pt x="415684" y="437163"/>
                </a:lnTo>
                <a:lnTo>
                  <a:pt x="416478" y="435448"/>
                </a:lnTo>
                <a:lnTo>
                  <a:pt x="417777" y="434718"/>
                </a:lnTo>
                <a:lnTo>
                  <a:pt x="420759" y="434518"/>
                </a:lnTo>
                <a:lnTo>
                  <a:pt x="458465" y="434238"/>
                </a:lnTo>
                <a:lnTo>
                  <a:pt x="470297" y="433622"/>
                </a:lnTo>
                <a:lnTo>
                  <a:pt x="480890" y="431101"/>
                </a:lnTo>
                <a:lnTo>
                  <a:pt x="484985" y="429315"/>
                </a:lnTo>
                <a:lnTo>
                  <a:pt x="488622" y="427110"/>
                </a:lnTo>
                <a:lnTo>
                  <a:pt x="493172" y="423052"/>
                </a:lnTo>
                <a:lnTo>
                  <a:pt x="496061" y="419100"/>
                </a:lnTo>
                <a:lnTo>
                  <a:pt x="497645" y="415473"/>
                </a:lnTo>
                <a:lnTo>
                  <a:pt x="500079" y="406995"/>
                </a:lnTo>
                <a:lnTo>
                  <a:pt x="500356" y="383525"/>
                </a:lnTo>
                <a:lnTo>
                  <a:pt x="499903" y="377809"/>
                </a:lnTo>
                <a:lnTo>
                  <a:pt x="497071" y="367867"/>
                </a:lnTo>
                <a:lnTo>
                  <a:pt x="495068" y="364149"/>
                </a:lnTo>
                <a:lnTo>
                  <a:pt x="492400" y="360727"/>
                </a:lnTo>
                <a:lnTo>
                  <a:pt x="489259" y="357809"/>
                </a:lnTo>
                <a:lnTo>
                  <a:pt x="485832" y="355601"/>
                </a:lnTo>
                <a:lnTo>
                  <a:pt x="476739" y="352010"/>
                </a:lnTo>
                <a:lnTo>
                  <a:pt x="469366" y="351115"/>
                </a:lnTo>
                <a:lnTo>
                  <a:pt x="451214" y="350844"/>
                </a:lnTo>
                <a:lnTo>
                  <a:pt x="386341" y="350825"/>
                </a:lnTo>
                <a:lnTo>
                  <a:pt x="385570" y="351693"/>
                </a:lnTo>
                <a:close/>
                <a:moveTo>
                  <a:pt x="460205" y="379802"/>
                </a:moveTo>
                <a:lnTo>
                  <a:pt x="464999" y="381664"/>
                </a:lnTo>
                <a:lnTo>
                  <a:pt x="467202" y="383280"/>
                </a:lnTo>
                <a:lnTo>
                  <a:pt x="468717" y="385294"/>
                </a:lnTo>
                <a:lnTo>
                  <a:pt x="469896" y="389252"/>
                </a:lnTo>
                <a:lnTo>
                  <a:pt x="469987" y="393604"/>
                </a:lnTo>
                <a:lnTo>
                  <a:pt x="469192" y="398375"/>
                </a:lnTo>
                <a:lnTo>
                  <a:pt x="467471" y="400921"/>
                </a:lnTo>
                <a:lnTo>
                  <a:pt x="463881" y="403716"/>
                </a:lnTo>
                <a:lnTo>
                  <a:pt x="461952" y="404392"/>
                </a:lnTo>
                <a:lnTo>
                  <a:pt x="455480" y="404687"/>
                </a:lnTo>
                <a:lnTo>
                  <a:pt x="417102" y="404825"/>
                </a:lnTo>
                <a:lnTo>
                  <a:pt x="415125" y="402270"/>
                </a:lnTo>
                <a:lnTo>
                  <a:pt x="415423" y="384060"/>
                </a:lnTo>
                <a:lnTo>
                  <a:pt x="416242" y="380953"/>
                </a:lnTo>
                <a:lnTo>
                  <a:pt x="417825" y="379513"/>
                </a:lnTo>
                <a:lnTo>
                  <a:pt x="438581" y="379133"/>
                </a:lnTo>
                <a:lnTo>
                  <a:pt x="460205" y="379802"/>
                </a:lnTo>
                <a:close/>
                <a:moveTo>
                  <a:pt x="539759" y="351549"/>
                </a:moveTo>
                <a:lnTo>
                  <a:pt x="535238" y="352710"/>
                </a:lnTo>
                <a:lnTo>
                  <a:pt x="528752" y="355089"/>
                </a:lnTo>
                <a:lnTo>
                  <a:pt x="525446" y="357075"/>
                </a:lnTo>
                <a:lnTo>
                  <a:pt x="522155" y="359847"/>
                </a:lnTo>
                <a:lnTo>
                  <a:pt x="519205" y="363088"/>
                </a:lnTo>
                <a:lnTo>
                  <a:pt x="516923" y="366480"/>
                </a:lnTo>
                <a:lnTo>
                  <a:pt x="513245" y="375866"/>
                </a:lnTo>
                <a:lnTo>
                  <a:pt x="512385" y="385775"/>
                </a:lnTo>
                <a:lnTo>
                  <a:pt x="512132" y="398793"/>
                </a:lnTo>
                <a:lnTo>
                  <a:pt x="512036" y="481052"/>
                </a:lnTo>
                <a:lnTo>
                  <a:pt x="514398" y="483415"/>
                </a:lnTo>
                <a:lnTo>
                  <a:pt x="536458" y="483183"/>
                </a:lnTo>
                <a:lnTo>
                  <a:pt x="539941" y="482493"/>
                </a:lnTo>
                <a:lnTo>
                  <a:pt x="541398" y="481100"/>
                </a:lnTo>
                <a:lnTo>
                  <a:pt x="541808" y="469758"/>
                </a:lnTo>
                <a:lnTo>
                  <a:pt x="542206" y="394254"/>
                </a:lnTo>
                <a:lnTo>
                  <a:pt x="542689" y="388623"/>
                </a:lnTo>
                <a:lnTo>
                  <a:pt x="544469" y="383984"/>
                </a:lnTo>
                <a:lnTo>
                  <a:pt x="547719" y="381549"/>
                </a:lnTo>
                <a:lnTo>
                  <a:pt x="553523" y="379583"/>
                </a:lnTo>
                <a:lnTo>
                  <a:pt x="563369" y="379151"/>
                </a:lnTo>
                <a:lnTo>
                  <a:pt x="599400" y="379031"/>
                </a:lnTo>
                <a:lnTo>
                  <a:pt x="601232" y="376765"/>
                </a:lnTo>
                <a:lnTo>
                  <a:pt x="601100" y="354972"/>
                </a:lnTo>
                <a:lnTo>
                  <a:pt x="600800" y="352629"/>
                </a:lnTo>
                <a:lnTo>
                  <a:pt x="599738" y="350825"/>
                </a:lnTo>
                <a:lnTo>
                  <a:pt x="551864" y="350993"/>
                </a:lnTo>
                <a:lnTo>
                  <a:pt x="539759" y="351549"/>
                </a:lnTo>
                <a:close/>
                <a:moveTo>
                  <a:pt x="839170" y="362927"/>
                </a:moveTo>
                <a:lnTo>
                  <a:pt x="835115" y="365348"/>
                </a:lnTo>
                <a:lnTo>
                  <a:pt x="831061" y="366908"/>
                </a:lnTo>
                <a:lnTo>
                  <a:pt x="828117" y="368773"/>
                </a:lnTo>
                <a:lnTo>
                  <a:pt x="819589" y="376421"/>
                </a:lnTo>
                <a:lnTo>
                  <a:pt x="815303" y="379343"/>
                </a:lnTo>
                <a:lnTo>
                  <a:pt x="813750" y="381414"/>
                </a:lnTo>
                <a:lnTo>
                  <a:pt x="813375" y="383129"/>
                </a:lnTo>
                <a:lnTo>
                  <a:pt x="813753" y="383978"/>
                </a:lnTo>
                <a:lnTo>
                  <a:pt x="820208" y="390960"/>
                </a:lnTo>
                <a:lnTo>
                  <a:pt x="821405" y="393464"/>
                </a:lnTo>
                <a:lnTo>
                  <a:pt x="820330" y="400956"/>
                </a:lnTo>
                <a:lnTo>
                  <a:pt x="819785" y="411825"/>
                </a:lnTo>
                <a:lnTo>
                  <a:pt x="819268" y="413748"/>
                </a:lnTo>
                <a:lnTo>
                  <a:pt x="817804" y="416027"/>
                </a:lnTo>
                <a:lnTo>
                  <a:pt x="814966" y="418904"/>
                </a:lnTo>
                <a:lnTo>
                  <a:pt x="807782" y="417313"/>
                </a:lnTo>
                <a:lnTo>
                  <a:pt x="802004" y="419345"/>
                </a:lnTo>
                <a:lnTo>
                  <a:pt x="799652" y="419633"/>
                </a:lnTo>
                <a:lnTo>
                  <a:pt x="791978" y="417535"/>
                </a:lnTo>
                <a:lnTo>
                  <a:pt x="789040" y="417361"/>
                </a:lnTo>
                <a:lnTo>
                  <a:pt x="787779" y="417699"/>
                </a:lnTo>
                <a:lnTo>
                  <a:pt x="785332" y="419354"/>
                </a:lnTo>
                <a:lnTo>
                  <a:pt x="779499" y="426316"/>
                </a:lnTo>
                <a:lnTo>
                  <a:pt x="775133" y="430466"/>
                </a:lnTo>
                <a:lnTo>
                  <a:pt x="770638" y="433231"/>
                </a:lnTo>
                <a:lnTo>
                  <a:pt x="767839" y="434120"/>
                </a:lnTo>
                <a:lnTo>
                  <a:pt x="765343" y="434382"/>
                </a:lnTo>
                <a:lnTo>
                  <a:pt x="762521" y="436268"/>
                </a:lnTo>
                <a:lnTo>
                  <a:pt x="761515" y="438360"/>
                </a:lnTo>
                <a:lnTo>
                  <a:pt x="761381" y="440772"/>
                </a:lnTo>
                <a:lnTo>
                  <a:pt x="762268" y="443204"/>
                </a:lnTo>
                <a:lnTo>
                  <a:pt x="763763" y="444852"/>
                </a:lnTo>
                <a:lnTo>
                  <a:pt x="765680" y="445983"/>
                </a:lnTo>
                <a:lnTo>
                  <a:pt x="767721" y="446523"/>
                </a:lnTo>
                <a:lnTo>
                  <a:pt x="770370" y="446053"/>
                </a:lnTo>
                <a:lnTo>
                  <a:pt x="772289" y="444498"/>
                </a:lnTo>
                <a:lnTo>
                  <a:pt x="783475" y="437792"/>
                </a:lnTo>
                <a:lnTo>
                  <a:pt x="790022" y="430165"/>
                </a:lnTo>
                <a:lnTo>
                  <a:pt x="792106" y="428559"/>
                </a:lnTo>
                <a:lnTo>
                  <a:pt x="793594" y="428507"/>
                </a:lnTo>
                <a:lnTo>
                  <a:pt x="798994" y="430561"/>
                </a:lnTo>
                <a:lnTo>
                  <a:pt x="801888" y="431048"/>
                </a:lnTo>
                <a:lnTo>
                  <a:pt x="804288" y="430585"/>
                </a:lnTo>
                <a:lnTo>
                  <a:pt x="807204" y="428450"/>
                </a:lnTo>
                <a:lnTo>
                  <a:pt x="815663" y="428866"/>
                </a:lnTo>
                <a:lnTo>
                  <a:pt x="818298" y="428629"/>
                </a:lnTo>
                <a:lnTo>
                  <a:pt x="821476" y="427279"/>
                </a:lnTo>
                <a:lnTo>
                  <a:pt x="831356" y="419073"/>
                </a:lnTo>
                <a:lnTo>
                  <a:pt x="832088" y="417543"/>
                </a:lnTo>
                <a:lnTo>
                  <a:pt x="832102" y="416340"/>
                </a:lnTo>
                <a:lnTo>
                  <a:pt x="830086" y="410888"/>
                </a:lnTo>
                <a:lnTo>
                  <a:pt x="829734" y="404914"/>
                </a:lnTo>
                <a:lnTo>
                  <a:pt x="830676" y="400422"/>
                </a:lnTo>
                <a:lnTo>
                  <a:pt x="833006" y="394452"/>
                </a:lnTo>
                <a:lnTo>
                  <a:pt x="833288" y="392043"/>
                </a:lnTo>
                <a:lnTo>
                  <a:pt x="832319" y="388865"/>
                </a:lnTo>
                <a:lnTo>
                  <a:pt x="829533" y="385128"/>
                </a:lnTo>
                <a:lnTo>
                  <a:pt x="828804" y="383225"/>
                </a:lnTo>
                <a:lnTo>
                  <a:pt x="829866" y="381039"/>
                </a:lnTo>
                <a:lnTo>
                  <a:pt x="832667" y="378386"/>
                </a:lnTo>
                <a:lnTo>
                  <a:pt x="841796" y="372915"/>
                </a:lnTo>
                <a:lnTo>
                  <a:pt x="843331" y="371310"/>
                </a:lnTo>
                <a:lnTo>
                  <a:pt x="844290" y="366830"/>
                </a:lnTo>
                <a:lnTo>
                  <a:pt x="844088" y="363843"/>
                </a:lnTo>
                <a:lnTo>
                  <a:pt x="842008" y="362535"/>
                </a:lnTo>
                <a:lnTo>
                  <a:pt x="839170" y="362927"/>
                </a:lnTo>
                <a:close/>
                <a:moveTo>
                  <a:pt x="639948" y="508438"/>
                </a:moveTo>
                <a:lnTo>
                  <a:pt x="620566" y="508727"/>
                </a:lnTo>
                <a:lnTo>
                  <a:pt x="618348" y="510945"/>
                </a:lnTo>
                <a:lnTo>
                  <a:pt x="618244" y="630942"/>
                </a:lnTo>
                <a:lnTo>
                  <a:pt x="618348" y="638520"/>
                </a:lnTo>
                <a:lnTo>
                  <a:pt x="618916" y="639726"/>
                </a:lnTo>
                <a:lnTo>
                  <a:pt x="621362" y="640762"/>
                </a:lnTo>
                <a:lnTo>
                  <a:pt x="624770" y="641059"/>
                </a:lnTo>
                <a:lnTo>
                  <a:pt x="645830" y="641027"/>
                </a:lnTo>
                <a:lnTo>
                  <a:pt x="648000" y="639002"/>
                </a:lnTo>
                <a:lnTo>
                  <a:pt x="648121" y="552433"/>
                </a:lnTo>
                <a:lnTo>
                  <a:pt x="648327" y="542340"/>
                </a:lnTo>
                <a:lnTo>
                  <a:pt x="648905" y="539545"/>
                </a:lnTo>
                <a:lnTo>
                  <a:pt x="650266" y="538427"/>
                </a:lnTo>
                <a:lnTo>
                  <a:pt x="656561" y="538124"/>
                </a:lnTo>
                <a:lnTo>
                  <a:pt x="701134" y="537933"/>
                </a:lnTo>
                <a:lnTo>
                  <a:pt x="708144" y="538447"/>
                </a:lnTo>
                <a:lnTo>
                  <a:pt x="708991" y="539960"/>
                </a:lnTo>
                <a:lnTo>
                  <a:pt x="709266" y="541867"/>
                </a:lnTo>
                <a:lnTo>
                  <a:pt x="709665" y="556123"/>
                </a:lnTo>
                <a:lnTo>
                  <a:pt x="710100" y="639436"/>
                </a:lnTo>
                <a:lnTo>
                  <a:pt x="711443" y="640428"/>
                </a:lnTo>
                <a:lnTo>
                  <a:pt x="714856" y="640915"/>
                </a:lnTo>
                <a:lnTo>
                  <a:pt x="738498" y="641075"/>
                </a:lnTo>
                <a:lnTo>
                  <a:pt x="740137" y="639243"/>
                </a:lnTo>
                <a:lnTo>
                  <a:pt x="740208" y="537616"/>
                </a:lnTo>
                <a:lnTo>
                  <a:pt x="740053" y="514161"/>
                </a:lnTo>
                <a:lnTo>
                  <a:pt x="739698" y="510089"/>
                </a:lnTo>
                <a:lnTo>
                  <a:pt x="737196" y="508854"/>
                </a:lnTo>
                <a:lnTo>
                  <a:pt x="733145" y="508503"/>
                </a:lnTo>
                <a:lnTo>
                  <a:pt x="639948" y="508438"/>
                </a:lnTo>
                <a:close/>
                <a:moveTo>
                  <a:pt x="155732" y="509691"/>
                </a:moveTo>
                <a:lnTo>
                  <a:pt x="146635" y="511681"/>
                </a:lnTo>
                <a:lnTo>
                  <a:pt x="142742" y="513060"/>
                </a:lnTo>
                <a:lnTo>
                  <a:pt x="136175" y="516646"/>
                </a:lnTo>
                <a:lnTo>
                  <a:pt x="133463" y="518880"/>
                </a:lnTo>
                <a:lnTo>
                  <a:pt x="131106" y="521425"/>
                </a:lnTo>
                <a:lnTo>
                  <a:pt x="127386" y="527497"/>
                </a:lnTo>
                <a:lnTo>
                  <a:pt x="124169" y="537449"/>
                </a:lnTo>
                <a:lnTo>
                  <a:pt x="123576" y="543611"/>
                </a:lnTo>
                <a:lnTo>
                  <a:pt x="123278" y="563284"/>
                </a:lnTo>
                <a:lnTo>
                  <a:pt x="123183" y="629608"/>
                </a:lnTo>
                <a:lnTo>
                  <a:pt x="123477" y="640207"/>
                </a:lnTo>
                <a:lnTo>
                  <a:pt x="124111" y="641162"/>
                </a:lnTo>
                <a:lnTo>
                  <a:pt x="125411" y="641755"/>
                </a:lnTo>
                <a:lnTo>
                  <a:pt x="132307" y="642127"/>
                </a:lnTo>
                <a:lnTo>
                  <a:pt x="151538" y="641799"/>
                </a:lnTo>
                <a:lnTo>
                  <a:pt x="153321" y="639388"/>
                </a:lnTo>
                <a:lnTo>
                  <a:pt x="153843" y="550730"/>
                </a:lnTo>
                <a:lnTo>
                  <a:pt x="154141" y="546238"/>
                </a:lnTo>
                <a:lnTo>
                  <a:pt x="156371" y="542652"/>
                </a:lnTo>
                <a:lnTo>
                  <a:pt x="158963" y="540115"/>
                </a:lnTo>
                <a:lnTo>
                  <a:pt x="163467" y="539187"/>
                </a:lnTo>
                <a:lnTo>
                  <a:pt x="175426" y="538517"/>
                </a:lnTo>
                <a:lnTo>
                  <a:pt x="210066" y="538133"/>
                </a:lnTo>
                <a:lnTo>
                  <a:pt x="211422" y="537434"/>
                </a:lnTo>
                <a:lnTo>
                  <a:pt x="212052" y="536087"/>
                </a:lnTo>
                <a:lnTo>
                  <a:pt x="212584" y="529474"/>
                </a:lnTo>
                <a:lnTo>
                  <a:pt x="212625" y="511475"/>
                </a:lnTo>
                <a:lnTo>
                  <a:pt x="210793" y="509209"/>
                </a:lnTo>
                <a:lnTo>
                  <a:pt x="167705" y="509202"/>
                </a:lnTo>
                <a:lnTo>
                  <a:pt x="155732" y="509691"/>
                </a:lnTo>
                <a:close/>
                <a:moveTo>
                  <a:pt x="228680" y="509547"/>
                </a:moveTo>
                <a:lnTo>
                  <a:pt x="227330" y="510849"/>
                </a:lnTo>
                <a:lnTo>
                  <a:pt x="227120" y="519604"/>
                </a:lnTo>
                <a:lnTo>
                  <a:pt x="227798" y="637460"/>
                </a:lnTo>
                <a:lnTo>
                  <a:pt x="228968" y="640558"/>
                </a:lnTo>
                <a:lnTo>
                  <a:pt x="229645" y="641268"/>
                </a:lnTo>
                <a:lnTo>
                  <a:pt x="231035" y="641681"/>
                </a:lnTo>
                <a:lnTo>
                  <a:pt x="255783" y="642059"/>
                </a:lnTo>
                <a:lnTo>
                  <a:pt x="257469" y="640450"/>
                </a:lnTo>
                <a:lnTo>
                  <a:pt x="257852" y="637922"/>
                </a:lnTo>
                <a:lnTo>
                  <a:pt x="258070" y="600426"/>
                </a:lnTo>
                <a:lnTo>
                  <a:pt x="258363" y="596539"/>
                </a:lnTo>
                <a:lnTo>
                  <a:pt x="258923" y="594721"/>
                </a:lnTo>
                <a:lnTo>
                  <a:pt x="259827" y="594018"/>
                </a:lnTo>
                <a:lnTo>
                  <a:pt x="261308" y="593903"/>
                </a:lnTo>
                <a:lnTo>
                  <a:pt x="302407" y="593305"/>
                </a:lnTo>
                <a:lnTo>
                  <a:pt x="312282" y="592731"/>
                </a:lnTo>
                <a:lnTo>
                  <a:pt x="316825" y="591987"/>
                </a:lnTo>
                <a:lnTo>
                  <a:pt x="324011" y="590005"/>
                </a:lnTo>
                <a:lnTo>
                  <a:pt x="328758" y="587937"/>
                </a:lnTo>
                <a:lnTo>
                  <a:pt x="332781" y="585291"/>
                </a:lnTo>
                <a:lnTo>
                  <a:pt x="336139" y="582021"/>
                </a:lnTo>
                <a:lnTo>
                  <a:pt x="338890" y="578079"/>
                </a:lnTo>
                <a:lnTo>
                  <a:pt x="341349" y="572744"/>
                </a:lnTo>
                <a:lnTo>
                  <a:pt x="342169" y="569511"/>
                </a:lnTo>
                <a:lnTo>
                  <a:pt x="342755" y="558710"/>
                </a:lnTo>
                <a:lnTo>
                  <a:pt x="342562" y="532352"/>
                </a:lnTo>
                <a:lnTo>
                  <a:pt x="339042" y="524680"/>
                </a:lnTo>
                <a:lnTo>
                  <a:pt x="337306" y="522060"/>
                </a:lnTo>
                <a:lnTo>
                  <a:pt x="332979" y="517523"/>
                </a:lnTo>
                <a:lnTo>
                  <a:pt x="327534" y="513937"/>
                </a:lnTo>
                <a:lnTo>
                  <a:pt x="324400" y="512506"/>
                </a:lnTo>
                <a:lnTo>
                  <a:pt x="317327" y="510381"/>
                </a:lnTo>
                <a:lnTo>
                  <a:pt x="309625" y="509466"/>
                </a:lnTo>
                <a:lnTo>
                  <a:pt x="292799" y="509144"/>
                </a:lnTo>
                <a:lnTo>
                  <a:pt x="246602" y="509062"/>
                </a:lnTo>
                <a:lnTo>
                  <a:pt x="228680" y="509547"/>
                </a:lnTo>
                <a:close/>
                <a:moveTo>
                  <a:pt x="302593" y="538620"/>
                </a:moveTo>
                <a:lnTo>
                  <a:pt x="306383" y="539715"/>
                </a:lnTo>
                <a:lnTo>
                  <a:pt x="309012" y="541026"/>
                </a:lnTo>
                <a:lnTo>
                  <a:pt x="310776" y="542717"/>
                </a:lnTo>
                <a:lnTo>
                  <a:pt x="312429" y="545466"/>
                </a:lnTo>
                <a:lnTo>
                  <a:pt x="312429" y="557038"/>
                </a:lnTo>
                <a:lnTo>
                  <a:pt x="309879" y="560238"/>
                </a:lnTo>
                <a:lnTo>
                  <a:pt x="305534" y="563209"/>
                </a:lnTo>
                <a:lnTo>
                  <a:pt x="259971" y="563499"/>
                </a:lnTo>
                <a:lnTo>
                  <a:pt x="257946" y="560895"/>
                </a:lnTo>
                <a:lnTo>
                  <a:pt x="258149" y="542498"/>
                </a:lnTo>
                <a:lnTo>
                  <a:pt x="258764" y="539671"/>
                </a:lnTo>
                <a:lnTo>
                  <a:pt x="260020" y="538524"/>
                </a:lnTo>
                <a:lnTo>
                  <a:pt x="288388" y="537918"/>
                </a:lnTo>
                <a:lnTo>
                  <a:pt x="298124" y="538084"/>
                </a:lnTo>
                <a:lnTo>
                  <a:pt x="302593" y="538620"/>
                </a:lnTo>
                <a:close/>
                <a:moveTo>
                  <a:pt x="482095" y="509884"/>
                </a:moveTo>
                <a:lnTo>
                  <a:pt x="480938" y="510800"/>
                </a:lnTo>
                <a:lnTo>
                  <a:pt x="480821" y="619139"/>
                </a:lnTo>
                <a:lnTo>
                  <a:pt x="481004" y="633572"/>
                </a:lnTo>
                <a:lnTo>
                  <a:pt x="481869" y="641074"/>
                </a:lnTo>
                <a:lnTo>
                  <a:pt x="483011" y="641750"/>
                </a:lnTo>
                <a:lnTo>
                  <a:pt x="484990" y="641892"/>
                </a:lnTo>
                <a:lnTo>
                  <a:pt x="504984" y="642104"/>
                </a:lnTo>
                <a:lnTo>
                  <a:pt x="507993" y="641560"/>
                </a:lnTo>
                <a:lnTo>
                  <a:pt x="510348" y="639725"/>
                </a:lnTo>
                <a:lnTo>
                  <a:pt x="510598" y="550531"/>
                </a:lnTo>
                <a:lnTo>
                  <a:pt x="510782" y="540404"/>
                </a:lnTo>
                <a:lnTo>
                  <a:pt x="511439" y="539180"/>
                </a:lnTo>
                <a:lnTo>
                  <a:pt x="515296" y="538210"/>
                </a:lnTo>
                <a:lnTo>
                  <a:pt x="521885" y="537964"/>
                </a:lnTo>
                <a:lnTo>
                  <a:pt x="568929" y="537897"/>
                </a:lnTo>
                <a:lnTo>
                  <a:pt x="571918" y="540597"/>
                </a:lnTo>
                <a:lnTo>
                  <a:pt x="571967" y="613497"/>
                </a:lnTo>
                <a:lnTo>
                  <a:pt x="572400" y="639291"/>
                </a:lnTo>
                <a:lnTo>
                  <a:pt x="575920" y="642040"/>
                </a:lnTo>
                <a:lnTo>
                  <a:pt x="593214" y="641993"/>
                </a:lnTo>
                <a:lnTo>
                  <a:pt x="600158" y="641582"/>
                </a:lnTo>
                <a:lnTo>
                  <a:pt x="602196" y="638954"/>
                </a:lnTo>
                <a:lnTo>
                  <a:pt x="602196" y="511331"/>
                </a:lnTo>
                <a:lnTo>
                  <a:pt x="599834" y="508968"/>
                </a:lnTo>
                <a:lnTo>
                  <a:pt x="483204" y="508968"/>
                </a:lnTo>
                <a:lnTo>
                  <a:pt x="482095" y="509884"/>
                </a:lnTo>
                <a:close/>
                <a:moveTo>
                  <a:pt x="355146" y="511041"/>
                </a:moveTo>
                <a:lnTo>
                  <a:pt x="353816" y="513279"/>
                </a:lnTo>
                <a:lnTo>
                  <a:pt x="353572" y="515731"/>
                </a:lnTo>
                <a:lnTo>
                  <a:pt x="353666" y="556733"/>
                </a:lnTo>
                <a:lnTo>
                  <a:pt x="354098" y="568663"/>
                </a:lnTo>
                <a:lnTo>
                  <a:pt x="355388" y="574098"/>
                </a:lnTo>
                <a:lnTo>
                  <a:pt x="358254" y="578951"/>
                </a:lnTo>
                <a:lnTo>
                  <a:pt x="361049" y="582386"/>
                </a:lnTo>
                <a:lnTo>
                  <a:pt x="364319" y="585340"/>
                </a:lnTo>
                <a:lnTo>
                  <a:pt x="370164" y="588908"/>
                </a:lnTo>
                <a:lnTo>
                  <a:pt x="380461" y="592435"/>
                </a:lnTo>
                <a:lnTo>
                  <a:pt x="391393" y="593346"/>
                </a:lnTo>
                <a:lnTo>
                  <a:pt x="434700" y="594066"/>
                </a:lnTo>
                <a:lnTo>
                  <a:pt x="436641" y="594776"/>
                </a:lnTo>
                <a:lnTo>
                  <a:pt x="437388" y="595778"/>
                </a:lnTo>
                <a:lnTo>
                  <a:pt x="437962" y="600008"/>
                </a:lnTo>
                <a:lnTo>
                  <a:pt x="438027" y="607084"/>
                </a:lnTo>
                <a:lnTo>
                  <a:pt x="433988" y="611699"/>
                </a:lnTo>
                <a:lnTo>
                  <a:pt x="430777" y="613086"/>
                </a:lnTo>
                <a:lnTo>
                  <a:pt x="419506" y="613958"/>
                </a:lnTo>
                <a:lnTo>
                  <a:pt x="370714" y="614208"/>
                </a:lnTo>
                <a:lnTo>
                  <a:pt x="361952" y="614474"/>
                </a:lnTo>
                <a:lnTo>
                  <a:pt x="360729" y="614857"/>
                </a:lnTo>
                <a:lnTo>
                  <a:pt x="359773" y="615848"/>
                </a:lnTo>
                <a:lnTo>
                  <a:pt x="359172" y="617709"/>
                </a:lnTo>
                <a:lnTo>
                  <a:pt x="358768" y="623052"/>
                </a:lnTo>
                <a:lnTo>
                  <a:pt x="358944" y="638745"/>
                </a:lnTo>
                <a:lnTo>
                  <a:pt x="359360" y="641086"/>
                </a:lnTo>
                <a:lnTo>
                  <a:pt x="360091" y="642334"/>
                </a:lnTo>
                <a:lnTo>
                  <a:pt x="361871" y="643064"/>
                </a:lnTo>
                <a:lnTo>
                  <a:pt x="371527" y="643365"/>
                </a:lnTo>
                <a:lnTo>
                  <a:pt x="437545" y="643486"/>
                </a:lnTo>
                <a:lnTo>
                  <a:pt x="450984" y="639346"/>
                </a:lnTo>
                <a:lnTo>
                  <a:pt x="456503" y="636181"/>
                </a:lnTo>
                <a:lnTo>
                  <a:pt x="459773" y="633307"/>
                </a:lnTo>
                <a:lnTo>
                  <a:pt x="463586" y="628534"/>
                </a:lnTo>
                <a:lnTo>
                  <a:pt x="465998" y="623344"/>
                </a:lnTo>
                <a:lnTo>
                  <a:pt x="467293" y="617740"/>
                </a:lnTo>
                <a:lnTo>
                  <a:pt x="467373" y="529513"/>
                </a:lnTo>
                <a:lnTo>
                  <a:pt x="467160" y="517677"/>
                </a:lnTo>
                <a:lnTo>
                  <a:pt x="466215" y="511313"/>
                </a:lnTo>
                <a:lnTo>
                  <a:pt x="463933" y="510268"/>
                </a:lnTo>
                <a:lnTo>
                  <a:pt x="452467" y="509920"/>
                </a:lnTo>
                <a:lnTo>
                  <a:pt x="441093" y="510268"/>
                </a:lnTo>
                <a:lnTo>
                  <a:pt x="440100" y="510463"/>
                </a:lnTo>
                <a:lnTo>
                  <a:pt x="439008" y="511355"/>
                </a:lnTo>
                <a:lnTo>
                  <a:pt x="438123" y="515182"/>
                </a:lnTo>
                <a:lnTo>
                  <a:pt x="437900" y="521123"/>
                </a:lnTo>
                <a:lnTo>
                  <a:pt x="437930" y="562004"/>
                </a:lnTo>
                <a:lnTo>
                  <a:pt x="436590" y="563417"/>
                </a:lnTo>
                <a:lnTo>
                  <a:pt x="433972" y="564310"/>
                </a:lnTo>
                <a:lnTo>
                  <a:pt x="430304" y="564617"/>
                </a:lnTo>
                <a:lnTo>
                  <a:pt x="397334" y="564945"/>
                </a:lnTo>
                <a:lnTo>
                  <a:pt x="390167" y="563186"/>
                </a:lnTo>
                <a:lnTo>
                  <a:pt x="387317" y="561986"/>
                </a:lnTo>
                <a:lnTo>
                  <a:pt x="385176" y="559408"/>
                </a:lnTo>
                <a:lnTo>
                  <a:pt x="383423" y="555038"/>
                </a:lnTo>
                <a:lnTo>
                  <a:pt x="382988" y="550994"/>
                </a:lnTo>
                <a:lnTo>
                  <a:pt x="384310" y="543164"/>
                </a:lnTo>
                <a:lnTo>
                  <a:pt x="384594" y="522332"/>
                </a:lnTo>
                <a:lnTo>
                  <a:pt x="384316" y="515357"/>
                </a:lnTo>
                <a:lnTo>
                  <a:pt x="383361" y="512338"/>
                </a:lnTo>
                <a:lnTo>
                  <a:pt x="380652" y="510174"/>
                </a:lnTo>
                <a:lnTo>
                  <a:pt x="356304" y="509884"/>
                </a:lnTo>
                <a:lnTo>
                  <a:pt x="355146" y="511041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ker"/>
          <p:cNvSpPr/>
          <p:nvPr/>
        </p:nvSpPr>
        <p:spPr>
          <a:xfrm>
            <a:off x="648000" y="1677600"/>
            <a:ext cx="50400" cy="504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item: Брянская область"/>
          <p:cNvSpPr txBox="1"/>
          <p:nvPr/>
        </p:nvSpPr>
        <p:spPr>
          <a:xfrm>
            <a:off x="810000" y="1616571"/>
            <a:ext cx="28620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Брянская область</a:t>
            </a:r>
          </a:p>
        </p:txBody>
      </p:sp>
      <p:sp>
        <p:nvSpPr>
          <p:cNvPr id="9" name="marker"/>
          <p:cNvSpPr/>
          <p:nvPr/>
        </p:nvSpPr>
        <p:spPr>
          <a:xfrm>
            <a:off x="648000" y="1879200"/>
            <a:ext cx="50400" cy="504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item: Владимирская область"/>
          <p:cNvSpPr txBox="1"/>
          <p:nvPr/>
        </p:nvSpPr>
        <p:spPr>
          <a:xfrm>
            <a:off x="810000" y="1818171"/>
            <a:ext cx="28620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Владимирская область</a:t>
            </a:r>
          </a:p>
        </p:txBody>
      </p:sp>
      <p:sp>
        <p:nvSpPr>
          <p:cNvPr id="11" name="marker"/>
          <p:cNvSpPr/>
          <p:nvPr/>
        </p:nvSpPr>
        <p:spPr>
          <a:xfrm>
            <a:off x="648000" y="2080800"/>
            <a:ext cx="50400" cy="504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item: Волгоградская область"/>
          <p:cNvSpPr txBox="1"/>
          <p:nvPr/>
        </p:nvSpPr>
        <p:spPr>
          <a:xfrm>
            <a:off x="810000" y="2019771"/>
            <a:ext cx="28620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Волгоградская область</a:t>
            </a:r>
          </a:p>
        </p:txBody>
      </p:sp>
      <p:sp>
        <p:nvSpPr>
          <p:cNvPr id="13" name="marker"/>
          <p:cNvSpPr/>
          <p:nvPr/>
        </p:nvSpPr>
        <p:spPr>
          <a:xfrm>
            <a:off x="648000" y="2282400"/>
            <a:ext cx="50400" cy="504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item: Вологодская область"/>
          <p:cNvSpPr txBox="1"/>
          <p:nvPr/>
        </p:nvSpPr>
        <p:spPr>
          <a:xfrm>
            <a:off x="810000" y="2221371"/>
            <a:ext cx="28620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Вологодская область</a:t>
            </a:r>
          </a:p>
        </p:txBody>
      </p:sp>
      <p:sp>
        <p:nvSpPr>
          <p:cNvPr id="15" name="marker"/>
          <p:cNvSpPr/>
          <p:nvPr/>
        </p:nvSpPr>
        <p:spPr>
          <a:xfrm>
            <a:off x="648000" y="2484000"/>
            <a:ext cx="50400" cy="504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item: Воронежская область"/>
          <p:cNvSpPr txBox="1"/>
          <p:nvPr/>
        </p:nvSpPr>
        <p:spPr>
          <a:xfrm>
            <a:off x="810000" y="2422971"/>
            <a:ext cx="28620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Воронежская область</a:t>
            </a:r>
          </a:p>
        </p:txBody>
      </p:sp>
      <p:sp>
        <p:nvSpPr>
          <p:cNvPr id="17" name="marker"/>
          <p:cNvSpPr/>
          <p:nvPr/>
        </p:nvSpPr>
        <p:spPr>
          <a:xfrm>
            <a:off x="648000" y="2685600"/>
            <a:ext cx="50400" cy="504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item: Ленинградская область"/>
          <p:cNvSpPr txBox="1"/>
          <p:nvPr/>
        </p:nvSpPr>
        <p:spPr>
          <a:xfrm>
            <a:off x="810000" y="2624571"/>
            <a:ext cx="28620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Ленинградская область</a:t>
            </a:r>
          </a:p>
        </p:txBody>
      </p:sp>
      <p:sp>
        <p:nvSpPr>
          <p:cNvPr id="19" name="marker"/>
          <p:cNvSpPr/>
          <p:nvPr/>
        </p:nvSpPr>
        <p:spPr>
          <a:xfrm>
            <a:off x="648000" y="2887200"/>
            <a:ext cx="50400" cy="504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item: Липецкая область"/>
          <p:cNvSpPr txBox="1"/>
          <p:nvPr/>
        </p:nvSpPr>
        <p:spPr>
          <a:xfrm>
            <a:off x="810000" y="2826171"/>
            <a:ext cx="28620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Липецкая область</a:t>
            </a:r>
          </a:p>
        </p:txBody>
      </p:sp>
      <p:sp>
        <p:nvSpPr>
          <p:cNvPr id="21" name="marker"/>
          <p:cNvSpPr/>
          <p:nvPr/>
        </p:nvSpPr>
        <p:spPr>
          <a:xfrm>
            <a:off x="648000" y="3088800"/>
            <a:ext cx="50400" cy="504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item: Московская область"/>
          <p:cNvSpPr txBox="1"/>
          <p:nvPr/>
        </p:nvSpPr>
        <p:spPr>
          <a:xfrm>
            <a:off x="810000" y="3027771"/>
            <a:ext cx="28620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Московская область</a:t>
            </a:r>
          </a:p>
        </p:txBody>
      </p:sp>
      <p:sp>
        <p:nvSpPr>
          <p:cNvPr id="23" name="marker"/>
          <p:cNvSpPr/>
          <p:nvPr/>
        </p:nvSpPr>
        <p:spPr>
          <a:xfrm>
            <a:off x="648000" y="3290400"/>
            <a:ext cx="50400" cy="504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item: Мурманская область"/>
          <p:cNvSpPr txBox="1"/>
          <p:nvPr/>
        </p:nvSpPr>
        <p:spPr>
          <a:xfrm>
            <a:off x="810000" y="3229371"/>
            <a:ext cx="28620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Мурманская область</a:t>
            </a:r>
          </a:p>
        </p:txBody>
      </p:sp>
      <p:sp>
        <p:nvSpPr>
          <p:cNvPr id="25" name="marker"/>
          <p:cNvSpPr/>
          <p:nvPr/>
        </p:nvSpPr>
        <p:spPr>
          <a:xfrm>
            <a:off x="3960000" y="1677600"/>
            <a:ext cx="50400" cy="504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item: Нижегородская область"/>
          <p:cNvSpPr txBox="1"/>
          <p:nvPr/>
        </p:nvSpPr>
        <p:spPr>
          <a:xfrm>
            <a:off x="4122000" y="1616571"/>
            <a:ext cx="28620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Нижегородская область</a:t>
            </a:r>
          </a:p>
        </p:txBody>
      </p:sp>
      <p:sp>
        <p:nvSpPr>
          <p:cNvPr id="27" name="marker"/>
          <p:cNvSpPr/>
          <p:nvPr/>
        </p:nvSpPr>
        <p:spPr>
          <a:xfrm>
            <a:off x="3960000" y="1879200"/>
            <a:ext cx="50400" cy="504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item: Орловская область"/>
          <p:cNvSpPr txBox="1"/>
          <p:nvPr/>
        </p:nvSpPr>
        <p:spPr>
          <a:xfrm>
            <a:off x="4122000" y="1818171"/>
            <a:ext cx="28620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Орловская область</a:t>
            </a:r>
          </a:p>
        </p:txBody>
      </p:sp>
      <p:sp>
        <p:nvSpPr>
          <p:cNvPr id="29" name="marker"/>
          <p:cNvSpPr/>
          <p:nvPr/>
        </p:nvSpPr>
        <p:spPr>
          <a:xfrm>
            <a:off x="3960000" y="2080800"/>
            <a:ext cx="50400" cy="504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item: Рязанская область"/>
          <p:cNvSpPr txBox="1"/>
          <p:nvPr/>
        </p:nvSpPr>
        <p:spPr>
          <a:xfrm>
            <a:off x="4122000" y="2019771"/>
            <a:ext cx="28620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Рязанская область</a:t>
            </a:r>
          </a:p>
        </p:txBody>
      </p:sp>
      <p:sp>
        <p:nvSpPr>
          <p:cNvPr id="31" name="marker"/>
          <p:cNvSpPr/>
          <p:nvPr/>
        </p:nvSpPr>
        <p:spPr>
          <a:xfrm>
            <a:off x="3960000" y="2282400"/>
            <a:ext cx="50400" cy="504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item: Смоленская область"/>
          <p:cNvSpPr txBox="1"/>
          <p:nvPr/>
        </p:nvSpPr>
        <p:spPr>
          <a:xfrm>
            <a:off x="4122000" y="2221371"/>
            <a:ext cx="28620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Смоленская область</a:t>
            </a:r>
          </a:p>
        </p:txBody>
      </p:sp>
      <p:sp>
        <p:nvSpPr>
          <p:cNvPr id="33" name="marker"/>
          <p:cNvSpPr/>
          <p:nvPr/>
        </p:nvSpPr>
        <p:spPr>
          <a:xfrm>
            <a:off x="3960000" y="2484000"/>
            <a:ext cx="50400" cy="504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item: Тамбовская область"/>
          <p:cNvSpPr txBox="1"/>
          <p:nvPr/>
        </p:nvSpPr>
        <p:spPr>
          <a:xfrm>
            <a:off x="4122000" y="2422971"/>
            <a:ext cx="28620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Тамбовская область</a:t>
            </a:r>
          </a:p>
        </p:txBody>
      </p:sp>
      <p:sp>
        <p:nvSpPr>
          <p:cNvPr id="35" name="marker"/>
          <p:cNvSpPr/>
          <p:nvPr/>
        </p:nvSpPr>
        <p:spPr>
          <a:xfrm>
            <a:off x="3960000" y="2685600"/>
            <a:ext cx="50400" cy="504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item: Тверская область"/>
          <p:cNvSpPr txBox="1"/>
          <p:nvPr/>
        </p:nvSpPr>
        <p:spPr>
          <a:xfrm>
            <a:off x="4122000" y="2624571"/>
            <a:ext cx="28620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Тверская область</a:t>
            </a:r>
          </a:p>
        </p:txBody>
      </p:sp>
      <p:sp>
        <p:nvSpPr>
          <p:cNvPr id="37" name="marker"/>
          <p:cNvSpPr/>
          <p:nvPr/>
        </p:nvSpPr>
        <p:spPr>
          <a:xfrm>
            <a:off x="3960000" y="2887200"/>
            <a:ext cx="50400" cy="504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item: Тульская область"/>
          <p:cNvSpPr txBox="1"/>
          <p:nvPr/>
        </p:nvSpPr>
        <p:spPr>
          <a:xfrm>
            <a:off x="4122000" y="2826171"/>
            <a:ext cx="28620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Тульская область</a:t>
            </a:r>
          </a:p>
        </p:txBody>
      </p:sp>
      <p:sp>
        <p:nvSpPr>
          <p:cNvPr id="39" name="marker"/>
          <p:cNvSpPr/>
          <p:nvPr/>
        </p:nvSpPr>
        <p:spPr>
          <a:xfrm>
            <a:off x="3960000" y="3088800"/>
            <a:ext cx="50400" cy="504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item: Ярославская область"/>
          <p:cNvSpPr txBox="1"/>
          <p:nvPr/>
        </p:nvSpPr>
        <p:spPr>
          <a:xfrm>
            <a:off x="4122000" y="3027771"/>
            <a:ext cx="28620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Ярославская область</a:t>
            </a:r>
          </a:p>
        </p:txBody>
      </p:sp>
      <p:sp>
        <p:nvSpPr>
          <p:cNvPr id="41" name="folio: 29"/>
          <p:cNvSpPr txBox="1"/>
          <p:nvPr/>
        </p:nvSpPr>
        <p:spPr>
          <a:xfrm>
            <a:off x="648000" y="10332088"/>
            <a:ext cx="6336000" cy="1377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75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CAC7D1"/>
                </a:solidFill>
                <a:latin typeface="Onest SemiBold"/>
                <a:ea typeface="Onest SemiBold"/>
                <a:cs typeface="Onest SemiBold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image" descr="6d0ab541b8eeed14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6000" y="1238752"/>
            <a:ext cx="1992000" cy="1267083"/>
          </a:xfrm>
          <a:prstGeom prst="rect">
            <a:avLst/>
          </a:prstGeom>
        </p:spPr>
      </p:pic>
      <p:pic>
        <p:nvPicPr>
          <p:cNvPr id="4" name="image" descr="7366a7103e3b53e6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748000" y="1238752"/>
            <a:ext cx="1992000" cy="1267083"/>
          </a:xfrm>
          <a:prstGeom prst="rect">
            <a:avLst/>
          </a:prstGeom>
        </p:spPr>
      </p:pic>
      <p:pic>
        <p:nvPicPr>
          <p:cNvPr id="5" name="image" descr="5c83d191b7d1a34a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4920000" y="1238752"/>
            <a:ext cx="1992000" cy="1267083"/>
          </a:xfrm>
          <a:prstGeom prst="rect">
            <a:avLst/>
          </a:prstGeom>
        </p:spPr>
      </p:pic>
      <p:pic>
        <p:nvPicPr>
          <p:cNvPr id="6" name="image" descr="ca8a79591d30a3e7.jp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576000" y="2685835"/>
            <a:ext cx="1992000" cy="1267083"/>
          </a:xfrm>
          <a:prstGeom prst="rect">
            <a:avLst/>
          </a:prstGeom>
        </p:spPr>
      </p:pic>
      <p:pic>
        <p:nvPicPr>
          <p:cNvPr id="7" name="image" descr="3989044f7951f586.jpg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2748000" y="2685835"/>
            <a:ext cx="1992000" cy="1267083"/>
          </a:xfrm>
          <a:prstGeom prst="rect">
            <a:avLst/>
          </a:prstGeom>
        </p:spPr>
      </p:pic>
      <p:pic>
        <p:nvPicPr>
          <p:cNvPr id="8" name="image" descr="4f0fbf779b457dc9.jpg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4920000" y="2685835"/>
            <a:ext cx="1992000" cy="1267083"/>
          </a:xfrm>
          <a:prstGeom prst="rect">
            <a:avLst/>
          </a:prstGeom>
        </p:spPr>
      </p:pic>
      <p:pic>
        <p:nvPicPr>
          <p:cNvPr id="9" name="image" descr="2a826aa5b1762c03.jpg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576000" y="4132917"/>
            <a:ext cx="1992000" cy="1267083"/>
          </a:xfrm>
          <a:prstGeom prst="rect">
            <a:avLst/>
          </a:prstGeom>
        </p:spPr>
      </p:pic>
      <p:pic>
        <p:nvPicPr>
          <p:cNvPr id="10" name="image" descr="799e4122c2e4f7ff.jpg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2748000" y="4132917"/>
            <a:ext cx="1992000" cy="1267083"/>
          </a:xfrm>
          <a:prstGeom prst="rect">
            <a:avLst/>
          </a:prstGeom>
        </p:spPr>
      </p:pic>
      <p:pic>
        <p:nvPicPr>
          <p:cNvPr id="11" name="image" descr="c024b24f7cd3c477.jpg"/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>
          <a:xfrm>
            <a:off x="4920000" y="4132917"/>
            <a:ext cx="1992000" cy="1267083"/>
          </a:xfrm>
          <a:prstGeom prst="rect">
            <a:avLst/>
          </a:prstGeom>
        </p:spPr>
      </p:pic>
      <p:pic>
        <p:nvPicPr>
          <p:cNvPr id="12" name="image" descr="df7df9cf9dbf65dc.jpg"/>
          <p:cNvPicPr>
            <a:picLocks noChangeAspect="1"/>
          </p:cNvPicPr>
          <p:nvPr/>
        </p:nvPicPr>
        <p:blipFill>
          <a:blip r:embed="rId11"/>
          <a:srcRect/>
          <a:stretch>
            <a:fillRect/>
          </a:stretch>
        </p:blipFill>
        <p:spPr>
          <a:xfrm>
            <a:off x="576000" y="5580000"/>
            <a:ext cx="1992000" cy="1267083"/>
          </a:xfrm>
          <a:prstGeom prst="rect">
            <a:avLst/>
          </a:prstGeom>
        </p:spPr>
      </p:pic>
      <p:pic>
        <p:nvPicPr>
          <p:cNvPr id="13" name="image" descr="b9914b5ae0a9601c.jpg"/>
          <p:cNvPicPr>
            <a:picLocks noChangeAspect="1"/>
          </p:cNvPicPr>
          <p:nvPr/>
        </p:nvPicPr>
        <p:blipFill>
          <a:blip r:embed="rId12"/>
          <a:srcRect/>
          <a:stretch>
            <a:fillRect/>
          </a:stretch>
        </p:blipFill>
        <p:spPr>
          <a:xfrm>
            <a:off x="2748000" y="5580000"/>
            <a:ext cx="1992000" cy="1267083"/>
          </a:xfrm>
          <a:prstGeom prst="rect">
            <a:avLst/>
          </a:prstGeom>
        </p:spPr>
      </p:pic>
      <p:pic>
        <p:nvPicPr>
          <p:cNvPr id="14" name="image" descr="4e8737a4bb58d78c.jpg"/>
          <p:cNvPicPr>
            <a:picLocks noChangeAspect="1"/>
          </p:cNvPicPr>
          <p:nvPr/>
        </p:nvPicPr>
        <p:blipFill>
          <a:blip r:embed="rId13"/>
          <a:srcRect/>
          <a:stretch>
            <a:fillRect/>
          </a:stretch>
        </p:blipFill>
        <p:spPr>
          <a:xfrm>
            <a:off x="4920000" y="5580000"/>
            <a:ext cx="1992000" cy="1267083"/>
          </a:xfrm>
          <a:prstGeom prst="rect">
            <a:avLst/>
          </a:prstGeom>
        </p:spPr>
      </p:pic>
      <p:pic>
        <p:nvPicPr>
          <p:cNvPr id="15" name="image" descr="5ea8591f20d93508.jpg"/>
          <p:cNvPicPr>
            <a:picLocks noChangeAspect="1"/>
          </p:cNvPicPr>
          <p:nvPr/>
        </p:nvPicPr>
        <p:blipFill>
          <a:blip r:embed="rId14"/>
          <a:srcRect/>
          <a:stretch>
            <a:fillRect/>
          </a:stretch>
        </p:blipFill>
        <p:spPr>
          <a:xfrm>
            <a:off x="576000" y="7027083"/>
            <a:ext cx="1992000" cy="1267083"/>
          </a:xfrm>
          <a:prstGeom prst="rect">
            <a:avLst/>
          </a:prstGeom>
        </p:spPr>
      </p:pic>
      <p:pic>
        <p:nvPicPr>
          <p:cNvPr id="16" name="image" descr="050ae5603fb2ce99.jpg"/>
          <p:cNvPicPr>
            <a:picLocks noChangeAspect="1"/>
          </p:cNvPicPr>
          <p:nvPr/>
        </p:nvPicPr>
        <p:blipFill>
          <a:blip r:embed="rId15"/>
          <a:srcRect/>
          <a:stretch>
            <a:fillRect/>
          </a:stretch>
        </p:blipFill>
        <p:spPr>
          <a:xfrm>
            <a:off x="2748000" y="7027083"/>
            <a:ext cx="1992000" cy="1267083"/>
          </a:xfrm>
          <a:prstGeom prst="rect">
            <a:avLst/>
          </a:prstGeom>
        </p:spPr>
      </p:pic>
      <p:pic>
        <p:nvPicPr>
          <p:cNvPr id="17" name="image" descr="544867f78d2a6754.jpg"/>
          <p:cNvPicPr>
            <a:picLocks noChangeAspect="1"/>
          </p:cNvPicPr>
          <p:nvPr/>
        </p:nvPicPr>
        <p:blipFill>
          <a:blip r:embed="rId16"/>
          <a:srcRect/>
          <a:stretch>
            <a:fillRect/>
          </a:stretch>
        </p:blipFill>
        <p:spPr>
          <a:xfrm>
            <a:off x="4920000" y="7027083"/>
            <a:ext cx="1992000" cy="1267083"/>
          </a:xfrm>
          <a:prstGeom prst="rect">
            <a:avLst/>
          </a:prstGeom>
        </p:spPr>
      </p:pic>
      <p:pic>
        <p:nvPicPr>
          <p:cNvPr id="18" name="image" descr="8cbbb53592f04927.jpg"/>
          <p:cNvPicPr>
            <a:picLocks noChangeAspect="1"/>
          </p:cNvPicPr>
          <p:nvPr/>
        </p:nvPicPr>
        <p:blipFill>
          <a:blip r:embed="rId17"/>
          <a:srcRect/>
          <a:stretch>
            <a:fillRect/>
          </a:stretch>
        </p:blipFill>
        <p:spPr>
          <a:xfrm>
            <a:off x="576000" y="8474165"/>
            <a:ext cx="1992000" cy="1267083"/>
          </a:xfrm>
          <a:prstGeom prst="rect">
            <a:avLst/>
          </a:prstGeom>
        </p:spPr>
      </p:pic>
      <p:pic>
        <p:nvPicPr>
          <p:cNvPr id="19" name="image" descr="1612a5c6699047bb.jpg"/>
          <p:cNvPicPr>
            <a:picLocks noChangeAspect="1"/>
          </p:cNvPicPr>
          <p:nvPr/>
        </p:nvPicPr>
        <p:blipFill>
          <a:blip r:embed="rId18"/>
          <a:srcRect/>
          <a:stretch>
            <a:fillRect/>
          </a:stretch>
        </p:blipFill>
        <p:spPr>
          <a:xfrm>
            <a:off x="2748000" y="8474165"/>
            <a:ext cx="1992000" cy="1267083"/>
          </a:xfrm>
          <a:prstGeom prst="rect">
            <a:avLst/>
          </a:prstGeom>
        </p:spPr>
      </p:pic>
      <p:pic>
        <p:nvPicPr>
          <p:cNvPr id="20" name="image" descr="d0f379b260188687.jpg"/>
          <p:cNvPicPr>
            <a:picLocks noChangeAspect="1"/>
          </p:cNvPicPr>
          <p:nvPr/>
        </p:nvPicPr>
        <p:blipFill>
          <a:blip r:embed="rId19"/>
          <a:srcRect/>
          <a:stretch>
            <a:fillRect/>
          </a:stretch>
        </p:blipFill>
        <p:spPr>
          <a:xfrm>
            <a:off x="4920000" y="8474165"/>
            <a:ext cx="1992000" cy="1267083"/>
          </a:xfrm>
          <a:prstGeom prst="rect">
            <a:avLst/>
          </a:prstGeom>
        </p:spPr>
      </p:pic>
      <p:sp>
        <p:nvSpPr>
          <p:cNvPr id="21" name="folio: 30"/>
          <p:cNvSpPr txBox="1"/>
          <p:nvPr/>
        </p:nvSpPr>
        <p:spPr>
          <a:xfrm>
            <a:off x="576000" y="10332088"/>
            <a:ext cx="6336000" cy="1377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A39EB0"/>
                </a:solidFill>
                <a:latin typeface="Onest SemiBold"/>
                <a:ea typeface="Onest SemiBold"/>
                <a:cs typeface="Onest SemiBold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arc"/>
          <p:cNvSpPr/>
          <p:nvPr/>
        </p:nvSpPr>
        <p:spPr>
          <a:xfrm>
            <a:off x="5011763" y="8246580"/>
            <a:ext cx="2542149" cy="2433578"/>
          </a:xfrm>
          <a:custGeom>
            <a:avLst/>
            <a:gdLst/>
            <a:ahLst/>
            <a:cxnLst/>
            <a:rect l="0" t="0" r="r" b="b"/>
            <a:pathLst>
              <a:path w="2542149" h="2433578">
                <a:moveTo>
                  <a:pt x="0" y="2433578"/>
                </a:moveTo>
                <a:lnTo>
                  <a:pt x="15355" y="2397838"/>
                </a:lnTo>
                <a:lnTo>
                  <a:pt x="31022" y="2362232"/>
                </a:lnTo>
                <a:lnTo>
                  <a:pt x="46999" y="2326765"/>
                </a:lnTo>
                <a:lnTo>
                  <a:pt x="63285" y="2291439"/>
                </a:lnTo>
                <a:lnTo>
                  <a:pt x="79878" y="2256256"/>
                </a:lnTo>
                <a:lnTo>
                  <a:pt x="96778" y="2221219"/>
                </a:lnTo>
                <a:lnTo>
                  <a:pt x="113983" y="2186331"/>
                </a:lnTo>
                <a:lnTo>
                  <a:pt x="131491" y="2151594"/>
                </a:lnTo>
                <a:lnTo>
                  <a:pt x="149302" y="2117012"/>
                </a:lnTo>
                <a:lnTo>
                  <a:pt x="167415" y="2082586"/>
                </a:lnTo>
                <a:lnTo>
                  <a:pt x="185827" y="2048320"/>
                </a:lnTo>
                <a:lnTo>
                  <a:pt x="204537" y="2014216"/>
                </a:lnTo>
                <a:lnTo>
                  <a:pt x="223544" y="1980276"/>
                </a:lnTo>
                <a:lnTo>
                  <a:pt x="242847" y="1946503"/>
                </a:lnTo>
                <a:lnTo>
                  <a:pt x="262443" y="1912900"/>
                </a:lnTo>
                <a:lnTo>
                  <a:pt x="282332" y="1879470"/>
                </a:lnTo>
                <a:lnTo>
                  <a:pt x="302513" y="1846214"/>
                </a:lnTo>
                <a:lnTo>
                  <a:pt x="322982" y="1813136"/>
                </a:lnTo>
                <a:lnTo>
                  <a:pt x="343740" y="1780237"/>
                </a:lnTo>
                <a:lnTo>
                  <a:pt x="364783" y="1747521"/>
                </a:lnTo>
                <a:lnTo>
                  <a:pt x="386112" y="1714990"/>
                </a:lnTo>
                <a:lnTo>
                  <a:pt x="407723" y="1682646"/>
                </a:lnTo>
                <a:lnTo>
                  <a:pt x="429616" y="1650492"/>
                </a:lnTo>
                <a:lnTo>
                  <a:pt x="451789" y="1618530"/>
                </a:lnTo>
                <a:lnTo>
                  <a:pt x="474239" y="1586763"/>
                </a:lnTo>
                <a:lnTo>
                  <a:pt x="496967" y="1555193"/>
                </a:lnTo>
                <a:lnTo>
                  <a:pt x="519968" y="1523823"/>
                </a:lnTo>
                <a:lnTo>
                  <a:pt x="543243" y="1492654"/>
                </a:lnTo>
                <a:lnTo>
                  <a:pt x="566789" y="1461690"/>
                </a:lnTo>
                <a:lnTo>
                  <a:pt x="590604" y="1430932"/>
                </a:lnTo>
                <a:lnTo>
                  <a:pt x="614686" y="1400384"/>
                </a:lnTo>
                <a:lnTo>
                  <a:pt x="639034" y="1370047"/>
                </a:lnTo>
                <a:lnTo>
                  <a:pt x="663646" y="1339923"/>
                </a:lnTo>
                <a:lnTo>
                  <a:pt x="688520" y="1310015"/>
                </a:lnTo>
                <a:lnTo>
                  <a:pt x="713654" y="1280326"/>
                </a:lnTo>
                <a:lnTo>
                  <a:pt x="739046" y="1250857"/>
                </a:lnTo>
                <a:lnTo>
                  <a:pt x="764695" y="1221611"/>
                </a:lnTo>
                <a:lnTo>
                  <a:pt x="790597" y="1192589"/>
                </a:lnTo>
                <a:lnTo>
                  <a:pt x="816752" y="1163795"/>
                </a:lnTo>
                <a:lnTo>
                  <a:pt x="843157" y="1135230"/>
                </a:lnTo>
                <a:lnTo>
                  <a:pt x="869811" y="1106897"/>
                </a:lnTo>
                <a:lnTo>
                  <a:pt x="896710" y="1078797"/>
                </a:lnTo>
                <a:lnTo>
                  <a:pt x="923854" y="1050933"/>
                </a:lnTo>
                <a:lnTo>
                  <a:pt x="951240" y="1023307"/>
                </a:lnTo>
                <a:lnTo>
                  <a:pt x="978866" y="995921"/>
                </a:lnTo>
                <a:lnTo>
                  <a:pt x="1006730" y="968777"/>
                </a:lnTo>
                <a:lnTo>
                  <a:pt x="1034829" y="941878"/>
                </a:lnTo>
                <a:lnTo>
                  <a:pt x="1063163" y="915225"/>
                </a:lnTo>
                <a:lnTo>
                  <a:pt x="1091728" y="888819"/>
                </a:lnTo>
                <a:lnTo>
                  <a:pt x="1120522" y="862665"/>
                </a:lnTo>
                <a:lnTo>
                  <a:pt x="1149543" y="836762"/>
                </a:lnTo>
                <a:lnTo>
                  <a:pt x="1178790" y="811114"/>
                </a:lnTo>
                <a:lnTo>
                  <a:pt x="1208259" y="785722"/>
                </a:lnTo>
                <a:lnTo>
                  <a:pt x="1237948" y="760588"/>
                </a:lnTo>
                <a:lnTo>
                  <a:pt x="1267856" y="735714"/>
                </a:lnTo>
                <a:lnTo>
                  <a:pt x="1297979" y="711102"/>
                </a:lnTo>
                <a:lnTo>
                  <a:pt x="1328317" y="686753"/>
                </a:lnTo>
                <a:lnTo>
                  <a:pt x="1358865" y="662671"/>
                </a:lnTo>
                <a:lnTo>
                  <a:pt x="1389623" y="638856"/>
                </a:lnTo>
                <a:lnTo>
                  <a:pt x="1420587" y="615310"/>
                </a:lnTo>
                <a:lnTo>
                  <a:pt x="1451755" y="592036"/>
                </a:lnTo>
                <a:lnTo>
                  <a:pt x="1483126" y="569034"/>
                </a:lnTo>
                <a:lnTo>
                  <a:pt x="1514696" y="546307"/>
                </a:lnTo>
                <a:lnTo>
                  <a:pt x="1546463" y="523856"/>
                </a:lnTo>
                <a:lnTo>
                  <a:pt x="1578425" y="501683"/>
                </a:lnTo>
                <a:lnTo>
                  <a:pt x="1610579" y="479790"/>
                </a:lnTo>
                <a:lnTo>
                  <a:pt x="1642922" y="458179"/>
                </a:lnTo>
                <a:lnTo>
                  <a:pt x="1675454" y="436851"/>
                </a:lnTo>
                <a:lnTo>
                  <a:pt x="1708170" y="415807"/>
                </a:lnTo>
                <a:lnTo>
                  <a:pt x="1741068" y="395049"/>
                </a:lnTo>
                <a:lnTo>
                  <a:pt x="1774147" y="374580"/>
                </a:lnTo>
                <a:lnTo>
                  <a:pt x="1807402" y="354400"/>
                </a:lnTo>
                <a:lnTo>
                  <a:pt x="1840833" y="334511"/>
                </a:lnTo>
                <a:lnTo>
                  <a:pt x="1874436" y="314914"/>
                </a:lnTo>
                <a:lnTo>
                  <a:pt x="1908209" y="295611"/>
                </a:lnTo>
                <a:lnTo>
                  <a:pt x="1942148" y="276604"/>
                </a:lnTo>
                <a:lnTo>
                  <a:pt x="1976253" y="257894"/>
                </a:lnTo>
                <a:lnTo>
                  <a:pt x="2010519" y="239482"/>
                </a:lnTo>
                <a:lnTo>
                  <a:pt x="2044945" y="221370"/>
                </a:lnTo>
                <a:lnTo>
                  <a:pt x="2079527" y="203559"/>
                </a:lnTo>
                <a:lnTo>
                  <a:pt x="2114264" y="186050"/>
                </a:lnTo>
                <a:lnTo>
                  <a:pt x="2149152" y="168845"/>
                </a:lnTo>
                <a:lnTo>
                  <a:pt x="2184189" y="151945"/>
                </a:lnTo>
                <a:lnTo>
                  <a:pt x="2219372" y="135352"/>
                </a:lnTo>
                <a:lnTo>
                  <a:pt x="2254698" y="119066"/>
                </a:lnTo>
                <a:lnTo>
                  <a:pt x="2290165" y="103089"/>
                </a:lnTo>
                <a:lnTo>
                  <a:pt x="2325771" y="87423"/>
                </a:lnTo>
                <a:lnTo>
                  <a:pt x="2361511" y="72067"/>
                </a:lnTo>
                <a:lnTo>
                  <a:pt x="2397384" y="57024"/>
                </a:lnTo>
                <a:lnTo>
                  <a:pt x="2433388" y="42295"/>
                </a:lnTo>
                <a:lnTo>
                  <a:pt x="2469518" y="27881"/>
                </a:lnTo>
                <a:lnTo>
                  <a:pt x="2505773" y="13782"/>
                </a:lnTo>
                <a:lnTo>
                  <a:pt x="2542149" y="0"/>
                </a:lnTo>
              </a:path>
            </a:pathLst>
          </a:custGeom>
          <a:noFill/>
          <a:ln w="11430">
            <a:solidFill>
              <a:srgbClr val="5E577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logo"/>
          <p:cNvSpPr/>
          <p:nvPr/>
        </p:nvSpPr>
        <p:spPr>
          <a:xfrm>
            <a:off x="5919911" y="582603"/>
            <a:ext cx="1056269" cy="643486"/>
          </a:xfrm>
          <a:custGeom>
            <a:avLst/>
            <a:gdLst/>
            <a:ahLst/>
            <a:cxnLst/>
            <a:rect l="0" t="0" r="r" b="b"/>
            <a:pathLst>
              <a:path w="1056269" h="643486">
                <a:moveTo>
                  <a:pt x="990129" y="307"/>
                </a:moveTo>
                <a:lnTo>
                  <a:pt x="984765" y="2441"/>
                </a:lnTo>
                <a:lnTo>
                  <a:pt x="980334" y="4783"/>
                </a:lnTo>
                <a:lnTo>
                  <a:pt x="973784" y="15399"/>
                </a:lnTo>
                <a:lnTo>
                  <a:pt x="945108" y="29884"/>
                </a:lnTo>
                <a:lnTo>
                  <a:pt x="936215" y="35779"/>
                </a:lnTo>
                <a:lnTo>
                  <a:pt x="925637" y="44186"/>
                </a:lnTo>
                <a:lnTo>
                  <a:pt x="922678" y="47590"/>
                </a:lnTo>
                <a:lnTo>
                  <a:pt x="919642" y="52792"/>
                </a:lnTo>
                <a:lnTo>
                  <a:pt x="914571" y="59051"/>
                </a:lnTo>
                <a:lnTo>
                  <a:pt x="913179" y="62022"/>
                </a:lnTo>
                <a:lnTo>
                  <a:pt x="913123" y="64251"/>
                </a:lnTo>
                <a:lnTo>
                  <a:pt x="914088" y="66524"/>
                </a:lnTo>
                <a:lnTo>
                  <a:pt x="918250" y="70371"/>
                </a:lnTo>
                <a:lnTo>
                  <a:pt x="918820" y="71628"/>
                </a:lnTo>
                <a:lnTo>
                  <a:pt x="917254" y="72548"/>
                </a:lnTo>
                <a:lnTo>
                  <a:pt x="912540" y="73833"/>
                </a:lnTo>
                <a:lnTo>
                  <a:pt x="910998" y="74930"/>
                </a:lnTo>
                <a:lnTo>
                  <a:pt x="907953" y="81097"/>
                </a:lnTo>
                <a:lnTo>
                  <a:pt x="901179" y="88226"/>
                </a:lnTo>
                <a:lnTo>
                  <a:pt x="898935" y="91512"/>
                </a:lnTo>
                <a:lnTo>
                  <a:pt x="896496" y="96302"/>
                </a:lnTo>
                <a:lnTo>
                  <a:pt x="894904" y="96871"/>
                </a:lnTo>
                <a:lnTo>
                  <a:pt x="892716" y="96691"/>
                </a:lnTo>
                <a:lnTo>
                  <a:pt x="886793" y="93872"/>
                </a:lnTo>
                <a:lnTo>
                  <a:pt x="885232" y="93566"/>
                </a:lnTo>
                <a:lnTo>
                  <a:pt x="879043" y="95049"/>
                </a:lnTo>
                <a:lnTo>
                  <a:pt x="874648" y="96727"/>
                </a:lnTo>
                <a:lnTo>
                  <a:pt x="871795" y="98579"/>
                </a:lnTo>
                <a:lnTo>
                  <a:pt x="870301" y="100254"/>
                </a:lnTo>
                <a:lnTo>
                  <a:pt x="863433" y="110615"/>
                </a:lnTo>
                <a:lnTo>
                  <a:pt x="859275" y="113693"/>
                </a:lnTo>
                <a:lnTo>
                  <a:pt x="856327" y="114619"/>
                </a:lnTo>
                <a:lnTo>
                  <a:pt x="854159" y="114634"/>
                </a:lnTo>
                <a:lnTo>
                  <a:pt x="848178" y="110817"/>
                </a:lnTo>
                <a:lnTo>
                  <a:pt x="844691" y="109921"/>
                </a:lnTo>
                <a:lnTo>
                  <a:pt x="840996" y="110094"/>
                </a:lnTo>
                <a:lnTo>
                  <a:pt x="837278" y="111327"/>
                </a:lnTo>
                <a:lnTo>
                  <a:pt x="830309" y="115701"/>
                </a:lnTo>
                <a:lnTo>
                  <a:pt x="812274" y="124472"/>
                </a:lnTo>
                <a:lnTo>
                  <a:pt x="810392" y="125926"/>
                </a:lnTo>
                <a:lnTo>
                  <a:pt x="808602" y="128847"/>
                </a:lnTo>
                <a:lnTo>
                  <a:pt x="809498" y="136259"/>
                </a:lnTo>
                <a:lnTo>
                  <a:pt x="811743" y="141043"/>
                </a:lnTo>
                <a:lnTo>
                  <a:pt x="811639" y="143299"/>
                </a:lnTo>
                <a:lnTo>
                  <a:pt x="809504" y="144904"/>
                </a:lnTo>
                <a:lnTo>
                  <a:pt x="803387" y="146819"/>
                </a:lnTo>
                <a:lnTo>
                  <a:pt x="799989" y="149218"/>
                </a:lnTo>
                <a:lnTo>
                  <a:pt x="798039" y="148765"/>
                </a:lnTo>
                <a:lnTo>
                  <a:pt x="794559" y="146688"/>
                </a:lnTo>
                <a:lnTo>
                  <a:pt x="786966" y="141660"/>
                </a:lnTo>
                <a:lnTo>
                  <a:pt x="777514" y="134651"/>
                </a:lnTo>
                <a:lnTo>
                  <a:pt x="758690" y="122136"/>
                </a:lnTo>
                <a:lnTo>
                  <a:pt x="747605" y="114310"/>
                </a:lnTo>
                <a:lnTo>
                  <a:pt x="734049" y="103713"/>
                </a:lnTo>
                <a:lnTo>
                  <a:pt x="711398" y="87282"/>
                </a:lnTo>
                <a:lnTo>
                  <a:pt x="707893" y="85299"/>
                </a:lnTo>
                <a:lnTo>
                  <a:pt x="706225" y="85513"/>
                </a:lnTo>
                <a:lnTo>
                  <a:pt x="705447" y="86702"/>
                </a:lnTo>
                <a:lnTo>
                  <a:pt x="706106" y="89234"/>
                </a:lnTo>
                <a:lnTo>
                  <a:pt x="707056" y="90691"/>
                </a:lnTo>
                <a:lnTo>
                  <a:pt x="709522" y="92736"/>
                </a:lnTo>
                <a:lnTo>
                  <a:pt x="728697" y="106781"/>
                </a:lnTo>
                <a:lnTo>
                  <a:pt x="751732" y="122897"/>
                </a:lnTo>
                <a:lnTo>
                  <a:pt x="765770" y="133493"/>
                </a:lnTo>
                <a:lnTo>
                  <a:pt x="771437" y="137312"/>
                </a:lnTo>
                <a:lnTo>
                  <a:pt x="776142" y="139562"/>
                </a:lnTo>
                <a:lnTo>
                  <a:pt x="781474" y="142851"/>
                </a:lnTo>
                <a:lnTo>
                  <a:pt x="785655" y="146180"/>
                </a:lnTo>
                <a:lnTo>
                  <a:pt x="787681" y="148503"/>
                </a:lnTo>
                <a:lnTo>
                  <a:pt x="788375" y="150255"/>
                </a:lnTo>
                <a:lnTo>
                  <a:pt x="789027" y="160620"/>
                </a:lnTo>
                <a:lnTo>
                  <a:pt x="786500" y="160654"/>
                </a:lnTo>
                <a:lnTo>
                  <a:pt x="784862" y="159571"/>
                </a:lnTo>
                <a:lnTo>
                  <a:pt x="783393" y="157474"/>
                </a:lnTo>
                <a:lnTo>
                  <a:pt x="781622" y="153577"/>
                </a:lnTo>
                <a:lnTo>
                  <a:pt x="779910" y="151326"/>
                </a:lnTo>
                <a:lnTo>
                  <a:pt x="771756" y="142974"/>
                </a:lnTo>
                <a:lnTo>
                  <a:pt x="769312" y="140932"/>
                </a:lnTo>
                <a:lnTo>
                  <a:pt x="767499" y="140113"/>
                </a:lnTo>
                <a:lnTo>
                  <a:pt x="765865" y="140315"/>
                </a:lnTo>
                <a:lnTo>
                  <a:pt x="761593" y="142299"/>
                </a:lnTo>
                <a:lnTo>
                  <a:pt x="753204" y="142540"/>
                </a:lnTo>
                <a:lnTo>
                  <a:pt x="749509" y="147584"/>
                </a:lnTo>
                <a:lnTo>
                  <a:pt x="748063" y="153309"/>
                </a:lnTo>
                <a:lnTo>
                  <a:pt x="746768" y="154275"/>
                </a:lnTo>
                <a:lnTo>
                  <a:pt x="743981" y="155306"/>
                </a:lnTo>
                <a:lnTo>
                  <a:pt x="741838" y="155282"/>
                </a:lnTo>
                <a:lnTo>
                  <a:pt x="736928" y="152601"/>
                </a:lnTo>
                <a:lnTo>
                  <a:pt x="734080" y="151761"/>
                </a:lnTo>
                <a:lnTo>
                  <a:pt x="726005" y="153635"/>
                </a:lnTo>
                <a:lnTo>
                  <a:pt x="722608" y="153980"/>
                </a:lnTo>
                <a:lnTo>
                  <a:pt x="720441" y="153701"/>
                </a:lnTo>
                <a:lnTo>
                  <a:pt x="716327" y="150447"/>
                </a:lnTo>
                <a:lnTo>
                  <a:pt x="714536" y="147843"/>
                </a:lnTo>
                <a:lnTo>
                  <a:pt x="716034" y="142306"/>
                </a:lnTo>
                <a:lnTo>
                  <a:pt x="716782" y="133751"/>
                </a:lnTo>
                <a:lnTo>
                  <a:pt x="716512" y="130100"/>
                </a:lnTo>
                <a:lnTo>
                  <a:pt x="714936" y="127653"/>
                </a:lnTo>
                <a:lnTo>
                  <a:pt x="709232" y="122338"/>
                </a:lnTo>
                <a:lnTo>
                  <a:pt x="705776" y="120054"/>
                </a:lnTo>
                <a:lnTo>
                  <a:pt x="702875" y="119395"/>
                </a:lnTo>
                <a:lnTo>
                  <a:pt x="694655" y="119133"/>
                </a:lnTo>
                <a:lnTo>
                  <a:pt x="691652" y="118631"/>
                </a:lnTo>
                <a:lnTo>
                  <a:pt x="690721" y="117815"/>
                </a:lnTo>
                <a:lnTo>
                  <a:pt x="689830" y="114026"/>
                </a:lnTo>
                <a:lnTo>
                  <a:pt x="688886" y="112448"/>
                </a:lnTo>
                <a:lnTo>
                  <a:pt x="687004" y="111273"/>
                </a:lnTo>
                <a:lnTo>
                  <a:pt x="682377" y="109609"/>
                </a:lnTo>
                <a:lnTo>
                  <a:pt x="677103" y="111550"/>
                </a:lnTo>
                <a:lnTo>
                  <a:pt x="673891" y="114190"/>
                </a:lnTo>
                <a:lnTo>
                  <a:pt x="674455" y="125887"/>
                </a:lnTo>
                <a:lnTo>
                  <a:pt x="675211" y="129461"/>
                </a:lnTo>
                <a:lnTo>
                  <a:pt x="675614" y="129920"/>
                </a:lnTo>
                <a:lnTo>
                  <a:pt x="676735" y="129886"/>
                </a:lnTo>
                <a:lnTo>
                  <a:pt x="680641" y="127610"/>
                </a:lnTo>
                <a:lnTo>
                  <a:pt x="682286" y="127672"/>
                </a:lnTo>
                <a:lnTo>
                  <a:pt x="684122" y="128410"/>
                </a:lnTo>
                <a:lnTo>
                  <a:pt x="693709" y="135525"/>
                </a:lnTo>
                <a:lnTo>
                  <a:pt x="700980" y="142389"/>
                </a:lnTo>
                <a:lnTo>
                  <a:pt x="701464" y="144697"/>
                </a:lnTo>
                <a:lnTo>
                  <a:pt x="701117" y="146026"/>
                </a:lnTo>
                <a:lnTo>
                  <a:pt x="699209" y="149325"/>
                </a:lnTo>
                <a:lnTo>
                  <a:pt x="694313" y="155679"/>
                </a:lnTo>
                <a:lnTo>
                  <a:pt x="693043" y="158983"/>
                </a:lnTo>
                <a:lnTo>
                  <a:pt x="693053" y="160668"/>
                </a:lnTo>
                <a:lnTo>
                  <a:pt x="693789" y="163376"/>
                </a:lnTo>
                <a:lnTo>
                  <a:pt x="695126" y="165711"/>
                </a:lnTo>
                <a:lnTo>
                  <a:pt x="696911" y="167504"/>
                </a:lnTo>
                <a:lnTo>
                  <a:pt x="699998" y="168866"/>
                </a:lnTo>
                <a:lnTo>
                  <a:pt x="703861" y="169063"/>
                </a:lnTo>
                <a:lnTo>
                  <a:pt x="709414" y="168253"/>
                </a:lnTo>
                <a:lnTo>
                  <a:pt x="714843" y="166243"/>
                </a:lnTo>
                <a:lnTo>
                  <a:pt x="719020" y="166852"/>
                </a:lnTo>
                <a:lnTo>
                  <a:pt x="724160" y="165624"/>
                </a:lnTo>
                <a:lnTo>
                  <a:pt x="726519" y="166565"/>
                </a:lnTo>
                <a:lnTo>
                  <a:pt x="758636" y="193750"/>
                </a:lnTo>
                <a:lnTo>
                  <a:pt x="760031" y="195403"/>
                </a:lnTo>
                <a:lnTo>
                  <a:pt x="763630" y="197962"/>
                </a:lnTo>
                <a:lnTo>
                  <a:pt x="773369" y="206281"/>
                </a:lnTo>
                <a:lnTo>
                  <a:pt x="782988" y="215012"/>
                </a:lnTo>
                <a:lnTo>
                  <a:pt x="789551" y="219837"/>
                </a:lnTo>
                <a:lnTo>
                  <a:pt x="792119" y="222990"/>
                </a:lnTo>
                <a:lnTo>
                  <a:pt x="799661" y="229348"/>
                </a:lnTo>
                <a:lnTo>
                  <a:pt x="804582" y="232935"/>
                </a:lnTo>
                <a:lnTo>
                  <a:pt x="805727" y="234276"/>
                </a:lnTo>
                <a:lnTo>
                  <a:pt x="808260" y="234750"/>
                </a:lnTo>
                <a:lnTo>
                  <a:pt x="809348" y="233928"/>
                </a:lnTo>
                <a:lnTo>
                  <a:pt x="809290" y="232777"/>
                </a:lnTo>
                <a:lnTo>
                  <a:pt x="805379" y="229009"/>
                </a:lnTo>
                <a:lnTo>
                  <a:pt x="801566" y="226225"/>
                </a:lnTo>
                <a:lnTo>
                  <a:pt x="795704" y="220743"/>
                </a:lnTo>
                <a:lnTo>
                  <a:pt x="790840" y="217943"/>
                </a:lnTo>
                <a:lnTo>
                  <a:pt x="787394" y="215349"/>
                </a:lnTo>
                <a:lnTo>
                  <a:pt x="785465" y="213054"/>
                </a:lnTo>
                <a:lnTo>
                  <a:pt x="777561" y="207340"/>
                </a:lnTo>
                <a:lnTo>
                  <a:pt x="740372" y="172697"/>
                </a:lnTo>
                <a:lnTo>
                  <a:pt x="738770" y="170436"/>
                </a:lnTo>
                <a:lnTo>
                  <a:pt x="738772" y="167988"/>
                </a:lnTo>
                <a:lnTo>
                  <a:pt x="740850" y="166539"/>
                </a:lnTo>
                <a:lnTo>
                  <a:pt x="749328" y="164908"/>
                </a:lnTo>
                <a:lnTo>
                  <a:pt x="753778" y="163198"/>
                </a:lnTo>
                <a:lnTo>
                  <a:pt x="756160" y="161451"/>
                </a:lnTo>
                <a:lnTo>
                  <a:pt x="757962" y="159299"/>
                </a:lnTo>
                <a:lnTo>
                  <a:pt x="760514" y="153798"/>
                </a:lnTo>
                <a:lnTo>
                  <a:pt x="762438" y="152921"/>
                </a:lnTo>
                <a:lnTo>
                  <a:pt x="764667" y="152882"/>
                </a:lnTo>
                <a:lnTo>
                  <a:pt x="768169" y="154153"/>
                </a:lnTo>
                <a:lnTo>
                  <a:pt x="770561" y="156136"/>
                </a:lnTo>
                <a:lnTo>
                  <a:pt x="771670" y="163947"/>
                </a:lnTo>
                <a:lnTo>
                  <a:pt x="782991" y="172282"/>
                </a:lnTo>
                <a:lnTo>
                  <a:pt x="786576" y="173075"/>
                </a:lnTo>
                <a:lnTo>
                  <a:pt x="802334" y="173975"/>
                </a:lnTo>
                <a:lnTo>
                  <a:pt x="803870" y="172444"/>
                </a:lnTo>
                <a:lnTo>
                  <a:pt x="804148" y="171311"/>
                </a:lnTo>
                <a:lnTo>
                  <a:pt x="802065" y="166040"/>
                </a:lnTo>
                <a:lnTo>
                  <a:pt x="801984" y="163519"/>
                </a:lnTo>
                <a:lnTo>
                  <a:pt x="803492" y="162104"/>
                </a:lnTo>
                <a:lnTo>
                  <a:pt x="806984" y="162014"/>
                </a:lnTo>
                <a:lnTo>
                  <a:pt x="814619" y="166384"/>
                </a:lnTo>
                <a:lnTo>
                  <a:pt x="820794" y="170878"/>
                </a:lnTo>
                <a:lnTo>
                  <a:pt x="826670" y="174331"/>
                </a:lnTo>
                <a:lnTo>
                  <a:pt x="852261" y="191465"/>
                </a:lnTo>
                <a:lnTo>
                  <a:pt x="853906" y="192101"/>
                </a:lnTo>
                <a:lnTo>
                  <a:pt x="855421" y="191895"/>
                </a:lnTo>
                <a:lnTo>
                  <a:pt x="855962" y="191491"/>
                </a:lnTo>
                <a:lnTo>
                  <a:pt x="856124" y="190224"/>
                </a:lnTo>
                <a:lnTo>
                  <a:pt x="855175" y="188549"/>
                </a:lnTo>
                <a:lnTo>
                  <a:pt x="853254" y="186715"/>
                </a:lnTo>
                <a:lnTo>
                  <a:pt x="826435" y="168774"/>
                </a:lnTo>
                <a:lnTo>
                  <a:pt x="821312" y="164797"/>
                </a:lnTo>
                <a:lnTo>
                  <a:pt x="815173" y="160983"/>
                </a:lnTo>
                <a:lnTo>
                  <a:pt x="812000" y="157727"/>
                </a:lnTo>
                <a:lnTo>
                  <a:pt x="811394" y="156210"/>
                </a:lnTo>
                <a:lnTo>
                  <a:pt x="811678" y="155542"/>
                </a:lnTo>
                <a:lnTo>
                  <a:pt x="816563" y="153629"/>
                </a:lnTo>
                <a:lnTo>
                  <a:pt x="825911" y="144757"/>
                </a:lnTo>
                <a:lnTo>
                  <a:pt x="825658" y="140881"/>
                </a:lnTo>
                <a:lnTo>
                  <a:pt x="820944" y="134534"/>
                </a:lnTo>
                <a:lnTo>
                  <a:pt x="820596" y="133289"/>
                </a:lnTo>
                <a:lnTo>
                  <a:pt x="821062" y="131777"/>
                </a:lnTo>
                <a:lnTo>
                  <a:pt x="825835" y="128789"/>
                </a:lnTo>
                <a:lnTo>
                  <a:pt x="835070" y="125069"/>
                </a:lnTo>
                <a:lnTo>
                  <a:pt x="845183" y="126055"/>
                </a:lnTo>
                <a:lnTo>
                  <a:pt x="866170" y="122531"/>
                </a:lnTo>
                <a:lnTo>
                  <a:pt x="868213" y="121153"/>
                </a:lnTo>
                <a:lnTo>
                  <a:pt x="869774" y="119457"/>
                </a:lnTo>
                <a:lnTo>
                  <a:pt x="877829" y="107659"/>
                </a:lnTo>
                <a:lnTo>
                  <a:pt x="880442" y="105164"/>
                </a:lnTo>
                <a:lnTo>
                  <a:pt x="881725" y="104474"/>
                </a:lnTo>
                <a:lnTo>
                  <a:pt x="883015" y="104149"/>
                </a:lnTo>
                <a:lnTo>
                  <a:pt x="885685" y="104570"/>
                </a:lnTo>
                <a:lnTo>
                  <a:pt x="889705" y="107005"/>
                </a:lnTo>
                <a:lnTo>
                  <a:pt x="893262" y="107948"/>
                </a:lnTo>
                <a:lnTo>
                  <a:pt x="898907" y="108257"/>
                </a:lnTo>
                <a:lnTo>
                  <a:pt x="901549" y="107410"/>
                </a:lnTo>
                <a:lnTo>
                  <a:pt x="903627" y="105302"/>
                </a:lnTo>
                <a:lnTo>
                  <a:pt x="907161" y="98050"/>
                </a:lnTo>
                <a:lnTo>
                  <a:pt x="909248" y="94850"/>
                </a:lnTo>
                <a:lnTo>
                  <a:pt x="918343" y="84725"/>
                </a:lnTo>
                <a:lnTo>
                  <a:pt x="927375" y="78916"/>
                </a:lnTo>
                <a:lnTo>
                  <a:pt x="931627" y="74867"/>
                </a:lnTo>
                <a:lnTo>
                  <a:pt x="931982" y="73449"/>
                </a:lnTo>
                <a:lnTo>
                  <a:pt x="931494" y="71467"/>
                </a:lnTo>
                <a:lnTo>
                  <a:pt x="927337" y="63639"/>
                </a:lnTo>
                <a:lnTo>
                  <a:pt x="926932" y="61961"/>
                </a:lnTo>
                <a:lnTo>
                  <a:pt x="927731" y="59277"/>
                </a:lnTo>
                <a:lnTo>
                  <a:pt x="931084" y="53724"/>
                </a:lnTo>
                <a:lnTo>
                  <a:pt x="934696" y="49748"/>
                </a:lnTo>
                <a:lnTo>
                  <a:pt x="941721" y="44424"/>
                </a:lnTo>
                <a:lnTo>
                  <a:pt x="952852" y="37291"/>
                </a:lnTo>
                <a:lnTo>
                  <a:pt x="955328" y="36098"/>
                </a:lnTo>
                <a:lnTo>
                  <a:pt x="957475" y="35835"/>
                </a:lnTo>
                <a:lnTo>
                  <a:pt x="959754" y="37122"/>
                </a:lnTo>
                <a:lnTo>
                  <a:pt x="976557" y="51548"/>
                </a:lnTo>
                <a:lnTo>
                  <a:pt x="983320" y="55808"/>
                </a:lnTo>
                <a:lnTo>
                  <a:pt x="984492" y="57662"/>
                </a:lnTo>
                <a:lnTo>
                  <a:pt x="986444" y="63697"/>
                </a:lnTo>
                <a:lnTo>
                  <a:pt x="988321" y="66656"/>
                </a:lnTo>
                <a:lnTo>
                  <a:pt x="991290" y="68432"/>
                </a:lnTo>
                <a:lnTo>
                  <a:pt x="1000573" y="71187"/>
                </a:lnTo>
                <a:lnTo>
                  <a:pt x="1002247" y="72330"/>
                </a:lnTo>
                <a:lnTo>
                  <a:pt x="1003966" y="74316"/>
                </a:lnTo>
                <a:lnTo>
                  <a:pt x="1003816" y="87126"/>
                </a:lnTo>
                <a:lnTo>
                  <a:pt x="1007202" y="108097"/>
                </a:lnTo>
                <a:lnTo>
                  <a:pt x="1009164" y="115745"/>
                </a:lnTo>
                <a:lnTo>
                  <a:pt x="1009300" y="118643"/>
                </a:lnTo>
                <a:lnTo>
                  <a:pt x="1008251" y="120852"/>
                </a:lnTo>
                <a:lnTo>
                  <a:pt x="1004645" y="124036"/>
                </a:lnTo>
                <a:lnTo>
                  <a:pt x="1002363" y="127226"/>
                </a:lnTo>
                <a:lnTo>
                  <a:pt x="1000732" y="132069"/>
                </a:lnTo>
                <a:lnTo>
                  <a:pt x="998428" y="142271"/>
                </a:lnTo>
                <a:lnTo>
                  <a:pt x="997339" y="144283"/>
                </a:lnTo>
                <a:lnTo>
                  <a:pt x="996142" y="144253"/>
                </a:lnTo>
                <a:lnTo>
                  <a:pt x="991792" y="140334"/>
                </a:lnTo>
                <a:lnTo>
                  <a:pt x="988222" y="136254"/>
                </a:lnTo>
                <a:lnTo>
                  <a:pt x="984548" y="130673"/>
                </a:lnTo>
                <a:lnTo>
                  <a:pt x="981872" y="128487"/>
                </a:lnTo>
                <a:lnTo>
                  <a:pt x="980299" y="128780"/>
                </a:lnTo>
                <a:lnTo>
                  <a:pt x="978573" y="129872"/>
                </a:lnTo>
                <a:lnTo>
                  <a:pt x="965721" y="140529"/>
                </a:lnTo>
                <a:lnTo>
                  <a:pt x="965257" y="141779"/>
                </a:lnTo>
                <a:lnTo>
                  <a:pt x="965642" y="143263"/>
                </a:lnTo>
                <a:lnTo>
                  <a:pt x="971040" y="150062"/>
                </a:lnTo>
                <a:lnTo>
                  <a:pt x="971885" y="151887"/>
                </a:lnTo>
                <a:lnTo>
                  <a:pt x="971683" y="153263"/>
                </a:lnTo>
                <a:lnTo>
                  <a:pt x="970422" y="154231"/>
                </a:lnTo>
                <a:lnTo>
                  <a:pt x="965637" y="155621"/>
                </a:lnTo>
                <a:lnTo>
                  <a:pt x="961646" y="158342"/>
                </a:lnTo>
                <a:lnTo>
                  <a:pt x="957525" y="162703"/>
                </a:lnTo>
                <a:lnTo>
                  <a:pt x="952955" y="169299"/>
                </a:lnTo>
                <a:lnTo>
                  <a:pt x="953289" y="180202"/>
                </a:lnTo>
                <a:lnTo>
                  <a:pt x="956837" y="196757"/>
                </a:lnTo>
                <a:lnTo>
                  <a:pt x="959834" y="203914"/>
                </a:lnTo>
                <a:lnTo>
                  <a:pt x="960172" y="206501"/>
                </a:lnTo>
                <a:lnTo>
                  <a:pt x="959922" y="207520"/>
                </a:lnTo>
                <a:lnTo>
                  <a:pt x="959389" y="208369"/>
                </a:lnTo>
                <a:lnTo>
                  <a:pt x="957459" y="209590"/>
                </a:lnTo>
                <a:lnTo>
                  <a:pt x="949273" y="211141"/>
                </a:lnTo>
                <a:lnTo>
                  <a:pt x="945163" y="212781"/>
                </a:lnTo>
                <a:lnTo>
                  <a:pt x="943427" y="213909"/>
                </a:lnTo>
                <a:lnTo>
                  <a:pt x="941881" y="215259"/>
                </a:lnTo>
                <a:lnTo>
                  <a:pt x="939286" y="218681"/>
                </a:lnTo>
                <a:lnTo>
                  <a:pt x="936171" y="225402"/>
                </a:lnTo>
                <a:lnTo>
                  <a:pt x="934175" y="228000"/>
                </a:lnTo>
                <a:lnTo>
                  <a:pt x="933977" y="229446"/>
                </a:lnTo>
                <a:lnTo>
                  <a:pt x="935224" y="230996"/>
                </a:lnTo>
                <a:lnTo>
                  <a:pt x="938038" y="232933"/>
                </a:lnTo>
                <a:lnTo>
                  <a:pt x="940742" y="234095"/>
                </a:lnTo>
                <a:lnTo>
                  <a:pt x="942211" y="234044"/>
                </a:lnTo>
                <a:lnTo>
                  <a:pt x="944437" y="232712"/>
                </a:lnTo>
                <a:lnTo>
                  <a:pt x="947038" y="229991"/>
                </a:lnTo>
                <a:lnTo>
                  <a:pt x="948827" y="223253"/>
                </a:lnTo>
                <a:lnTo>
                  <a:pt x="950779" y="220930"/>
                </a:lnTo>
                <a:lnTo>
                  <a:pt x="953438" y="220309"/>
                </a:lnTo>
                <a:lnTo>
                  <a:pt x="957707" y="223501"/>
                </a:lnTo>
                <a:lnTo>
                  <a:pt x="960380" y="224022"/>
                </a:lnTo>
                <a:lnTo>
                  <a:pt x="962372" y="223783"/>
                </a:lnTo>
                <a:lnTo>
                  <a:pt x="964003" y="223011"/>
                </a:lnTo>
                <a:lnTo>
                  <a:pt x="965944" y="220679"/>
                </a:lnTo>
                <a:lnTo>
                  <a:pt x="968669" y="213961"/>
                </a:lnTo>
                <a:lnTo>
                  <a:pt x="971355" y="209616"/>
                </a:lnTo>
                <a:lnTo>
                  <a:pt x="974525" y="205565"/>
                </a:lnTo>
                <a:lnTo>
                  <a:pt x="975429" y="202803"/>
                </a:lnTo>
                <a:lnTo>
                  <a:pt x="974428" y="200490"/>
                </a:lnTo>
                <a:lnTo>
                  <a:pt x="969425" y="197987"/>
                </a:lnTo>
                <a:lnTo>
                  <a:pt x="967451" y="194844"/>
                </a:lnTo>
                <a:lnTo>
                  <a:pt x="965420" y="187781"/>
                </a:lnTo>
                <a:lnTo>
                  <a:pt x="964068" y="181121"/>
                </a:lnTo>
                <a:lnTo>
                  <a:pt x="963466" y="175631"/>
                </a:lnTo>
                <a:lnTo>
                  <a:pt x="963707" y="172095"/>
                </a:lnTo>
                <a:lnTo>
                  <a:pt x="966359" y="168190"/>
                </a:lnTo>
                <a:lnTo>
                  <a:pt x="968542" y="166430"/>
                </a:lnTo>
                <a:lnTo>
                  <a:pt x="969734" y="166020"/>
                </a:lnTo>
                <a:lnTo>
                  <a:pt x="976397" y="169345"/>
                </a:lnTo>
                <a:lnTo>
                  <a:pt x="980401" y="169485"/>
                </a:lnTo>
                <a:lnTo>
                  <a:pt x="981566" y="168963"/>
                </a:lnTo>
                <a:lnTo>
                  <a:pt x="982340" y="166128"/>
                </a:lnTo>
                <a:lnTo>
                  <a:pt x="983052" y="150993"/>
                </a:lnTo>
                <a:lnTo>
                  <a:pt x="983489" y="149158"/>
                </a:lnTo>
                <a:lnTo>
                  <a:pt x="984594" y="148422"/>
                </a:lnTo>
                <a:lnTo>
                  <a:pt x="986003" y="149217"/>
                </a:lnTo>
                <a:lnTo>
                  <a:pt x="986904" y="151242"/>
                </a:lnTo>
                <a:lnTo>
                  <a:pt x="988168" y="167857"/>
                </a:lnTo>
                <a:lnTo>
                  <a:pt x="991521" y="182744"/>
                </a:lnTo>
                <a:lnTo>
                  <a:pt x="994245" y="192555"/>
                </a:lnTo>
                <a:lnTo>
                  <a:pt x="994503" y="195416"/>
                </a:lnTo>
                <a:lnTo>
                  <a:pt x="993523" y="202005"/>
                </a:lnTo>
                <a:lnTo>
                  <a:pt x="993648" y="204812"/>
                </a:lnTo>
                <a:lnTo>
                  <a:pt x="996505" y="211233"/>
                </a:lnTo>
                <a:lnTo>
                  <a:pt x="999675" y="221274"/>
                </a:lnTo>
                <a:lnTo>
                  <a:pt x="1002880" y="225871"/>
                </a:lnTo>
                <a:lnTo>
                  <a:pt x="1007287" y="230736"/>
                </a:lnTo>
                <a:lnTo>
                  <a:pt x="1010799" y="233904"/>
                </a:lnTo>
                <a:lnTo>
                  <a:pt x="1016344" y="237934"/>
                </a:lnTo>
                <a:lnTo>
                  <a:pt x="1035697" y="249973"/>
                </a:lnTo>
                <a:lnTo>
                  <a:pt x="1048805" y="257434"/>
                </a:lnTo>
                <a:lnTo>
                  <a:pt x="1052359" y="258550"/>
                </a:lnTo>
                <a:lnTo>
                  <a:pt x="1055011" y="258396"/>
                </a:lnTo>
                <a:lnTo>
                  <a:pt x="1055863" y="257476"/>
                </a:lnTo>
                <a:lnTo>
                  <a:pt x="1056269" y="255718"/>
                </a:lnTo>
                <a:lnTo>
                  <a:pt x="1055893" y="245959"/>
                </a:lnTo>
                <a:lnTo>
                  <a:pt x="1049328" y="233369"/>
                </a:lnTo>
                <a:lnTo>
                  <a:pt x="1048700" y="221961"/>
                </a:lnTo>
                <a:lnTo>
                  <a:pt x="1046877" y="219298"/>
                </a:lnTo>
                <a:lnTo>
                  <a:pt x="1041911" y="213704"/>
                </a:lnTo>
                <a:lnTo>
                  <a:pt x="1044916" y="206545"/>
                </a:lnTo>
                <a:lnTo>
                  <a:pt x="1045093" y="202349"/>
                </a:lnTo>
                <a:lnTo>
                  <a:pt x="1043083" y="199144"/>
                </a:lnTo>
                <a:lnTo>
                  <a:pt x="1037812" y="195905"/>
                </a:lnTo>
                <a:lnTo>
                  <a:pt x="1036890" y="194792"/>
                </a:lnTo>
                <a:lnTo>
                  <a:pt x="1036299" y="191974"/>
                </a:lnTo>
                <a:lnTo>
                  <a:pt x="1035884" y="182895"/>
                </a:lnTo>
                <a:lnTo>
                  <a:pt x="1032949" y="181207"/>
                </a:lnTo>
                <a:lnTo>
                  <a:pt x="1027591" y="180050"/>
                </a:lnTo>
                <a:lnTo>
                  <a:pt x="1022239" y="174828"/>
                </a:lnTo>
                <a:lnTo>
                  <a:pt x="1020003" y="173361"/>
                </a:lnTo>
                <a:lnTo>
                  <a:pt x="1018587" y="173199"/>
                </a:lnTo>
                <a:lnTo>
                  <a:pt x="1013665" y="174523"/>
                </a:lnTo>
                <a:lnTo>
                  <a:pt x="1011825" y="174457"/>
                </a:lnTo>
                <a:lnTo>
                  <a:pt x="1008947" y="170186"/>
                </a:lnTo>
                <a:lnTo>
                  <a:pt x="1003146" y="158981"/>
                </a:lnTo>
                <a:lnTo>
                  <a:pt x="1006813" y="152123"/>
                </a:lnTo>
                <a:lnTo>
                  <a:pt x="1009832" y="148630"/>
                </a:lnTo>
                <a:lnTo>
                  <a:pt x="1010740" y="146843"/>
                </a:lnTo>
                <a:lnTo>
                  <a:pt x="1010203" y="136623"/>
                </a:lnTo>
                <a:lnTo>
                  <a:pt x="1011091" y="132293"/>
                </a:lnTo>
                <a:lnTo>
                  <a:pt x="1013223" y="130805"/>
                </a:lnTo>
                <a:lnTo>
                  <a:pt x="1020745" y="127643"/>
                </a:lnTo>
                <a:lnTo>
                  <a:pt x="1022052" y="126303"/>
                </a:lnTo>
                <a:lnTo>
                  <a:pt x="1022273" y="125478"/>
                </a:lnTo>
                <a:lnTo>
                  <a:pt x="1021950" y="123296"/>
                </a:lnTo>
                <a:lnTo>
                  <a:pt x="1019576" y="117126"/>
                </a:lnTo>
                <a:lnTo>
                  <a:pt x="1018282" y="111977"/>
                </a:lnTo>
                <a:lnTo>
                  <a:pt x="1014686" y="90747"/>
                </a:lnTo>
                <a:lnTo>
                  <a:pt x="1013946" y="81597"/>
                </a:lnTo>
                <a:lnTo>
                  <a:pt x="1013946" y="78366"/>
                </a:lnTo>
                <a:lnTo>
                  <a:pt x="1021661" y="70266"/>
                </a:lnTo>
                <a:lnTo>
                  <a:pt x="1021661" y="65975"/>
                </a:lnTo>
                <a:lnTo>
                  <a:pt x="1017652" y="62612"/>
                </a:lnTo>
                <a:lnTo>
                  <a:pt x="1015061" y="61431"/>
                </a:lnTo>
                <a:lnTo>
                  <a:pt x="1011911" y="61161"/>
                </a:lnTo>
                <a:lnTo>
                  <a:pt x="1006376" y="61624"/>
                </a:lnTo>
                <a:lnTo>
                  <a:pt x="1000814" y="61437"/>
                </a:lnTo>
                <a:lnTo>
                  <a:pt x="996975" y="60527"/>
                </a:lnTo>
                <a:lnTo>
                  <a:pt x="995681" y="59156"/>
                </a:lnTo>
                <a:lnTo>
                  <a:pt x="994100" y="50288"/>
                </a:lnTo>
                <a:lnTo>
                  <a:pt x="991424" y="45169"/>
                </a:lnTo>
                <a:lnTo>
                  <a:pt x="992021" y="42520"/>
                </a:lnTo>
                <a:lnTo>
                  <a:pt x="994387" y="38534"/>
                </a:lnTo>
                <a:lnTo>
                  <a:pt x="996361" y="36126"/>
                </a:lnTo>
                <a:lnTo>
                  <a:pt x="1001781" y="34400"/>
                </a:lnTo>
                <a:lnTo>
                  <a:pt x="1007184" y="30062"/>
                </a:lnTo>
                <a:lnTo>
                  <a:pt x="1012292" y="26825"/>
                </a:lnTo>
                <a:lnTo>
                  <a:pt x="1014356" y="24047"/>
                </a:lnTo>
                <a:lnTo>
                  <a:pt x="1014702" y="20788"/>
                </a:lnTo>
                <a:lnTo>
                  <a:pt x="1013946" y="18436"/>
                </a:lnTo>
                <a:lnTo>
                  <a:pt x="1012627" y="16447"/>
                </a:lnTo>
                <a:lnTo>
                  <a:pt x="1004671" y="13209"/>
                </a:lnTo>
                <a:lnTo>
                  <a:pt x="1002453" y="11523"/>
                </a:lnTo>
                <a:lnTo>
                  <a:pt x="1001484" y="9680"/>
                </a:lnTo>
                <a:lnTo>
                  <a:pt x="1000291" y="5309"/>
                </a:lnTo>
                <a:lnTo>
                  <a:pt x="997517" y="1320"/>
                </a:lnTo>
                <a:lnTo>
                  <a:pt x="994565" y="0"/>
                </a:lnTo>
                <a:lnTo>
                  <a:pt x="990129" y="307"/>
                </a:lnTo>
                <a:close/>
                <a:moveTo>
                  <a:pt x="990514" y="16266"/>
                </a:moveTo>
                <a:lnTo>
                  <a:pt x="995471" y="21221"/>
                </a:lnTo>
                <a:lnTo>
                  <a:pt x="996402" y="23975"/>
                </a:lnTo>
                <a:lnTo>
                  <a:pt x="994956" y="25096"/>
                </a:lnTo>
                <a:lnTo>
                  <a:pt x="990189" y="26114"/>
                </a:lnTo>
                <a:lnTo>
                  <a:pt x="988248" y="26934"/>
                </a:lnTo>
                <a:lnTo>
                  <a:pt x="984242" y="33525"/>
                </a:lnTo>
                <a:lnTo>
                  <a:pt x="981860" y="34507"/>
                </a:lnTo>
                <a:lnTo>
                  <a:pt x="975221" y="34579"/>
                </a:lnTo>
                <a:lnTo>
                  <a:pt x="969234" y="33900"/>
                </a:lnTo>
                <a:lnTo>
                  <a:pt x="966459" y="32746"/>
                </a:lnTo>
                <a:lnTo>
                  <a:pt x="966533" y="31760"/>
                </a:lnTo>
                <a:lnTo>
                  <a:pt x="972675" y="26681"/>
                </a:lnTo>
                <a:lnTo>
                  <a:pt x="979603" y="27125"/>
                </a:lnTo>
                <a:lnTo>
                  <a:pt x="982264" y="26566"/>
                </a:lnTo>
                <a:lnTo>
                  <a:pt x="983401" y="24875"/>
                </a:lnTo>
                <a:lnTo>
                  <a:pt x="983999" y="20588"/>
                </a:lnTo>
                <a:lnTo>
                  <a:pt x="987171" y="15733"/>
                </a:lnTo>
                <a:lnTo>
                  <a:pt x="989000" y="14528"/>
                </a:lnTo>
                <a:lnTo>
                  <a:pt x="990514" y="16266"/>
                </a:lnTo>
                <a:close/>
                <a:moveTo>
                  <a:pt x="702771" y="130486"/>
                </a:moveTo>
                <a:lnTo>
                  <a:pt x="704846" y="132106"/>
                </a:lnTo>
                <a:lnTo>
                  <a:pt x="705874" y="134420"/>
                </a:lnTo>
                <a:lnTo>
                  <a:pt x="705702" y="137368"/>
                </a:lnTo>
                <a:lnTo>
                  <a:pt x="704417" y="138586"/>
                </a:lnTo>
                <a:lnTo>
                  <a:pt x="703268" y="138600"/>
                </a:lnTo>
                <a:lnTo>
                  <a:pt x="702100" y="137910"/>
                </a:lnTo>
                <a:lnTo>
                  <a:pt x="697689" y="133916"/>
                </a:lnTo>
                <a:lnTo>
                  <a:pt x="697224" y="132895"/>
                </a:lnTo>
                <a:lnTo>
                  <a:pt x="697413" y="130782"/>
                </a:lnTo>
                <a:lnTo>
                  <a:pt x="698619" y="129636"/>
                </a:lnTo>
                <a:lnTo>
                  <a:pt x="700801" y="129727"/>
                </a:lnTo>
                <a:lnTo>
                  <a:pt x="702771" y="130486"/>
                </a:lnTo>
                <a:close/>
                <a:moveTo>
                  <a:pt x="1007486" y="185450"/>
                </a:moveTo>
                <a:lnTo>
                  <a:pt x="1010097" y="187206"/>
                </a:lnTo>
                <a:lnTo>
                  <a:pt x="1011919" y="187776"/>
                </a:lnTo>
                <a:lnTo>
                  <a:pt x="1015723" y="186116"/>
                </a:lnTo>
                <a:lnTo>
                  <a:pt x="1017256" y="186168"/>
                </a:lnTo>
                <a:lnTo>
                  <a:pt x="1022883" y="188928"/>
                </a:lnTo>
                <a:lnTo>
                  <a:pt x="1025131" y="190865"/>
                </a:lnTo>
                <a:lnTo>
                  <a:pt x="1025757" y="196886"/>
                </a:lnTo>
                <a:lnTo>
                  <a:pt x="1026289" y="198589"/>
                </a:lnTo>
                <a:lnTo>
                  <a:pt x="1027900" y="201000"/>
                </a:lnTo>
                <a:lnTo>
                  <a:pt x="1032798" y="205941"/>
                </a:lnTo>
                <a:lnTo>
                  <a:pt x="1032050" y="212405"/>
                </a:lnTo>
                <a:lnTo>
                  <a:pt x="1032274" y="217001"/>
                </a:lnTo>
                <a:lnTo>
                  <a:pt x="1033865" y="220542"/>
                </a:lnTo>
                <a:lnTo>
                  <a:pt x="1038246" y="225565"/>
                </a:lnTo>
                <a:lnTo>
                  <a:pt x="1038765" y="232156"/>
                </a:lnTo>
                <a:lnTo>
                  <a:pt x="1039792" y="236539"/>
                </a:lnTo>
                <a:lnTo>
                  <a:pt x="1039819" y="237234"/>
                </a:lnTo>
                <a:lnTo>
                  <a:pt x="1039179" y="238140"/>
                </a:lnTo>
                <a:lnTo>
                  <a:pt x="1036884" y="238220"/>
                </a:lnTo>
                <a:lnTo>
                  <a:pt x="1034771" y="237366"/>
                </a:lnTo>
                <a:lnTo>
                  <a:pt x="1019043" y="227401"/>
                </a:lnTo>
                <a:lnTo>
                  <a:pt x="1014466" y="223396"/>
                </a:lnTo>
                <a:lnTo>
                  <a:pt x="1009297" y="216686"/>
                </a:lnTo>
                <a:lnTo>
                  <a:pt x="1007250" y="212068"/>
                </a:lnTo>
                <a:lnTo>
                  <a:pt x="1004559" y="202285"/>
                </a:lnTo>
                <a:lnTo>
                  <a:pt x="1004623" y="194533"/>
                </a:lnTo>
                <a:lnTo>
                  <a:pt x="1002899" y="186981"/>
                </a:lnTo>
                <a:lnTo>
                  <a:pt x="1002992" y="184969"/>
                </a:lnTo>
                <a:lnTo>
                  <a:pt x="1003831" y="183218"/>
                </a:lnTo>
                <a:lnTo>
                  <a:pt x="1004617" y="183369"/>
                </a:lnTo>
                <a:lnTo>
                  <a:pt x="1007486" y="185450"/>
                </a:lnTo>
                <a:close/>
                <a:moveTo>
                  <a:pt x="654316" y="8938"/>
                </a:moveTo>
                <a:lnTo>
                  <a:pt x="653078" y="11174"/>
                </a:lnTo>
                <a:lnTo>
                  <a:pt x="652316" y="14321"/>
                </a:lnTo>
                <a:lnTo>
                  <a:pt x="650451" y="26202"/>
                </a:lnTo>
                <a:lnTo>
                  <a:pt x="648285" y="35328"/>
                </a:lnTo>
                <a:lnTo>
                  <a:pt x="647598" y="44380"/>
                </a:lnTo>
                <a:lnTo>
                  <a:pt x="646633" y="47384"/>
                </a:lnTo>
                <a:lnTo>
                  <a:pt x="644929" y="49680"/>
                </a:lnTo>
                <a:lnTo>
                  <a:pt x="641361" y="52837"/>
                </a:lnTo>
                <a:lnTo>
                  <a:pt x="627014" y="58415"/>
                </a:lnTo>
                <a:lnTo>
                  <a:pt x="625366" y="59589"/>
                </a:lnTo>
                <a:lnTo>
                  <a:pt x="624382" y="61507"/>
                </a:lnTo>
                <a:lnTo>
                  <a:pt x="624864" y="62679"/>
                </a:lnTo>
                <a:lnTo>
                  <a:pt x="626097" y="63427"/>
                </a:lnTo>
                <a:lnTo>
                  <a:pt x="641893" y="65070"/>
                </a:lnTo>
                <a:lnTo>
                  <a:pt x="645011" y="66024"/>
                </a:lnTo>
                <a:lnTo>
                  <a:pt x="646134" y="66807"/>
                </a:lnTo>
                <a:lnTo>
                  <a:pt x="646210" y="67289"/>
                </a:lnTo>
                <a:lnTo>
                  <a:pt x="639562" y="71579"/>
                </a:lnTo>
                <a:lnTo>
                  <a:pt x="631179" y="74136"/>
                </a:lnTo>
                <a:lnTo>
                  <a:pt x="616835" y="79662"/>
                </a:lnTo>
                <a:lnTo>
                  <a:pt x="612988" y="81510"/>
                </a:lnTo>
                <a:lnTo>
                  <a:pt x="611598" y="82802"/>
                </a:lnTo>
                <a:lnTo>
                  <a:pt x="613816" y="84634"/>
                </a:lnTo>
                <a:lnTo>
                  <a:pt x="638801" y="84798"/>
                </a:lnTo>
                <a:lnTo>
                  <a:pt x="641607" y="85082"/>
                </a:lnTo>
                <a:lnTo>
                  <a:pt x="643700" y="85911"/>
                </a:lnTo>
                <a:lnTo>
                  <a:pt x="644317" y="87085"/>
                </a:lnTo>
                <a:lnTo>
                  <a:pt x="644699" y="93646"/>
                </a:lnTo>
                <a:lnTo>
                  <a:pt x="644507" y="106525"/>
                </a:lnTo>
                <a:lnTo>
                  <a:pt x="643508" y="117950"/>
                </a:lnTo>
                <a:lnTo>
                  <a:pt x="644052" y="122228"/>
                </a:lnTo>
                <a:lnTo>
                  <a:pt x="645335" y="122337"/>
                </a:lnTo>
                <a:lnTo>
                  <a:pt x="650508" y="119316"/>
                </a:lnTo>
                <a:lnTo>
                  <a:pt x="652498" y="114781"/>
                </a:lnTo>
                <a:lnTo>
                  <a:pt x="654485" y="113521"/>
                </a:lnTo>
                <a:lnTo>
                  <a:pt x="658173" y="112984"/>
                </a:lnTo>
                <a:lnTo>
                  <a:pt x="660745" y="115621"/>
                </a:lnTo>
                <a:lnTo>
                  <a:pt x="661512" y="117406"/>
                </a:lnTo>
                <a:lnTo>
                  <a:pt x="661012" y="118836"/>
                </a:lnTo>
                <a:lnTo>
                  <a:pt x="659326" y="119821"/>
                </a:lnTo>
                <a:lnTo>
                  <a:pt x="656535" y="120269"/>
                </a:lnTo>
                <a:lnTo>
                  <a:pt x="651616" y="120120"/>
                </a:lnTo>
                <a:lnTo>
                  <a:pt x="650906" y="124905"/>
                </a:lnTo>
                <a:lnTo>
                  <a:pt x="650459" y="125857"/>
                </a:lnTo>
                <a:lnTo>
                  <a:pt x="649616" y="126432"/>
                </a:lnTo>
                <a:lnTo>
                  <a:pt x="646471" y="126376"/>
                </a:lnTo>
                <a:lnTo>
                  <a:pt x="643094" y="124400"/>
                </a:lnTo>
                <a:lnTo>
                  <a:pt x="642455" y="124749"/>
                </a:lnTo>
                <a:lnTo>
                  <a:pt x="641717" y="126175"/>
                </a:lnTo>
                <a:lnTo>
                  <a:pt x="640494" y="133710"/>
                </a:lnTo>
                <a:lnTo>
                  <a:pt x="640623" y="144950"/>
                </a:lnTo>
                <a:lnTo>
                  <a:pt x="638432" y="150216"/>
                </a:lnTo>
                <a:lnTo>
                  <a:pt x="636983" y="156003"/>
                </a:lnTo>
                <a:lnTo>
                  <a:pt x="634722" y="171964"/>
                </a:lnTo>
                <a:lnTo>
                  <a:pt x="632819" y="179677"/>
                </a:lnTo>
                <a:lnTo>
                  <a:pt x="631275" y="193823"/>
                </a:lnTo>
                <a:lnTo>
                  <a:pt x="629920" y="198565"/>
                </a:lnTo>
                <a:lnTo>
                  <a:pt x="632438" y="200226"/>
                </a:lnTo>
                <a:lnTo>
                  <a:pt x="634806" y="199942"/>
                </a:lnTo>
                <a:lnTo>
                  <a:pt x="653255" y="186656"/>
                </a:lnTo>
                <a:lnTo>
                  <a:pt x="655283" y="185639"/>
                </a:lnTo>
                <a:lnTo>
                  <a:pt x="656624" y="185474"/>
                </a:lnTo>
                <a:lnTo>
                  <a:pt x="659292" y="186401"/>
                </a:lnTo>
                <a:lnTo>
                  <a:pt x="664990" y="190778"/>
                </a:lnTo>
                <a:lnTo>
                  <a:pt x="669998" y="193906"/>
                </a:lnTo>
                <a:lnTo>
                  <a:pt x="671358" y="195351"/>
                </a:lnTo>
                <a:lnTo>
                  <a:pt x="676762" y="199323"/>
                </a:lnTo>
                <a:lnTo>
                  <a:pt x="678214" y="200112"/>
                </a:lnTo>
                <a:lnTo>
                  <a:pt x="680140" y="200427"/>
                </a:lnTo>
                <a:lnTo>
                  <a:pt x="681540" y="199680"/>
                </a:lnTo>
                <a:lnTo>
                  <a:pt x="682004" y="198556"/>
                </a:lnTo>
                <a:lnTo>
                  <a:pt x="681840" y="193279"/>
                </a:lnTo>
                <a:lnTo>
                  <a:pt x="679074" y="178875"/>
                </a:lnTo>
                <a:lnTo>
                  <a:pt x="677092" y="163052"/>
                </a:lnTo>
                <a:lnTo>
                  <a:pt x="676268" y="160252"/>
                </a:lnTo>
                <a:lnTo>
                  <a:pt x="675254" y="159026"/>
                </a:lnTo>
                <a:lnTo>
                  <a:pt x="674355" y="158764"/>
                </a:lnTo>
                <a:lnTo>
                  <a:pt x="673782" y="159855"/>
                </a:lnTo>
                <a:lnTo>
                  <a:pt x="673312" y="163995"/>
                </a:lnTo>
                <a:lnTo>
                  <a:pt x="669660" y="164543"/>
                </a:lnTo>
                <a:lnTo>
                  <a:pt x="664152" y="161536"/>
                </a:lnTo>
                <a:lnTo>
                  <a:pt x="663137" y="160498"/>
                </a:lnTo>
                <a:lnTo>
                  <a:pt x="663323" y="158696"/>
                </a:lnTo>
                <a:lnTo>
                  <a:pt x="666129" y="155739"/>
                </a:lnTo>
                <a:lnTo>
                  <a:pt x="666321" y="155268"/>
                </a:lnTo>
                <a:lnTo>
                  <a:pt x="665920" y="154798"/>
                </a:lnTo>
                <a:lnTo>
                  <a:pt x="662572" y="154793"/>
                </a:lnTo>
                <a:lnTo>
                  <a:pt x="657988" y="156335"/>
                </a:lnTo>
                <a:lnTo>
                  <a:pt x="656398" y="156441"/>
                </a:lnTo>
                <a:lnTo>
                  <a:pt x="648859" y="153603"/>
                </a:lnTo>
                <a:lnTo>
                  <a:pt x="647855" y="152954"/>
                </a:lnTo>
                <a:lnTo>
                  <a:pt x="647576" y="151731"/>
                </a:lnTo>
                <a:lnTo>
                  <a:pt x="648536" y="149470"/>
                </a:lnTo>
                <a:lnTo>
                  <a:pt x="650811" y="147184"/>
                </a:lnTo>
                <a:lnTo>
                  <a:pt x="654683" y="145058"/>
                </a:lnTo>
                <a:lnTo>
                  <a:pt x="657393" y="144630"/>
                </a:lnTo>
                <a:lnTo>
                  <a:pt x="660825" y="145915"/>
                </a:lnTo>
                <a:lnTo>
                  <a:pt x="664160" y="148069"/>
                </a:lnTo>
                <a:lnTo>
                  <a:pt x="665777" y="149986"/>
                </a:lnTo>
                <a:lnTo>
                  <a:pt x="667588" y="153903"/>
                </a:lnTo>
                <a:lnTo>
                  <a:pt x="673405" y="156125"/>
                </a:lnTo>
                <a:lnTo>
                  <a:pt x="674169" y="155834"/>
                </a:lnTo>
                <a:lnTo>
                  <a:pt x="674567" y="154944"/>
                </a:lnTo>
                <a:lnTo>
                  <a:pt x="674725" y="151759"/>
                </a:lnTo>
                <a:lnTo>
                  <a:pt x="673837" y="144715"/>
                </a:lnTo>
                <a:lnTo>
                  <a:pt x="673767" y="140236"/>
                </a:lnTo>
                <a:lnTo>
                  <a:pt x="672117" y="132209"/>
                </a:lnTo>
                <a:lnTo>
                  <a:pt x="670724" y="127874"/>
                </a:lnTo>
                <a:lnTo>
                  <a:pt x="669377" y="113026"/>
                </a:lnTo>
                <a:lnTo>
                  <a:pt x="667538" y="105256"/>
                </a:lnTo>
                <a:lnTo>
                  <a:pt x="667241" y="99212"/>
                </a:lnTo>
                <a:lnTo>
                  <a:pt x="667533" y="94542"/>
                </a:lnTo>
                <a:lnTo>
                  <a:pt x="667049" y="90351"/>
                </a:lnTo>
                <a:lnTo>
                  <a:pt x="667706" y="87831"/>
                </a:lnTo>
                <a:lnTo>
                  <a:pt x="669341" y="86454"/>
                </a:lnTo>
                <a:lnTo>
                  <a:pt x="672348" y="84924"/>
                </a:lnTo>
                <a:lnTo>
                  <a:pt x="698468" y="84715"/>
                </a:lnTo>
                <a:lnTo>
                  <a:pt x="700698" y="84249"/>
                </a:lnTo>
                <a:lnTo>
                  <a:pt x="701538" y="82945"/>
                </a:lnTo>
                <a:lnTo>
                  <a:pt x="701090" y="82109"/>
                </a:lnTo>
                <a:lnTo>
                  <a:pt x="698762" y="80762"/>
                </a:lnTo>
                <a:lnTo>
                  <a:pt x="691613" y="78278"/>
                </a:lnTo>
                <a:lnTo>
                  <a:pt x="685955" y="76950"/>
                </a:lnTo>
                <a:lnTo>
                  <a:pt x="682112" y="74491"/>
                </a:lnTo>
                <a:lnTo>
                  <a:pt x="674754" y="71760"/>
                </a:lnTo>
                <a:lnTo>
                  <a:pt x="671076" y="69652"/>
                </a:lnTo>
                <a:lnTo>
                  <a:pt x="668902" y="67767"/>
                </a:lnTo>
                <a:lnTo>
                  <a:pt x="668753" y="67243"/>
                </a:lnTo>
                <a:lnTo>
                  <a:pt x="669196" y="66771"/>
                </a:lnTo>
                <a:lnTo>
                  <a:pt x="671610" y="65593"/>
                </a:lnTo>
                <a:lnTo>
                  <a:pt x="687240" y="65511"/>
                </a:lnTo>
                <a:lnTo>
                  <a:pt x="689131" y="64876"/>
                </a:lnTo>
                <a:lnTo>
                  <a:pt x="689711" y="63789"/>
                </a:lnTo>
                <a:lnTo>
                  <a:pt x="687710" y="61408"/>
                </a:lnTo>
                <a:lnTo>
                  <a:pt x="677212" y="55134"/>
                </a:lnTo>
                <a:lnTo>
                  <a:pt x="673234" y="53186"/>
                </a:lnTo>
                <a:lnTo>
                  <a:pt x="670661" y="51270"/>
                </a:lnTo>
                <a:lnTo>
                  <a:pt x="668235" y="48730"/>
                </a:lnTo>
                <a:lnTo>
                  <a:pt x="666621" y="44871"/>
                </a:lnTo>
                <a:lnTo>
                  <a:pt x="666008" y="37758"/>
                </a:lnTo>
                <a:lnTo>
                  <a:pt x="663967" y="29913"/>
                </a:lnTo>
                <a:lnTo>
                  <a:pt x="662253" y="18776"/>
                </a:lnTo>
                <a:lnTo>
                  <a:pt x="660579" y="11580"/>
                </a:lnTo>
                <a:lnTo>
                  <a:pt x="659716" y="9551"/>
                </a:lnTo>
                <a:lnTo>
                  <a:pt x="658456" y="8359"/>
                </a:lnTo>
                <a:lnTo>
                  <a:pt x="656265" y="8070"/>
                </a:lnTo>
                <a:lnTo>
                  <a:pt x="654316" y="8938"/>
                </a:lnTo>
                <a:close/>
                <a:moveTo>
                  <a:pt x="658366" y="37674"/>
                </a:moveTo>
                <a:lnTo>
                  <a:pt x="657983" y="39530"/>
                </a:lnTo>
                <a:lnTo>
                  <a:pt x="657130" y="39782"/>
                </a:lnTo>
                <a:lnTo>
                  <a:pt x="656159" y="39481"/>
                </a:lnTo>
                <a:lnTo>
                  <a:pt x="655262" y="37879"/>
                </a:lnTo>
                <a:lnTo>
                  <a:pt x="655467" y="36024"/>
                </a:lnTo>
                <a:lnTo>
                  <a:pt x="656368" y="35559"/>
                </a:lnTo>
                <a:lnTo>
                  <a:pt x="657889" y="35793"/>
                </a:lnTo>
                <a:lnTo>
                  <a:pt x="658366" y="37674"/>
                </a:lnTo>
                <a:close/>
                <a:moveTo>
                  <a:pt x="650121" y="54597"/>
                </a:moveTo>
                <a:lnTo>
                  <a:pt x="650881" y="55556"/>
                </a:lnTo>
                <a:lnTo>
                  <a:pt x="650095" y="56871"/>
                </a:lnTo>
                <a:lnTo>
                  <a:pt x="647474" y="57116"/>
                </a:lnTo>
                <a:lnTo>
                  <a:pt x="646375" y="56414"/>
                </a:lnTo>
                <a:lnTo>
                  <a:pt x="646517" y="55701"/>
                </a:lnTo>
                <a:lnTo>
                  <a:pt x="647903" y="54739"/>
                </a:lnTo>
                <a:lnTo>
                  <a:pt x="648964" y="54350"/>
                </a:lnTo>
                <a:lnTo>
                  <a:pt x="650121" y="54597"/>
                </a:lnTo>
                <a:close/>
                <a:moveTo>
                  <a:pt x="673505" y="57441"/>
                </a:moveTo>
                <a:lnTo>
                  <a:pt x="674766" y="58513"/>
                </a:lnTo>
                <a:lnTo>
                  <a:pt x="674711" y="60196"/>
                </a:lnTo>
                <a:lnTo>
                  <a:pt x="672833" y="61266"/>
                </a:lnTo>
                <a:lnTo>
                  <a:pt x="670854" y="61250"/>
                </a:lnTo>
                <a:lnTo>
                  <a:pt x="669232" y="60585"/>
                </a:lnTo>
                <a:lnTo>
                  <a:pt x="667986" y="59362"/>
                </a:lnTo>
                <a:lnTo>
                  <a:pt x="667334" y="57832"/>
                </a:lnTo>
                <a:lnTo>
                  <a:pt x="667286" y="56091"/>
                </a:lnTo>
                <a:lnTo>
                  <a:pt x="670931" y="56592"/>
                </a:lnTo>
                <a:lnTo>
                  <a:pt x="673505" y="57441"/>
                </a:lnTo>
                <a:close/>
                <a:moveTo>
                  <a:pt x="644143" y="57200"/>
                </a:moveTo>
                <a:lnTo>
                  <a:pt x="644551" y="57819"/>
                </a:lnTo>
                <a:lnTo>
                  <a:pt x="644411" y="58632"/>
                </a:lnTo>
                <a:lnTo>
                  <a:pt x="642975" y="60138"/>
                </a:lnTo>
                <a:lnTo>
                  <a:pt x="641259" y="60509"/>
                </a:lnTo>
                <a:lnTo>
                  <a:pt x="639773" y="59894"/>
                </a:lnTo>
                <a:lnTo>
                  <a:pt x="640302" y="58423"/>
                </a:lnTo>
                <a:lnTo>
                  <a:pt x="642010" y="57073"/>
                </a:lnTo>
                <a:lnTo>
                  <a:pt x="642948" y="56771"/>
                </a:lnTo>
                <a:lnTo>
                  <a:pt x="644143" y="57200"/>
                </a:lnTo>
                <a:close/>
                <a:moveTo>
                  <a:pt x="644046" y="74365"/>
                </a:moveTo>
                <a:lnTo>
                  <a:pt x="645087" y="75861"/>
                </a:lnTo>
                <a:lnTo>
                  <a:pt x="644295" y="77080"/>
                </a:lnTo>
                <a:lnTo>
                  <a:pt x="641736" y="77266"/>
                </a:lnTo>
                <a:lnTo>
                  <a:pt x="640549" y="76325"/>
                </a:lnTo>
                <a:lnTo>
                  <a:pt x="640292" y="74659"/>
                </a:lnTo>
                <a:lnTo>
                  <a:pt x="640661" y="73738"/>
                </a:lnTo>
                <a:lnTo>
                  <a:pt x="642366" y="73678"/>
                </a:lnTo>
                <a:lnTo>
                  <a:pt x="644046" y="74365"/>
                </a:lnTo>
                <a:close/>
                <a:moveTo>
                  <a:pt x="671480" y="75329"/>
                </a:moveTo>
                <a:lnTo>
                  <a:pt x="671531" y="76349"/>
                </a:lnTo>
                <a:lnTo>
                  <a:pt x="670721" y="77400"/>
                </a:lnTo>
                <a:lnTo>
                  <a:pt x="669283" y="77653"/>
                </a:lnTo>
                <a:lnTo>
                  <a:pt x="668513" y="77148"/>
                </a:lnTo>
                <a:lnTo>
                  <a:pt x="668369" y="75939"/>
                </a:lnTo>
                <a:lnTo>
                  <a:pt x="669296" y="74823"/>
                </a:lnTo>
                <a:lnTo>
                  <a:pt x="670582" y="74618"/>
                </a:lnTo>
                <a:lnTo>
                  <a:pt x="671480" y="75329"/>
                </a:lnTo>
                <a:close/>
                <a:moveTo>
                  <a:pt x="649929" y="88540"/>
                </a:moveTo>
                <a:lnTo>
                  <a:pt x="649495" y="89504"/>
                </a:lnTo>
                <a:lnTo>
                  <a:pt x="648834" y="89161"/>
                </a:lnTo>
                <a:lnTo>
                  <a:pt x="648609" y="88430"/>
                </a:lnTo>
                <a:lnTo>
                  <a:pt x="649356" y="87581"/>
                </a:lnTo>
                <a:lnTo>
                  <a:pt x="649929" y="88540"/>
                </a:lnTo>
                <a:close/>
                <a:moveTo>
                  <a:pt x="659957" y="92204"/>
                </a:moveTo>
                <a:lnTo>
                  <a:pt x="660839" y="93363"/>
                </a:lnTo>
                <a:lnTo>
                  <a:pt x="660974" y="94866"/>
                </a:lnTo>
                <a:lnTo>
                  <a:pt x="660370" y="96354"/>
                </a:lnTo>
                <a:lnTo>
                  <a:pt x="659254" y="97293"/>
                </a:lnTo>
                <a:lnTo>
                  <a:pt x="657086" y="97538"/>
                </a:lnTo>
                <a:lnTo>
                  <a:pt x="654904" y="97035"/>
                </a:lnTo>
                <a:lnTo>
                  <a:pt x="653319" y="96270"/>
                </a:lnTo>
                <a:lnTo>
                  <a:pt x="652562" y="95103"/>
                </a:lnTo>
                <a:lnTo>
                  <a:pt x="652677" y="92927"/>
                </a:lnTo>
                <a:lnTo>
                  <a:pt x="654337" y="91875"/>
                </a:lnTo>
                <a:lnTo>
                  <a:pt x="657780" y="91525"/>
                </a:lnTo>
                <a:lnTo>
                  <a:pt x="659957" y="92204"/>
                </a:lnTo>
                <a:close/>
                <a:moveTo>
                  <a:pt x="650411" y="109561"/>
                </a:moveTo>
                <a:lnTo>
                  <a:pt x="650772" y="110415"/>
                </a:lnTo>
                <a:lnTo>
                  <a:pt x="650039" y="111228"/>
                </a:lnTo>
                <a:lnTo>
                  <a:pt x="649125" y="111447"/>
                </a:lnTo>
                <a:lnTo>
                  <a:pt x="648157" y="110869"/>
                </a:lnTo>
                <a:lnTo>
                  <a:pt x="648039" y="109842"/>
                </a:lnTo>
                <a:lnTo>
                  <a:pt x="648543" y="108967"/>
                </a:lnTo>
                <a:lnTo>
                  <a:pt x="649422" y="108842"/>
                </a:lnTo>
                <a:lnTo>
                  <a:pt x="650411" y="109561"/>
                </a:lnTo>
                <a:close/>
                <a:moveTo>
                  <a:pt x="666707" y="109609"/>
                </a:moveTo>
                <a:lnTo>
                  <a:pt x="665237" y="110628"/>
                </a:lnTo>
                <a:lnTo>
                  <a:pt x="664183" y="110532"/>
                </a:lnTo>
                <a:lnTo>
                  <a:pt x="663911" y="110091"/>
                </a:lnTo>
                <a:lnTo>
                  <a:pt x="664164" y="109217"/>
                </a:lnTo>
                <a:lnTo>
                  <a:pt x="665009" y="108832"/>
                </a:lnTo>
                <a:lnTo>
                  <a:pt x="666468" y="108911"/>
                </a:lnTo>
                <a:lnTo>
                  <a:pt x="666707" y="109609"/>
                </a:lnTo>
                <a:close/>
                <a:moveTo>
                  <a:pt x="666466" y="121229"/>
                </a:moveTo>
                <a:lnTo>
                  <a:pt x="667446" y="123145"/>
                </a:lnTo>
                <a:lnTo>
                  <a:pt x="667595" y="124776"/>
                </a:lnTo>
                <a:lnTo>
                  <a:pt x="666530" y="126694"/>
                </a:lnTo>
                <a:lnTo>
                  <a:pt x="663037" y="128588"/>
                </a:lnTo>
                <a:lnTo>
                  <a:pt x="664379" y="132535"/>
                </a:lnTo>
                <a:lnTo>
                  <a:pt x="663560" y="134554"/>
                </a:lnTo>
                <a:lnTo>
                  <a:pt x="660445" y="136446"/>
                </a:lnTo>
                <a:lnTo>
                  <a:pt x="657565" y="137453"/>
                </a:lnTo>
                <a:lnTo>
                  <a:pt x="655124" y="136516"/>
                </a:lnTo>
                <a:lnTo>
                  <a:pt x="651570" y="133917"/>
                </a:lnTo>
                <a:lnTo>
                  <a:pt x="651178" y="131999"/>
                </a:lnTo>
                <a:lnTo>
                  <a:pt x="653289" y="128873"/>
                </a:lnTo>
                <a:lnTo>
                  <a:pt x="656105" y="127421"/>
                </a:lnTo>
                <a:lnTo>
                  <a:pt x="661941" y="126947"/>
                </a:lnTo>
                <a:lnTo>
                  <a:pt x="663477" y="120988"/>
                </a:lnTo>
                <a:lnTo>
                  <a:pt x="664917" y="120403"/>
                </a:lnTo>
                <a:lnTo>
                  <a:pt x="666466" y="121229"/>
                </a:lnTo>
                <a:close/>
                <a:moveTo>
                  <a:pt x="648964" y="137911"/>
                </a:moveTo>
                <a:lnTo>
                  <a:pt x="651113" y="140123"/>
                </a:lnTo>
                <a:lnTo>
                  <a:pt x="651106" y="141171"/>
                </a:lnTo>
                <a:lnTo>
                  <a:pt x="650374" y="142390"/>
                </a:lnTo>
                <a:lnTo>
                  <a:pt x="646096" y="146204"/>
                </a:lnTo>
                <a:lnTo>
                  <a:pt x="644903" y="146249"/>
                </a:lnTo>
                <a:lnTo>
                  <a:pt x="643181" y="145362"/>
                </a:lnTo>
                <a:lnTo>
                  <a:pt x="642510" y="144492"/>
                </a:lnTo>
                <a:lnTo>
                  <a:pt x="642419" y="142539"/>
                </a:lnTo>
                <a:lnTo>
                  <a:pt x="643064" y="138888"/>
                </a:lnTo>
                <a:lnTo>
                  <a:pt x="643924" y="137074"/>
                </a:lnTo>
                <a:lnTo>
                  <a:pt x="644486" y="136573"/>
                </a:lnTo>
                <a:lnTo>
                  <a:pt x="645919" y="136355"/>
                </a:lnTo>
                <a:lnTo>
                  <a:pt x="648964" y="137911"/>
                </a:lnTo>
                <a:close/>
                <a:moveTo>
                  <a:pt x="670564" y="137332"/>
                </a:moveTo>
                <a:lnTo>
                  <a:pt x="671149" y="140193"/>
                </a:lnTo>
                <a:lnTo>
                  <a:pt x="670845" y="144062"/>
                </a:lnTo>
                <a:lnTo>
                  <a:pt x="670057" y="145415"/>
                </a:lnTo>
                <a:lnTo>
                  <a:pt x="668278" y="145820"/>
                </a:lnTo>
                <a:lnTo>
                  <a:pt x="663706" y="142454"/>
                </a:lnTo>
                <a:lnTo>
                  <a:pt x="662874" y="141141"/>
                </a:lnTo>
                <a:lnTo>
                  <a:pt x="662772" y="139777"/>
                </a:lnTo>
                <a:lnTo>
                  <a:pt x="663595" y="138423"/>
                </a:lnTo>
                <a:lnTo>
                  <a:pt x="665892" y="137253"/>
                </a:lnTo>
                <a:lnTo>
                  <a:pt x="668626" y="136795"/>
                </a:lnTo>
                <a:lnTo>
                  <a:pt x="670564" y="137332"/>
                </a:lnTo>
                <a:close/>
                <a:moveTo>
                  <a:pt x="645589" y="156136"/>
                </a:moveTo>
                <a:lnTo>
                  <a:pt x="649157" y="159897"/>
                </a:lnTo>
                <a:lnTo>
                  <a:pt x="646873" y="161675"/>
                </a:lnTo>
                <a:lnTo>
                  <a:pt x="641588" y="163465"/>
                </a:lnTo>
                <a:lnTo>
                  <a:pt x="640428" y="161876"/>
                </a:lnTo>
                <a:lnTo>
                  <a:pt x="640006" y="160507"/>
                </a:lnTo>
                <a:lnTo>
                  <a:pt x="639800" y="158034"/>
                </a:lnTo>
                <a:lnTo>
                  <a:pt x="640140" y="156029"/>
                </a:lnTo>
                <a:lnTo>
                  <a:pt x="640704" y="155414"/>
                </a:lnTo>
                <a:lnTo>
                  <a:pt x="642111" y="155095"/>
                </a:lnTo>
                <a:lnTo>
                  <a:pt x="645589" y="156136"/>
                </a:lnTo>
                <a:close/>
                <a:moveTo>
                  <a:pt x="660005" y="163995"/>
                </a:moveTo>
                <a:lnTo>
                  <a:pt x="665581" y="166732"/>
                </a:lnTo>
                <a:lnTo>
                  <a:pt x="666568" y="168098"/>
                </a:lnTo>
                <a:lnTo>
                  <a:pt x="666668" y="170566"/>
                </a:lnTo>
                <a:lnTo>
                  <a:pt x="664971" y="172674"/>
                </a:lnTo>
                <a:lnTo>
                  <a:pt x="660151" y="176232"/>
                </a:lnTo>
                <a:lnTo>
                  <a:pt x="657122" y="177614"/>
                </a:lnTo>
                <a:lnTo>
                  <a:pt x="654380" y="177414"/>
                </a:lnTo>
                <a:lnTo>
                  <a:pt x="652749" y="176393"/>
                </a:lnTo>
                <a:lnTo>
                  <a:pt x="647458" y="171916"/>
                </a:lnTo>
                <a:lnTo>
                  <a:pt x="645171" y="168294"/>
                </a:lnTo>
                <a:lnTo>
                  <a:pt x="645175" y="167372"/>
                </a:lnTo>
                <a:lnTo>
                  <a:pt x="645784" y="166634"/>
                </a:lnTo>
                <a:lnTo>
                  <a:pt x="653891" y="162486"/>
                </a:lnTo>
                <a:lnTo>
                  <a:pt x="656374" y="162387"/>
                </a:lnTo>
                <a:lnTo>
                  <a:pt x="660005" y="163995"/>
                </a:lnTo>
                <a:close/>
                <a:moveTo>
                  <a:pt x="644288" y="175036"/>
                </a:moveTo>
                <a:lnTo>
                  <a:pt x="649309" y="179122"/>
                </a:lnTo>
                <a:lnTo>
                  <a:pt x="650603" y="181441"/>
                </a:lnTo>
                <a:lnTo>
                  <a:pt x="650652" y="183040"/>
                </a:lnTo>
                <a:lnTo>
                  <a:pt x="649798" y="184001"/>
                </a:lnTo>
                <a:lnTo>
                  <a:pt x="646886" y="185662"/>
                </a:lnTo>
                <a:lnTo>
                  <a:pt x="640552" y="190384"/>
                </a:lnTo>
                <a:lnTo>
                  <a:pt x="638502" y="191618"/>
                </a:lnTo>
                <a:lnTo>
                  <a:pt x="637679" y="191566"/>
                </a:lnTo>
                <a:lnTo>
                  <a:pt x="636892" y="190450"/>
                </a:lnTo>
                <a:lnTo>
                  <a:pt x="636449" y="187250"/>
                </a:lnTo>
                <a:lnTo>
                  <a:pt x="637935" y="179032"/>
                </a:lnTo>
                <a:lnTo>
                  <a:pt x="638086" y="175892"/>
                </a:lnTo>
                <a:lnTo>
                  <a:pt x="639503" y="174186"/>
                </a:lnTo>
                <a:lnTo>
                  <a:pt x="641059" y="173467"/>
                </a:lnTo>
                <a:lnTo>
                  <a:pt x="642641" y="173753"/>
                </a:lnTo>
                <a:lnTo>
                  <a:pt x="644288" y="175036"/>
                </a:lnTo>
                <a:close/>
                <a:moveTo>
                  <a:pt x="673698" y="174554"/>
                </a:moveTo>
                <a:lnTo>
                  <a:pt x="674484" y="178158"/>
                </a:lnTo>
                <a:lnTo>
                  <a:pt x="675172" y="189141"/>
                </a:lnTo>
                <a:lnTo>
                  <a:pt x="674894" y="190935"/>
                </a:lnTo>
                <a:lnTo>
                  <a:pt x="673215" y="191608"/>
                </a:lnTo>
                <a:lnTo>
                  <a:pt x="671332" y="190683"/>
                </a:lnTo>
                <a:lnTo>
                  <a:pt x="666150" y="186140"/>
                </a:lnTo>
                <a:lnTo>
                  <a:pt x="663285" y="184336"/>
                </a:lnTo>
                <a:lnTo>
                  <a:pt x="662633" y="182370"/>
                </a:lnTo>
                <a:lnTo>
                  <a:pt x="663454" y="180346"/>
                </a:lnTo>
                <a:lnTo>
                  <a:pt x="668680" y="175912"/>
                </a:lnTo>
                <a:lnTo>
                  <a:pt x="672204" y="173879"/>
                </a:lnTo>
                <a:lnTo>
                  <a:pt x="673698" y="174554"/>
                </a:lnTo>
                <a:close/>
                <a:moveTo>
                  <a:pt x="322120" y="11300"/>
                </a:moveTo>
                <a:lnTo>
                  <a:pt x="320780" y="12225"/>
                </a:lnTo>
                <a:lnTo>
                  <a:pt x="319992" y="13963"/>
                </a:lnTo>
                <a:lnTo>
                  <a:pt x="318620" y="23022"/>
                </a:lnTo>
                <a:lnTo>
                  <a:pt x="316436" y="32985"/>
                </a:lnTo>
                <a:lnTo>
                  <a:pt x="315068" y="43607"/>
                </a:lnTo>
                <a:lnTo>
                  <a:pt x="313347" y="50860"/>
                </a:lnTo>
                <a:lnTo>
                  <a:pt x="311483" y="62283"/>
                </a:lnTo>
                <a:lnTo>
                  <a:pt x="310598" y="64264"/>
                </a:lnTo>
                <a:lnTo>
                  <a:pt x="308317" y="66874"/>
                </a:lnTo>
                <a:lnTo>
                  <a:pt x="306271" y="68255"/>
                </a:lnTo>
                <a:lnTo>
                  <a:pt x="301261" y="70284"/>
                </a:lnTo>
                <a:lnTo>
                  <a:pt x="296974" y="72754"/>
                </a:lnTo>
                <a:lnTo>
                  <a:pt x="284517" y="77829"/>
                </a:lnTo>
                <a:lnTo>
                  <a:pt x="282525" y="79286"/>
                </a:lnTo>
                <a:lnTo>
                  <a:pt x="281113" y="81568"/>
                </a:lnTo>
                <a:lnTo>
                  <a:pt x="281517" y="82775"/>
                </a:lnTo>
                <a:lnTo>
                  <a:pt x="284348" y="83547"/>
                </a:lnTo>
                <a:lnTo>
                  <a:pt x="308021" y="84971"/>
                </a:lnTo>
                <a:lnTo>
                  <a:pt x="310546" y="85972"/>
                </a:lnTo>
                <a:lnTo>
                  <a:pt x="311416" y="86804"/>
                </a:lnTo>
                <a:lnTo>
                  <a:pt x="311408" y="87737"/>
                </a:lnTo>
                <a:lnTo>
                  <a:pt x="308941" y="90414"/>
                </a:lnTo>
                <a:lnTo>
                  <a:pt x="306122" y="92083"/>
                </a:lnTo>
                <a:lnTo>
                  <a:pt x="297940" y="95488"/>
                </a:lnTo>
                <a:lnTo>
                  <a:pt x="291956" y="97345"/>
                </a:lnTo>
                <a:lnTo>
                  <a:pt x="286921" y="99549"/>
                </a:lnTo>
                <a:lnTo>
                  <a:pt x="270719" y="105274"/>
                </a:lnTo>
                <a:lnTo>
                  <a:pt x="267086" y="107243"/>
                </a:lnTo>
                <a:lnTo>
                  <a:pt x="266058" y="108122"/>
                </a:lnTo>
                <a:lnTo>
                  <a:pt x="265544" y="109687"/>
                </a:lnTo>
                <a:lnTo>
                  <a:pt x="266835" y="110697"/>
                </a:lnTo>
                <a:lnTo>
                  <a:pt x="270235" y="110983"/>
                </a:lnTo>
                <a:lnTo>
                  <a:pt x="304576" y="111441"/>
                </a:lnTo>
                <a:lnTo>
                  <a:pt x="307975" y="112157"/>
                </a:lnTo>
                <a:lnTo>
                  <a:pt x="309198" y="113032"/>
                </a:lnTo>
                <a:lnTo>
                  <a:pt x="309700" y="114260"/>
                </a:lnTo>
                <a:lnTo>
                  <a:pt x="309983" y="121248"/>
                </a:lnTo>
                <a:lnTo>
                  <a:pt x="309108" y="128918"/>
                </a:lnTo>
                <a:lnTo>
                  <a:pt x="307525" y="155496"/>
                </a:lnTo>
                <a:lnTo>
                  <a:pt x="305583" y="160665"/>
                </a:lnTo>
                <a:lnTo>
                  <a:pt x="303681" y="178137"/>
                </a:lnTo>
                <a:lnTo>
                  <a:pt x="301282" y="187090"/>
                </a:lnTo>
                <a:lnTo>
                  <a:pt x="299766" y="201512"/>
                </a:lnTo>
                <a:lnTo>
                  <a:pt x="297548" y="210642"/>
                </a:lnTo>
                <a:lnTo>
                  <a:pt x="295855" y="224986"/>
                </a:lnTo>
                <a:lnTo>
                  <a:pt x="293643" y="235146"/>
                </a:lnTo>
                <a:lnTo>
                  <a:pt x="291240" y="254038"/>
                </a:lnTo>
                <a:lnTo>
                  <a:pt x="289911" y="259107"/>
                </a:lnTo>
                <a:lnTo>
                  <a:pt x="289881" y="261497"/>
                </a:lnTo>
                <a:lnTo>
                  <a:pt x="290395" y="262834"/>
                </a:lnTo>
                <a:lnTo>
                  <a:pt x="292120" y="263446"/>
                </a:lnTo>
                <a:lnTo>
                  <a:pt x="295397" y="262325"/>
                </a:lnTo>
                <a:lnTo>
                  <a:pt x="314938" y="248753"/>
                </a:lnTo>
                <a:lnTo>
                  <a:pt x="321329" y="243812"/>
                </a:lnTo>
                <a:lnTo>
                  <a:pt x="323144" y="243042"/>
                </a:lnTo>
                <a:lnTo>
                  <a:pt x="324901" y="242883"/>
                </a:lnTo>
                <a:lnTo>
                  <a:pt x="327402" y="243800"/>
                </a:lnTo>
                <a:lnTo>
                  <a:pt x="341652" y="254710"/>
                </a:lnTo>
                <a:lnTo>
                  <a:pt x="351859" y="261941"/>
                </a:lnTo>
                <a:lnTo>
                  <a:pt x="354393" y="263244"/>
                </a:lnTo>
                <a:lnTo>
                  <a:pt x="356289" y="263454"/>
                </a:lnTo>
                <a:lnTo>
                  <a:pt x="357171" y="262979"/>
                </a:lnTo>
                <a:lnTo>
                  <a:pt x="357583" y="261991"/>
                </a:lnTo>
                <a:lnTo>
                  <a:pt x="357591" y="257737"/>
                </a:lnTo>
                <a:lnTo>
                  <a:pt x="355267" y="243564"/>
                </a:lnTo>
                <a:lnTo>
                  <a:pt x="353733" y="230515"/>
                </a:lnTo>
                <a:lnTo>
                  <a:pt x="351641" y="220470"/>
                </a:lnTo>
                <a:lnTo>
                  <a:pt x="349730" y="204646"/>
                </a:lnTo>
                <a:lnTo>
                  <a:pt x="347255" y="193136"/>
                </a:lnTo>
                <a:lnTo>
                  <a:pt x="345853" y="181117"/>
                </a:lnTo>
                <a:lnTo>
                  <a:pt x="343316" y="166576"/>
                </a:lnTo>
                <a:lnTo>
                  <a:pt x="341755" y="152785"/>
                </a:lnTo>
                <a:lnTo>
                  <a:pt x="341049" y="149933"/>
                </a:lnTo>
                <a:lnTo>
                  <a:pt x="339452" y="146836"/>
                </a:lnTo>
                <a:lnTo>
                  <a:pt x="339079" y="144534"/>
                </a:lnTo>
                <a:lnTo>
                  <a:pt x="338609" y="113900"/>
                </a:lnTo>
                <a:lnTo>
                  <a:pt x="340872" y="112088"/>
                </a:lnTo>
                <a:lnTo>
                  <a:pt x="344672" y="111459"/>
                </a:lnTo>
                <a:lnTo>
                  <a:pt x="381147" y="111733"/>
                </a:lnTo>
                <a:lnTo>
                  <a:pt x="382550" y="111210"/>
                </a:lnTo>
                <a:lnTo>
                  <a:pt x="383575" y="109350"/>
                </a:lnTo>
                <a:lnTo>
                  <a:pt x="381646" y="107861"/>
                </a:lnTo>
                <a:lnTo>
                  <a:pt x="376374" y="105301"/>
                </a:lnTo>
                <a:lnTo>
                  <a:pt x="365203" y="100693"/>
                </a:lnTo>
                <a:lnTo>
                  <a:pt x="350012" y="95259"/>
                </a:lnTo>
                <a:lnTo>
                  <a:pt x="341612" y="91704"/>
                </a:lnTo>
                <a:lnTo>
                  <a:pt x="339809" y="90147"/>
                </a:lnTo>
                <a:lnTo>
                  <a:pt x="339563" y="87207"/>
                </a:lnTo>
                <a:lnTo>
                  <a:pt x="340109" y="86261"/>
                </a:lnTo>
                <a:lnTo>
                  <a:pt x="341282" y="85692"/>
                </a:lnTo>
                <a:lnTo>
                  <a:pt x="350276" y="85272"/>
                </a:lnTo>
                <a:lnTo>
                  <a:pt x="365415" y="86542"/>
                </a:lnTo>
                <a:lnTo>
                  <a:pt x="367345" y="85695"/>
                </a:lnTo>
                <a:lnTo>
                  <a:pt x="368195" y="84573"/>
                </a:lnTo>
                <a:lnTo>
                  <a:pt x="368348" y="83534"/>
                </a:lnTo>
                <a:lnTo>
                  <a:pt x="366417" y="81438"/>
                </a:lnTo>
                <a:lnTo>
                  <a:pt x="358329" y="77083"/>
                </a:lnTo>
                <a:lnTo>
                  <a:pt x="346833" y="69830"/>
                </a:lnTo>
                <a:lnTo>
                  <a:pt x="342749" y="67801"/>
                </a:lnTo>
                <a:lnTo>
                  <a:pt x="339047" y="64456"/>
                </a:lnTo>
                <a:lnTo>
                  <a:pt x="338570" y="63384"/>
                </a:lnTo>
                <a:lnTo>
                  <a:pt x="338187" y="58978"/>
                </a:lnTo>
                <a:lnTo>
                  <a:pt x="336380" y="51508"/>
                </a:lnTo>
                <a:lnTo>
                  <a:pt x="334256" y="38217"/>
                </a:lnTo>
                <a:lnTo>
                  <a:pt x="331973" y="28236"/>
                </a:lnTo>
                <a:lnTo>
                  <a:pt x="329750" y="15314"/>
                </a:lnTo>
                <a:lnTo>
                  <a:pt x="328482" y="12571"/>
                </a:lnTo>
                <a:lnTo>
                  <a:pt x="326321" y="10887"/>
                </a:lnTo>
                <a:lnTo>
                  <a:pt x="324354" y="10496"/>
                </a:lnTo>
                <a:lnTo>
                  <a:pt x="322120" y="11300"/>
                </a:lnTo>
                <a:close/>
                <a:moveTo>
                  <a:pt x="326363" y="34250"/>
                </a:moveTo>
                <a:lnTo>
                  <a:pt x="326809" y="35608"/>
                </a:lnTo>
                <a:lnTo>
                  <a:pt x="326519" y="37319"/>
                </a:lnTo>
                <a:lnTo>
                  <a:pt x="324964" y="37674"/>
                </a:lnTo>
                <a:lnTo>
                  <a:pt x="323423" y="37340"/>
                </a:lnTo>
                <a:lnTo>
                  <a:pt x="323131" y="35792"/>
                </a:lnTo>
                <a:lnTo>
                  <a:pt x="323818" y="34289"/>
                </a:lnTo>
                <a:lnTo>
                  <a:pt x="325088" y="33650"/>
                </a:lnTo>
                <a:lnTo>
                  <a:pt x="326363" y="34250"/>
                </a:lnTo>
                <a:close/>
                <a:moveTo>
                  <a:pt x="326989" y="46931"/>
                </a:moveTo>
                <a:lnTo>
                  <a:pt x="327839" y="49203"/>
                </a:lnTo>
                <a:lnTo>
                  <a:pt x="327568" y="52090"/>
                </a:lnTo>
                <a:lnTo>
                  <a:pt x="325416" y="52861"/>
                </a:lnTo>
                <a:lnTo>
                  <a:pt x="322650" y="52475"/>
                </a:lnTo>
                <a:lnTo>
                  <a:pt x="321577" y="50232"/>
                </a:lnTo>
                <a:lnTo>
                  <a:pt x="321725" y="48031"/>
                </a:lnTo>
                <a:lnTo>
                  <a:pt x="322282" y="46872"/>
                </a:lnTo>
                <a:lnTo>
                  <a:pt x="324382" y="46129"/>
                </a:lnTo>
                <a:lnTo>
                  <a:pt x="326989" y="46931"/>
                </a:lnTo>
                <a:close/>
                <a:moveTo>
                  <a:pt x="319179" y="55031"/>
                </a:moveTo>
                <a:lnTo>
                  <a:pt x="319534" y="56234"/>
                </a:lnTo>
                <a:lnTo>
                  <a:pt x="319050" y="57416"/>
                </a:lnTo>
                <a:lnTo>
                  <a:pt x="318010" y="58061"/>
                </a:lnTo>
                <a:lnTo>
                  <a:pt x="316858" y="57775"/>
                </a:lnTo>
                <a:lnTo>
                  <a:pt x="316369" y="55951"/>
                </a:lnTo>
                <a:lnTo>
                  <a:pt x="316915" y="54694"/>
                </a:lnTo>
                <a:lnTo>
                  <a:pt x="317997" y="54312"/>
                </a:lnTo>
                <a:lnTo>
                  <a:pt x="319179" y="55031"/>
                </a:lnTo>
                <a:close/>
                <a:moveTo>
                  <a:pt x="332871" y="55899"/>
                </a:moveTo>
                <a:lnTo>
                  <a:pt x="333788" y="56574"/>
                </a:lnTo>
                <a:lnTo>
                  <a:pt x="332335" y="56965"/>
                </a:lnTo>
                <a:lnTo>
                  <a:pt x="330954" y="56568"/>
                </a:lnTo>
                <a:lnTo>
                  <a:pt x="330268" y="55754"/>
                </a:lnTo>
                <a:lnTo>
                  <a:pt x="331190" y="55302"/>
                </a:lnTo>
                <a:lnTo>
                  <a:pt x="332871" y="55899"/>
                </a:lnTo>
                <a:close/>
                <a:moveTo>
                  <a:pt x="327375" y="61781"/>
                </a:moveTo>
                <a:lnTo>
                  <a:pt x="328116" y="63685"/>
                </a:lnTo>
                <a:lnTo>
                  <a:pt x="327301" y="64666"/>
                </a:lnTo>
                <a:lnTo>
                  <a:pt x="325674" y="65483"/>
                </a:lnTo>
                <a:lnTo>
                  <a:pt x="324436" y="65503"/>
                </a:lnTo>
                <a:lnTo>
                  <a:pt x="322587" y="64839"/>
                </a:lnTo>
                <a:lnTo>
                  <a:pt x="321204" y="63131"/>
                </a:lnTo>
                <a:lnTo>
                  <a:pt x="321535" y="61893"/>
                </a:lnTo>
                <a:lnTo>
                  <a:pt x="323458" y="60828"/>
                </a:lnTo>
                <a:lnTo>
                  <a:pt x="325979" y="60935"/>
                </a:lnTo>
                <a:lnTo>
                  <a:pt x="327375" y="61781"/>
                </a:lnTo>
                <a:close/>
                <a:moveTo>
                  <a:pt x="334029" y="71279"/>
                </a:moveTo>
                <a:lnTo>
                  <a:pt x="334614" y="73168"/>
                </a:lnTo>
                <a:lnTo>
                  <a:pt x="334246" y="75354"/>
                </a:lnTo>
                <a:lnTo>
                  <a:pt x="333363" y="76090"/>
                </a:lnTo>
                <a:lnTo>
                  <a:pt x="332166" y="75930"/>
                </a:lnTo>
                <a:lnTo>
                  <a:pt x="330945" y="74757"/>
                </a:lnTo>
                <a:lnTo>
                  <a:pt x="330971" y="72646"/>
                </a:lnTo>
                <a:lnTo>
                  <a:pt x="332333" y="71004"/>
                </a:lnTo>
                <a:lnTo>
                  <a:pt x="333206" y="70851"/>
                </a:lnTo>
                <a:lnTo>
                  <a:pt x="334029" y="71279"/>
                </a:lnTo>
                <a:close/>
                <a:moveTo>
                  <a:pt x="318407" y="72774"/>
                </a:moveTo>
                <a:lnTo>
                  <a:pt x="318565" y="74355"/>
                </a:lnTo>
                <a:lnTo>
                  <a:pt x="317277" y="75329"/>
                </a:lnTo>
                <a:lnTo>
                  <a:pt x="314708" y="74877"/>
                </a:lnTo>
                <a:lnTo>
                  <a:pt x="313113" y="73765"/>
                </a:lnTo>
                <a:lnTo>
                  <a:pt x="314031" y="71866"/>
                </a:lnTo>
                <a:lnTo>
                  <a:pt x="315620" y="71166"/>
                </a:lnTo>
                <a:lnTo>
                  <a:pt x="317297" y="71492"/>
                </a:lnTo>
                <a:lnTo>
                  <a:pt x="318407" y="72774"/>
                </a:lnTo>
                <a:close/>
                <a:moveTo>
                  <a:pt x="343864" y="73738"/>
                </a:moveTo>
                <a:lnTo>
                  <a:pt x="350210" y="77862"/>
                </a:lnTo>
                <a:lnTo>
                  <a:pt x="350962" y="78791"/>
                </a:lnTo>
                <a:lnTo>
                  <a:pt x="350736" y="79735"/>
                </a:lnTo>
                <a:lnTo>
                  <a:pt x="349367" y="80446"/>
                </a:lnTo>
                <a:lnTo>
                  <a:pt x="345786" y="80764"/>
                </a:lnTo>
                <a:lnTo>
                  <a:pt x="342279" y="80518"/>
                </a:lnTo>
                <a:lnTo>
                  <a:pt x="340085" y="79716"/>
                </a:lnTo>
                <a:lnTo>
                  <a:pt x="339317" y="78736"/>
                </a:lnTo>
                <a:lnTo>
                  <a:pt x="338983" y="77303"/>
                </a:lnTo>
                <a:lnTo>
                  <a:pt x="339380" y="73754"/>
                </a:lnTo>
                <a:lnTo>
                  <a:pt x="340696" y="72699"/>
                </a:lnTo>
                <a:lnTo>
                  <a:pt x="343864" y="73738"/>
                </a:lnTo>
                <a:close/>
                <a:moveTo>
                  <a:pt x="309584" y="73690"/>
                </a:moveTo>
                <a:lnTo>
                  <a:pt x="311072" y="74353"/>
                </a:lnTo>
                <a:lnTo>
                  <a:pt x="311285" y="75196"/>
                </a:lnTo>
                <a:lnTo>
                  <a:pt x="309584" y="76775"/>
                </a:lnTo>
                <a:lnTo>
                  <a:pt x="307370" y="77889"/>
                </a:lnTo>
                <a:lnTo>
                  <a:pt x="305269" y="78351"/>
                </a:lnTo>
                <a:lnTo>
                  <a:pt x="303499" y="78178"/>
                </a:lnTo>
                <a:lnTo>
                  <a:pt x="301940" y="76770"/>
                </a:lnTo>
                <a:lnTo>
                  <a:pt x="301927" y="75296"/>
                </a:lnTo>
                <a:lnTo>
                  <a:pt x="303360" y="73745"/>
                </a:lnTo>
                <a:lnTo>
                  <a:pt x="306079" y="73163"/>
                </a:lnTo>
                <a:lnTo>
                  <a:pt x="309584" y="73690"/>
                </a:lnTo>
                <a:close/>
                <a:moveTo>
                  <a:pt x="334029" y="88395"/>
                </a:moveTo>
                <a:lnTo>
                  <a:pt x="333212" y="90233"/>
                </a:lnTo>
                <a:lnTo>
                  <a:pt x="332244" y="90490"/>
                </a:lnTo>
                <a:lnTo>
                  <a:pt x="331680" y="90010"/>
                </a:lnTo>
                <a:lnTo>
                  <a:pt x="331450" y="88343"/>
                </a:lnTo>
                <a:lnTo>
                  <a:pt x="332529" y="86792"/>
                </a:lnTo>
                <a:lnTo>
                  <a:pt x="333893" y="86795"/>
                </a:lnTo>
                <a:lnTo>
                  <a:pt x="334029" y="88395"/>
                </a:lnTo>
                <a:close/>
                <a:moveTo>
                  <a:pt x="317636" y="88732"/>
                </a:moveTo>
                <a:lnTo>
                  <a:pt x="317577" y="89780"/>
                </a:lnTo>
                <a:lnTo>
                  <a:pt x="317011" y="90243"/>
                </a:lnTo>
                <a:lnTo>
                  <a:pt x="315804" y="89745"/>
                </a:lnTo>
                <a:lnTo>
                  <a:pt x="315158" y="88780"/>
                </a:lnTo>
                <a:lnTo>
                  <a:pt x="315650" y="87976"/>
                </a:lnTo>
                <a:lnTo>
                  <a:pt x="316455" y="87695"/>
                </a:lnTo>
                <a:lnTo>
                  <a:pt x="317208" y="87965"/>
                </a:lnTo>
                <a:lnTo>
                  <a:pt x="317636" y="88732"/>
                </a:lnTo>
                <a:close/>
                <a:moveTo>
                  <a:pt x="326411" y="96977"/>
                </a:moveTo>
                <a:lnTo>
                  <a:pt x="326773" y="98220"/>
                </a:lnTo>
                <a:lnTo>
                  <a:pt x="325857" y="99028"/>
                </a:lnTo>
                <a:lnTo>
                  <a:pt x="323165" y="98942"/>
                </a:lnTo>
                <a:lnTo>
                  <a:pt x="322103" y="98127"/>
                </a:lnTo>
                <a:lnTo>
                  <a:pt x="322421" y="97104"/>
                </a:lnTo>
                <a:lnTo>
                  <a:pt x="323843" y="96405"/>
                </a:lnTo>
                <a:lnTo>
                  <a:pt x="325552" y="96448"/>
                </a:lnTo>
                <a:lnTo>
                  <a:pt x="326411" y="96977"/>
                </a:lnTo>
                <a:close/>
                <a:moveTo>
                  <a:pt x="310066" y="98182"/>
                </a:moveTo>
                <a:lnTo>
                  <a:pt x="310973" y="99816"/>
                </a:lnTo>
                <a:lnTo>
                  <a:pt x="311145" y="101137"/>
                </a:lnTo>
                <a:lnTo>
                  <a:pt x="310006" y="102558"/>
                </a:lnTo>
                <a:lnTo>
                  <a:pt x="305625" y="103394"/>
                </a:lnTo>
                <a:lnTo>
                  <a:pt x="303913" y="102811"/>
                </a:lnTo>
                <a:lnTo>
                  <a:pt x="303196" y="101987"/>
                </a:lnTo>
                <a:lnTo>
                  <a:pt x="302910" y="98733"/>
                </a:lnTo>
                <a:lnTo>
                  <a:pt x="304067" y="97139"/>
                </a:lnTo>
                <a:lnTo>
                  <a:pt x="308209" y="96984"/>
                </a:lnTo>
                <a:lnTo>
                  <a:pt x="310066" y="98182"/>
                </a:lnTo>
                <a:close/>
                <a:moveTo>
                  <a:pt x="345262" y="98616"/>
                </a:moveTo>
                <a:lnTo>
                  <a:pt x="346666" y="100980"/>
                </a:lnTo>
                <a:lnTo>
                  <a:pt x="346143" y="102853"/>
                </a:lnTo>
                <a:lnTo>
                  <a:pt x="344536" y="103632"/>
                </a:lnTo>
                <a:lnTo>
                  <a:pt x="342514" y="103942"/>
                </a:lnTo>
                <a:lnTo>
                  <a:pt x="339525" y="103390"/>
                </a:lnTo>
                <a:lnTo>
                  <a:pt x="338952" y="100690"/>
                </a:lnTo>
                <a:lnTo>
                  <a:pt x="339718" y="97990"/>
                </a:lnTo>
                <a:lnTo>
                  <a:pt x="340619" y="97402"/>
                </a:lnTo>
                <a:lnTo>
                  <a:pt x="342346" y="97218"/>
                </a:lnTo>
                <a:lnTo>
                  <a:pt x="345262" y="98616"/>
                </a:lnTo>
                <a:close/>
                <a:moveTo>
                  <a:pt x="334559" y="100786"/>
                </a:moveTo>
                <a:lnTo>
                  <a:pt x="335017" y="102384"/>
                </a:lnTo>
                <a:lnTo>
                  <a:pt x="334597" y="103839"/>
                </a:lnTo>
                <a:lnTo>
                  <a:pt x="333311" y="104499"/>
                </a:lnTo>
                <a:lnTo>
                  <a:pt x="331882" y="104117"/>
                </a:lnTo>
                <a:lnTo>
                  <a:pt x="331060" y="102538"/>
                </a:lnTo>
                <a:lnTo>
                  <a:pt x="331549" y="100783"/>
                </a:lnTo>
                <a:lnTo>
                  <a:pt x="332966" y="100011"/>
                </a:lnTo>
                <a:lnTo>
                  <a:pt x="334559" y="100786"/>
                </a:lnTo>
                <a:close/>
                <a:moveTo>
                  <a:pt x="317250" y="102281"/>
                </a:moveTo>
                <a:lnTo>
                  <a:pt x="316641" y="102994"/>
                </a:lnTo>
                <a:lnTo>
                  <a:pt x="315828" y="102648"/>
                </a:lnTo>
                <a:lnTo>
                  <a:pt x="316614" y="101577"/>
                </a:lnTo>
                <a:lnTo>
                  <a:pt x="317250" y="102281"/>
                </a:lnTo>
                <a:close/>
                <a:moveTo>
                  <a:pt x="361993" y="104499"/>
                </a:moveTo>
                <a:lnTo>
                  <a:pt x="363517" y="105392"/>
                </a:lnTo>
                <a:lnTo>
                  <a:pt x="363771" y="106053"/>
                </a:lnTo>
                <a:lnTo>
                  <a:pt x="363417" y="106704"/>
                </a:lnTo>
                <a:lnTo>
                  <a:pt x="361074" y="107658"/>
                </a:lnTo>
                <a:lnTo>
                  <a:pt x="359880" y="107418"/>
                </a:lnTo>
                <a:lnTo>
                  <a:pt x="359040" y="106722"/>
                </a:lnTo>
                <a:lnTo>
                  <a:pt x="358808" y="105328"/>
                </a:lnTo>
                <a:lnTo>
                  <a:pt x="359582" y="104499"/>
                </a:lnTo>
                <a:lnTo>
                  <a:pt x="360450" y="103968"/>
                </a:lnTo>
                <a:lnTo>
                  <a:pt x="361993" y="104499"/>
                </a:lnTo>
                <a:close/>
                <a:moveTo>
                  <a:pt x="334704" y="113949"/>
                </a:moveTo>
                <a:lnTo>
                  <a:pt x="335519" y="115800"/>
                </a:lnTo>
                <a:lnTo>
                  <a:pt x="335050" y="118602"/>
                </a:lnTo>
                <a:lnTo>
                  <a:pt x="333252" y="119779"/>
                </a:lnTo>
                <a:lnTo>
                  <a:pt x="331143" y="119529"/>
                </a:lnTo>
                <a:lnTo>
                  <a:pt x="330284" y="117576"/>
                </a:lnTo>
                <a:lnTo>
                  <a:pt x="330974" y="114835"/>
                </a:lnTo>
                <a:lnTo>
                  <a:pt x="332956" y="113189"/>
                </a:lnTo>
                <a:lnTo>
                  <a:pt x="334704" y="113949"/>
                </a:lnTo>
                <a:close/>
                <a:moveTo>
                  <a:pt x="318696" y="115588"/>
                </a:moveTo>
                <a:lnTo>
                  <a:pt x="319110" y="117536"/>
                </a:lnTo>
                <a:lnTo>
                  <a:pt x="318148" y="118674"/>
                </a:lnTo>
                <a:lnTo>
                  <a:pt x="316913" y="118840"/>
                </a:lnTo>
                <a:lnTo>
                  <a:pt x="315321" y="118432"/>
                </a:lnTo>
                <a:lnTo>
                  <a:pt x="313664" y="117028"/>
                </a:lnTo>
                <a:lnTo>
                  <a:pt x="314029" y="115752"/>
                </a:lnTo>
                <a:lnTo>
                  <a:pt x="315826" y="114706"/>
                </a:lnTo>
                <a:lnTo>
                  <a:pt x="317744" y="114776"/>
                </a:lnTo>
                <a:lnTo>
                  <a:pt x="318696" y="115588"/>
                </a:lnTo>
                <a:close/>
                <a:moveTo>
                  <a:pt x="328773" y="121566"/>
                </a:moveTo>
                <a:lnTo>
                  <a:pt x="330545" y="124147"/>
                </a:lnTo>
                <a:lnTo>
                  <a:pt x="330750" y="125460"/>
                </a:lnTo>
                <a:lnTo>
                  <a:pt x="330168" y="126507"/>
                </a:lnTo>
                <a:lnTo>
                  <a:pt x="328794" y="127339"/>
                </a:lnTo>
                <a:lnTo>
                  <a:pt x="326088" y="128130"/>
                </a:lnTo>
                <a:lnTo>
                  <a:pt x="323995" y="128219"/>
                </a:lnTo>
                <a:lnTo>
                  <a:pt x="319752" y="127463"/>
                </a:lnTo>
                <a:lnTo>
                  <a:pt x="318100" y="126532"/>
                </a:lnTo>
                <a:lnTo>
                  <a:pt x="317892" y="125564"/>
                </a:lnTo>
                <a:lnTo>
                  <a:pt x="318696" y="123254"/>
                </a:lnTo>
                <a:lnTo>
                  <a:pt x="319850" y="121194"/>
                </a:lnTo>
                <a:lnTo>
                  <a:pt x="321154" y="120213"/>
                </a:lnTo>
                <a:lnTo>
                  <a:pt x="327279" y="119879"/>
                </a:lnTo>
                <a:lnTo>
                  <a:pt x="328773" y="121566"/>
                </a:lnTo>
                <a:close/>
                <a:moveTo>
                  <a:pt x="334655" y="128943"/>
                </a:moveTo>
                <a:lnTo>
                  <a:pt x="335704" y="131185"/>
                </a:lnTo>
                <a:lnTo>
                  <a:pt x="335089" y="133572"/>
                </a:lnTo>
                <a:lnTo>
                  <a:pt x="333135" y="134333"/>
                </a:lnTo>
                <a:lnTo>
                  <a:pt x="331189" y="133927"/>
                </a:lnTo>
                <a:lnTo>
                  <a:pt x="330497" y="132170"/>
                </a:lnTo>
                <a:lnTo>
                  <a:pt x="331832" y="128979"/>
                </a:lnTo>
                <a:lnTo>
                  <a:pt x="333058" y="128146"/>
                </a:lnTo>
                <a:lnTo>
                  <a:pt x="334655" y="128943"/>
                </a:lnTo>
                <a:close/>
                <a:moveTo>
                  <a:pt x="316527" y="129522"/>
                </a:moveTo>
                <a:lnTo>
                  <a:pt x="318256" y="131251"/>
                </a:lnTo>
                <a:lnTo>
                  <a:pt x="318432" y="132552"/>
                </a:lnTo>
                <a:lnTo>
                  <a:pt x="318070" y="133234"/>
                </a:lnTo>
                <a:lnTo>
                  <a:pt x="315231" y="133939"/>
                </a:lnTo>
                <a:lnTo>
                  <a:pt x="312573" y="133090"/>
                </a:lnTo>
                <a:lnTo>
                  <a:pt x="312001" y="131511"/>
                </a:lnTo>
                <a:lnTo>
                  <a:pt x="313220" y="129714"/>
                </a:lnTo>
                <a:lnTo>
                  <a:pt x="314429" y="129112"/>
                </a:lnTo>
                <a:lnTo>
                  <a:pt x="316527" y="129522"/>
                </a:lnTo>
                <a:close/>
                <a:moveTo>
                  <a:pt x="316768" y="142781"/>
                </a:moveTo>
                <a:lnTo>
                  <a:pt x="318136" y="144144"/>
                </a:lnTo>
                <a:lnTo>
                  <a:pt x="317626" y="145655"/>
                </a:lnTo>
                <a:lnTo>
                  <a:pt x="315160" y="147094"/>
                </a:lnTo>
                <a:lnTo>
                  <a:pt x="313940" y="147228"/>
                </a:lnTo>
                <a:lnTo>
                  <a:pt x="313037" y="146817"/>
                </a:lnTo>
                <a:lnTo>
                  <a:pt x="312333" y="145211"/>
                </a:lnTo>
                <a:lnTo>
                  <a:pt x="312751" y="142769"/>
                </a:lnTo>
                <a:lnTo>
                  <a:pt x="314630" y="142093"/>
                </a:lnTo>
                <a:lnTo>
                  <a:pt x="316768" y="142781"/>
                </a:lnTo>
                <a:close/>
                <a:moveTo>
                  <a:pt x="335475" y="142829"/>
                </a:moveTo>
                <a:lnTo>
                  <a:pt x="336142" y="143496"/>
                </a:lnTo>
                <a:lnTo>
                  <a:pt x="336409" y="144631"/>
                </a:lnTo>
                <a:lnTo>
                  <a:pt x="334993" y="146397"/>
                </a:lnTo>
                <a:lnTo>
                  <a:pt x="333196" y="146792"/>
                </a:lnTo>
                <a:lnTo>
                  <a:pt x="331923" y="146125"/>
                </a:lnTo>
                <a:lnTo>
                  <a:pt x="331055" y="145072"/>
                </a:lnTo>
                <a:lnTo>
                  <a:pt x="330871" y="143461"/>
                </a:lnTo>
                <a:lnTo>
                  <a:pt x="331840" y="142298"/>
                </a:lnTo>
                <a:lnTo>
                  <a:pt x="333620" y="142115"/>
                </a:lnTo>
                <a:lnTo>
                  <a:pt x="335475" y="142829"/>
                </a:lnTo>
                <a:close/>
                <a:moveTo>
                  <a:pt x="328966" y="149579"/>
                </a:moveTo>
                <a:lnTo>
                  <a:pt x="331651" y="151573"/>
                </a:lnTo>
                <a:lnTo>
                  <a:pt x="331962" y="153658"/>
                </a:lnTo>
                <a:lnTo>
                  <a:pt x="330834" y="155233"/>
                </a:lnTo>
                <a:lnTo>
                  <a:pt x="328629" y="157052"/>
                </a:lnTo>
                <a:lnTo>
                  <a:pt x="325414" y="158447"/>
                </a:lnTo>
                <a:lnTo>
                  <a:pt x="322123" y="158159"/>
                </a:lnTo>
                <a:lnTo>
                  <a:pt x="320030" y="157064"/>
                </a:lnTo>
                <a:lnTo>
                  <a:pt x="317420" y="154412"/>
                </a:lnTo>
                <a:lnTo>
                  <a:pt x="316378" y="152502"/>
                </a:lnTo>
                <a:lnTo>
                  <a:pt x="316618" y="151547"/>
                </a:lnTo>
                <a:lnTo>
                  <a:pt x="317664" y="150633"/>
                </a:lnTo>
                <a:lnTo>
                  <a:pt x="322646" y="148242"/>
                </a:lnTo>
                <a:lnTo>
                  <a:pt x="325108" y="148051"/>
                </a:lnTo>
                <a:lnTo>
                  <a:pt x="328966" y="149579"/>
                </a:lnTo>
                <a:close/>
                <a:moveTo>
                  <a:pt x="316527" y="158257"/>
                </a:moveTo>
                <a:lnTo>
                  <a:pt x="318202" y="160837"/>
                </a:lnTo>
                <a:lnTo>
                  <a:pt x="318474" y="162713"/>
                </a:lnTo>
                <a:lnTo>
                  <a:pt x="318108" y="163879"/>
                </a:lnTo>
                <a:lnTo>
                  <a:pt x="311561" y="168093"/>
                </a:lnTo>
                <a:lnTo>
                  <a:pt x="309808" y="168428"/>
                </a:lnTo>
                <a:lnTo>
                  <a:pt x="308853" y="167072"/>
                </a:lnTo>
                <a:lnTo>
                  <a:pt x="308731" y="164646"/>
                </a:lnTo>
                <a:lnTo>
                  <a:pt x="310187" y="160364"/>
                </a:lnTo>
                <a:lnTo>
                  <a:pt x="311613" y="158587"/>
                </a:lnTo>
                <a:lnTo>
                  <a:pt x="313159" y="157657"/>
                </a:lnTo>
                <a:lnTo>
                  <a:pt x="314811" y="157545"/>
                </a:lnTo>
                <a:lnTo>
                  <a:pt x="316527" y="158257"/>
                </a:lnTo>
                <a:close/>
                <a:moveTo>
                  <a:pt x="337982" y="158209"/>
                </a:moveTo>
                <a:lnTo>
                  <a:pt x="338999" y="161910"/>
                </a:lnTo>
                <a:lnTo>
                  <a:pt x="339341" y="166034"/>
                </a:lnTo>
                <a:lnTo>
                  <a:pt x="338146" y="168055"/>
                </a:lnTo>
                <a:lnTo>
                  <a:pt x="336729" y="168523"/>
                </a:lnTo>
                <a:lnTo>
                  <a:pt x="331632" y="164646"/>
                </a:lnTo>
                <a:lnTo>
                  <a:pt x="331106" y="163874"/>
                </a:lnTo>
                <a:lnTo>
                  <a:pt x="330991" y="162387"/>
                </a:lnTo>
                <a:lnTo>
                  <a:pt x="331697" y="160235"/>
                </a:lnTo>
                <a:lnTo>
                  <a:pt x="333636" y="158310"/>
                </a:lnTo>
                <a:lnTo>
                  <a:pt x="336059" y="157499"/>
                </a:lnTo>
                <a:lnTo>
                  <a:pt x="337982" y="158209"/>
                </a:lnTo>
                <a:close/>
                <a:moveTo>
                  <a:pt x="328773" y="167322"/>
                </a:moveTo>
                <a:lnTo>
                  <a:pt x="333355" y="170124"/>
                </a:lnTo>
                <a:lnTo>
                  <a:pt x="334935" y="171591"/>
                </a:lnTo>
                <a:lnTo>
                  <a:pt x="335650" y="174132"/>
                </a:lnTo>
                <a:lnTo>
                  <a:pt x="334287" y="176429"/>
                </a:lnTo>
                <a:lnTo>
                  <a:pt x="328139" y="180373"/>
                </a:lnTo>
                <a:lnTo>
                  <a:pt x="325477" y="180918"/>
                </a:lnTo>
                <a:lnTo>
                  <a:pt x="322984" y="180161"/>
                </a:lnTo>
                <a:lnTo>
                  <a:pt x="316732" y="175627"/>
                </a:lnTo>
                <a:lnTo>
                  <a:pt x="316296" y="173926"/>
                </a:lnTo>
                <a:lnTo>
                  <a:pt x="316650" y="171519"/>
                </a:lnTo>
                <a:lnTo>
                  <a:pt x="321059" y="168045"/>
                </a:lnTo>
                <a:lnTo>
                  <a:pt x="322917" y="166901"/>
                </a:lnTo>
                <a:lnTo>
                  <a:pt x="325458" y="166110"/>
                </a:lnTo>
                <a:lnTo>
                  <a:pt x="327610" y="166453"/>
                </a:lnTo>
                <a:lnTo>
                  <a:pt x="328773" y="167322"/>
                </a:lnTo>
                <a:close/>
                <a:moveTo>
                  <a:pt x="312043" y="179134"/>
                </a:moveTo>
                <a:lnTo>
                  <a:pt x="316199" y="181919"/>
                </a:lnTo>
                <a:lnTo>
                  <a:pt x="317607" y="183319"/>
                </a:lnTo>
                <a:lnTo>
                  <a:pt x="318160" y="184842"/>
                </a:lnTo>
                <a:lnTo>
                  <a:pt x="317851" y="186358"/>
                </a:lnTo>
                <a:lnTo>
                  <a:pt x="316673" y="187741"/>
                </a:lnTo>
                <a:lnTo>
                  <a:pt x="310668" y="191802"/>
                </a:lnTo>
                <a:lnTo>
                  <a:pt x="307544" y="193159"/>
                </a:lnTo>
                <a:lnTo>
                  <a:pt x="305777" y="193322"/>
                </a:lnTo>
                <a:lnTo>
                  <a:pt x="305025" y="192456"/>
                </a:lnTo>
                <a:lnTo>
                  <a:pt x="304787" y="189738"/>
                </a:lnTo>
                <a:lnTo>
                  <a:pt x="305594" y="184135"/>
                </a:lnTo>
                <a:lnTo>
                  <a:pt x="306672" y="180726"/>
                </a:lnTo>
                <a:lnTo>
                  <a:pt x="307993" y="178652"/>
                </a:lnTo>
                <a:lnTo>
                  <a:pt x="309214" y="177894"/>
                </a:lnTo>
                <a:lnTo>
                  <a:pt x="310263" y="177895"/>
                </a:lnTo>
                <a:lnTo>
                  <a:pt x="312043" y="179134"/>
                </a:lnTo>
                <a:close/>
                <a:moveTo>
                  <a:pt x="342177" y="178797"/>
                </a:moveTo>
                <a:lnTo>
                  <a:pt x="342789" y="182664"/>
                </a:lnTo>
                <a:lnTo>
                  <a:pt x="343286" y="191670"/>
                </a:lnTo>
                <a:lnTo>
                  <a:pt x="340831" y="192620"/>
                </a:lnTo>
                <a:lnTo>
                  <a:pt x="332992" y="187303"/>
                </a:lnTo>
                <a:lnTo>
                  <a:pt x="332102" y="186136"/>
                </a:lnTo>
                <a:lnTo>
                  <a:pt x="331714" y="184052"/>
                </a:lnTo>
                <a:lnTo>
                  <a:pt x="332640" y="182154"/>
                </a:lnTo>
                <a:lnTo>
                  <a:pt x="336313" y="179508"/>
                </a:lnTo>
                <a:lnTo>
                  <a:pt x="340441" y="178242"/>
                </a:lnTo>
                <a:lnTo>
                  <a:pt x="342177" y="178797"/>
                </a:lnTo>
                <a:close/>
                <a:moveTo>
                  <a:pt x="328870" y="190609"/>
                </a:moveTo>
                <a:lnTo>
                  <a:pt x="337164" y="196565"/>
                </a:lnTo>
                <a:lnTo>
                  <a:pt x="338814" y="198462"/>
                </a:lnTo>
                <a:lnTo>
                  <a:pt x="338199" y="199877"/>
                </a:lnTo>
                <a:lnTo>
                  <a:pt x="331097" y="203707"/>
                </a:lnTo>
                <a:lnTo>
                  <a:pt x="325616" y="205897"/>
                </a:lnTo>
                <a:lnTo>
                  <a:pt x="323803" y="206108"/>
                </a:lnTo>
                <a:lnTo>
                  <a:pt x="316289" y="202887"/>
                </a:lnTo>
                <a:lnTo>
                  <a:pt x="312856" y="200612"/>
                </a:lnTo>
                <a:lnTo>
                  <a:pt x="311292" y="199022"/>
                </a:lnTo>
                <a:lnTo>
                  <a:pt x="311320" y="197793"/>
                </a:lnTo>
                <a:lnTo>
                  <a:pt x="312483" y="196617"/>
                </a:lnTo>
                <a:lnTo>
                  <a:pt x="322955" y="189054"/>
                </a:lnTo>
                <a:lnTo>
                  <a:pt x="325382" y="188789"/>
                </a:lnTo>
                <a:lnTo>
                  <a:pt x="328870" y="190609"/>
                </a:lnTo>
                <a:close/>
                <a:moveTo>
                  <a:pt x="309439" y="204206"/>
                </a:moveTo>
                <a:lnTo>
                  <a:pt x="314299" y="207872"/>
                </a:lnTo>
                <a:lnTo>
                  <a:pt x="315694" y="209607"/>
                </a:lnTo>
                <a:lnTo>
                  <a:pt x="315660" y="210430"/>
                </a:lnTo>
                <a:lnTo>
                  <a:pt x="314543" y="211304"/>
                </a:lnTo>
                <a:lnTo>
                  <a:pt x="310325" y="212969"/>
                </a:lnTo>
                <a:lnTo>
                  <a:pt x="306296" y="215171"/>
                </a:lnTo>
                <a:lnTo>
                  <a:pt x="304977" y="215264"/>
                </a:lnTo>
                <a:lnTo>
                  <a:pt x="303034" y="214510"/>
                </a:lnTo>
                <a:lnTo>
                  <a:pt x="302157" y="213378"/>
                </a:lnTo>
                <a:lnTo>
                  <a:pt x="302082" y="211470"/>
                </a:lnTo>
                <a:lnTo>
                  <a:pt x="303312" y="206805"/>
                </a:lnTo>
                <a:lnTo>
                  <a:pt x="304690" y="203661"/>
                </a:lnTo>
                <a:lnTo>
                  <a:pt x="306444" y="202979"/>
                </a:lnTo>
                <a:lnTo>
                  <a:pt x="309439" y="204206"/>
                </a:lnTo>
                <a:close/>
                <a:moveTo>
                  <a:pt x="344443" y="204399"/>
                </a:moveTo>
                <a:lnTo>
                  <a:pt x="345583" y="206447"/>
                </a:lnTo>
                <a:lnTo>
                  <a:pt x="346414" y="211028"/>
                </a:lnTo>
                <a:lnTo>
                  <a:pt x="346086" y="215348"/>
                </a:lnTo>
                <a:lnTo>
                  <a:pt x="345166" y="216934"/>
                </a:lnTo>
                <a:lnTo>
                  <a:pt x="343637" y="216938"/>
                </a:lnTo>
                <a:lnTo>
                  <a:pt x="340127" y="215553"/>
                </a:lnTo>
                <a:lnTo>
                  <a:pt x="331995" y="210406"/>
                </a:lnTo>
                <a:lnTo>
                  <a:pt x="331823" y="209696"/>
                </a:lnTo>
                <a:lnTo>
                  <a:pt x="332544" y="208383"/>
                </a:lnTo>
                <a:lnTo>
                  <a:pt x="337496" y="204518"/>
                </a:lnTo>
                <a:lnTo>
                  <a:pt x="339863" y="203561"/>
                </a:lnTo>
                <a:lnTo>
                  <a:pt x="341975" y="203327"/>
                </a:lnTo>
                <a:lnTo>
                  <a:pt x="344443" y="204399"/>
                </a:lnTo>
                <a:close/>
                <a:moveTo>
                  <a:pt x="329786" y="215584"/>
                </a:moveTo>
                <a:lnTo>
                  <a:pt x="338097" y="220321"/>
                </a:lnTo>
                <a:lnTo>
                  <a:pt x="339210" y="221322"/>
                </a:lnTo>
                <a:lnTo>
                  <a:pt x="339328" y="222461"/>
                </a:lnTo>
                <a:lnTo>
                  <a:pt x="338350" y="224317"/>
                </a:lnTo>
                <a:lnTo>
                  <a:pt x="336291" y="226394"/>
                </a:lnTo>
                <a:lnTo>
                  <a:pt x="325491" y="234133"/>
                </a:lnTo>
                <a:lnTo>
                  <a:pt x="323011" y="233790"/>
                </a:lnTo>
                <a:lnTo>
                  <a:pt x="320396" y="232373"/>
                </a:lnTo>
                <a:lnTo>
                  <a:pt x="310761" y="225058"/>
                </a:lnTo>
                <a:lnTo>
                  <a:pt x="307685" y="221775"/>
                </a:lnTo>
                <a:lnTo>
                  <a:pt x="308055" y="220529"/>
                </a:lnTo>
                <a:lnTo>
                  <a:pt x="310311" y="218823"/>
                </a:lnTo>
                <a:lnTo>
                  <a:pt x="320849" y="213208"/>
                </a:lnTo>
                <a:lnTo>
                  <a:pt x="322544" y="212894"/>
                </a:lnTo>
                <a:lnTo>
                  <a:pt x="324503" y="213170"/>
                </a:lnTo>
                <a:lnTo>
                  <a:pt x="329786" y="215584"/>
                </a:lnTo>
                <a:close/>
                <a:moveTo>
                  <a:pt x="304666" y="227011"/>
                </a:moveTo>
                <a:lnTo>
                  <a:pt x="315811" y="235386"/>
                </a:lnTo>
                <a:lnTo>
                  <a:pt x="317448" y="236972"/>
                </a:lnTo>
                <a:lnTo>
                  <a:pt x="317554" y="238028"/>
                </a:lnTo>
                <a:lnTo>
                  <a:pt x="316453" y="240187"/>
                </a:lnTo>
                <a:lnTo>
                  <a:pt x="314855" y="241752"/>
                </a:lnTo>
                <a:lnTo>
                  <a:pt x="303478" y="250271"/>
                </a:lnTo>
                <a:lnTo>
                  <a:pt x="300004" y="252304"/>
                </a:lnTo>
                <a:lnTo>
                  <a:pt x="298617" y="252623"/>
                </a:lnTo>
                <a:lnTo>
                  <a:pt x="297436" y="251276"/>
                </a:lnTo>
                <a:lnTo>
                  <a:pt x="297247" y="248782"/>
                </a:lnTo>
                <a:lnTo>
                  <a:pt x="298965" y="240728"/>
                </a:lnTo>
                <a:lnTo>
                  <a:pt x="300512" y="228188"/>
                </a:lnTo>
                <a:lnTo>
                  <a:pt x="301698" y="226229"/>
                </a:lnTo>
                <a:lnTo>
                  <a:pt x="302943" y="226187"/>
                </a:lnTo>
                <a:lnTo>
                  <a:pt x="304666" y="227011"/>
                </a:lnTo>
                <a:close/>
                <a:moveTo>
                  <a:pt x="347288" y="228940"/>
                </a:moveTo>
                <a:lnTo>
                  <a:pt x="348214" y="231686"/>
                </a:lnTo>
                <a:lnTo>
                  <a:pt x="349933" y="245905"/>
                </a:lnTo>
                <a:lnTo>
                  <a:pt x="349631" y="251026"/>
                </a:lnTo>
                <a:lnTo>
                  <a:pt x="349216" y="252034"/>
                </a:lnTo>
                <a:lnTo>
                  <a:pt x="348367" y="252399"/>
                </a:lnTo>
                <a:lnTo>
                  <a:pt x="346203" y="251709"/>
                </a:lnTo>
                <a:lnTo>
                  <a:pt x="343977" y="250323"/>
                </a:lnTo>
                <a:lnTo>
                  <a:pt x="331473" y="241090"/>
                </a:lnTo>
                <a:lnTo>
                  <a:pt x="331473" y="236895"/>
                </a:lnTo>
                <a:lnTo>
                  <a:pt x="343834" y="227741"/>
                </a:lnTo>
                <a:lnTo>
                  <a:pt x="345435" y="227554"/>
                </a:lnTo>
                <a:lnTo>
                  <a:pt x="347288" y="228940"/>
                </a:lnTo>
                <a:close/>
                <a:moveTo>
                  <a:pt x="464545" y="82368"/>
                </a:moveTo>
                <a:lnTo>
                  <a:pt x="449711" y="83090"/>
                </a:lnTo>
                <a:lnTo>
                  <a:pt x="406409" y="83600"/>
                </a:lnTo>
                <a:lnTo>
                  <a:pt x="393182" y="85158"/>
                </a:lnTo>
                <a:lnTo>
                  <a:pt x="388982" y="86094"/>
                </a:lnTo>
                <a:lnTo>
                  <a:pt x="388986" y="86537"/>
                </a:lnTo>
                <a:lnTo>
                  <a:pt x="395405" y="88523"/>
                </a:lnTo>
                <a:lnTo>
                  <a:pt x="396484" y="89480"/>
                </a:lnTo>
                <a:lnTo>
                  <a:pt x="396678" y="90691"/>
                </a:lnTo>
                <a:lnTo>
                  <a:pt x="392057" y="99990"/>
                </a:lnTo>
                <a:lnTo>
                  <a:pt x="390840" y="101078"/>
                </a:lnTo>
                <a:lnTo>
                  <a:pt x="387593" y="102546"/>
                </a:lnTo>
                <a:lnTo>
                  <a:pt x="386317" y="104306"/>
                </a:lnTo>
                <a:lnTo>
                  <a:pt x="386343" y="106430"/>
                </a:lnTo>
                <a:lnTo>
                  <a:pt x="388102" y="109262"/>
                </a:lnTo>
                <a:lnTo>
                  <a:pt x="388497" y="110783"/>
                </a:lnTo>
                <a:lnTo>
                  <a:pt x="388345" y="112496"/>
                </a:lnTo>
                <a:lnTo>
                  <a:pt x="387398" y="115048"/>
                </a:lnTo>
                <a:lnTo>
                  <a:pt x="386763" y="115835"/>
                </a:lnTo>
                <a:lnTo>
                  <a:pt x="385563" y="116340"/>
                </a:lnTo>
                <a:lnTo>
                  <a:pt x="371352" y="115612"/>
                </a:lnTo>
                <a:lnTo>
                  <a:pt x="367200" y="116016"/>
                </a:lnTo>
                <a:lnTo>
                  <a:pt x="365684" y="116752"/>
                </a:lnTo>
                <a:lnTo>
                  <a:pt x="364802" y="117961"/>
                </a:lnTo>
                <a:lnTo>
                  <a:pt x="362786" y="122786"/>
                </a:lnTo>
                <a:lnTo>
                  <a:pt x="361378" y="124724"/>
                </a:lnTo>
                <a:lnTo>
                  <a:pt x="359704" y="126130"/>
                </a:lnTo>
                <a:lnTo>
                  <a:pt x="355449" y="127810"/>
                </a:lnTo>
                <a:lnTo>
                  <a:pt x="353802" y="129196"/>
                </a:lnTo>
                <a:lnTo>
                  <a:pt x="352160" y="131838"/>
                </a:lnTo>
                <a:lnTo>
                  <a:pt x="350108" y="137983"/>
                </a:lnTo>
                <a:lnTo>
                  <a:pt x="343105" y="144360"/>
                </a:lnTo>
                <a:lnTo>
                  <a:pt x="342696" y="145359"/>
                </a:lnTo>
                <a:lnTo>
                  <a:pt x="342900" y="146975"/>
                </a:lnTo>
                <a:lnTo>
                  <a:pt x="345791" y="149422"/>
                </a:lnTo>
                <a:lnTo>
                  <a:pt x="349982" y="151691"/>
                </a:lnTo>
                <a:lnTo>
                  <a:pt x="356574" y="154467"/>
                </a:lnTo>
                <a:lnTo>
                  <a:pt x="360751" y="157136"/>
                </a:lnTo>
                <a:lnTo>
                  <a:pt x="364844" y="158348"/>
                </a:lnTo>
                <a:lnTo>
                  <a:pt x="367803" y="160584"/>
                </a:lnTo>
                <a:lnTo>
                  <a:pt x="372754" y="162491"/>
                </a:lnTo>
                <a:lnTo>
                  <a:pt x="387478" y="170879"/>
                </a:lnTo>
                <a:lnTo>
                  <a:pt x="394447" y="174078"/>
                </a:lnTo>
                <a:lnTo>
                  <a:pt x="398606" y="176797"/>
                </a:lnTo>
                <a:lnTo>
                  <a:pt x="429555" y="192392"/>
                </a:lnTo>
                <a:lnTo>
                  <a:pt x="453321" y="203246"/>
                </a:lnTo>
                <a:lnTo>
                  <a:pt x="463669" y="207318"/>
                </a:lnTo>
                <a:lnTo>
                  <a:pt x="504247" y="220590"/>
                </a:lnTo>
                <a:lnTo>
                  <a:pt x="518816" y="226698"/>
                </a:lnTo>
                <a:lnTo>
                  <a:pt x="541163" y="234195"/>
                </a:lnTo>
                <a:lnTo>
                  <a:pt x="548359" y="236190"/>
                </a:lnTo>
                <a:lnTo>
                  <a:pt x="564800" y="241777"/>
                </a:lnTo>
                <a:lnTo>
                  <a:pt x="572273" y="243850"/>
                </a:lnTo>
                <a:lnTo>
                  <a:pt x="589348" y="249620"/>
                </a:lnTo>
                <a:lnTo>
                  <a:pt x="596523" y="251574"/>
                </a:lnTo>
                <a:lnTo>
                  <a:pt x="624917" y="260982"/>
                </a:lnTo>
                <a:lnTo>
                  <a:pt x="657866" y="270995"/>
                </a:lnTo>
                <a:lnTo>
                  <a:pt x="687033" y="280523"/>
                </a:lnTo>
                <a:lnTo>
                  <a:pt x="694726" y="282463"/>
                </a:lnTo>
                <a:lnTo>
                  <a:pt x="700674" y="284720"/>
                </a:lnTo>
                <a:lnTo>
                  <a:pt x="706383" y="285994"/>
                </a:lnTo>
                <a:lnTo>
                  <a:pt x="708259" y="285837"/>
                </a:lnTo>
                <a:lnTo>
                  <a:pt x="709036" y="284737"/>
                </a:lnTo>
                <a:lnTo>
                  <a:pt x="709060" y="283288"/>
                </a:lnTo>
                <a:lnTo>
                  <a:pt x="707185" y="281722"/>
                </a:lnTo>
                <a:lnTo>
                  <a:pt x="702440" y="280505"/>
                </a:lnTo>
                <a:lnTo>
                  <a:pt x="673649" y="270502"/>
                </a:lnTo>
                <a:lnTo>
                  <a:pt x="534835" y="224674"/>
                </a:lnTo>
                <a:lnTo>
                  <a:pt x="459182" y="199120"/>
                </a:lnTo>
                <a:lnTo>
                  <a:pt x="425405" y="184186"/>
                </a:lnTo>
                <a:lnTo>
                  <a:pt x="400076" y="172072"/>
                </a:lnTo>
                <a:lnTo>
                  <a:pt x="399334" y="171146"/>
                </a:lnTo>
                <a:lnTo>
                  <a:pt x="399737" y="170290"/>
                </a:lnTo>
                <a:lnTo>
                  <a:pt x="402388" y="169363"/>
                </a:lnTo>
                <a:lnTo>
                  <a:pt x="407025" y="168913"/>
                </a:lnTo>
                <a:lnTo>
                  <a:pt x="408958" y="166094"/>
                </a:lnTo>
                <a:lnTo>
                  <a:pt x="410822" y="165140"/>
                </a:lnTo>
                <a:lnTo>
                  <a:pt x="413082" y="165538"/>
                </a:lnTo>
                <a:lnTo>
                  <a:pt x="415718" y="167278"/>
                </a:lnTo>
                <a:lnTo>
                  <a:pt x="421489" y="173879"/>
                </a:lnTo>
                <a:lnTo>
                  <a:pt x="428191" y="173252"/>
                </a:lnTo>
                <a:lnTo>
                  <a:pt x="451287" y="184420"/>
                </a:lnTo>
                <a:lnTo>
                  <a:pt x="468775" y="191521"/>
                </a:lnTo>
                <a:lnTo>
                  <a:pt x="495528" y="199290"/>
                </a:lnTo>
                <a:lnTo>
                  <a:pt x="504719" y="201319"/>
                </a:lnTo>
                <a:lnTo>
                  <a:pt x="510481" y="203229"/>
                </a:lnTo>
                <a:lnTo>
                  <a:pt x="519191" y="205054"/>
                </a:lnTo>
                <a:lnTo>
                  <a:pt x="523113" y="206821"/>
                </a:lnTo>
                <a:lnTo>
                  <a:pt x="530609" y="209244"/>
                </a:lnTo>
                <a:lnTo>
                  <a:pt x="534571" y="211255"/>
                </a:lnTo>
                <a:lnTo>
                  <a:pt x="545484" y="215418"/>
                </a:lnTo>
                <a:lnTo>
                  <a:pt x="575960" y="226289"/>
                </a:lnTo>
                <a:lnTo>
                  <a:pt x="604070" y="235655"/>
                </a:lnTo>
                <a:lnTo>
                  <a:pt x="618330" y="239848"/>
                </a:lnTo>
                <a:lnTo>
                  <a:pt x="623585" y="241861"/>
                </a:lnTo>
                <a:lnTo>
                  <a:pt x="650268" y="249916"/>
                </a:lnTo>
                <a:lnTo>
                  <a:pt x="677736" y="257627"/>
                </a:lnTo>
                <a:lnTo>
                  <a:pt x="738371" y="272788"/>
                </a:lnTo>
                <a:lnTo>
                  <a:pt x="776484" y="280930"/>
                </a:lnTo>
                <a:lnTo>
                  <a:pt x="780878" y="280930"/>
                </a:lnTo>
                <a:lnTo>
                  <a:pt x="782286" y="280287"/>
                </a:lnTo>
                <a:lnTo>
                  <a:pt x="783153" y="279349"/>
                </a:lnTo>
                <a:lnTo>
                  <a:pt x="783902" y="276650"/>
                </a:lnTo>
                <a:lnTo>
                  <a:pt x="783386" y="275707"/>
                </a:lnTo>
                <a:lnTo>
                  <a:pt x="782402" y="275296"/>
                </a:lnTo>
                <a:lnTo>
                  <a:pt x="750988" y="268942"/>
                </a:lnTo>
                <a:lnTo>
                  <a:pt x="726339" y="262594"/>
                </a:lnTo>
                <a:lnTo>
                  <a:pt x="686387" y="253427"/>
                </a:lnTo>
                <a:lnTo>
                  <a:pt x="670275" y="249224"/>
                </a:lnTo>
                <a:lnTo>
                  <a:pt x="637509" y="239393"/>
                </a:lnTo>
                <a:lnTo>
                  <a:pt x="579283" y="220273"/>
                </a:lnTo>
                <a:lnTo>
                  <a:pt x="560101" y="214483"/>
                </a:lnTo>
                <a:lnTo>
                  <a:pt x="544063" y="209017"/>
                </a:lnTo>
                <a:lnTo>
                  <a:pt x="537399" y="207470"/>
                </a:lnTo>
                <a:lnTo>
                  <a:pt x="535866" y="206659"/>
                </a:lnTo>
                <a:lnTo>
                  <a:pt x="535588" y="206170"/>
                </a:lnTo>
                <a:lnTo>
                  <a:pt x="536003" y="204985"/>
                </a:lnTo>
                <a:lnTo>
                  <a:pt x="542055" y="200393"/>
                </a:lnTo>
                <a:lnTo>
                  <a:pt x="543128" y="199143"/>
                </a:lnTo>
                <a:lnTo>
                  <a:pt x="543786" y="196779"/>
                </a:lnTo>
                <a:lnTo>
                  <a:pt x="543857" y="190609"/>
                </a:lnTo>
                <a:lnTo>
                  <a:pt x="547996" y="185495"/>
                </a:lnTo>
                <a:lnTo>
                  <a:pt x="548623" y="183361"/>
                </a:lnTo>
                <a:lnTo>
                  <a:pt x="548598" y="179351"/>
                </a:lnTo>
                <a:lnTo>
                  <a:pt x="549616" y="178215"/>
                </a:lnTo>
                <a:lnTo>
                  <a:pt x="551523" y="177768"/>
                </a:lnTo>
                <a:lnTo>
                  <a:pt x="554253" y="178021"/>
                </a:lnTo>
                <a:lnTo>
                  <a:pt x="561950" y="180147"/>
                </a:lnTo>
                <a:lnTo>
                  <a:pt x="571520" y="182124"/>
                </a:lnTo>
                <a:lnTo>
                  <a:pt x="592927" y="188030"/>
                </a:lnTo>
                <a:lnTo>
                  <a:pt x="621604" y="195132"/>
                </a:lnTo>
                <a:lnTo>
                  <a:pt x="623917" y="195430"/>
                </a:lnTo>
                <a:lnTo>
                  <a:pt x="625641" y="195063"/>
                </a:lnTo>
                <a:lnTo>
                  <a:pt x="626612" y="194112"/>
                </a:lnTo>
                <a:lnTo>
                  <a:pt x="626669" y="192657"/>
                </a:lnTo>
                <a:lnTo>
                  <a:pt x="625697" y="190959"/>
                </a:lnTo>
                <a:lnTo>
                  <a:pt x="624098" y="189940"/>
                </a:lnTo>
                <a:lnTo>
                  <a:pt x="610298" y="186336"/>
                </a:lnTo>
                <a:lnTo>
                  <a:pt x="597231" y="183667"/>
                </a:lnTo>
                <a:lnTo>
                  <a:pt x="595421" y="182706"/>
                </a:lnTo>
                <a:lnTo>
                  <a:pt x="594945" y="181567"/>
                </a:lnTo>
                <a:lnTo>
                  <a:pt x="595513" y="180382"/>
                </a:lnTo>
                <a:lnTo>
                  <a:pt x="597046" y="179237"/>
                </a:lnTo>
                <a:lnTo>
                  <a:pt x="605276" y="176133"/>
                </a:lnTo>
                <a:lnTo>
                  <a:pt x="606101" y="174464"/>
                </a:lnTo>
                <a:lnTo>
                  <a:pt x="607221" y="168815"/>
                </a:lnTo>
                <a:lnTo>
                  <a:pt x="609203" y="166803"/>
                </a:lnTo>
                <a:lnTo>
                  <a:pt x="611362" y="166306"/>
                </a:lnTo>
                <a:lnTo>
                  <a:pt x="626277" y="166127"/>
                </a:lnTo>
                <a:lnTo>
                  <a:pt x="630217" y="165588"/>
                </a:lnTo>
                <a:lnTo>
                  <a:pt x="631513" y="164990"/>
                </a:lnTo>
                <a:lnTo>
                  <a:pt x="631987" y="164090"/>
                </a:lnTo>
                <a:lnTo>
                  <a:pt x="631269" y="157448"/>
                </a:lnTo>
                <a:lnTo>
                  <a:pt x="631603" y="154496"/>
                </a:lnTo>
                <a:lnTo>
                  <a:pt x="632718" y="151450"/>
                </a:lnTo>
                <a:lnTo>
                  <a:pt x="635478" y="146474"/>
                </a:lnTo>
                <a:lnTo>
                  <a:pt x="636007" y="143636"/>
                </a:lnTo>
                <a:lnTo>
                  <a:pt x="635450" y="140453"/>
                </a:lnTo>
                <a:lnTo>
                  <a:pt x="633823" y="139236"/>
                </a:lnTo>
                <a:lnTo>
                  <a:pt x="631619" y="139677"/>
                </a:lnTo>
                <a:lnTo>
                  <a:pt x="627161" y="143659"/>
                </a:lnTo>
                <a:lnTo>
                  <a:pt x="621096" y="150760"/>
                </a:lnTo>
                <a:lnTo>
                  <a:pt x="620187" y="152487"/>
                </a:lnTo>
                <a:lnTo>
                  <a:pt x="619602" y="154906"/>
                </a:lnTo>
                <a:lnTo>
                  <a:pt x="617524" y="156890"/>
                </a:lnTo>
                <a:lnTo>
                  <a:pt x="615014" y="157297"/>
                </a:lnTo>
                <a:lnTo>
                  <a:pt x="609788" y="156270"/>
                </a:lnTo>
                <a:lnTo>
                  <a:pt x="606307" y="156166"/>
                </a:lnTo>
                <a:lnTo>
                  <a:pt x="602956" y="156804"/>
                </a:lnTo>
                <a:lnTo>
                  <a:pt x="599120" y="158658"/>
                </a:lnTo>
                <a:lnTo>
                  <a:pt x="597996" y="160541"/>
                </a:lnTo>
                <a:lnTo>
                  <a:pt x="596725" y="166199"/>
                </a:lnTo>
                <a:lnTo>
                  <a:pt x="596164" y="167093"/>
                </a:lnTo>
                <a:lnTo>
                  <a:pt x="595412" y="167350"/>
                </a:lnTo>
                <a:lnTo>
                  <a:pt x="591915" y="165954"/>
                </a:lnTo>
                <a:lnTo>
                  <a:pt x="585754" y="164849"/>
                </a:lnTo>
                <a:lnTo>
                  <a:pt x="581332" y="161777"/>
                </a:lnTo>
                <a:lnTo>
                  <a:pt x="576788" y="160222"/>
                </a:lnTo>
                <a:lnTo>
                  <a:pt x="569799" y="155448"/>
                </a:lnTo>
                <a:lnTo>
                  <a:pt x="563484" y="153224"/>
                </a:lnTo>
                <a:lnTo>
                  <a:pt x="561043" y="153274"/>
                </a:lnTo>
                <a:lnTo>
                  <a:pt x="559021" y="154111"/>
                </a:lnTo>
                <a:lnTo>
                  <a:pt x="549202" y="163204"/>
                </a:lnTo>
                <a:lnTo>
                  <a:pt x="542288" y="167866"/>
                </a:lnTo>
                <a:lnTo>
                  <a:pt x="540420" y="168744"/>
                </a:lnTo>
                <a:lnTo>
                  <a:pt x="538439" y="169088"/>
                </a:lnTo>
                <a:lnTo>
                  <a:pt x="534908" y="168619"/>
                </a:lnTo>
                <a:lnTo>
                  <a:pt x="528755" y="166687"/>
                </a:lnTo>
                <a:lnTo>
                  <a:pt x="518846" y="164598"/>
                </a:lnTo>
                <a:lnTo>
                  <a:pt x="511493" y="162356"/>
                </a:lnTo>
                <a:lnTo>
                  <a:pt x="502843" y="160886"/>
                </a:lnTo>
                <a:lnTo>
                  <a:pt x="496437" y="158843"/>
                </a:lnTo>
                <a:lnTo>
                  <a:pt x="486458" y="157239"/>
                </a:lnTo>
                <a:lnTo>
                  <a:pt x="479681" y="155014"/>
                </a:lnTo>
                <a:lnTo>
                  <a:pt x="470007" y="153745"/>
                </a:lnTo>
                <a:lnTo>
                  <a:pt x="469612" y="154281"/>
                </a:lnTo>
                <a:lnTo>
                  <a:pt x="469843" y="155419"/>
                </a:lnTo>
                <a:lnTo>
                  <a:pt x="471919" y="156721"/>
                </a:lnTo>
                <a:lnTo>
                  <a:pt x="480715" y="158565"/>
                </a:lnTo>
                <a:lnTo>
                  <a:pt x="486653" y="161237"/>
                </a:lnTo>
                <a:lnTo>
                  <a:pt x="494468" y="162609"/>
                </a:lnTo>
                <a:lnTo>
                  <a:pt x="502666" y="165007"/>
                </a:lnTo>
                <a:lnTo>
                  <a:pt x="511554" y="166207"/>
                </a:lnTo>
                <a:lnTo>
                  <a:pt x="516366" y="168866"/>
                </a:lnTo>
                <a:lnTo>
                  <a:pt x="521950" y="169684"/>
                </a:lnTo>
                <a:lnTo>
                  <a:pt x="535021" y="173935"/>
                </a:lnTo>
                <a:lnTo>
                  <a:pt x="535918" y="174513"/>
                </a:lnTo>
                <a:lnTo>
                  <a:pt x="536950" y="176061"/>
                </a:lnTo>
                <a:lnTo>
                  <a:pt x="536563" y="179253"/>
                </a:lnTo>
                <a:lnTo>
                  <a:pt x="532650" y="184928"/>
                </a:lnTo>
                <a:lnTo>
                  <a:pt x="530387" y="186951"/>
                </a:lnTo>
                <a:lnTo>
                  <a:pt x="529831" y="186989"/>
                </a:lnTo>
                <a:lnTo>
                  <a:pt x="528814" y="186175"/>
                </a:lnTo>
                <a:lnTo>
                  <a:pt x="526332" y="182051"/>
                </a:lnTo>
                <a:lnTo>
                  <a:pt x="522186" y="177417"/>
                </a:lnTo>
                <a:lnTo>
                  <a:pt x="518625" y="174510"/>
                </a:lnTo>
                <a:lnTo>
                  <a:pt x="512921" y="170975"/>
                </a:lnTo>
                <a:lnTo>
                  <a:pt x="510774" y="171085"/>
                </a:lnTo>
                <a:lnTo>
                  <a:pt x="504545" y="175102"/>
                </a:lnTo>
                <a:lnTo>
                  <a:pt x="502126" y="175705"/>
                </a:lnTo>
                <a:lnTo>
                  <a:pt x="498909" y="174578"/>
                </a:lnTo>
                <a:lnTo>
                  <a:pt x="491613" y="173649"/>
                </a:lnTo>
                <a:lnTo>
                  <a:pt x="486964" y="171854"/>
                </a:lnTo>
                <a:lnTo>
                  <a:pt x="486877" y="168214"/>
                </a:lnTo>
                <a:lnTo>
                  <a:pt x="486139" y="166671"/>
                </a:lnTo>
                <a:lnTo>
                  <a:pt x="479491" y="162066"/>
                </a:lnTo>
                <a:lnTo>
                  <a:pt x="464020" y="161337"/>
                </a:lnTo>
                <a:lnTo>
                  <a:pt x="458301" y="160739"/>
                </a:lnTo>
                <a:lnTo>
                  <a:pt x="455672" y="160042"/>
                </a:lnTo>
                <a:lnTo>
                  <a:pt x="454202" y="158543"/>
                </a:lnTo>
                <a:lnTo>
                  <a:pt x="453842" y="156523"/>
                </a:lnTo>
                <a:lnTo>
                  <a:pt x="454661" y="154256"/>
                </a:lnTo>
                <a:lnTo>
                  <a:pt x="456227" y="152403"/>
                </a:lnTo>
                <a:lnTo>
                  <a:pt x="457915" y="152005"/>
                </a:lnTo>
                <a:lnTo>
                  <a:pt x="461067" y="152989"/>
                </a:lnTo>
                <a:lnTo>
                  <a:pt x="465735" y="153480"/>
                </a:lnTo>
                <a:lnTo>
                  <a:pt x="467347" y="153101"/>
                </a:lnTo>
                <a:lnTo>
                  <a:pt x="467402" y="152314"/>
                </a:lnTo>
                <a:lnTo>
                  <a:pt x="457762" y="149397"/>
                </a:lnTo>
                <a:lnTo>
                  <a:pt x="447520" y="141101"/>
                </a:lnTo>
                <a:lnTo>
                  <a:pt x="445675" y="140081"/>
                </a:lnTo>
                <a:lnTo>
                  <a:pt x="443974" y="139894"/>
                </a:lnTo>
                <a:lnTo>
                  <a:pt x="439352" y="141284"/>
                </a:lnTo>
                <a:lnTo>
                  <a:pt x="437967" y="141262"/>
                </a:lnTo>
                <a:lnTo>
                  <a:pt x="434808" y="136730"/>
                </a:lnTo>
                <a:lnTo>
                  <a:pt x="431711" y="133473"/>
                </a:lnTo>
                <a:lnTo>
                  <a:pt x="431701" y="131825"/>
                </a:lnTo>
                <a:lnTo>
                  <a:pt x="432709" y="131137"/>
                </a:lnTo>
                <a:lnTo>
                  <a:pt x="437263" y="130578"/>
                </a:lnTo>
                <a:lnTo>
                  <a:pt x="460880" y="129731"/>
                </a:lnTo>
                <a:lnTo>
                  <a:pt x="489982" y="127378"/>
                </a:lnTo>
                <a:lnTo>
                  <a:pt x="503546" y="126022"/>
                </a:lnTo>
                <a:lnTo>
                  <a:pt x="509336" y="123640"/>
                </a:lnTo>
                <a:lnTo>
                  <a:pt x="521998" y="124598"/>
                </a:lnTo>
                <a:lnTo>
                  <a:pt x="530624" y="123459"/>
                </a:lnTo>
                <a:lnTo>
                  <a:pt x="547521" y="122680"/>
                </a:lnTo>
                <a:lnTo>
                  <a:pt x="560065" y="121179"/>
                </a:lnTo>
                <a:lnTo>
                  <a:pt x="568628" y="119539"/>
                </a:lnTo>
                <a:lnTo>
                  <a:pt x="588313" y="118692"/>
                </a:lnTo>
                <a:lnTo>
                  <a:pt x="591855" y="118016"/>
                </a:lnTo>
                <a:lnTo>
                  <a:pt x="593085" y="117136"/>
                </a:lnTo>
                <a:lnTo>
                  <a:pt x="591751" y="116618"/>
                </a:lnTo>
                <a:lnTo>
                  <a:pt x="586757" y="116379"/>
                </a:lnTo>
                <a:lnTo>
                  <a:pt x="568945" y="116795"/>
                </a:lnTo>
                <a:lnTo>
                  <a:pt x="552388" y="118699"/>
                </a:lnTo>
                <a:lnTo>
                  <a:pt x="521120" y="120058"/>
                </a:lnTo>
                <a:lnTo>
                  <a:pt x="512483" y="121546"/>
                </a:lnTo>
                <a:lnTo>
                  <a:pt x="505177" y="121452"/>
                </a:lnTo>
                <a:lnTo>
                  <a:pt x="497819" y="122663"/>
                </a:lnTo>
                <a:lnTo>
                  <a:pt x="454481" y="124577"/>
                </a:lnTo>
                <a:lnTo>
                  <a:pt x="444913" y="126071"/>
                </a:lnTo>
                <a:lnTo>
                  <a:pt x="441498" y="125857"/>
                </a:lnTo>
                <a:lnTo>
                  <a:pt x="438735" y="122704"/>
                </a:lnTo>
                <a:lnTo>
                  <a:pt x="437490" y="121934"/>
                </a:lnTo>
                <a:lnTo>
                  <a:pt x="432397" y="123579"/>
                </a:lnTo>
                <a:lnTo>
                  <a:pt x="431204" y="123634"/>
                </a:lnTo>
                <a:lnTo>
                  <a:pt x="429901" y="123056"/>
                </a:lnTo>
                <a:lnTo>
                  <a:pt x="429154" y="121213"/>
                </a:lnTo>
                <a:lnTo>
                  <a:pt x="429806" y="118335"/>
                </a:lnTo>
                <a:lnTo>
                  <a:pt x="432401" y="115915"/>
                </a:lnTo>
                <a:lnTo>
                  <a:pt x="435128" y="114649"/>
                </a:lnTo>
                <a:lnTo>
                  <a:pt x="442000" y="113155"/>
                </a:lnTo>
                <a:lnTo>
                  <a:pt x="452456" y="111895"/>
                </a:lnTo>
                <a:lnTo>
                  <a:pt x="467438" y="112924"/>
                </a:lnTo>
                <a:lnTo>
                  <a:pt x="478121" y="111760"/>
                </a:lnTo>
                <a:lnTo>
                  <a:pt x="512787" y="111106"/>
                </a:lnTo>
                <a:lnTo>
                  <a:pt x="530387" y="109947"/>
                </a:lnTo>
                <a:lnTo>
                  <a:pt x="546479" y="109579"/>
                </a:lnTo>
                <a:lnTo>
                  <a:pt x="556018" y="108198"/>
                </a:lnTo>
                <a:lnTo>
                  <a:pt x="582847" y="107677"/>
                </a:lnTo>
                <a:lnTo>
                  <a:pt x="607385" y="106595"/>
                </a:lnTo>
                <a:lnTo>
                  <a:pt x="613075" y="106156"/>
                </a:lnTo>
                <a:lnTo>
                  <a:pt x="615938" y="105316"/>
                </a:lnTo>
                <a:lnTo>
                  <a:pt x="615572" y="104291"/>
                </a:lnTo>
                <a:lnTo>
                  <a:pt x="614431" y="103902"/>
                </a:lnTo>
                <a:lnTo>
                  <a:pt x="599762" y="103221"/>
                </a:lnTo>
                <a:lnTo>
                  <a:pt x="586412" y="104119"/>
                </a:lnTo>
                <a:lnTo>
                  <a:pt x="539784" y="104771"/>
                </a:lnTo>
                <a:lnTo>
                  <a:pt x="536112" y="105067"/>
                </a:lnTo>
                <a:lnTo>
                  <a:pt x="530014" y="106288"/>
                </a:lnTo>
                <a:lnTo>
                  <a:pt x="511023" y="106548"/>
                </a:lnTo>
                <a:lnTo>
                  <a:pt x="498504" y="107748"/>
                </a:lnTo>
                <a:lnTo>
                  <a:pt x="470728" y="108211"/>
                </a:lnTo>
                <a:lnTo>
                  <a:pt x="449717" y="109935"/>
                </a:lnTo>
                <a:lnTo>
                  <a:pt x="430302" y="109569"/>
                </a:lnTo>
                <a:lnTo>
                  <a:pt x="429204" y="109320"/>
                </a:lnTo>
                <a:lnTo>
                  <a:pt x="427796" y="108117"/>
                </a:lnTo>
                <a:lnTo>
                  <a:pt x="426799" y="106352"/>
                </a:lnTo>
                <a:lnTo>
                  <a:pt x="426274" y="104273"/>
                </a:lnTo>
                <a:lnTo>
                  <a:pt x="426283" y="102126"/>
                </a:lnTo>
                <a:lnTo>
                  <a:pt x="427594" y="98108"/>
                </a:lnTo>
                <a:lnTo>
                  <a:pt x="428031" y="94926"/>
                </a:lnTo>
                <a:lnTo>
                  <a:pt x="427689" y="93451"/>
                </a:lnTo>
                <a:lnTo>
                  <a:pt x="425684" y="90324"/>
                </a:lnTo>
                <a:lnTo>
                  <a:pt x="427564" y="88395"/>
                </a:lnTo>
                <a:lnTo>
                  <a:pt x="479704" y="88054"/>
                </a:lnTo>
                <a:lnTo>
                  <a:pt x="539499" y="86545"/>
                </a:lnTo>
                <a:lnTo>
                  <a:pt x="558575" y="85110"/>
                </a:lnTo>
                <a:lnTo>
                  <a:pt x="591086" y="84205"/>
                </a:lnTo>
                <a:lnTo>
                  <a:pt x="597313" y="83385"/>
                </a:lnTo>
                <a:lnTo>
                  <a:pt x="597616" y="82754"/>
                </a:lnTo>
                <a:lnTo>
                  <a:pt x="596063" y="82268"/>
                </a:lnTo>
                <a:lnTo>
                  <a:pt x="579745" y="81747"/>
                </a:lnTo>
                <a:lnTo>
                  <a:pt x="487803" y="81639"/>
                </a:lnTo>
                <a:lnTo>
                  <a:pt x="464545" y="82368"/>
                </a:lnTo>
                <a:close/>
                <a:moveTo>
                  <a:pt x="410111" y="101413"/>
                </a:moveTo>
                <a:lnTo>
                  <a:pt x="411579" y="103683"/>
                </a:lnTo>
                <a:lnTo>
                  <a:pt x="415031" y="107549"/>
                </a:lnTo>
                <a:lnTo>
                  <a:pt x="415352" y="108946"/>
                </a:lnTo>
                <a:lnTo>
                  <a:pt x="414691" y="110284"/>
                </a:lnTo>
                <a:lnTo>
                  <a:pt x="413775" y="111441"/>
                </a:lnTo>
                <a:lnTo>
                  <a:pt x="405621" y="111782"/>
                </a:lnTo>
                <a:lnTo>
                  <a:pt x="402701" y="111141"/>
                </a:lnTo>
                <a:lnTo>
                  <a:pt x="401818" y="108500"/>
                </a:lnTo>
                <a:lnTo>
                  <a:pt x="401789" y="105763"/>
                </a:lnTo>
                <a:lnTo>
                  <a:pt x="402440" y="103336"/>
                </a:lnTo>
                <a:lnTo>
                  <a:pt x="403665" y="101391"/>
                </a:lnTo>
                <a:lnTo>
                  <a:pt x="406345" y="99750"/>
                </a:lnTo>
                <a:lnTo>
                  <a:pt x="409387" y="99629"/>
                </a:lnTo>
                <a:lnTo>
                  <a:pt x="410111" y="101413"/>
                </a:lnTo>
                <a:close/>
                <a:moveTo>
                  <a:pt x="412473" y="114865"/>
                </a:moveTo>
                <a:lnTo>
                  <a:pt x="415876" y="115952"/>
                </a:lnTo>
                <a:lnTo>
                  <a:pt x="417578" y="117336"/>
                </a:lnTo>
                <a:lnTo>
                  <a:pt x="418765" y="119170"/>
                </a:lnTo>
                <a:lnTo>
                  <a:pt x="419384" y="121392"/>
                </a:lnTo>
                <a:lnTo>
                  <a:pt x="419395" y="124175"/>
                </a:lnTo>
                <a:lnTo>
                  <a:pt x="418966" y="125348"/>
                </a:lnTo>
                <a:lnTo>
                  <a:pt x="417774" y="126224"/>
                </a:lnTo>
                <a:lnTo>
                  <a:pt x="416335" y="126420"/>
                </a:lnTo>
                <a:lnTo>
                  <a:pt x="415298" y="125999"/>
                </a:lnTo>
                <a:lnTo>
                  <a:pt x="410490" y="121639"/>
                </a:lnTo>
                <a:lnTo>
                  <a:pt x="404701" y="119809"/>
                </a:lnTo>
                <a:lnTo>
                  <a:pt x="403077" y="118661"/>
                </a:lnTo>
                <a:lnTo>
                  <a:pt x="402131" y="117340"/>
                </a:lnTo>
                <a:lnTo>
                  <a:pt x="402008" y="115989"/>
                </a:lnTo>
                <a:lnTo>
                  <a:pt x="403023" y="114238"/>
                </a:lnTo>
                <a:lnTo>
                  <a:pt x="412473" y="114865"/>
                </a:lnTo>
                <a:close/>
                <a:moveTo>
                  <a:pt x="383545" y="124218"/>
                </a:moveTo>
                <a:lnTo>
                  <a:pt x="383993" y="124871"/>
                </a:lnTo>
                <a:lnTo>
                  <a:pt x="384090" y="126976"/>
                </a:lnTo>
                <a:lnTo>
                  <a:pt x="382593" y="131283"/>
                </a:lnTo>
                <a:lnTo>
                  <a:pt x="379697" y="135615"/>
                </a:lnTo>
                <a:lnTo>
                  <a:pt x="377049" y="138113"/>
                </a:lnTo>
                <a:lnTo>
                  <a:pt x="373692" y="140692"/>
                </a:lnTo>
                <a:lnTo>
                  <a:pt x="372077" y="141405"/>
                </a:lnTo>
                <a:lnTo>
                  <a:pt x="370696" y="141426"/>
                </a:lnTo>
                <a:lnTo>
                  <a:pt x="367230" y="140226"/>
                </a:lnTo>
                <a:lnTo>
                  <a:pt x="364741" y="140611"/>
                </a:lnTo>
                <a:lnTo>
                  <a:pt x="364908" y="141997"/>
                </a:lnTo>
                <a:lnTo>
                  <a:pt x="366126" y="143940"/>
                </a:lnTo>
                <a:lnTo>
                  <a:pt x="371043" y="148472"/>
                </a:lnTo>
                <a:lnTo>
                  <a:pt x="372899" y="154700"/>
                </a:lnTo>
                <a:lnTo>
                  <a:pt x="373007" y="156491"/>
                </a:lnTo>
                <a:lnTo>
                  <a:pt x="372616" y="157624"/>
                </a:lnTo>
                <a:lnTo>
                  <a:pt x="371269" y="158298"/>
                </a:lnTo>
                <a:lnTo>
                  <a:pt x="368857" y="157932"/>
                </a:lnTo>
                <a:lnTo>
                  <a:pt x="364265" y="155208"/>
                </a:lnTo>
                <a:lnTo>
                  <a:pt x="358991" y="152994"/>
                </a:lnTo>
                <a:lnTo>
                  <a:pt x="357926" y="150556"/>
                </a:lnTo>
                <a:lnTo>
                  <a:pt x="358166" y="146403"/>
                </a:lnTo>
                <a:lnTo>
                  <a:pt x="360033" y="142679"/>
                </a:lnTo>
                <a:lnTo>
                  <a:pt x="363162" y="140352"/>
                </a:lnTo>
                <a:lnTo>
                  <a:pt x="363137" y="137722"/>
                </a:lnTo>
                <a:lnTo>
                  <a:pt x="364084" y="135916"/>
                </a:lnTo>
                <a:lnTo>
                  <a:pt x="367851" y="132891"/>
                </a:lnTo>
                <a:lnTo>
                  <a:pt x="371815" y="128364"/>
                </a:lnTo>
                <a:lnTo>
                  <a:pt x="377420" y="123916"/>
                </a:lnTo>
                <a:lnTo>
                  <a:pt x="380531" y="123465"/>
                </a:lnTo>
                <a:lnTo>
                  <a:pt x="383545" y="124218"/>
                </a:lnTo>
                <a:close/>
                <a:moveTo>
                  <a:pt x="397864" y="139888"/>
                </a:moveTo>
                <a:lnTo>
                  <a:pt x="400486" y="144256"/>
                </a:lnTo>
                <a:lnTo>
                  <a:pt x="402517" y="149123"/>
                </a:lnTo>
                <a:lnTo>
                  <a:pt x="402046" y="151730"/>
                </a:lnTo>
                <a:lnTo>
                  <a:pt x="400211" y="153102"/>
                </a:lnTo>
                <a:lnTo>
                  <a:pt x="398805" y="153038"/>
                </a:lnTo>
                <a:lnTo>
                  <a:pt x="397810" y="152369"/>
                </a:lnTo>
                <a:lnTo>
                  <a:pt x="396214" y="146848"/>
                </a:lnTo>
                <a:lnTo>
                  <a:pt x="395085" y="145172"/>
                </a:lnTo>
                <a:lnTo>
                  <a:pt x="393205" y="144021"/>
                </a:lnTo>
                <a:lnTo>
                  <a:pt x="389812" y="142781"/>
                </a:lnTo>
                <a:lnTo>
                  <a:pt x="390103" y="140228"/>
                </a:lnTo>
                <a:lnTo>
                  <a:pt x="390883" y="139227"/>
                </a:lnTo>
                <a:lnTo>
                  <a:pt x="392681" y="138134"/>
                </a:lnTo>
                <a:lnTo>
                  <a:pt x="395878" y="138013"/>
                </a:lnTo>
                <a:lnTo>
                  <a:pt x="397864" y="139888"/>
                </a:lnTo>
                <a:close/>
                <a:moveTo>
                  <a:pt x="436532" y="143793"/>
                </a:moveTo>
                <a:lnTo>
                  <a:pt x="436796" y="146937"/>
                </a:lnTo>
                <a:lnTo>
                  <a:pt x="436068" y="148741"/>
                </a:lnTo>
                <a:lnTo>
                  <a:pt x="431025" y="151663"/>
                </a:lnTo>
                <a:lnTo>
                  <a:pt x="426581" y="157265"/>
                </a:lnTo>
                <a:lnTo>
                  <a:pt x="425687" y="157341"/>
                </a:lnTo>
                <a:lnTo>
                  <a:pt x="424940" y="156887"/>
                </a:lnTo>
                <a:lnTo>
                  <a:pt x="423823" y="155026"/>
                </a:lnTo>
                <a:lnTo>
                  <a:pt x="423562" y="151990"/>
                </a:lnTo>
                <a:lnTo>
                  <a:pt x="427167" y="149718"/>
                </a:lnTo>
                <a:lnTo>
                  <a:pt x="429460" y="145462"/>
                </a:lnTo>
                <a:lnTo>
                  <a:pt x="431208" y="143844"/>
                </a:lnTo>
                <a:lnTo>
                  <a:pt x="434121" y="143022"/>
                </a:lnTo>
                <a:lnTo>
                  <a:pt x="435815" y="143209"/>
                </a:lnTo>
                <a:lnTo>
                  <a:pt x="436532" y="143793"/>
                </a:lnTo>
                <a:close/>
                <a:moveTo>
                  <a:pt x="562179" y="169588"/>
                </a:moveTo>
                <a:lnTo>
                  <a:pt x="562649" y="172113"/>
                </a:lnTo>
                <a:lnTo>
                  <a:pt x="561304" y="173649"/>
                </a:lnTo>
                <a:lnTo>
                  <a:pt x="558699" y="173727"/>
                </a:lnTo>
                <a:lnTo>
                  <a:pt x="556231" y="172242"/>
                </a:lnTo>
                <a:lnTo>
                  <a:pt x="556122" y="171402"/>
                </a:lnTo>
                <a:lnTo>
                  <a:pt x="556678" y="170498"/>
                </a:lnTo>
                <a:lnTo>
                  <a:pt x="559290" y="168813"/>
                </a:lnTo>
                <a:lnTo>
                  <a:pt x="561224" y="168554"/>
                </a:lnTo>
                <a:lnTo>
                  <a:pt x="562179" y="169588"/>
                </a:lnTo>
                <a:close/>
                <a:moveTo>
                  <a:pt x="463339" y="170938"/>
                </a:moveTo>
                <a:lnTo>
                  <a:pt x="466320" y="171431"/>
                </a:lnTo>
                <a:lnTo>
                  <a:pt x="467974" y="172278"/>
                </a:lnTo>
                <a:lnTo>
                  <a:pt x="471453" y="178246"/>
                </a:lnTo>
                <a:lnTo>
                  <a:pt x="473911" y="180228"/>
                </a:lnTo>
                <a:lnTo>
                  <a:pt x="477604" y="181677"/>
                </a:lnTo>
                <a:lnTo>
                  <a:pt x="485108" y="182768"/>
                </a:lnTo>
                <a:lnTo>
                  <a:pt x="493966" y="184837"/>
                </a:lnTo>
                <a:lnTo>
                  <a:pt x="495448" y="185669"/>
                </a:lnTo>
                <a:lnTo>
                  <a:pt x="499201" y="189024"/>
                </a:lnTo>
                <a:lnTo>
                  <a:pt x="502055" y="190368"/>
                </a:lnTo>
                <a:lnTo>
                  <a:pt x="508462" y="188371"/>
                </a:lnTo>
                <a:lnTo>
                  <a:pt x="513422" y="185312"/>
                </a:lnTo>
                <a:lnTo>
                  <a:pt x="514871" y="185071"/>
                </a:lnTo>
                <a:lnTo>
                  <a:pt x="517859" y="187947"/>
                </a:lnTo>
                <a:lnTo>
                  <a:pt x="523662" y="197292"/>
                </a:lnTo>
                <a:lnTo>
                  <a:pt x="524080" y="199192"/>
                </a:lnTo>
                <a:lnTo>
                  <a:pt x="523770" y="201662"/>
                </a:lnTo>
                <a:lnTo>
                  <a:pt x="522788" y="202513"/>
                </a:lnTo>
                <a:lnTo>
                  <a:pt x="521744" y="202452"/>
                </a:lnTo>
                <a:lnTo>
                  <a:pt x="507126" y="197577"/>
                </a:lnTo>
                <a:lnTo>
                  <a:pt x="500079" y="195822"/>
                </a:lnTo>
                <a:lnTo>
                  <a:pt x="493934" y="193478"/>
                </a:lnTo>
                <a:lnTo>
                  <a:pt x="474423" y="187789"/>
                </a:lnTo>
                <a:lnTo>
                  <a:pt x="463586" y="183871"/>
                </a:lnTo>
                <a:lnTo>
                  <a:pt x="451334" y="178411"/>
                </a:lnTo>
                <a:lnTo>
                  <a:pt x="447985" y="176511"/>
                </a:lnTo>
                <a:lnTo>
                  <a:pt x="446988" y="175082"/>
                </a:lnTo>
                <a:lnTo>
                  <a:pt x="448115" y="173632"/>
                </a:lnTo>
                <a:lnTo>
                  <a:pt x="452202" y="170841"/>
                </a:lnTo>
                <a:lnTo>
                  <a:pt x="455131" y="170166"/>
                </a:lnTo>
                <a:lnTo>
                  <a:pt x="463339" y="170938"/>
                </a:lnTo>
                <a:close/>
                <a:moveTo>
                  <a:pt x="588889" y="177881"/>
                </a:moveTo>
                <a:lnTo>
                  <a:pt x="589613" y="179472"/>
                </a:lnTo>
                <a:lnTo>
                  <a:pt x="588120" y="180461"/>
                </a:lnTo>
                <a:lnTo>
                  <a:pt x="584673" y="180187"/>
                </a:lnTo>
                <a:lnTo>
                  <a:pt x="583393" y="178990"/>
                </a:lnTo>
                <a:lnTo>
                  <a:pt x="583802" y="178143"/>
                </a:lnTo>
                <a:lnTo>
                  <a:pt x="585508" y="177368"/>
                </a:lnTo>
                <a:lnTo>
                  <a:pt x="587670" y="177362"/>
                </a:lnTo>
                <a:lnTo>
                  <a:pt x="588889" y="177881"/>
                </a:lnTo>
                <a:close/>
                <a:moveTo>
                  <a:pt x="432338" y="100931"/>
                </a:moveTo>
                <a:lnTo>
                  <a:pt x="432042" y="102431"/>
                </a:lnTo>
                <a:lnTo>
                  <a:pt x="432723" y="103968"/>
                </a:lnTo>
                <a:lnTo>
                  <a:pt x="433716" y="104340"/>
                </a:lnTo>
                <a:lnTo>
                  <a:pt x="435116" y="103709"/>
                </a:lnTo>
                <a:lnTo>
                  <a:pt x="435747" y="102310"/>
                </a:lnTo>
                <a:lnTo>
                  <a:pt x="435375" y="101316"/>
                </a:lnTo>
                <a:lnTo>
                  <a:pt x="433838" y="100635"/>
                </a:lnTo>
                <a:lnTo>
                  <a:pt x="432338" y="100931"/>
                </a:lnTo>
                <a:close/>
                <a:moveTo>
                  <a:pt x="634259" y="111441"/>
                </a:moveTo>
                <a:lnTo>
                  <a:pt x="625104" y="112473"/>
                </a:lnTo>
                <a:lnTo>
                  <a:pt x="622861" y="113248"/>
                </a:lnTo>
                <a:lnTo>
                  <a:pt x="622624" y="113909"/>
                </a:lnTo>
                <a:lnTo>
                  <a:pt x="623555" y="114624"/>
                </a:lnTo>
                <a:lnTo>
                  <a:pt x="625772" y="114938"/>
                </a:lnTo>
                <a:lnTo>
                  <a:pt x="631505" y="114768"/>
                </a:lnTo>
                <a:lnTo>
                  <a:pt x="636912" y="114077"/>
                </a:lnTo>
                <a:lnTo>
                  <a:pt x="638654" y="113295"/>
                </a:lnTo>
                <a:lnTo>
                  <a:pt x="638828" y="112477"/>
                </a:lnTo>
                <a:lnTo>
                  <a:pt x="638331" y="111490"/>
                </a:lnTo>
                <a:lnTo>
                  <a:pt x="637055" y="110905"/>
                </a:lnTo>
                <a:lnTo>
                  <a:pt x="634259" y="111441"/>
                </a:lnTo>
                <a:close/>
                <a:moveTo>
                  <a:pt x="611357" y="113852"/>
                </a:moveTo>
                <a:lnTo>
                  <a:pt x="611213" y="115076"/>
                </a:lnTo>
                <a:lnTo>
                  <a:pt x="613238" y="115540"/>
                </a:lnTo>
                <a:lnTo>
                  <a:pt x="615381" y="115131"/>
                </a:lnTo>
                <a:lnTo>
                  <a:pt x="616560" y="113958"/>
                </a:lnTo>
                <a:lnTo>
                  <a:pt x="616227" y="113489"/>
                </a:lnTo>
                <a:lnTo>
                  <a:pt x="614669" y="113154"/>
                </a:lnTo>
                <a:lnTo>
                  <a:pt x="612689" y="113283"/>
                </a:lnTo>
                <a:lnTo>
                  <a:pt x="611357" y="113852"/>
                </a:lnTo>
                <a:close/>
                <a:moveTo>
                  <a:pt x="597279" y="116118"/>
                </a:moveTo>
                <a:lnTo>
                  <a:pt x="595978" y="117138"/>
                </a:lnTo>
                <a:lnTo>
                  <a:pt x="597566" y="117843"/>
                </a:lnTo>
                <a:lnTo>
                  <a:pt x="601471" y="117762"/>
                </a:lnTo>
                <a:lnTo>
                  <a:pt x="602378" y="117367"/>
                </a:lnTo>
                <a:lnTo>
                  <a:pt x="602679" y="116745"/>
                </a:lnTo>
                <a:lnTo>
                  <a:pt x="602358" y="116129"/>
                </a:lnTo>
                <a:lnTo>
                  <a:pt x="600919" y="115636"/>
                </a:lnTo>
                <a:lnTo>
                  <a:pt x="597279" y="116118"/>
                </a:lnTo>
                <a:close/>
                <a:moveTo>
                  <a:pt x="276027" y="116986"/>
                </a:moveTo>
                <a:lnTo>
                  <a:pt x="275915" y="117692"/>
                </a:lnTo>
                <a:lnTo>
                  <a:pt x="276593" y="118309"/>
                </a:lnTo>
                <a:lnTo>
                  <a:pt x="280602" y="119845"/>
                </a:lnTo>
                <a:lnTo>
                  <a:pt x="284079" y="122169"/>
                </a:lnTo>
                <a:lnTo>
                  <a:pt x="288406" y="123917"/>
                </a:lnTo>
                <a:lnTo>
                  <a:pt x="292245" y="126068"/>
                </a:lnTo>
                <a:lnTo>
                  <a:pt x="296807" y="127810"/>
                </a:lnTo>
                <a:lnTo>
                  <a:pt x="300429" y="130181"/>
                </a:lnTo>
                <a:lnTo>
                  <a:pt x="302755" y="130551"/>
                </a:lnTo>
                <a:lnTo>
                  <a:pt x="304079" y="129687"/>
                </a:lnTo>
                <a:lnTo>
                  <a:pt x="304133" y="128647"/>
                </a:lnTo>
                <a:lnTo>
                  <a:pt x="303364" y="127575"/>
                </a:lnTo>
                <a:lnTo>
                  <a:pt x="297879" y="124238"/>
                </a:lnTo>
                <a:lnTo>
                  <a:pt x="293452" y="122864"/>
                </a:lnTo>
                <a:lnTo>
                  <a:pt x="289788" y="120603"/>
                </a:lnTo>
                <a:lnTo>
                  <a:pt x="284689" y="118935"/>
                </a:lnTo>
                <a:lnTo>
                  <a:pt x="280773" y="117035"/>
                </a:lnTo>
                <a:lnTo>
                  <a:pt x="277881" y="116460"/>
                </a:lnTo>
                <a:lnTo>
                  <a:pt x="276027" y="116986"/>
                </a:lnTo>
                <a:close/>
                <a:moveTo>
                  <a:pt x="875668" y="132945"/>
                </a:moveTo>
                <a:lnTo>
                  <a:pt x="872953" y="134908"/>
                </a:lnTo>
                <a:lnTo>
                  <a:pt x="871929" y="137160"/>
                </a:lnTo>
                <a:lnTo>
                  <a:pt x="866567" y="167063"/>
                </a:lnTo>
                <a:lnTo>
                  <a:pt x="864155" y="178223"/>
                </a:lnTo>
                <a:lnTo>
                  <a:pt x="862680" y="189850"/>
                </a:lnTo>
                <a:lnTo>
                  <a:pt x="860336" y="199306"/>
                </a:lnTo>
                <a:lnTo>
                  <a:pt x="858275" y="212816"/>
                </a:lnTo>
                <a:lnTo>
                  <a:pt x="857232" y="215837"/>
                </a:lnTo>
                <a:lnTo>
                  <a:pt x="855616" y="217898"/>
                </a:lnTo>
                <a:lnTo>
                  <a:pt x="853128" y="219577"/>
                </a:lnTo>
                <a:lnTo>
                  <a:pt x="815399" y="236724"/>
                </a:lnTo>
                <a:lnTo>
                  <a:pt x="811606" y="239150"/>
                </a:lnTo>
                <a:lnTo>
                  <a:pt x="810482" y="240656"/>
                </a:lnTo>
                <a:lnTo>
                  <a:pt x="811805" y="242280"/>
                </a:lnTo>
                <a:lnTo>
                  <a:pt x="814094" y="243127"/>
                </a:lnTo>
                <a:lnTo>
                  <a:pt x="851223" y="244079"/>
                </a:lnTo>
                <a:lnTo>
                  <a:pt x="854449" y="245810"/>
                </a:lnTo>
                <a:lnTo>
                  <a:pt x="855915" y="247869"/>
                </a:lnTo>
                <a:lnTo>
                  <a:pt x="856032" y="252247"/>
                </a:lnTo>
                <a:lnTo>
                  <a:pt x="855125" y="254674"/>
                </a:lnTo>
                <a:lnTo>
                  <a:pt x="853853" y="255894"/>
                </a:lnTo>
                <a:lnTo>
                  <a:pt x="851878" y="256948"/>
                </a:lnTo>
                <a:lnTo>
                  <a:pt x="841320" y="261164"/>
                </a:lnTo>
                <a:lnTo>
                  <a:pt x="815860" y="270012"/>
                </a:lnTo>
                <a:lnTo>
                  <a:pt x="810193" y="272604"/>
                </a:lnTo>
                <a:lnTo>
                  <a:pt x="791910" y="279165"/>
                </a:lnTo>
                <a:lnTo>
                  <a:pt x="788100" y="281027"/>
                </a:lnTo>
                <a:lnTo>
                  <a:pt x="786409" y="282838"/>
                </a:lnTo>
                <a:lnTo>
                  <a:pt x="786843" y="284219"/>
                </a:lnTo>
                <a:lnTo>
                  <a:pt x="788304" y="285736"/>
                </a:lnTo>
                <a:lnTo>
                  <a:pt x="854213" y="285929"/>
                </a:lnTo>
                <a:lnTo>
                  <a:pt x="855539" y="286942"/>
                </a:lnTo>
                <a:lnTo>
                  <a:pt x="855914" y="289090"/>
                </a:lnTo>
                <a:lnTo>
                  <a:pt x="856181" y="298934"/>
                </a:lnTo>
                <a:lnTo>
                  <a:pt x="855600" y="303148"/>
                </a:lnTo>
                <a:lnTo>
                  <a:pt x="853451" y="304940"/>
                </a:lnTo>
                <a:lnTo>
                  <a:pt x="848902" y="307370"/>
                </a:lnTo>
                <a:lnTo>
                  <a:pt x="821041" y="318184"/>
                </a:lnTo>
                <a:lnTo>
                  <a:pt x="810506" y="315671"/>
                </a:lnTo>
                <a:lnTo>
                  <a:pt x="803977" y="312745"/>
                </a:lnTo>
                <a:lnTo>
                  <a:pt x="774615" y="303649"/>
                </a:lnTo>
                <a:lnTo>
                  <a:pt x="754602" y="296944"/>
                </a:lnTo>
                <a:lnTo>
                  <a:pt x="747692" y="295924"/>
                </a:lnTo>
                <a:lnTo>
                  <a:pt x="746598" y="296391"/>
                </a:lnTo>
                <a:lnTo>
                  <a:pt x="746424" y="297323"/>
                </a:lnTo>
                <a:lnTo>
                  <a:pt x="746975" y="298781"/>
                </a:lnTo>
                <a:lnTo>
                  <a:pt x="748288" y="299850"/>
                </a:lnTo>
                <a:lnTo>
                  <a:pt x="755289" y="301797"/>
                </a:lnTo>
                <a:lnTo>
                  <a:pt x="769813" y="307680"/>
                </a:lnTo>
                <a:lnTo>
                  <a:pt x="779989" y="311210"/>
                </a:lnTo>
                <a:lnTo>
                  <a:pt x="794951" y="315351"/>
                </a:lnTo>
                <a:lnTo>
                  <a:pt x="808274" y="318458"/>
                </a:lnTo>
                <a:lnTo>
                  <a:pt x="810300" y="319609"/>
                </a:lnTo>
                <a:lnTo>
                  <a:pt x="811801" y="321316"/>
                </a:lnTo>
                <a:lnTo>
                  <a:pt x="811720" y="322192"/>
                </a:lnTo>
                <a:lnTo>
                  <a:pt x="810060" y="325290"/>
                </a:lnTo>
                <a:lnTo>
                  <a:pt x="810316" y="326221"/>
                </a:lnTo>
                <a:lnTo>
                  <a:pt x="811387" y="327041"/>
                </a:lnTo>
                <a:lnTo>
                  <a:pt x="847052" y="328277"/>
                </a:lnTo>
                <a:lnTo>
                  <a:pt x="853806" y="328842"/>
                </a:lnTo>
                <a:lnTo>
                  <a:pt x="854669" y="329358"/>
                </a:lnTo>
                <a:lnTo>
                  <a:pt x="854954" y="331198"/>
                </a:lnTo>
                <a:lnTo>
                  <a:pt x="854703" y="334111"/>
                </a:lnTo>
                <a:lnTo>
                  <a:pt x="852948" y="342605"/>
                </a:lnTo>
                <a:lnTo>
                  <a:pt x="850412" y="360789"/>
                </a:lnTo>
                <a:lnTo>
                  <a:pt x="848728" y="369177"/>
                </a:lnTo>
                <a:lnTo>
                  <a:pt x="847341" y="381259"/>
                </a:lnTo>
                <a:lnTo>
                  <a:pt x="844901" y="392416"/>
                </a:lnTo>
                <a:lnTo>
                  <a:pt x="839228" y="431063"/>
                </a:lnTo>
                <a:lnTo>
                  <a:pt x="833139" y="467029"/>
                </a:lnTo>
                <a:lnTo>
                  <a:pt x="828244" y="500323"/>
                </a:lnTo>
                <a:lnTo>
                  <a:pt x="825675" y="513904"/>
                </a:lnTo>
                <a:lnTo>
                  <a:pt x="825648" y="516110"/>
                </a:lnTo>
                <a:lnTo>
                  <a:pt x="826425" y="518263"/>
                </a:lnTo>
                <a:lnTo>
                  <a:pt x="828023" y="518902"/>
                </a:lnTo>
                <a:lnTo>
                  <a:pt x="831225" y="517655"/>
                </a:lnTo>
                <a:lnTo>
                  <a:pt x="873940" y="486961"/>
                </a:lnTo>
                <a:lnTo>
                  <a:pt x="875983" y="485744"/>
                </a:lnTo>
                <a:lnTo>
                  <a:pt x="877886" y="485343"/>
                </a:lnTo>
                <a:lnTo>
                  <a:pt x="879935" y="485676"/>
                </a:lnTo>
                <a:lnTo>
                  <a:pt x="881471" y="486491"/>
                </a:lnTo>
                <a:lnTo>
                  <a:pt x="915396" y="512048"/>
                </a:lnTo>
                <a:lnTo>
                  <a:pt x="922326" y="516807"/>
                </a:lnTo>
                <a:lnTo>
                  <a:pt x="926871" y="519190"/>
                </a:lnTo>
                <a:lnTo>
                  <a:pt x="928040" y="517641"/>
                </a:lnTo>
                <a:lnTo>
                  <a:pt x="928451" y="516215"/>
                </a:lnTo>
                <a:lnTo>
                  <a:pt x="928364" y="510736"/>
                </a:lnTo>
                <a:lnTo>
                  <a:pt x="925919" y="498679"/>
                </a:lnTo>
                <a:lnTo>
                  <a:pt x="924509" y="486169"/>
                </a:lnTo>
                <a:lnTo>
                  <a:pt x="922466" y="475092"/>
                </a:lnTo>
                <a:lnTo>
                  <a:pt x="920597" y="460041"/>
                </a:lnTo>
                <a:lnTo>
                  <a:pt x="918838" y="451286"/>
                </a:lnTo>
                <a:lnTo>
                  <a:pt x="916583" y="432517"/>
                </a:lnTo>
                <a:lnTo>
                  <a:pt x="914715" y="424340"/>
                </a:lnTo>
                <a:lnTo>
                  <a:pt x="912582" y="407700"/>
                </a:lnTo>
                <a:lnTo>
                  <a:pt x="910708" y="399575"/>
                </a:lnTo>
                <a:lnTo>
                  <a:pt x="908894" y="384190"/>
                </a:lnTo>
                <a:lnTo>
                  <a:pt x="906913" y="373296"/>
                </a:lnTo>
                <a:lnTo>
                  <a:pt x="905374" y="359546"/>
                </a:lnTo>
                <a:lnTo>
                  <a:pt x="902814" y="345320"/>
                </a:lnTo>
                <a:lnTo>
                  <a:pt x="901463" y="332986"/>
                </a:lnTo>
                <a:lnTo>
                  <a:pt x="903198" y="331057"/>
                </a:lnTo>
                <a:lnTo>
                  <a:pt x="925479" y="331164"/>
                </a:lnTo>
                <a:lnTo>
                  <a:pt x="941952" y="331887"/>
                </a:lnTo>
                <a:lnTo>
                  <a:pt x="945407" y="331073"/>
                </a:lnTo>
                <a:lnTo>
                  <a:pt x="947025" y="329177"/>
                </a:lnTo>
                <a:lnTo>
                  <a:pt x="942254" y="325754"/>
                </a:lnTo>
                <a:lnTo>
                  <a:pt x="904745" y="307098"/>
                </a:lnTo>
                <a:lnTo>
                  <a:pt x="899196" y="302949"/>
                </a:lnTo>
                <a:lnTo>
                  <a:pt x="899542" y="288269"/>
                </a:lnTo>
                <a:lnTo>
                  <a:pt x="900068" y="287079"/>
                </a:lnTo>
                <a:lnTo>
                  <a:pt x="901472" y="286310"/>
                </a:lnTo>
                <a:lnTo>
                  <a:pt x="908322" y="285756"/>
                </a:lnTo>
                <a:lnTo>
                  <a:pt x="966262" y="285832"/>
                </a:lnTo>
                <a:lnTo>
                  <a:pt x="967753" y="284353"/>
                </a:lnTo>
                <a:lnTo>
                  <a:pt x="968126" y="283062"/>
                </a:lnTo>
                <a:lnTo>
                  <a:pt x="967564" y="281975"/>
                </a:lnTo>
                <a:lnTo>
                  <a:pt x="963587" y="280137"/>
                </a:lnTo>
                <a:lnTo>
                  <a:pt x="954878" y="276959"/>
                </a:lnTo>
                <a:lnTo>
                  <a:pt x="940091" y="270574"/>
                </a:lnTo>
                <a:lnTo>
                  <a:pt x="933718" y="268602"/>
                </a:lnTo>
                <a:lnTo>
                  <a:pt x="904680" y="257135"/>
                </a:lnTo>
                <a:lnTo>
                  <a:pt x="901494" y="255201"/>
                </a:lnTo>
                <a:lnTo>
                  <a:pt x="899504" y="252890"/>
                </a:lnTo>
                <a:lnTo>
                  <a:pt x="898873" y="250498"/>
                </a:lnTo>
                <a:lnTo>
                  <a:pt x="899119" y="249364"/>
                </a:lnTo>
                <a:lnTo>
                  <a:pt x="900836" y="247406"/>
                </a:lnTo>
                <a:lnTo>
                  <a:pt x="902644" y="246776"/>
                </a:lnTo>
                <a:lnTo>
                  <a:pt x="910873" y="246612"/>
                </a:lnTo>
                <a:lnTo>
                  <a:pt x="943795" y="247309"/>
                </a:lnTo>
                <a:lnTo>
                  <a:pt x="945516" y="245785"/>
                </a:lnTo>
                <a:lnTo>
                  <a:pt x="945863" y="244758"/>
                </a:lnTo>
                <a:lnTo>
                  <a:pt x="941348" y="241173"/>
                </a:lnTo>
                <a:lnTo>
                  <a:pt x="902426" y="218674"/>
                </a:lnTo>
                <a:lnTo>
                  <a:pt x="900013" y="216404"/>
                </a:lnTo>
                <a:lnTo>
                  <a:pt x="898657" y="213114"/>
                </a:lnTo>
                <a:lnTo>
                  <a:pt x="897545" y="201661"/>
                </a:lnTo>
                <a:lnTo>
                  <a:pt x="895605" y="193523"/>
                </a:lnTo>
                <a:lnTo>
                  <a:pt x="893658" y="181418"/>
                </a:lnTo>
                <a:lnTo>
                  <a:pt x="889333" y="158584"/>
                </a:lnTo>
                <a:lnTo>
                  <a:pt x="887517" y="151037"/>
                </a:lnTo>
                <a:lnTo>
                  <a:pt x="885296" y="137924"/>
                </a:lnTo>
                <a:lnTo>
                  <a:pt x="883886" y="135049"/>
                </a:lnTo>
                <a:lnTo>
                  <a:pt x="881044" y="132313"/>
                </a:lnTo>
                <a:lnTo>
                  <a:pt x="879034" y="131918"/>
                </a:lnTo>
                <a:lnTo>
                  <a:pt x="875668" y="132945"/>
                </a:lnTo>
                <a:close/>
                <a:moveTo>
                  <a:pt x="878705" y="152182"/>
                </a:moveTo>
                <a:lnTo>
                  <a:pt x="877880" y="153545"/>
                </a:lnTo>
                <a:lnTo>
                  <a:pt x="877101" y="153471"/>
                </a:lnTo>
                <a:lnTo>
                  <a:pt x="876729" y="152954"/>
                </a:lnTo>
                <a:lnTo>
                  <a:pt x="876668" y="151652"/>
                </a:lnTo>
                <a:lnTo>
                  <a:pt x="877329" y="150868"/>
                </a:lnTo>
                <a:lnTo>
                  <a:pt x="878393" y="151127"/>
                </a:lnTo>
                <a:lnTo>
                  <a:pt x="878705" y="152182"/>
                </a:lnTo>
                <a:close/>
                <a:moveTo>
                  <a:pt x="880779" y="167370"/>
                </a:moveTo>
                <a:lnTo>
                  <a:pt x="882833" y="169918"/>
                </a:lnTo>
                <a:lnTo>
                  <a:pt x="882948" y="172341"/>
                </a:lnTo>
                <a:lnTo>
                  <a:pt x="881967" y="173748"/>
                </a:lnTo>
                <a:lnTo>
                  <a:pt x="880152" y="174891"/>
                </a:lnTo>
                <a:lnTo>
                  <a:pt x="878181" y="175540"/>
                </a:lnTo>
                <a:lnTo>
                  <a:pt x="876673" y="175339"/>
                </a:lnTo>
                <a:lnTo>
                  <a:pt x="873500" y="172108"/>
                </a:lnTo>
                <a:lnTo>
                  <a:pt x="873275" y="171318"/>
                </a:lnTo>
                <a:lnTo>
                  <a:pt x="873751" y="169879"/>
                </a:lnTo>
                <a:lnTo>
                  <a:pt x="875137" y="167678"/>
                </a:lnTo>
                <a:lnTo>
                  <a:pt x="876835" y="166287"/>
                </a:lnTo>
                <a:lnTo>
                  <a:pt x="878710" y="166187"/>
                </a:lnTo>
                <a:lnTo>
                  <a:pt x="880779" y="167370"/>
                </a:lnTo>
                <a:close/>
                <a:moveTo>
                  <a:pt x="872582" y="178797"/>
                </a:moveTo>
                <a:lnTo>
                  <a:pt x="873076" y="179912"/>
                </a:lnTo>
                <a:lnTo>
                  <a:pt x="872184" y="181206"/>
                </a:lnTo>
                <a:lnTo>
                  <a:pt x="870350" y="182745"/>
                </a:lnTo>
                <a:lnTo>
                  <a:pt x="869046" y="182773"/>
                </a:lnTo>
                <a:lnTo>
                  <a:pt x="868317" y="180769"/>
                </a:lnTo>
                <a:lnTo>
                  <a:pt x="868802" y="178693"/>
                </a:lnTo>
                <a:lnTo>
                  <a:pt x="870385" y="177918"/>
                </a:lnTo>
                <a:lnTo>
                  <a:pt x="872582" y="178797"/>
                </a:lnTo>
                <a:close/>
                <a:moveTo>
                  <a:pt x="886082" y="178797"/>
                </a:moveTo>
                <a:lnTo>
                  <a:pt x="886599" y="180824"/>
                </a:lnTo>
                <a:lnTo>
                  <a:pt x="886175" y="181642"/>
                </a:lnTo>
                <a:lnTo>
                  <a:pt x="885379" y="181793"/>
                </a:lnTo>
                <a:lnTo>
                  <a:pt x="884072" y="180726"/>
                </a:lnTo>
                <a:lnTo>
                  <a:pt x="883803" y="179294"/>
                </a:lnTo>
                <a:lnTo>
                  <a:pt x="884788" y="178210"/>
                </a:lnTo>
                <a:lnTo>
                  <a:pt x="886082" y="178797"/>
                </a:lnTo>
                <a:close/>
                <a:moveTo>
                  <a:pt x="882659" y="188488"/>
                </a:moveTo>
                <a:lnTo>
                  <a:pt x="884732" y="190980"/>
                </a:lnTo>
                <a:lnTo>
                  <a:pt x="885183" y="192910"/>
                </a:lnTo>
                <a:lnTo>
                  <a:pt x="883382" y="195527"/>
                </a:lnTo>
                <a:lnTo>
                  <a:pt x="880672" y="197451"/>
                </a:lnTo>
                <a:lnTo>
                  <a:pt x="877596" y="198613"/>
                </a:lnTo>
                <a:lnTo>
                  <a:pt x="873421" y="196029"/>
                </a:lnTo>
                <a:lnTo>
                  <a:pt x="871795" y="194458"/>
                </a:lnTo>
                <a:lnTo>
                  <a:pt x="871299" y="192205"/>
                </a:lnTo>
                <a:lnTo>
                  <a:pt x="871710" y="190354"/>
                </a:lnTo>
                <a:lnTo>
                  <a:pt x="876747" y="186215"/>
                </a:lnTo>
                <a:lnTo>
                  <a:pt x="878021" y="185853"/>
                </a:lnTo>
                <a:lnTo>
                  <a:pt x="879397" y="186106"/>
                </a:lnTo>
                <a:lnTo>
                  <a:pt x="882659" y="188488"/>
                </a:lnTo>
                <a:close/>
                <a:moveTo>
                  <a:pt x="890229" y="199047"/>
                </a:moveTo>
                <a:lnTo>
                  <a:pt x="891461" y="202042"/>
                </a:lnTo>
                <a:lnTo>
                  <a:pt x="892375" y="206049"/>
                </a:lnTo>
                <a:lnTo>
                  <a:pt x="891805" y="207369"/>
                </a:lnTo>
                <a:lnTo>
                  <a:pt x="890744" y="207655"/>
                </a:lnTo>
                <a:lnTo>
                  <a:pt x="888549" y="207020"/>
                </a:lnTo>
                <a:lnTo>
                  <a:pt x="886927" y="205941"/>
                </a:lnTo>
                <a:lnTo>
                  <a:pt x="885014" y="203972"/>
                </a:lnTo>
                <a:lnTo>
                  <a:pt x="884365" y="202500"/>
                </a:lnTo>
                <a:lnTo>
                  <a:pt x="884952" y="201042"/>
                </a:lnTo>
                <a:lnTo>
                  <a:pt x="887642" y="198446"/>
                </a:lnTo>
                <a:lnTo>
                  <a:pt x="888898" y="198055"/>
                </a:lnTo>
                <a:lnTo>
                  <a:pt x="890229" y="199047"/>
                </a:lnTo>
                <a:close/>
                <a:moveTo>
                  <a:pt x="870895" y="200300"/>
                </a:moveTo>
                <a:lnTo>
                  <a:pt x="872097" y="202120"/>
                </a:lnTo>
                <a:lnTo>
                  <a:pt x="871374" y="204097"/>
                </a:lnTo>
                <a:lnTo>
                  <a:pt x="868124" y="207362"/>
                </a:lnTo>
                <a:lnTo>
                  <a:pt x="866320" y="208298"/>
                </a:lnTo>
                <a:lnTo>
                  <a:pt x="864943" y="208226"/>
                </a:lnTo>
                <a:lnTo>
                  <a:pt x="864076" y="207150"/>
                </a:lnTo>
                <a:lnTo>
                  <a:pt x="863807" y="205074"/>
                </a:lnTo>
                <a:lnTo>
                  <a:pt x="864243" y="201906"/>
                </a:lnTo>
                <a:lnTo>
                  <a:pt x="865295" y="199755"/>
                </a:lnTo>
                <a:lnTo>
                  <a:pt x="866838" y="198710"/>
                </a:lnTo>
                <a:lnTo>
                  <a:pt x="867754" y="198631"/>
                </a:lnTo>
                <a:lnTo>
                  <a:pt x="870895" y="200300"/>
                </a:lnTo>
                <a:close/>
                <a:moveTo>
                  <a:pt x="881261" y="208256"/>
                </a:moveTo>
                <a:lnTo>
                  <a:pt x="885774" y="213111"/>
                </a:lnTo>
                <a:lnTo>
                  <a:pt x="886179" y="213897"/>
                </a:lnTo>
                <a:lnTo>
                  <a:pt x="885647" y="214738"/>
                </a:lnTo>
                <a:lnTo>
                  <a:pt x="883700" y="215160"/>
                </a:lnTo>
                <a:lnTo>
                  <a:pt x="877982" y="215247"/>
                </a:lnTo>
                <a:lnTo>
                  <a:pt x="872156" y="214934"/>
                </a:lnTo>
                <a:lnTo>
                  <a:pt x="870527" y="214385"/>
                </a:lnTo>
                <a:lnTo>
                  <a:pt x="870321" y="213941"/>
                </a:lnTo>
                <a:lnTo>
                  <a:pt x="871010" y="212605"/>
                </a:lnTo>
                <a:lnTo>
                  <a:pt x="875957" y="207629"/>
                </a:lnTo>
                <a:lnTo>
                  <a:pt x="879136" y="207722"/>
                </a:lnTo>
                <a:lnTo>
                  <a:pt x="881261" y="208256"/>
                </a:lnTo>
                <a:close/>
                <a:moveTo>
                  <a:pt x="880875" y="221418"/>
                </a:moveTo>
                <a:lnTo>
                  <a:pt x="881153" y="221973"/>
                </a:lnTo>
                <a:lnTo>
                  <a:pt x="880708" y="222967"/>
                </a:lnTo>
                <a:lnTo>
                  <a:pt x="878501" y="223866"/>
                </a:lnTo>
                <a:lnTo>
                  <a:pt x="875985" y="223566"/>
                </a:lnTo>
                <a:lnTo>
                  <a:pt x="874782" y="222165"/>
                </a:lnTo>
                <a:lnTo>
                  <a:pt x="875089" y="221370"/>
                </a:lnTo>
                <a:lnTo>
                  <a:pt x="876546" y="220743"/>
                </a:lnTo>
                <a:lnTo>
                  <a:pt x="879419" y="220770"/>
                </a:lnTo>
                <a:lnTo>
                  <a:pt x="880875" y="221418"/>
                </a:lnTo>
                <a:close/>
                <a:moveTo>
                  <a:pt x="893893" y="222865"/>
                </a:moveTo>
                <a:lnTo>
                  <a:pt x="894652" y="226123"/>
                </a:lnTo>
                <a:lnTo>
                  <a:pt x="894741" y="231117"/>
                </a:lnTo>
                <a:lnTo>
                  <a:pt x="893634" y="234219"/>
                </a:lnTo>
                <a:lnTo>
                  <a:pt x="892154" y="234606"/>
                </a:lnTo>
                <a:lnTo>
                  <a:pt x="890063" y="233665"/>
                </a:lnTo>
                <a:lnTo>
                  <a:pt x="885864" y="230662"/>
                </a:lnTo>
                <a:lnTo>
                  <a:pt x="885039" y="228822"/>
                </a:lnTo>
                <a:lnTo>
                  <a:pt x="886273" y="226402"/>
                </a:lnTo>
                <a:lnTo>
                  <a:pt x="889312" y="223732"/>
                </a:lnTo>
                <a:lnTo>
                  <a:pt x="892254" y="222178"/>
                </a:lnTo>
                <a:lnTo>
                  <a:pt x="893001" y="222195"/>
                </a:lnTo>
                <a:lnTo>
                  <a:pt x="893893" y="222865"/>
                </a:lnTo>
                <a:close/>
                <a:moveTo>
                  <a:pt x="867713" y="224022"/>
                </a:moveTo>
                <a:lnTo>
                  <a:pt x="870479" y="227104"/>
                </a:lnTo>
                <a:lnTo>
                  <a:pt x="871179" y="228509"/>
                </a:lnTo>
                <a:lnTo>
                  <a:pt x="871101" y="229442"/>
                </a:lnTo>
                <a:lnTo>
                  <a:pt x="869347" y="231121"/>
                </a:lnTo>
                <a:lnTo>
                  <a:pt x="865509" y="233287"/>
                </a:lnTo>
                <a:lnTo>
                  <a:pt x="864132" y="233598"/>
                </a:lnTo>
                <a:lnTo>
                  <a:pt x="862751" y="233194"/>
                </a:lnTo>
                <a:lnTo>
                  <a:pt x="861829" y="232258"/>
                </a:lnTo>
                <a:lnTo>
                  <a:pt x="861344" y="230426"/>
                </a:lnTo>
                <a:lnTo>
                  <a:pt x="861454" y="224565"/>
                </a:lnTo>
                <a:lnTo>
                  <a:pt x="862880" y="223219"/>
                </a:lnTo>
                <a:lnTo>
                  <a:pt x="864387" y="222744"/>
                </a:lnTo>
                <a:lnTo>
                  <a:pt x="866008" y="223009"/>
                </a:lnTo>
                <a:lnTo>
                  <a:pt x="867713" y="224022"/>
                </a:lnTo>
                <a:close/>
                <a:moveTo>
                  <a:pt x="906091" y="227059"/>
                </a:moveTo>
                <a:lnTo>
                  <a:pt x="921000" y="236271"/>
                </a:lnTo>
                <a:lnTo>
                  <a:pt x="922444" y="238189"/>
                </a:lnTo>
                <a:lnTo>
                  <a:pt x="922291" y="239547"/>
                </a:lnTo>
                <a:lnTo>
                  <a:pt x="919342" y="240356"/>
                </a:lnTo>
                <a:lnTo>
                  <a:pt x="913347" y="240304"/>
                </a:lnTo>
                <a:lnTo>
                  <a:pt x="902970" y="239036"/>
                </a:lnTo>
                <a:lnTo>
                  <a:pt x="900113" y="238052"/>
                </a:lnTo>
                <a:lnTo>
                  <a:pt x="899052" y="237184"/>
                </a:lnTo>
                <a:lnTo>
                  <a:pt x="899677" y="225741"/>
                </a:lnTo>
                <a:lnTo>
                  <a:pt x="900437" y="225165"/>
                </a:lnTo>
                <a:lnTo>
                  <a:pt x="902029" y="225227"/>
                </a:lnTo>
                <a:lnTo>
                  <a:pt x="906091" y="227059"/>
                </a:lnTo>
                <a:close/>
                <a:moveTo>
                  <a:pt x="855032" y="226722"/>
                </a:moveTo>
                <a:lnTo>
                  <a:pt x="856099" y="228849"/>
                </a:lnTo>
                <a:lnTo>
                  <a:pt x="856244" y="231589"/>
                </a:lnTo>
                <a:lnTo>
                  <a:pt x="855643" y="235330"/>
                </a:lnTo>
                <a:lnTo>
                  <a:pt x="854544" y="236322"/>
                </a:lnTo>
                <a:lnTo>
                  <a:pt x="850561" y="236980"/>
                </a:lnTo>
                <a:lnTo>
                  <a:pt x="842619" y="237270"/>
                </a:lnTo>
                <a:lnTo>
                  <a:pt x="837000" y="237199"/>
                </a:lnTo>
                <a:lnTo>
                  <a:pt x="835647" y="236709"/>
                </a:lnTo>
                <a:lnTo>
                  <a:pt x="836298" y="234967"/>
                </a:lnTo>
                <a:lnTo>
                  <a:pt x="839315" y="232169"/>
                </a:lnTo>
                <a:lnTo>
                  <a:pt x="844780" y="230129"/>
                </a:lnTo>
                <a:lnTo>
                  <a:pt x="853629" y="226041"/>
                </a:lnTo>
                <a:lnTo>
                  <a:pt x="855032" y="226722"/>
                </a:lnTo>
                <a:close/>
                <a:moveTo>
                  <a:pt x="880393" y="234243"/>
                </a:moveTo>
                <a:lnTo>
                  <a:pt x="882425" y="236201"/>
                </a:lnTo>
                <a:lnTo>
                  <a:pt x="882593" y="237251"/>
                </a:lnTo>
                <a:lnTo>
                  <a:pt x="881840" y="238016"/>
                </a:lnTo>
                <a:lnTo>
                  <a:pt x="878002" y="238436"/>
                </a:lnTo>
                <a:lnTo>
                  <a:pt x="876372" y="238053"/>
                </a:lnTo>
                <a:lnTo>
                  <a:pt x="875373" y="237323"/>
                </a:lnTo>
                <a:lnTo>
                  <a:pt x="875132" y="235666"/>
                </a:lnTo>
                <a:lnTo>
                  <a:pt x="876489" y="233595"/>
                </a:lnTo>
                <a:lnTo>
                  <a:pt x="878187" y="233271"/>
                </a:lnTo>
                <a:lnTo>
                  <a:pt x="880393" y="234243"/>
                </a:lnTo>
                <a:close/>
                <a:moveTo>
                  <a:pt x="878946" y="247116"/>
                </a:moveTo>
                <a:lnTo>
                  <a:pt x="877831" y="247916"/>
                </a:lnTo>
                <a:lnTo>
                  <a:pt x="877025" y="247297"/>
                </a:lnTo>
                <a:lnTo>
                  <a:pt x="877725" y="246698"/>
                </a:lnTo>
                <a:lnTo>
                  <a:pt x="878946" y="247116"/>
                </a:lnTo>
                <a:close/>
                <a:moveTo>
                  <a:pt x="893893" y="247647"/>
                </a:moveTo>
                <a:lnTo>
                  <a:pt x="894740" y="249288"/>
                </a:lnTo>
                <a:lnTo>
                  <a:pt x="894795" y="250947"/>
                </a:lnTo>
                <a:lnTo>
                  <a:pt x="894005" y="253634"/>
                </a:lnTo>
                <a:lnTo>
                  <a:pt x="893086" y="254713"/>
                </a:lnTo>
                <a:lnTo>
                  <a:pt x="891064" y="255363"/>
                </a:lnTo>
                <a:lnTo>
                  <a:pt x="889320" y="255144"/>
                </a:lnTo>
                <a:lnTo>
                  <a:pt x="886462" y="253979"/>
                </a:lnTo>
                <a:lnTo>
                  <a:pt x="885414" y="253121"/>
                </a:lnTo>
                <a:lnTo>
                  <a:pt x="885178" y="252173"/>
                </a:lnTo>
                <a:lnTo>
                  <a:pt x="885764" y="251057"/>
                </a:lnTo>
                <a:lnTo>
                  <a:pt x="889939" y="247691"/>
                </a:lnTo>
                <a:lnTo>
                  <a:pt x="892244" y="246776"/>
                </a:lnTo>
                <a:lnTo>
                  <a:pt x="893893" y="247647"/>
                </a:lnTo>
                <a:close/>
                <a:moveTo>
                  <a:pt x="868484" y="249141"/>
                </a:moveTo>
                <a:lnTo>
                  <a:pt x="870244" y="250655"/>
                </a:lnTo>
                <a:lnTo>
                  <a:pt x="871013" y="252001"/>
                </a:lnTo>
                <a:lnTo>
                  <a:pt x="870796" y="253165"/>
                </a:lnTo>
                <a:lnTo>
                  <a:pt x="869598" y="254129"/>
                </a:lnTo>
                <a:lnTo>
                  <a:pt x="867423" y="254879"/>
                </a:lnTo>
                <a:lnTo>
                  <a:pt x="864644" y="255065"/>
                </a:lnTo>
                <a:lnTo>
                  <a:pt x="862532" y="254178"/>
                </a:lnTo>
                <a:lnTo>
                  <a:pt x="861540" y="253014"/>
                </a:lnTo>
                <a:lnTo>
                  <a:pt x="860759" y="250227"/>
                </a:lnTo>
                <a:lnTo>
                  <a:pt x="860882" y="249237"/>
                </a:lnTo>
                <a:lnTo>
                  <a:pt x="861850" y="247860"/>
                </a:lnTo>
                <a:lnTo>
                  <a:pt x="864680" y="247426"/>
                </a:lnTo>
                <a:lnTo>
                  <a:pt x="868484" y="249141"/>
                </a:lnTo>
                <a:close/>
                <a:moveTo>
                  <a:pt x="885021" y="261870"/>
                </a:moveTo>
                <a:lnTo>
                  <a:pt x="886001" y="262311"/>
                </a:lnTo>
                <a:lnTo>
                  <a:pt x="886460" y="263028"/>
                </a:lnTo>
                <a:lnTo>
                  <a:pt x="885862" y="264769"/>
                </a:lnTo>
                <a:lnTo>
                  <a:pt x="880651" y="267948"/>
                </a:lnTo>
                <a:lnTo>
                  <a:pt x="878174" y="268844"/>
                </a:lnTo>
                <a:lnTo>
                  <a:pt x="872998" y="266896"/>
                </a:lnTo>
                <a:lnTo>
                  <a:pt x="869894" y="265035"/>
                </a:lnTo>
                <a:lnTo>
                  <a:pt x="868886" y="263829"/>
                </a:lnTo>
                <a:lnTo>
                  <a:pt x="869438" y="262366"/>
                </a:lnTo>
                <a:lnTo>
                  <a:pt x="871443" y="261545"/>
                </a:lnTo>
                <a:lnTo>
                  <a:pt x="885021" y="261870"/>
                </a:lnTo>
                <a:close/>
                <a:moveTo>
                  <a:pt x="855080" y="262882"/>
                </a:moveTo>
                <a:lnTo>
                  <a:pt x="855989" y="263718"/>
                </a:lnTo>
                <a:lnTo>
                  <a:pt x="856322" y="264781"/>
                </a:lnTo>
                <a:lnTo>
                  <a:pt x="856416" y="268591"/>
                </a:lnTo>
                <a:lnTo>
                  <a:pt x="855616" y="274344"/>
                </a:lnTo>
                <a:lnTo>
                  <a:pt x="854289" y="276323"/>
                </a:lnTo>
                <a:lnTo>
                  <a:pt x="853035" y="276350"/>
                </a:lnTo>
                <a:lnTo>
                  <a:pt x="844866" y="272168"/>
                </a:lnTo>
                <a:lnTo>
                  <a:pt x="842037" y="270244"/>
                </a:lnTo>
                <a:lnTo>
                  <a:pt x="840695" y="268484"/>
                </a:lnTo>
                <a:lnTo>
                  <a:pt x="840901" y="267490"/>
                </a:lnTo>
                <a:lnTo>
                  <a:pt x="842258" y="266621"/>
                </a:lnTo>
                <a:lnTo>
                  <a:pt x="847788" y="264877"/>
                </a:lnTo>
                <a:lnTo>
                  <a:pt x="852584" y="262782"/>
                </a:lnTo>
                <a:lnTo>
                  <a:pt x="855080" y="262882"/>
                </a:lnTo>
                <a:close/>
                <a:moveTo>
                  <a:pt x="906670" y="264907"/>
                </a:moveTo>
                <a:lnTo>
                  <a:pt x="914478" y="267876"/>
                </a:lnTo>
                <a:lnTo>
                  <a:pt x="914962" y="269123"/>
                </a:lnTo>
                <a:lnTo>
                  <a:pt x="914288" y="270886"/>
                </a:lnTo>
                <a:lnTo>
                  <a:pt x="912607" y="272559"/>
                </a:lnTo>
                <a:lnTo>
                  <a:pt x="904802" y="276494"/>
                </a:lnTo>
                <a:lnTo>
                  <a:pt x="901890" y="277088"/>
                </a:lnTo>
                <a:lnTo>
                  <a:pt x="900156" y="276754"/>
                </a:lnTo>
                <a:lnTo>
                  <a:pt x="899520" y="275930"/>
                </a:lnTo>
                <a:lnTo>
                  <a:pt x="899152" y="272060"/>
                </a:lnTo>
                <a:lnTo>
                  <a:pt x="899335" y="267180"/>
                </a:lnTo>
                <a:lnTo>
                  <a:pt x="900016" y="264281"/>
                </a:lnTo>
                <a:lnTo>
                  <a:pt x="902439" y="263690"/>
                </a:lnTo>
                <a:lnTo>
                  <a:pt x="906670" y="264907"/>
                </a:lnTo>
                <a:close/>
                <a:moveTo>
                  <a:pt x="893555" y="268765"/>
                </a:moveTo>
                <a:lnTo>
                  <a:pt x="894574" y="271582"/>
                </a:lnTo>
                <a:lnTo>
                  <a:pt x="894431" y="275796"/>
                </a:lnTo>
                <a:lnTo>
                  <a:pt x="893693" y="276888"/>
                </a:lnTo>
                <a:lnTo>
                  <a:pt x="892369" y="277432"/>
                </a:lnTo>
                <a:lnTo>
                  <a:pt x="889885" y="276938"/>
                </a:lnTo>
                <a:lnTo>
                  <a:pt x="888179" y="275814"/>
                </a:lnTo>
                <a:lnTo>
                  <a:pt x="886661" y="274116"/>
                </a:lnTo>
                <a:lnTo>
                  <a:pt x="885921" y="272534"/>
                </a:lnTo>
                <a:lnTo>
                  <a:pt x="886082" y="271627"/>
                </a:lnTo>
                <a:lnTo>
                  <a:pt x="887374" y="270323"/>
                </a:lnTo>
                <a:lnTo>
                  <a:pt x="891240" y="268302"/>
                </a:lnTo>
                <a:lnTo>
                  <a:pt x="892464" y="268020"/>
                </a:lnTo>
                <a:lnTo>
                  <a:pt x="893555" y="268765"/>
                </a:lnTo>
                <a:close/>
                <a:moveTo>
                  <a:pt x="867857" y="270741"/>
                </a:moveTo>
                <a:lnTo>
                  <a:pt x="868897" y="271826"/>
                </a:lnTo>
                <a:lnTo>
                  <a:pt x="869149" y="273064"/>
                </a:lnTo>
                <a:lnTo>
                  <a:pt x="868603" y="274557"/>
                </a:lnTo>
                <a:lnTo>
                  <a:pt x="867287" y="276223"/>
                </a:lnTo>
                <a:lnTo>
                  <a:pt x="866223" y="276948"/>
                </a:lnTo>
                <a:lnTo>
                  <a:pt x="864013" y="277384"/>
                </a:lnTo>
                <a:lnTo>
                  <a:pt x="862095" y="276625"/>
                </a:lnTo>
                <a:lnTo>
                  <a:pt x="861396" y="275857"/>
                </a:lnTo>
                <a:lnTo>
                  <a:pt x="860817" y="273663"/>
                </a:lnTo>
                <a:lnTo>
                  <a:pt x="861381" y="271483"/>
                </a:lnTo>
                <a:lnTo>
                  <a:pt x="862354" y="270293"/>
                </a:lnTo>
                <a:lnTo>
                  <a:pt x="863681" y="269669"/>
                </a:lnTo>
                <a:lnTo>
                  <a:pt x="865256" y="269635"/>
                </a:lnTo>
                <a:lnTo>
                  <a:pt x="867857" y="270741"/>
                </a:lnTo>
                <a:close/>
                <a:moveTo>
                  <a:pt x="828032" y="273490"/>
                </a:moveTo>
                <a:lnTo>
                  <a:pt x="828640" y="274505"/>
                </a:lnTo>
                <a:lnTo>
                  <a:pt x="828726" y="275725"/>
                </a:lnTo>
                <a:lnTo>
                  <a:pt x="828032" y="277443"/>
                </a:lnTo>
                <a:lnTo>
                  <a:pt x="827153" y="278212"/>
                </a:lnTo>
                <a:lnTo>
                  <a:pt x="820589" y="278344"/>
                </a:lnTo>
                <a:lnTo>
                  <a:pt x="818628" y="277848"/>
                </a:lnTo>
                <a:lnTo>
                  <a:pt x="817770" y="276993"/>
                </a:lnTo>
                <a:lnTo>
                  <a:pt x="818307" y="275287"/>
                </a:lnTo>
                <a:lnTo>
                  <a:pt x="820417" y="274190"/>
                </a:lnTo>
                <a:lnTo>
                  <a:pt x="825613" y="272847"/>
                </a:lnTo>
                <a:lnTo>
                  <a:pt x="827079" y="272895"/>
                </a:lnTo>
                <a:lnTo>
                  <a:pt x="828032" y="273490"/>
                </a:lnTo>
                <a:close/>
                <a:moveTo>
                  <a:pt x="937768" y="275707"/>
                </a:moveTo>
                <a:lnTo>
                  <a:pt x="944450" y="278475"/>
                </a:lnTo>
                <a:lnTo>
                  <a:pt x="945640" y="279754"/>
                </a:lnTo>
                <a:lnTo>
                  <a:pt x="944904" y="280481"/>
                </a:lnTo>
                <a:lnTo>
                  <a:pt x="942956" y="280933"/>
                </a:lnTo>
                <a:lnTo>
                  <a:pt x="935784" y="281345"/>
                </a:lnTo>
                <a:lnTo>
                  <a:pt x="930584" y="280915"/>
                </a:lnTo>
                <a:lnTo>
                  <a:pt x="928752" y="278624"/>
                </a:lnTo>
                <a:lnTo>
                  <a:pt x="927643" y="275756"/>
                </a:lnTo>
                <a:lnTo>
                  <a:pt x="928145" y="274501"/>
                </a:lnTo>
                <a:lnTo>
                  <a:pt x="930608" y="273779"/>
                </a:lnTo>
                <a:lnTo>
                  <a:pt x="934581" y="274463"/>
                </a:lnTo>
                <a:lnTo>
                  <a:pt x="937768" y="275707"/>
                </a:lnTo>
                <a:close/>
                <a:moveTo>
                  <a:pt x="839314" y="274743"/>
                </a:moveTo>
                <a:lnTo>
                  <a:pt x="839855" y="276750"/>
                </a:lnTo>
                <a:lnTo>
                  <a:pt x="838665" y="278228"/>
                </a:lnTo>
                <a:lnTo>
                  <a:pt x="836978" y="277892"/>
                </a:lnTo>
                <a:lnTo>
                  <a:pt x="835114" y="276224"/>
                </a:lnTo>
                <a:lnTo>
                  <a:pt x="835402" y="275225"/>
                </a:lnTo>
                <a:lnTo>
                  <a:pt x="836759" y="274400"/>
                </a:lnTo>
                <a:lnTo>
                  <a:pt x="838429" y="274291"/>
                </a:lnTo>
                <a:lnTo>
                  <a:pt x="839314" y="274743"/>
                </a:lnTo>
                <a:close/>
                <a:moveTo>
                  <a:pt x="920411" y="275129"/>
                </a:moveTo>
                <a:lnTo>
                  <a:pt x="921364" y="276134"/>
                </a:lnTo>
                <a:lnTo>
                  <a:pt x="922028" y="278177"/>
                </a:lnTo>
                <a:lnTo>
                  <a:pt x="921857" y="279516"/>
                </a:lnTo>
                <a:lnTo>
                  <a:pt x="920998" y="280471"/>
                </a:lnTo>
                <a:lnTo>
                  <a:pt x="919741" y="281110"/>
                </a:lnTo>
                <a:lnTo>
                  <a:pt x="917453" y="281398"/>
                </a:lnTo>
                <a:lnTo>
                  <a:pt x="915890" y="281089"/>
                </a:lnTo>
                <a:lnTo>
                  <a:pt x="914040" y="279978"/>
                </a:lnTo>
                <a:lnTo>
                  <a:pt x="914469" y="278598"/>
                </a:lnTo>
                <a:lnTo>
                  <a:pt x="918347" y="275278"/>
                </a:lnTo>
                <a:lnTo>
                  <a:pt x="919339" y="274740"/>
                </a:lnTo>
                <a:lnTo>
                  <a:pt x="920411" y="275129"/>
                </a:lnTo>
                <a:close/>
                <a:moveTo>
                  <a:pt x="879188" y="278166"/>
                </a:moveTo>
                <a:lnTo>
                  <a:pt x="879760" y="279211"/>
                </a:lnTo>
                <a:lnTo>
                  <a:pt x="878629" y="279857"/>
                </a:lnTo>
                <a:lnTo>
                  <a:pt x="876005" y="279786"/>
                </a:lnTo>
                <a:lnTo>
                  <a:pt x="875213" y="279095"/>
                </a:lnTo>
                <a:lnTo>
                  <a:pt x="875828" y="278015"/>
                </a:lnTo>
                <a:lnTo>
                  <a:pt x="876830" y="277597"/>
                </a:lnTo>
                <a:lnTo>
                  <a:pt x="879188" y="278166"/>
                </a:lnTo>
                <a:close/>
                <a:moveTo>
                  <a:pt x="882514" y="286797"/>
                </a:moveTo>
                <a:lnTo>
                  <a:pt x="882702" y="287372"/>
                </a:lnTo>
                <a:lnTo>
                  <a:pt x="882175" y="288448"/>
                </a:lnTo>
                <a:lnTo>
                  <a:pt x="878861" y="289772"/>
                </a:lnTo>
                <a:lnTo>
                  <a:pt x="875909" y="289449"/>
                </a:lnTo>
                <a:lnTo>
                  <a:pt x="873922" y="288254"/>
                </a:lnTo>
                <a:lnTo>
                  <a:pt x="873475" y="287377"/>
                </a:lnTo>
                <a:lnTo>
                  <a:pt x="874421" y="286202"/>
                </a:lnTo>
                <a:lnTo>
                  <a:pt x="877210" y="285762"/>
                </a:lnTo>
                <a:lnTo>
                  <a:pt x="880530" y="285984"/>
                </a:lnTo>
                <a:lnTo>
                  <a:pt x="882514" y="286797"/>
                </a:lnTo>
                <a:close/>
                <a:moveTo>
                  <a:pt x="893700" y="288677"/>
                </a:moveTo>
                <a:lnTo>
                  <a:pt x="894572" y="291614"/>
                </a:lnTo>
                <a:lnTo>
                  <a:pt x="894560" y="297405"/>
                </a:lnTo>
                <a:lnTo>
                  <a:pt x="893700" y="300007"/>
                </a:lnTo>
                <a:lnTo>
                  <a:pt x="892266" y="300621"/>
                </a:lnTo>
                <a:lnTo>
                  <a:pt x="885052" y="295962"/>
                </a:lnTo>
                <a:lnTo>
                  <a:pt x="884586" y="295412"/>
                </a:lnTo>
                <a:lnTo>
                  <a:pt x="884437" y="294030"/>
                </a:lnTo>
                <a:lnTo>
                  <a:pt x="886005" y="291561"/>
                </a:lnTo>
                <a:lnTo>
                  <a:pt x="889457" y="289111"/>
                </a:lnTo>
                <a:lnTo>
                  <a:pt x="892410" y="287791"/>
                </a:lnTo>
                <a:lnTo>
                  <a:pt x="893700" y="288677"/>
                </a:lnTo>
                <a:close/>
                <a:moveTo>
                  <a:pt x="867713" y="289641"/>
                </a:moveTo>
                <a:lnTo>
                  <a:pt x="870535" y="292589"/>
                </a:lnTo>
                <a:lnTo>
                  <a:pt x="871184" y="294218"/>
                </a:lnTo>
                <a:lnTo>
                  <a:pt x="870947" y="295433"/>
                </a:lnTo>
                <a:lnTo>
                  <a:pt x="868912" y="297068"/>
                </a:lnTo>
                <a:lnTo>
                  <a:pt x="864496" y="299536"/>
                </a:lnTo>
                <a:lnTo>
                  <a:pt x="862442" y="300156"/>
                </a:lnTo>
                <a:lnTo>
                  <a:pt x="861064" y="299895"/>
                </a:lnTo>
                <a:lnTo>
                  <a:pt x="860351" y="298414"/>
                </a:lnTo>
                <a:lnTo>
                  <a:pt x="860166" y="293443"/>
                </a:lnTo>
                <a:lnTo>
                  <a:pt x="860513" y="289982"/>
                </a:lnTo>
                <a:lnTo>
                  <a:pt x="861300" y="288050"/>
                </a:lnTo>
                <a:lnTo>
                  <a:pt x="864929" y="288559"/>
                </a:lnTo>
                <a:lnTo>
                  <a:pt x="867713" y="289641"/>
                </a:lnTo>
                <a:close/>
                <a:moveTo>
                  <a:pt x="882755" y="299815"/>
                </a:moveTo>
                <a:lnTo>
                  <a:pt x="885516" y="302718"/>
                </a:lnTo>
                <a:lnTo>
                  <a:pt x="885504" y="303117"/>
                </a:lnTo>
                <a:lnTo>
                  <a:pt x="884586" y="303636"/>
                </a:lnTo>
                <a:lnTo>
                  <a:pt x="876556" y="303948"/>
                </a:lnTo>
                <a:lnTo>
                  <a:pt x="873818" y="303570"/>
                </a:lnTo>
                <a:lnTo>
                  <a:pt x="872540" y="302750"/>
                </a:lnTo>
                <a:lnTo>
                  <a:pt x="872411" y="302150"/>
                </a:lnTo>
                <a:lnTo>
                  <a:pt x="873098" y="300523"/>
                </a:lnTo>
                <a:lnTo>
                  <a:pt x="875620" y="297307"/>
                </a:lnTo>
                <a:lnTo>
                  <a:pt x="879541" y="297565"/>
                </a:lnTo>
                <a:lnTo>
                  <a:pt x="882755" y="299815"/>
                </a:lnTo>
                <a:close/>
                <a:moveTo>
                  <a:pt x="882225" y="309457"/>
                </a:moveTo>
                <a:lnTo>
                  <a:pt x="882878" y="310545"/>
                </a:lnTo>
                <a:lnTo>
                  <a:pt x="882187" y="311596"/>
                </a:lnTo>
                <a:lnTo>
                  <a:pt x="877018" y="313411"/>
                </a:lnTo>
                <a:lnTo>
                  <a:pt x="873757" y="311735"/>
                </a:lnTo>
                <a:lnTo>
                  <a:pt x="872706" y="310538"/>
                </a:lnTo>
                <a:lnTo>
                  <a:pt x="873257" y="309554"/>
                </a:lnTo>
                <a:lnTo>
                  <a:pt x="875717" y="308844"/>
                </a:lnTo>
                <a:lnTo>
                  <a:pt x="880008" y="308801"/>
                </a:lnTo>
                <a:lnTo>
                  <a:pt x="882225" y="309457"/>
                </a:lnTo>
                <a:close/>
                <a:moveTo>
                  <a:pt x="866604" y="312640"/>
                </a:moveTo>
                <a:lnTo>
                  <a:pt x="868169" y="313584"/>
                </a:lnTo>
                <a:lnTo>
                  <a:pt x="870021" y="315466"/>
                </a:lnTo>
                <a:lnTo>
                  <a:pt x="870922" y="317413"/>
                </a:lnTo>
                <a:lnTo>
                  <a:pt x="870798" y="318474"/>
                </a:lnTo>
                <a:lnTo>
                  <a:pt x="869569" y="319554"/>
                </a:lnTo>
                <a:lnTo>
                  <a:pt x="866405" y="320384"/>
                </a:lnTo>
                <a:lnTo>
                  <a:pt x="862967" y="320134"/>
                </a:lnTo>
                <a:lnTo>
                  <a:pt x="861252" y="319293"/>
                </a:lnTo>
                <a:lnTo>
                  <a:pt x="860294" y="318192"/>
                </a:lnTo>
                <a:lnTo>
                  <a:pt x="859974" y="316666"/>
                </a:lnTo>
                <a:lnTo>
                  <a:pt x="860188" y="313229"/>
                </a:lnTo>
                <a:lnTo>
                  <a:pt x="860862" y="311897"/>
                </a:lnTo>
                <a:lnTo>
                  <a:pt x="862931" y="311427"/>
                </a:lnTo>
                <a:lnTo>
                  <a:pt x="866604" y="312640"/>
                </a:lnTo>
                <a:close/>
                <a:moveTo>
                  <a:pt x="894375" y="313507"/>
                </a:moveTo>
                <a:lnTo>
                  <a:pt x="894824" y="316454"/>
                </a:lnTo>
                <a:lnTo>
                  <a:pt x="894588" y="319771"/>
                </a:lnTo>
                <a:lnTo>
                  <a:pt x="893983" y="321334"/>
                </a:lnTo>
                <a:lnTo>
                  <a:pt x="892964" y="322137"/>
                </a:lnTo>
                <a:lnTo>
                  <a:pt x="890965" y="322014"/>
                </a:lnTo>
                <a:lnTo>
                  <a:pt x="886254" y="319492"/>
                </a:lnTo>
                <a:lnTo>
                  <a:pt x="885130" y="318335"/>
                </a:lnTo>
                <a:lnTo>
                  <a:pt x="885065" y="317411"/>
                </a:lnTo>
                <a:lnTo>
                  <a:pt x="885938" y="315629"/>
                </a:lnTo>
                <a:lnTo>
                  <a:pt x="889572" y="312567"/>
                </a:lnTo>
                <a:lnTo>
                  <a:pt x="892531" y="311687"/>
                </a:lnTo>
                <a:lnTo>
                  <a:pt x="893484" y="312184"/>
                </a:lnTo>
                <a:lnTo>
                  <a:pt x="894375" y="313507"/>
                </a:lnTo>
                <a:close/>
                <a:moveTo>
                  <a:pt x="854839" y="313218"/>
                </a:moveTo>
                <a:lnTo>
                  <a:pt x="855698" y="314853"/>
                </a:lnTo>
                <a:lnTo>
                  <a:pt x="855773" y="316870"/>
                </a:lnTo>
                <a:lnTo>
                  <a:pt x="855088" y="318716"/>
                </a:lnTo>
                <a:lnTo>
                  <a:pt x="853586" y="320306"/>
                </a:lnTo>
                <a:lnTo>
                  <a:pt x="839133" y="320842"/>
                </a:lnTo>
                <a:lnTo>
                  <a:pt x="837605" y="320614"/>
                </a:lnTo>
                <a:lnTo>
                  <a:pt x="836373" y="319534"/>
                </a:lnTo>
                <a:lnTo>
                  <a:pt x="837334" y="318126"/>
                </a:lnTo>
                <a:lnTo>
                  <a:pt x="838513" y="317274"/>
                </a:lnTo>
                <a:lnTo>
                  <a:pt x="845272" y="315161"/>
                </a:lnTo>
                <a:lnTo>
                  <a:pt x="850672" y="312807"/>
                </a:lnTo>
                <a:lnTo>
                  <a:pt x="852882" y="312349"/>
                </a:lnTo>
                <a:lnTo>
                  <a:pt x="854839" y="313218"/>
                </a:lnTo>
                <a:close/>
                <a:moveTo>
                  <a:pt x="906911" y="313749"/>
                </a:moveTo>
                <a:lnTo>
                  <a:pt x="920859" y="321034"/>
                </a:lnTo>
                <a:lnTo>
                  <a:pt x="921990" y="321975"/>
                </a:lnTo>
                <a:lnTo>
                  <a:pt x="922083" y="323254"/>
                </a:lnTo>
                <a:lnTo>
                  <a:pt x="920481" y="324056"/>
                </a:lnTo>
                <a:lnTo>
                  <a:pt x="912504" y="324018"/>
                </a:lnTo>
                <a:lnTo>
                  <a:pt x="904047" y="323420"/>
                </a:lnTo>
                <a:lnTo>
                  <a:pt x="901210" y="322481"/>
                </a:lnTo>
                <a:lnTo>
                  <a:pt x="900259" y="321430"/>
                </a:lnTo>
                <a:lnTo>
                  <a:pt x="899457" y="319141"/>
                </a:lnTo>
                <a:lnTo>
                  <a:pt x="899236" y="315491"/>
                </a:lnTo>
                <a:lnTo>
                  <a:pt x="899694" y="313413"/>
                </a:lnTo>
                <a:lnTo>
                  <a:pt x="900415" y="312672"/>
                </a:lnTo>
                <a:lnTo>
                  <a:pt x="902294" y="312211"/>
                </a:lnTo>
                <a:lnTo>
                  <a:pt x="904615" y="312593"/>
                </a:lnTo>
                <a:lnTo>
                  <a:pt x="906911" y="313749"/>
                </a:lnTo>
                <a:close/>
                <a:moveTo>
                  <a:pt x="880441" y="329611"/>
                </a:moveTo>
                <a:lnTo>
                  <a:pt x="881303" y="330871"/>
                </a:lnTo>
                <a:lnTo>
                  <a:pt x="880104" y="332456"/>
                </a:lnTo>
                <a:lnTo>
                  <a:pt x="878104" y="333387"/>
                </a:lnTo>
                <a:lnTo>
                  <a:pt x="876970" y="333257"/>
                </a:lnTo>
                <a:lnTo>
                  <a:pt x="876113" y="332578"/>
                </a:lnTo>
                <a:lnTo>
                  <a:pt x="875571" y="330624"/>
                </a:lnTo>
                <a:lnTo>
                  <a:pt x="876268" y="329627"/>
                </a:lnTo>
                <a:lnTo>
                  <a:pt x="878560" y="329149"/>
                </a:lnTo>
                <a:lnTo>
                  <a:pt x="880441" y="329611"/>
                </a:lnTo>
                <a:close/>
                <a:moveTo>
                  <a:pt x="864482" y="332022"/>
                </a:moveTo>
                <a:lnTo>
                  <a:pt x="869839" y="335534"/>
                </a:lnTo>
                <a:lnTo>
                  <a:pt x="870638" y="337659"/>
                </a:lnTo>
                <a:lnTo>
                  <a:pt x="869685" y="338907"/>
                </a:lnTo>
                <a:lnTo>
                  <a:pt x="863624" y="342465"/>
                </a:lnTo>
                <a:lnTo>
                  <a:pt x="860947" y="342906"/>
                </a:lnTo>
                <a:lnTo>
                  <a:pt x="859890" y="341893"/>
                </a:lnTo>
                <a:lnTo>
                  <a:pt x="859389" y="339800"/>
                </a:lnTo>
                <a:lnTo>
                  <a:pt x="860000" y="332843"/>
                </a:lnTo>
                <a:lnTo>
                  <a:pt x="861249" y="331260"/>
                </a:lnTo>
                <a:lnTo>
                  <a:pt x="862604" y="331267"/>
                </a:lnTo>
                <a:lnTo>
                  <a:pt x="864482" y="332022"/>
                </a:lnTo>
                <a:close/>
                <a:moveTo>
                  <a:pt x="895580" y="332697"/>
                </a:moveTo>
                <a:lnTo>
                  <a:pt x="896963" y="334809"/>
                </a:lnTo>
                <a:lnTo>
                  <a:pt x="897640" y="337294"/>
                </a:lnTo>
                <a:lnTo>
                  <a:pt x="897332" y="340661"/>
                </a:lnTo>
                <a:lnTo>
                  <a:pt x="896244" y="341962"/>
                </a:lnTo>
                <a:lnTo>
                  <a:pt x="894900" y="342066"/>
                </a:lnTo>
                <a:lnTo>
                  <a:pt x="892169" y="341065"/>
                </a:lnTo>
                <a:lnTo>
                  <a:pt x="888005" y="338956"/>
                </a:lnTo>
                <a:lnTo>
                  <a:pt x="886436" y="337707"/>
                </a:lnTo>
                <a:lnTo>
                  <a:pt x="886316" y="336435"/>
                </a:lnTo>
                <a:lnTo>
                  <a:pt x="887175" y="334897"/>
                </a:lnTo>
                <a:lnTo>
                  <a:pt x="890489" y="332209"/>
                </a:lnTo>
                <a:lnTo>
                  <a:pt x="893266" y="331537"/>
                </a:lnTo>
                <a:lnTo>
                  <a:pt x="895580" y="332697"/>
                </a:lnTo>
                <a:close/>
                <a:moveTo>
                  <a:pt x="882032" y="342436"/>
                </a:moveTo>
                <a:lnTo>
                  <a:pt x="889737" y="347159"/>
                </a:lnTo>
                <a:lnTo>
                  <a:pt x="891193" y="348511"/>
                </a:lnTo>
                <a:lnTo>
                  <a:pt x="891420" y="349365"/>
                </a:lnTo>
                <a:lnTo>
                  <a:pt x="890777" y="350904"/>
                </a:lnTo>
                <a:lnTo>
                  <a:pt x="888976" y="352715"/>
                </a:lnTo>
                <a:lnTo>
                  <a:pt x="882645" y="357411"/>
                </a:lnTo>
                <a:lnTo>
                  <a:pt x="880148" y="358689"/>
                </a:lnTo>
                <a:lnTo>
                  <a:pt x="877476" y="359285"/>
                </a:lnTo>
                <a:lnTo>
                  <a:pt x="874598" y="358463"/>
                </a:lnTo>
                <a:lnTo>
                  <a:pt x="867339" y="353383"/>
                </a:lnTo>
                <a:lnTo>
                  <a:pt x="863825" y="349475"/>
                </a:lnTo>
                <a:lnTo>
                  <a:pt x="863819" y="348513"/>
                </a:lnTo>
                <a:lnTo>
                  <a:pt x="865019" y="347245"/>
                </a:lnTo>
                <a:lnTo>
                  <a:pt x="876373" y="341042"/>
                </a:lnTo>
                <a:lnTo>
                  <a:pt x="878007" y="340813"/>
                </a:lnTo>
                <a:lnTo>
                  <a:pt x="882032" y="342436"/>
                </a:lnTo>
                <a:close/>
                <a:moveTo>
                  <a:pt x="861734" y="355213"/>
                </a:moveTo>
                <a:lnTo>
                  <a:pt x="869326" y="360640"/>
                </a:lnTo>
                <a:lnTo>
                  <a:pt x="870946" y="362996"/>
                </a:lnTo>
                <a:lnTo>
                  <a:pt x="871088" y="364470"/>
                </a:lnTo>
                <a:lnTo>
                  <a:pt x="859299" y="373100"/>
                </a:lnTo>
                <a:lnTo>
                  <a:pt x="854598" y="374932"/>
                </a:lnTo>
                <a:lnTo>
                  <a:pt x="853230" y="373150"/>
                </a:lnTo>
                <a:lnTo>
                  <a:pt x="852971" y="371877"/>
                </a:lnTo>
                <a:lnTo>
                  <a:pt x="855098" y="364548"/>
                </a:lnTo>
                <a:lnTo>
                  <a:pt x="856538" y="356338"/>
                </a:lnTo>
                <a:lnTo>
                  <a:pt x="857877" y="354809"/>
                </a:lnTo>
                <a:lnTo>
                  <a:pt x="859568" y="354710"/>
                </a:lnTo>
                <a:lnTo>
                  <a:pt x="861734" y="355213"/>
                </a:lnTo>
                <a:close/>
                <a:moveTo>
                  <a:pt x="897895" y="355550"/>
                </a:moveTo>
                <a:lnTo>
                  <a:pt x="899894" y="359983"/>
                </a:lnTo>
                <a:lnTo>
                  <a:pt x="901647" y="368084"/>
                </a:lnTo>
                <a:lnTo>
                  <a:pt x="901958" y="373519"/>
                </a:lnTo>
                <a:lnTo>
                  <a:pt x="901679" y="374517"/>
                </a:lnTo>
                <a:lnTo>
                  <a:pt x="900529" y="375335"/>
                </a:lnTo>
                <a:lnTo>
                  <a:pt x="898564" y="374631"/>
                </a:lnTo>
                <a:lnTo>
                  <a:pt x="887474" y="366915"/>
                </a:lnTo>
                <a:lnTo>
                  <a:pt x="884732" y="364325"/>
                </a:lnTo>
                <a:lnTo>
                  <a:pt x="887502" y="360968"/>
                </a:lnTo>
                <a:lnTo>
                  <a:pt x="894806" y="355087"/>
                </a:lnTo>
                <a:lnTo>
                  <a:pt x="896415" y="354740"/>
                </a:lnTo>
                <a:lnTo>
                  <a:pt x="897895" y="355550"/>
                </a:lnTo>
                <a:close/>
                <a:moveTo>
                  <a:pt x="882707" y="369581"/>
                </a:moveTo>
                <a:lnTo>
                  <a:pt x="892949" y="376659"/>
                </a:lnTo>
                <a:lnTo>
                  <a:pt x="896977" y="378623"/>
                </a:lnTo>
                <a:lnTo>
                  <a:pt x="897540" y="379488"/>
                </a:lnTo>
                <a:lnTo>
                  <a:pt x="897663" y="381330"/>
                </a:lnTo>
                <a:lnTo>
                  <a:pt x="897099" y="382791"/>
                </a:lnTo>
                <a:lnTo>
                  <a:pt x="895702" y="384045"/>
                </a:lnTo>
                <a:lnTo>
                  <a:pt x="891228" y="386653"/>
                </a:lnTo>
                <a:lnTo>
                  <a:pt x="882617" y="392755"/>
                </a:lnTo>
                <a:lnTo>
                  <a:pt x="879634" y="393371"/>
                </a:lnTo>
                <a:lnTo>
                  <a:pt x="876955" y="392281"/>
                </a:lnTo>
                <a:lnTo>
                  <a:pt x="865763" y="384521"/>
                </a:lnTo>
                <a:lnTo>
                  <a:pt x="863209" y="381827"/>
                </a:lnTo>
                <a:lnTo>
                  <a:pt x="862912" y="380225"/>
                </a:lnTo>
                <a:lnTo>
                  <a:pt x="864546" y="377899"/>
                </a:lnTo>
                <a:lnTo>
                  <a:pt x="876668" y="369014"/>
                </a:lnTo>
                <a:lnTo>
                  <a:pt x="879091" y="368182"/>
                </a:lnTo>
                <a:lnTo>
                  <a:pt x="882707" y="369581"/>
                </a:lnTo>
                <a:close/>
                <a:moveTo>
                  <a:pt x="856382" y="386890"/>
                </a:moveTo>
                <a:lnTo>
                  <a:pt x="868399" y="395429"/>
                </a:lnTo>
                <a:lnTo>
                  <a:pt x="870750" y="397617"/>
                </a:lnTo>
                <a:lnTo>
                  <a:pt x="871272" y="399204"/>
                </a:lnTo>
                <a:lnTo>
                  <a:pt x="869255" y="401306"/>
                </a:lnTo>
                <a:lnTo>
                  <a:pt x="852610" y="412349"/>
                </a:lnTo>
                <a:lnTo>
                  <a:pt x="849395" y="413473"/>
                </a:lnTo>
                <a:lnTo>
                  <a:pt x="848249" y="412414"/>
                </a:lnTo>
                <a:lnTo>
                  <a:pt x="847854" y="407940"/>
                </a:lnTo>
                <a:lnTo>
                  <a:pt x="849189" y="396461"/>
                </a:lnTo>
                <a:lnTo>
                  <a:pt x="850454" y="390392"/>
                </a:lnTo>
                <a:lnTo>
                  <a:pt x="851953" y="386983"/>
                </a:lnTo>
                <a:lnTo>
                  <a:pt x="853269" y="385817"/>
                </a:lnTo>
                <a:lnTo>
                  <a:pt x="854622" y="385682"/>
                </a:lnTo>
                <a:lnTo>
                  <a:pt x="856382" y="386890"/>
                </a:lnTo>
                <a:close/>
                <a:moveTo>
                  <a:pt x="904404" y="387179"/>
                </a:moveTo>
                <a:lnTo>
                  <a:pt x="905138" y="389069"/>
                </a:lnTo>
                <a:lnTo>
                  <a:pt x="906493" y="401775"/>
                </a:lnTo>
                <a:lnTo>
                  <a:pt x="908116" y="409599"/>
                </a:lnTo>
                <a:lnTo>
                  <a:pt x="907590" y="411456"/>
                </a:lnTo>
                <a:lnTo>
                  <a:pt x="906210" y="412076"/>
                </a:lnTo>
                <a:lnTo>
                  <a:pt x="903086" y="411133"/>
                </a:lnTo>
                <a:lnTo>
                  <a:pt x="888724" y="400864"/>
                </a:lnTo>
                <a:lnTo>
                  <a:pt x="887103" y="399344"/>
                </a:lnTo>
                <a:lnTo>
                  <a:pt x="886796" y="398456"/>
                </a:lnTo>
                <a:lnTo>
                  <a:pt x="887252" y="396706"/>
                </a:lnTo>
                <a:lnTo>
                  <a:pt x="888786" y="394848"/>
                </a:lnTo>
                <a:lnTo>
                  <a:pt x="896587" y="389686"/>
                </a:lnTo>
                <a:lnTo>
                  <a:pt x="900398" y="386406"/>
                </a:lnTo>
                <a:lnTo>
                  <a:pt x="902234" y="386215"/>
                </a:lnTo>
                <a:lnTo>
                  <a:pt x="904404" y="387179"/>
                </a:lnTo>
                <a:close/>
                <a:moveTo>
                  <a:pt x="881598" y="404247"/>
                </a:moveTo>
                <a:lnTo>
                  <a:pt x="901597" y="417831"/>
                </a:lnTo>
                <a:lnTo>
                  <a:pt x="901818" y="418582"/>
                </a:lnTo>
                <a:lnTo>
                  <a:pt x="901190" y="419754"/>
                </a:lnTo>
                <a:lnTo>
                  <a:pt x="897199" y="423009"/>
                </a:lnTo>
                <a:lnTo>
                  <a:pt x="880529" y="430849"/>
                </a:lnTo>
                <a:lnTo>
                  <a:pt x="876666" y="431393"/>
                </a:lnTo>
                <a:lnTo>
                  <a:pt x="873736" y="430525"/>
                </a:lnTo>
                <a:lnTo>
                  <a:pt x="860594" y="423560"/>
                </a:lnTo>
                <a:lnTo>
                  <a:pt x="857977" y="421862"/>
                </a:lnTo>
                <a:lnTo>
                  <a:pt x="855663" y="419670"/>
                </a:lnTo>
                <a:lnTo>
                  <a:pt x="855368" y="418597"/>
                </a:lnTo>
                <a:lnTo>
                  <a:pt x="856659" y="417144"/>
                </a:lnTo>
                <a:lnTo>
                  <a:pt x="874486" y="404597"/>
                </a:lnTo>
                <a:lnTo>
                  <a:pt x="878042" y="403269"/>
                </a:lnTo>
                <a:lnTo>
                  <a:pt x="881598" y="404247"/>
                </a:lnTo>
                <a:close/>
                <a:moveTo>
                  <a:pt x="908887" y="424400"/>
                </a:moveTo>
                <a:lnTo>
                  <a:pt x="909660" y="426833"/>
                </a:lnTo>
                <a:lnTo>
                  <a:pt x="911093" y="437617"/>
                </a:lnTo>
                <a:lnTo>
                  <a:pt x="912644" y="444604"/>
                </a:lnTo>
                <a:lnTo>
                  <a:pt x="912369" y="447465"/>
                </a:lnTo>
                <a:lnTo>
                  <a:pt x="911225" y="449061"/>
                </a:lnTo>
                <a:lnTo>
                  <a:pt x="909573" y="448929"/>
                </a:lnTo>
                <a:lnTo>
                  <a:pt x="906525" y="447609"/>
                </a:lnTo>
                <a:lnTo>
                  <a:pt x="889092" y="438726"/>
                </a:lnTo>
                <a:lnTo>
                  <a:pt x="887173" y="437291"/>
                </a:lnTo>
                <a:lnTo>
                  <a:pt x="886692" y="434872"/>
                </a:lnTo>
                <a:lnTo>
                  <a:pt x="887218" y="433599"/>
                </a:lnTo>
                <a:lnTo>
                  <a:pt x="887994" y="432939"/>
                </a:lnTo>
                <a:lnTo>
                  <a:pt x="892939" y="431040"/>
                </a:lnTo>
                <a:lnTo>
                  <a:pt x="901179" y="426797"/>
                </a:lnTo>
                <a:lnTo>
                  <a:pt x="905423" y="424095"/>
                </a:lnTo>
                <a:lnTo>
                  <a:pt x="907465" y="423731"/>
                </a:lnTo>
                <a:lnTo>
                  <a:pt x="908887" y="424400"/>
                </a:lnTo>
                <a:close/>
                <a:moveTo>
                  <a:pt x="852429" y="425847"/>
                </a:moveTo>
                <a:lnTo>
                  <a:pt x="865477" y="433105"/>
                </a:lnTo>
                <a:lnTo>
                  <a:pt x="866693" y="434388"/>
                </a:lnTo>
                <a:lnTo>
                  <a:pt x="866708" y="435895"/>
                </a:lnTo>
                <a:lnTo>
                  <a:pt x="865748" y="437430"/>
                </a:lnTo>
                <a:lnTo>
                  <a:pt x="863876" y="438679"/>
                </a:lnTo>
                <a:lnTo>
                  <a:pt x="858081" y="440828"/>
                </a:lnTo>
                <a:lnTo>
                  <a:pt x="847223" y="446347"/>
                </a:lnTo>
                <a:lnTo>
                  <a:pt x="844762" y="446609"/>
                </a:lnTo>
                <a:lnTo>
                  <a:pt x="843745" y="445477"/>
                </a:lnTo>
                <a:lnTo>
                  <a:pt x="843557" y="444120"/>
                </a:lnTo>
                <a:lnTo>
                  <a:pt x="844473" y="432669"/>
                </a:lnTo>
                <a:lnTo>
                  <a:pt x="845679" y="424834"/>
                </a:lnTo>
                <a:lnTo>
                  <a:pt x="846543" y="424259"/>
                </a:lnTo>
                <a:lnTo>
                  <a:pt x="848439" y="424147"/>
                </a:lnTo>
                <a:lnTo>
                  <a:pt x="852429" y="425847"/>
                </a:lnTo>
                <a:close/>
                <a:moveTo>
                  <a:pt x="880634" y="441420"/>
                </a:moveTo>
                <a:lnTo>
                  <a:pt x="900753" y="452479"/>
                </a:lnTo>
                <a:lnTo>
                  <a:pt x="902095" y="453666"/>
                </a:lnTo>
                <a:lnTo>
                  <a:pt x="902556" y="455779"/>
                </a:lnTo>
                <a:lnTo>
                  <a:pt x="902274" y="457103"/>
                </a:lnTo>
                <a:lnTo>
                  <a:pt x="901185" y="458277"/>
                </a:lnTo>
                <a:lnTo>
                  <a:pt x="880850" y="473370"/>
                </a:lnTo>
                <a:lnTo>
                  <a:pt x="878969" y="474428"/>
                </a:lnTo>
                <a:lnTo>
                  <a:pt x="877163" y="474561"/>
                </a:lnTo>
                <a:lnTo>
                  <a:pt x="873771" y="472861"/>
                </a:lnTo>
                <a:lnTo>
                  <a:pt x="857048" y="459942"/>
                </a:lnTo>
                <a:lnTo>
                  <a:pt x="852091" y="455709"/>
                </a:lnTo>
                <a:lnTo>
                  <a:pt x="850571" y="453391"/>
                </a:lnTo>
                <a:lnTo>
                  <a:pt x="850934" y="452365"/>
                </a:lnTo>
                <a:lnTo>
                  <a:pt x="852297" y="451432"/>
                </a:lnTo>
                <a:lnTo>
                  <a:pt x="869595" y="442738"/>
                </a:lnTo>
                <a:lnTo>
                  <a:pt x="873668" y="440241"/>
                </a:lnTo>
                <a:lnTo>
                  <a:pt x="877035" y="439849"/>
                </a:lnTo>
                <a:lnTo>
                  <a:pt x="880634" y="441420"/>
                </a:lnTo>
                <a:close/>
                <a:moveTo>
                  <a:pt x="848571" y="462297"/>
                </a:moveTo>
                <a:lnTo>
                  <a:pt x="867306" y="476144"/>
                </a:lnTo>
                <a:lnTo>
                  <a:pt x="869527" y="478216"/>
                </a:lnTo>
                <a:lnTo>
                  <a:pt x="870268" y="479799"/>
                </a:lnTo>
                <a:lnTo>
                  <a:pt x="869329" y="481295"/>
                </a:lnTo>
                <a:lnTo>
                  <a:pt x="866188" y="484086"/>
                </a:lnTo>
                <a:lnTo>
                  <a:pt x="860824" y="487604"/>
                </a:lnTo>
                <a:lnTo>
                  <a:pt x="839208" y="503677"/>
                </a:lnTo>
                <a:lnTo>
                  <a:pt x="837698" y="503954"/>
                </a:lnTo>
                <a:lnTo>
                  <a:pt x="836376" y="503082"/>
                </a:lnTo>
                <a:lnTo>
                  <a:pt x="836211" y="500021"/>
                </a:lnTo>
                <a:lnTo>
                  <a:pt x="840846" y="462286"/>
                </a:lnTo>
                <a:lnTo>
                  <a:pt x="841695" y="459915"/>
                </a:lnTo>
                <a:lnTo>
                  <a:pt x="843107" y="459209"/>
                </a:lnTo>
                <a:lnTo>
                  <a:pt x="845321" y="460043"/>
                </a:lnTo>
                <a:lnTo>
                  <a:pt x="848571" y="462297"/>
                </a:lnTo>
                <a:close/>
                <a:moveTo>
                  <a:pt x="913516" y="462827"/>
                </a:moveTo>
                <a:lnTo>
                  <a:pt x="914399" y="466918"/>
                </a:lnTo>
                <a:lnTo>
                  <a:pt x="916715" y="487166"/>
                </a:lnTo>
                <a:lnTo>
                  <a:pt x="917734" y="501086"/>
                </a:lnTo>
                <a:lnTo>
                  <a:pt x="917610" y="503344"/>
                </a:lnTo>
                <a:lnTo>
                  <a:pt x="916885" y="504545"/>
                </a:lnTo>
                <a:lnTo>
                  <a:pt x="916302" y="504742"/>
                </a:lnTo>
                <a:lnTo>
                  <a:pt x="913698" y="503698"/>
                </a:lnTo>
                <a:lnTo>
                  <a:pt x="890312" y="485390"/>
                </a:lnTo>
                <a:lnTo>
                  <a:pt x="886569" y="482029"/>
                </a:lnTo>
                <a:lnTo>
                  <a:pt x="885214" y="479991"/>
                </a:lnTo>
                <a:lnTo>
                  <a:pt x="886944" y="478026"/>
                </a:lnTo>
                <a:lnTo>
                  <a:pt x="892405" y="473840"/>
                </a:lnTo>
                <a:lnTo>
                  <a:pt x="908758" y="462383"/>
                </a:lnTo>
                <a:lnTo>
                  <a:pt x="912070" y="461091"/>
                </a:lnTo>
                <a:lnTo>
                  <a:pt x="913516" y="462827"/>
                </a:lnTo>
                <a:close/>
                <a:moveTo>
                  <a:pt x="297482" y="149097"/>
                </a:moveTo>
                <a:lnTo>
                  <a:pt x="294233" y="150770"/>
                </a:lnTo>
                <a:lnTo>
                  <a:pt x="290859" y="153798"/>
                </a:lnTo>
                <a:lnTo>
                  <a:pt x="286218" y="155319"/>
                </a:lnTo>
                <a:lnTo>
                  <a:pt x="283246" y="157133"/>
                </a:lnTo>
                <a:lnTo>
                  <a:pt x="274091" y="169045"/>
                </a:lnTo>
                <a:lnTo>
                  <a:pt x="273075" y="170919"/>
                </a:lnTo>
                <a:lnTo>
                  <a:pt x="272918" y="172740"/>
                </a:lnTo>
                <a:lnTo>
                  <a:pt x="276534" y="185216"/>
                </a:lnTo>
                <a:lnTo>
                  <a:pt x="276474" y="187264"/>
                </a:lnTo>
                <a:lnTo>
                  <a:pt x="268837" y="196509"/>
                </a:lnTo>
                <a:lnTo>
                  <a:pt x="264537" y="204918"/>
                </a:lnTo>
                <a:lnTo>
                  <a:pt x="263194" y="205862"/>
                </a:lnTo>
                <a:lnTo>
                  <a:pt x="259503" y="206072"/>
                </a:lnTo>
                <a:lnTo>
                  <a:pt x="256288" y="207945"/>
                </a:lnTo>
                <a:lnTo>
                  <a:pt x="251058" y="213830"/>
                </a:lnTo>
                <a:lnTo>
                  <a:pt x="249426" y="217722"/>
                </a:lnTo>
                <a:lnTo>
                  <a:pt x="249362" y="219620"/>
                </a:lnTo>
                <a:lnTo>
                  <a:pt x="250601" y="222949"/>
                </a:lnTo>
                <a:lnTo>
                  <a:pt x="256396" y="232885"/>
                </a:lnTo>
                <a:lnTo>
                  <a:pt x="255955" y="233928"/>
                </a:lnTo>
                <a:lnTo>
                  <a:pt x="252871" y="236449"/>
                </a:lnTo>
                <a:lnTo>
                  <a:pt x="251600" y="238444"/>
                </a:lnTo>
                <a:lnTo>
                  <a:pt x="251410" y="240660"/>
                </a:lnTo>
                <a:lnTo>
                  <a:pt x="252552" y="245435"/>
                </a:lnTo>
                <a:lnTo>
                  <a:pt x="250699" y="251181"/>
                </a:lnTo>
                <a:lnTo>
                  <a:pt x="250626" y="254532"/>
                </a:lnTo>
                <a:lnTo>
                  <a:pt x="254330" y="261399"/>
                </a:lnTo>
                <a:lnTo>
                  <a:pt x="258424" y="267281"/>
                </a:lnTo>
                <a:lnTo>
                  <a:pt x="259181" y="269741"/>
                </a:lnTo>
                <a:lnTo>
                  <a:pt x="259712" y="275635"/>
                </a:lnTo>
                <a:lnTo>
                  <a:pt x="262111" y="281505"/>
                </a:lnTo>
                <a:lnTo>
                  <a:pt x="262940" y="285845"/>
                </a:lnTo>
                <a:lnTo>
                  <a:pt x="263883" y="287381"/>
                </a:lnTo>
                <a:lnTo>
                  <a:pt x="265044" y="287903"/>
                </a:lnTo>
                <a:lnTo>
                  <a:pt x="268951" y="288115"/>
                </a:lnTo>
                <a:lnTo>
                  <a:pt x="272001" y="287237"/>
                </a:lnTo>
                <a:lnTo>
                  <a:pt x="273280" y="285586"/>
                </a:lnTo>
                <a:lnTo>
                  <a:pt x="274027" y="282072"/>
                </a:lnTo>
                <a:lnTo>
                  <a:pt x="273145" y="277542"/>
                </a:lnTo>
                <a:lnTo>
                  <a:pt x="270115" y="272007"/>
                </a:lnTo>
                <a:lnTo>
                  <a:pt x="268892" y="265547"/>
                </a:lnTo>
                <a:lnTo>
                  <a:pt x="267119" y="260586"/>
                </a:lnTo>
                <a:lnTo>
                  <a:pt x="264799" y="256185"/>
                </a:lnTo>
                <a:lnTo>
                  <a:pt x="261804" y="252324"/>
                </a:lnTo>
                <a:lnTo>
                  <a:pt x="262720" y="243163"/>
                </a:lnTo>
                <a:lnTo>
                  <a:pt x="268010" y="234745"/>
                </a:lnTo>
                <a:lnTo>
                  <a:pt x="269934" y="229657"/>
                </a:lnTo>
                <a:lnTo>
                  <a:pt x="269944" y="225597"/>
                </a:lnTo>
                <a:lnTo>
                  <a:pt x="267541" y="221659"/>
                </a:lnTo>
                <a:lnTo>
                  <a:pt x="273730" y="218575"/>
                </a:lnTo>
                <a:lnTo>
                  <a:pt x="276796" y="215728"/>
                </a:lnTo>
                <a:lnTo>
                  <a:pt x="277122" y="213075"/>
                </a:lnTo>
                <a:lnTo>
                  <a:pt x="275159" y="207677"/>
                </a:lnTo>
                <a:lnTo>
                  <a:pt x="277550" y="202122"/>
                </a:lnTo>
                <a:lnTo>
                  <a:pt x="284202" y="194493"/>
                </a:lnTo>
                <a:lnTo>
                  <a:pt x="286574" y="190038"/>
                </a:lnTo>
                <a:lnTo>
                  <a:pt x="287015" y="187809"/>
                </a:lnTo>
                <a:lnTo>
                  <a:pt x="286932" y="184604"/>
                </a:lnTo>
                <a:lnTo>
                  <a:pt x="285377" y="179810"/>
                </a:lnTo>
                <a:lnTo>
                  <a:pt x="284851" y="175831"/>
                </a:lnTo>
                <a:lnTo>
                  <a:pt x="285043" y="173252"/>
                </a:lnTo>
                <a:lnTo>
                  <a:pt x="285682" y="171535"/>
                </a:lnTo>
                <a:lnTo>
                  <a:pt x="287435" y="168762"/>
                </a:lnTo>
                <a:lnTo>
                  <a:pt x="289567" y="166497"/>
                </a:lnTo>
                <a:lnTo>
                  <a:pt x="295150" y="163730"/>
                </a:lnTo>
                <a:lnTo>
                  <a:pt x="298302" y="161343"/>
                </a:lnTo>
                <a:lnTo>
                  <a:pt x="302008" y="157351"/>
                </a:lnTo>
                <a:lnTo>
                  <a:pt x="303839" y="154352"/>
                </a:lnTo>
                <a:lnTo>
                  <a:pt x="304211" y="152544"/>
                </a:lnTo>
                <a:lnTo>
                  <a:pt x="304039" y="150640"/>
                </a:lnTo>
                <a:lnTo>
                  <a:pt x="302863" y="148215"/>
                </a:lnTo>
                <a:lnTo>
                  <a:pt x="300928" y="148030"/>
                </a:lnTo>
                <a:lnTo>
                  <a:pt x="297482" y="149097"/>
                </a:lnTo>
                <a:close/>
                <a:moveTo>
                  <a:pt x="717525" y="285254"/>
                </a:moveTo>
                <a:lnTo>
                  <a:pt x="716127" y="286507"/>
                </a:lnTo>
                <a:lnTo>
                  <a:pt x="716741" y="289170"/>
                </a:lnTo>
                <a:lnTo>
                  <a:pt x="719183" y="292692"/>
                </a:lnTo>
                <a:lnTo>
                  <a:pt x="721172" y="293269"/>
                </a:lnTo>
                <a:lnTo>
                  <a:pt x="727424" y="293363"/>
                </a:lnTo>
                <a:lnTo>
                  <a:pt x="730969" y="292722"/>
                </a:lnTo>
                <a:lnTo>
                  <a:pt x="734384" y="289806"/>
                </a:lnTo>
                <a:lnTo>
                  <a:pt x="735750" y="287327"/>
                </a:lnTo>
                <a:lnTo>
                  <a:pt x="735293" y="286011"/>
                </a:lnTo>
                <a:lnTo>
                  <a:pt x="733225" y="284934"/>
                </a:lnTo>
                <a:lnTo>
                  <a:pt x="730336" y="285095"/>
                </a:lnTo>
                <a:lnTo>
                  <a:pt x="725908" y="287098"/>
                </a:lnTo>
                <a:lnTo>
                  <a:pt x="720136" y="284966"/>
                </a:lnTo>
                <a:lnTo>
                  <a:pt x="717525" y="285254"/>
                </a:lnTo>
                <a:close/>
                <a:moveTo>
                  <a:pt x="10221" y="295331"/>
                </a:moveTo>
                <a:lnTo>
                  <a:pt x="6935" y="295755"/>
                </a:lnTo>
                <a:lnTo>
                  <a:pt x="4968" y="297012"/>
                </a:lnTo>
                <a:lnTo>
                  <a:pt x="4381" y="298272"/>
                </a:lnTo>
                <a:lnTo>
                  <a:pt x="3807" y="302688"/>
                </a:lnTo>
                <a:lnTo>
                  <a:pt x="4098" y="329563"/>
                </a:lnTo>
                <a:lnTo>
                  <a:pt x="6279" y="331292"/>
                </a:lnTo>
                <a:lnTo>
                  <a:pt x="8721" y="331745"/>
                </a:lnTo>
                <a:lnTo>
                  <a:pt x="11306" y="331494"/>
                </a:lnTo>
                <a:lnTo>
                  <a:pt x="13982" y="330093"/>
                </a:lnTo>
                <a:lnTo>
                  <a:pt x="13982" y="306082"/>
                </a:lnTo>
                <a:lnTo>
                  <a:pt x="15814" y="303816"/>
                </a:lnTo>
                <a:lnTo>
                  <a:pt x="24407" y="303360"/>
                </a:lnTo>
                <a:lnTo>
                  <a:pt x="26646" y="302897"/>
                </a:lnTo>
                <a:lnTo>
                  <a:pt x="28268" y="301541"/>
                </a:lnTo>
                <a:lnTo>
                  <a:pt x="29216" y="299488"/>
                </a:lnTo>
                <a:lnTo>
                  <a:pt x="28732" y="297580"/>
                </a:lnTo>
                <a:lnTo>
                  <a:pt x="26153" y="295749"/>
                </a:lnTo>
                <a:lnTo>
                  <a:pt x="18534" y="295055"/>
                </a:lnTo>
                <a:lnTo>
                  <a:pt x="10221" y="295331"/>
                </a:lnTo>
                <a:close/>
                <a:moveTo>
                  <a:pt x="51734" y="295427"/>
                </a:moveTo>
                <a:lnTo>
                  <a:pt x="50342" y="296468"/>
                </a:lnTo>
                <a:lnTo>
                  <a:pt x="48986" y="298416"/>
                </a:lnTo>
                <a:lnTo>
                  <a:pt x="49179" y="329852"/>
                </a:lnTo>
                <a:lnTo>
                  <a:pt x="51427" y="331572"/>
                </a:lnTo>
                <a:lnTo>
                  <a:pt x="54025" y="331979"/>
                </a:lnTo>
                <a:lnTo>
                  <a:pt x="58580" y="330334"/>
                </a:lnTo>
                <a:lnTo>
                  <a:pt x="59062" y="321270"/>
                </a:lnTo>
                <a:lnTo>
                  <a:pt x="61666" y="319784"/>
                </a:lnTo>
                <a:lnTo>
                  <a:pt x="67462" y="318640"/>
                </a:lnTo>
                <a:lnTo>
                  <a:pt x="71032" y="317443"/>
                </a:lnTo>
                <a:lnTo>
                  <a:pt x="75311" y="314809"/>
                </a:lnTo>
                <a:lnTo>
                  <a:pt x="77053" y="311626"/>
                </a:lnTo>
                <a:lnTo>
                  <a:pt x="77489" y="309715"/>
                </a:lnTo>
                <a:lnTo>
                  <a:pt x="77535" y="305643"/>
                </a:lnTo>
                <a:lnTo>
                  <a:pt x="76545" y="301749"/>
                </a:lnTo>
                <a:lnTo>
                  <a:pt x="75686" y="300063"/>
                </a:lnTo>
                <a:lnTo>
                  <a:pt x="74596" y="298653"/>
                </a:lnTo>
                <a:lnTo>
                  <a:pt x="71956" y="297020"/>
                </a:lnTo>
                <a:lnTo>
                  <a:pt x="67798" y="296010"/>
                </a:lnTo>
                <a:lnTo>
                  <a:pt x="59848" y="295059"/>
                </a:lnTo>
                <a:lnTo>
                  <a:pt x="54984" y="294963"/>
                </a:lnTo>
                <a:lnTo>
                  <a:pt x="51734" y="295427"/>
                </a:lnTo>
                <a:close/>
                <a:moveTo>
                  <a:pt x="66054" y="304057"/>
                </a:moveTo>
                <a:lnTo>
                  <a:pt x="67889" y="305448"/>
                </a:lnTo>
                <a:lnTo>
                  <a:pt x="68299" y="306656"/>
                </a:lnTo>
                <a:lnTo>
                  <a:pt x="67934" y="308107"/>
                </a:lnTo>
                <a:lnTo>
                  <a:pt x="66209" y="310185"/>
                </a:lnTo>
                <a:lnTo>
                  <a:pt x="65073" y="310794"/>
                </a:lnTo>
                <a:lnTo>
                  <a:pt x="62618" y="311175"/>
                </a:lnTo>
                <a:lnTo>
                  <a:pt x="60407" y="310474"/>
                </a:lnTo>
                <a:lnTo>
                  <a:pt x="59575" y="309731"/>
                </a:lnTo>
                <a:lnTo>
                  <a:pt x="59022" y="308731"/>
                </a:lnTo>
                <a:lnTo>
                  <a:pt x="58918" y="306394"/>
                </a:lnTo>
                <a:lnTo>
                  <a:pt x="60242" y="304040"/>
                </a:lnTo>
                <a:lnTo>
                  <a:pt x="62769" y="303196"/>
                </a:lnTo>
                <a:lnTo>
                  <a:pt x="66054" y="304057"/>
                </a:lnTo>
                <a:close/>
                <a:moveTo>
                  <a:pt x="98357" y="295186"/>
                </a:moveTo>
                <a:lnTo>
                  <a:pt x="96841" y="296529"/>
                </a:lnTo>
                <a:lnTo>
                  <a:pt x="96471" y="297874"/>
                </a:lnTo>
                <a:lnTo>
                  <a:pt x="96627" y="299439"/>
                </a:lnTo>
                <a:lnTo>
                  <a:pt x="104394" y="314969"/>
                </a:lnTo>
                <a:lnTo>
                  <a:pt x="107036" y="321463"/>
                </a:lnTo>
                <a:lnTo>
                  <a:pt x="106644" y="322800"/>
                </a:lnTo>
                <a:lnTo>
                  <a:pt x="105567" y="323778"/>
                </a:lnTo>
                <a:lnTo>
                  <a:pt x="102068" y="324479"/>
                </a:lnTo>
                <a:lnTo>
                  <a:pt x="100696" y="325362"/>
                </a:lnTo>
                <a:lnTo>
                  <a:pt x="99947" y="326961"/>
                </a:lnTo>
                <a:lnTo>
                  <a:pt x="99894" y="329539"/>
                </a:lnTo>
                <a:lnTo>
                  <a:pt x="100603" y="331311"/>
                </a:lnTo>
                <a:lnTo>
                  <a:pt x="101985" y="332407"/>
                </a:lnTo>
                <a:lnTo>
                  <a:pt x="104004" y="332809"/>
                </a:lnTo>
                <a:lnTo>
                  <a:pt x="106622" y="332498"/>
                </a:lnTo>
                <a:lnTo>
                  <a:pt x="111120" y="330662"/>
                </a:lnTo>
                <a:lnTo>
                  <a:pt x="113459" y="328668"/>
                </a:lnTo>
                <a:lnTo>
                  <a:pt x="114674" y="326994"/>
                </a:lnTo>
                <a:lnTo>
                  <a:pt x="125972" y="301716"/>
                </a:lnTo>
                <a:lnTo>
                  <a:pt x="126691" y="299286"/>
                </a:lnTo>
                <a:lnTo>
                  <a:pt x="126629" y="297271"/>
                </a:lnTo>
                <a:lnTo>
                  <a:pt x="125820" y="295800"/>
                </a:lnTo>
                <a:lnTo>
                  <a:pt x="124300" y="295003"/>
                </a:lnTo>
                <a:lnTo>
                  <a:pt x="122420" y="294979"/>
                </a:lnTo>
                <a:lnTo>
                  <a:pt x="120791" y="295647"/>
                </a:lnTo>
                <a:lnTo>
                  <a:pt x="119270" y="297018"/>
                </a:lnTo>
                <a:lnTo>
                  <a:pt x="117831" y="299130"/>
                </a:lnTo>
                <a:lnTo>
                  <a:pt x="114558" y="306519"/>
                </a:lnTo>
                <a:lnTo>
                  <a:pt x="113424" y="307736"/>
                </a:lnTo>
                <a:lnTo>
                  <a:pt x="112827" y="307752"/>
                </a:lnTo>
                <a:lnTo>
                  <a:pt x="110642" y="305353"/>
                </a:lnTo>
                <a:lnTo>
                  <a:pt x="105751" y="297009"/>
                </a:lnTo>
                <a:lnTo>
                  <a:pt x="102651" y="295541"/>
                </a:lnTo>
                <a:lnTo>
                  <a:pt x="98357" y="295186"/>
                </a:lnTo>
                <a:close/>
                <a:moveTo>
                  <a:pt x="153466" y="295379"/>
                </a:moveTo>
                <a:lnTo>
                  <a:pt x="149606" y="295969"/>
                </a:lnTo>
                <a:lnTo>
                  <a:pt x="147054" y="297934"/>
                </a:lnTo>
                <a:lnTo>
                  <a:pt x="147103" y="321280"/>
                </a:lnTo>
                <a:lnTo>
                  <a:pt x="147536" y="330093"/>
                </a:lnTo>
                <a:lnTo>
                  <a:pt x="149604" y="331520"/>
                </a:lnTo>
                <a:lnTo>
                  <a:pt x="152833" y="331982"/>
                </a:lnTo>
                <a:lnTo>
                  <a:pt x="155755" y="331344"/>
                </a:lnTo>
                <a:lnTo>
                  <a:pt x="157564" y="329756"/>
                </a:lnTo>
                <a:lnTo>
                  <a:pt x="157468" y="305407"/>
                </a:lnTo>
                <a:lnTo>
                  <a:pt x="159281" y="304061"/>
                </a:lnTo>
                <a:lnTo>
                  <a:pt x="162037" y="303613"/>
                </a:lnTo>
                <a:lnTo>
                  <a:pt x="164844" y="304274"/>
                </a:lnTo>
                <a:lnTo>
                  <a:pt x="166166" y="305231"/>
                </a:lnTo>
                <a:lnTo>
                  <a:pt x="166587" y="306134"/>
                </a:lnTo>
                <a:lnTo>
                  <a:pt x="166629" y="329756"/>
                </a:lnTo>
                <a:lnTo>
                  <a:pt x="168483" y="331104"/>
                </a:lnTo>
                <a:lnTo>
                  <a:pt x="171469" y="331891"/>
                </a:lnTo>
                <a:lnTo>
                  <a:pt x="174564" y="331710"/>
                </a:lnTo>
                <a:lnTo>
                  <a:pt x="176044" y="331058"/>
                </a:lnTo>
                <a:lnTo>
                  <a:pt x="176548" y="330233"/>
                </a:lnTo>
                <a:lnTo>
                  <a:pt x="176814" y="325519"/>
                </a:lnTo>
                <a:lnTo>
                  <a:pt x="176946" y="297452"/>
                </a:lnTo>
                <a:lnTo>
                  <a:pt x="174777" y="295475"/>
                </a:lnTo>
                <a:lnTo>
                  <a:pt x="153466" y="295379"/>
                </a:lnTo>
                <a:close/>
                <a:moveTo>
                  <a:pt x="204284" y="295331"/>
                </a:moveTo>
                <a:lnTo>
                  <a:pt x="202096" y="296239"/>
                </a:lnTo>
                <a:lnTo>
                  <a:pt x="200427" y="297741"/>
                </a:lnTo>
                <a:lnTo>
                  <a:pt x="200475" y="329659"/>
                </a:lnTo>
                <a:lnTo>
                  <a:pt x="201978" y="331110"/>
                </a:lnTo>
                <a:lnTo>
                  <a:pt x="205119" y="331868"/>
                </a:lnTo>
                <a:lnTo>
                  <a:pt x="208542" y="331445"/>
                </a:lnTo>
                <a:lnTo>
                  <a:pt x="210504" y="329949"/>
                </a:lnTo>
                <a:lnTo>
                  <a:pt x="210938" y="305407"/>
                </a:lnTo>
                <a:lnTo>
                  <a:pt x="212968" y="303935"/>
                </a:lnTo>
                <a:lnTo>
                  <a:pt x="215993" y="303473"/>
                </a:lnTo>
                <a:lnTo>
                  <a:pt x="218691" y="304547"/>
                </a:lnTo>
                <a:lnTo>
                  <a:pt x="219857" y="306806"/>
                </a:lnTo>
                <a:lnTo>
                  <a:pt x="219809" y="329563"/>
                </a:lnTo>
                <a:lnTo>
                  <a:pt x="221344" y="330952"/>
                </a:lnTo>
                <a:lnTo>
                  <a:pt x="224059" y="331783"/>
                </a:lnTo>
                <a:lnTo>
                  <a:pt x="227196" y="331702"/>
                </a:lnTo>
                <a:lnTo>
                  <a:pt x="229645" y="330672"/>
                </a:lnTo>
                <a:lnTo>
                  <a:pt x="230464" y="329949"/>
                </a:lnTo>
                <a:lnTo>
                  <a:pt x="230435" y="305331"/>
                </a:lnTo>
                <a:lnTo>
                  <a:pt x="230067" y="298356"/>
                </a:lnTo>
                <a:lnTo>
                  <a:pt x="229401" y="296473"/>
                </a:lnTo>
                <a:lnTo>
                  <a:pt x="228238" y="295809"/>
                </a:lnTo>
                <a:lnTo>
                  <a:pt x="224103" y="295429"/>
                </a:lnTo>
                <a:lnTo>
                  <a:pt x="204284" y="295331"/>
                </a:lnTo>
                <a:close/>
                <a:moveTo>
                  <a:pt x="263154" y="295668"/>
                </a:moveTo>
                <a:lnTo>
                  <a:pt x="261013" y="297898"/>
                </a:lnTo>
                <a:lnTo>
                  <a:pt x="259104" y="302147"/>
                </a:lnTo>
                <a:lnTo>
                  <a:pt x="253339" y="321166"/>
                </a:lnTo>
                <a:lnTo>
                  <a:pt x="250961" y="327372"/>
                </a:lnTo>
                <a:lnTo>
                  <a:pt x="251040" y="330316"/>
                </a:lnTo>
                <a:lnTo>
                  <a:pt x="252915" y="331815"/>
                </a:lnTo>
                <a:lnTo>
                  <a:pt x="256870" y="331454"/>
                </a:lnTo>
                <a:lnTo>
                  <a:pt x="258473" y="330119"/>
                </a:lnTo>
                <a:lnTo>
                  <a:pt x="260602" y="326485"/>
                </a:lnTo>
                <a:lnTo>
                  <a:pt x="262171" y="324814"/>
                </a:lnTo>
                <a:lnTo>
                  <a:pt x="264014" y="323975"/>
                </a:lnTo>
                <a:lnTo>
                  <a:pt x="266328" y="323850"/>
                </a:lnTo>
                <a:lnTo>
                  <a:pt x="268386" y="324276"/>
                </a:lnTo>
                <a:lnTo>
                  <a:pt x="269446" y="324929"/>
                </a:lnTo>
                <a:lnTo>
                  <a:pt x="273857" y="331174"/>
                </a:lnTo>
                <a:lnTo>
                  <a:pt x="276442" y="331952"/>
                </a:lnTo>
                <a:lnTo>
                  <a:pt x="280189" y="331352"/>
                </a:lnTo>
                <a:lnTo>
                  <a:pt x="282102" y="329225"/>
                </a:lnTo>
                <a:lnTo>
                  <a:pt x="281330" y="325947"/>
                </a:lnTo>
                <a:lnTo>
                  <a:pt x="272369" y="298444"/>
                </a:lnTo>
                <a:lnTo>
                  <a:pt x="270643" y="296506"/>
                </a:lnTo>
                <a:lnTo>
                  <a:pt x="267972" y="295298"/>
                </a:lnTo>
                <a:lnTo>
                  <a:pt x="265419" y="294997"/>
                </a:lnTo>
                <a:lnTo>
                  <a:pt x="263154" y="295668"/>
                </a:lnTo>
                <a:close/>
                <a:moveTo>
                  <a:pt x="267011" y="312688"/>
                </a:moveTo>
                <a:lnTo>
                  <a:pt x="267630" y="313528"/>
                </a:lnTo>
                <a:lnTo>
                  <a:pt x="266985" y="314582"/>
                </a:lnTo>
                <a:lnTo>
                  <a:pt x="264998" y="314875"/>
                </a:lnTo>
                <a:lnTo>
                  <a:pt x="263936" y="314344"/>
                </a:lnTo>
                <a:lnTo>
                  <a:pt x="263911" y="313189"/>
                </a:lnTo>
                <a:lnTo>
                  <a:pt x="264697" y="312447"/>
                </a:lnTo>
                <a:lnTo>
                  <a:pt x="265783" y="312260"/>
                </a:lnTo>
                <a:lnTo>
                  <a:pt x="267011" y="312688"/>
                </a:lnTo>
                <a:close/>
                <a:moveTo>
                  <a:pt x="336102" y="295524"/>
                </a:moveTo>
                <a:lnTo>
                  <a:pt x="334538" y="296998"/>
                </a:lnTo>
                <a:lnTo>
                  <a:pt x="333849" y="300706"/>
                </a:lnTo>
                <a:lnTo>
                  <a:pt x="333643" y="329081"/>
                </a:lnTo>
                <a:lnTo>
                  <a:pt x="335299" y="330949"/>
                </a:lnTo>
                <a:lnTo>
                  <a:pt x="336488" y="331577"/>
                </a:lnTo>
                <a:lnTo>
                  <a:pt x="339347" y="331709"/>
                </a:lnTo>
                <a:lnTo>
                  <a:pt x="341398" y="331128"/>
                </a:lnTo>
                <a:lnTo>
                  <a:pt x="342485" y="329615"/>
                </a:lnTo>
                <a:lnTo>
                  <a:pt x="343016" y="324272"/>
                </a:lnTo>
                <a:lnTo>
                  <a:pt x="343668" y="322280"/>
                </a:lnTo>
                <a:lnTo>
                  <a:pt x="344784" y="320975"/>
                </a:lnTo>
                <a:lnTo>
                  <a:pt x="347383" y="320034"/>
                </a:lnTo>
                <a:lnTo>
                  <a:pt x="348505" y="320294"/>
                </a:lnTo>
                <a:lnTo>
                  <a:pt x="349454" y="321143"/>
                </a:lnTo>
                <a:lnTo>
                  <a:pt x="352693" y="327463"/>
                </a:lnTo>
                <a:lnTo>
                  <a:pt x="355809" y="331287"/>
                </a:lnTo>
                <a:lnTo>
                  <a:pt x="358914" y="332035"/>
                </a:lnTo>
                <a:lnTo>
                  <a:pt x="364125" y="331181"/>
                </a:lnTo>
                <a:lnTo>
                  <a:pt x="364795" y="330244"/>
                </a:lnTo>
                <a:lnTo>
                  <a:pt x="364002" y="327465"/>
                </a:lnTo>
                <a:lnTo>
                  <a:pt x="355460" y="311778"/>
                </a:lnTo>
                <a:lnTo>
                  <a:pt x="354995" y="310024"/>
                </a:lnTo>
                <a:lnTo>
                  <a:pt x="355321" y="308077"/>
                </a:lnTo>
                <a:lnTo>
                  <a:pt x="356509" y="305754"/>
                </a:lnTo>
                <a:lnTo>
                  <a:pt x="361199" y="299365"/>
                </a:lnTo>
                <a:lnTo>
                  <a:pt x="361563" y="297667"/>
                </a:lnTo>
                <a:lnTo>
                  <a:pt x="361196" y="296242"/>
                </a:lnTo>
                <a:lnTo>
                  <a:pt x="360137" y="295262"/>
                </a:lnTo>
                <a:lnTo>
                  <a:pt x="358425" y="294897"/>
                </a:lnTo>
                <a:lnTo>
                  <a:pt x="356275" y="295475"/>
                </a:lnTo>
                <a:lnTo>
                  <a:pt x="353721" y="296865"/>
                </a:lnTo>
                <a:lnTo>
                  <a:pt x="351662" y="298552"/>
                </a:lnTo>
                <a:lnTo>
                  <a:pt x="347233" y="304600"/>
                </a:lnTo>
                <a:lnTo>
                  <a:pt x="344491" y="307432"/>
                </a:lnTo>
                <a:lnTo>
                  <a:pt x="343616" y="306949"/>
                </a:lnTo>
                <a:lnTo>
                  <a:pt x="343064" y="305443"/>
                </a:lnTo>
                <a:lnTo>
                  <a:pt x="342694" y="298764"/>
                </a:lnTo>
                <a:lnTo>
                  <a:pt x="341995" y="296895"/>
                </a:lnTo>
                <a:lnTo>
                  <a:pt x="340795" y="295812"/>
                </a:lnTo>
                <a:lnTo>
                  <a:pt x="339031" y="295150"/>
                </a:lnTo>
                <a:lnTo>
                  <a:pt x="336102" y="295524"/>
                </a:lnTo>
                <a:close/>
                <a:moveTo>
                  <a:pt x="395936" y="295620"/>
                </a:moveTo>
                <a:lnTo>
                  <a:pt x="392641" y="296850"/>
                </a:lnTo>
                <a:lnTo>
                  <a:pt x="389900" y="298549"/>
                </a:lnTo>
                <a:lnTo>
                  <a:pt x="386719" y="302096"/>
                </a:lnTo>
                <a:lnTo>
                  <a:pt x="385148" y="305202"/>
                </a:lnTo>
                <a:lnTo>
                  <a:pt x="383808" y="309510"/>
                </a:lnTo>
                <a:lnTo>
                  <a:pt x="383494" y="314876"/>
                </a:lnTo>
                <a:lnTo>
                  <a:pt x="385685" y="323768"/>
                </a:lnTo>
                <a:lnTo>
                  <a:pt x="386969" y="326140"/>
                </a:lnTo>
                <a:lnTo>
                  <a:pt x="388945" y="328406"/>
                </a:lnTo>
                <a:lnTo>
                  <a:pt x="391084" y="330286"/>
                </a:lnTo>
                <a:lnTo>
                  <a:pt x="393538" y="331417"/>
                </a:lnTo>
                <a:lnTo>
                  <a:pt x="398518" y="332741"/>
                </a:lnTo>
                <a:lnTo>
                  <a:pt x="401276" y="332751"/>
                </a:lnTo>
                <a:lnTo>
                  <a:pt x="406688" y="331491"/>
                </a:lnTo>
                <a:lnTo>
                  <a:pt x="408327" y="330720"/>
                </a:lnTo>
                <a:lnTo>
                  <a:pt x="411940" y="327475"/>
                </a:lnTo>
                <a:lnTo>
                  <a:pt x="414312" y="324197"/>
                </a:lnTo>
                <a:lnTo>
                  <a:pt x="416330" y="320209"/>
                </a:lnTo>
                <a:lnTo>
                  <a:pt x="416134" y="308371"/>
                </a:lnTo>
                <a:lnTo>
                  <a:pt x="414684" y="303750"/>
                </a:lnTo>
                <a:lnTo>
                  <a:pt x="411554" y="299508"/>
                </a:lnTo>
                <a:lnTo>
                  <a:pt x="409265" y="297424"/>
                </a:lnTo>
                <a:lnTo>
                  <a:pt x="405628" y="296007"/>
                </a:lnTo>
                <a:lnTo>
                  <a:pt x="402150" y="295266"/>
                </a:lnTo>
                <a:lnTo>
                  <a:pt x="398906" y="295140"/>
                </a:lnTo>
                <a:lnTo>
                  <a:pt x="395936" y="295620"/>
                </a:lnTo>
                <a:close/>
                <a:moveTo>
                  <a:pt x="403216" y="304540"/>
                </a:moveTo>
                <a:lnTo>
                  <a:pt x="404771" y="306473"/>
                </a:lnTo>
                <a:lnTo>
                  <a:pt x="405816" y="309232"/>
                </a:lnTo>
                <a:lnTo>
                  <a:pt x="406328" y="314247"/>
                </a:lnTo>
                <a:lnTo>
                  <a:pt x="405898" y="317725"/>
                </a:lnTo>
                <a:lnTo>
                  <a:pt x="404670" y="321253"/>
                </a:lnTo>
                <a:lnTo>
                  <a:pt x="403312" y="323168"/>
                </a:lnTo>
                <a:lnTo>
                  <a:pt x="401591" y="324134"/>
                </a:lnTo>
                <a:lnTo>
                  <a:pt x="398815" y="324144"/>
                </a:lnTo>
                <a:lnTo>
                  <a:pt x="397099" y="323211"/>
                </a:lnTo>
                <a:lnTo>
                  <a:pt x="396090" y="322063"/>
                </a:lnTo>
                <a:lnTo>
                  <a:pt x="394056" y="318079"/>
                </a:lnTo>
                <a:lnTo>
                  <a:pt x="393461" y="315328"/>
                </a:lnTo>
                <a:lnTo>
                  <a:pt x="393861" y="311108"/>
                </a:lnTo>
                <a:lnTo>
                  <a:pt x="395316" y="307014"/>
                </a:lnTo>
                <a:lnTo>
                  <a:pt x="397382" y="304347"/>
                </a:lnTo>
                <a:lnTo>
                  <a:pt x="400299" y="303611"/>
                </a:lnTo>
                <a:lnTo>
                  <a:pt x="403216" y="304540"/>
                </a:lnTo>
                <a:close/>
                <a:moveTo>
                  <a:pt x="441257" y="295379"/>
                </a:moveTo>
                <a:lnTo>
                  <a:pt x="439822" y="296784"/>
                </a:lnTo>
                <a:lnTo>
                  <a:pt x="439147" y="300892"/>
                </a:lnTo>
                <a:lnTo>
                  <a:pt x="438991" y="330190"/>
                </a:lnTo>
                <a:lnTo>
                  <a:pt x="441126" y="331661"/>
                </a:lnTo>
                <a:lnTo>
                  <a:pt x="442848" y="331974"/>
                </a:lnTo>
                <a:lnTo>
                  <a:pt x="444570" y="331661"/>
                </a:lnTo>
                <a:lnTo>
                  <a:pt x="446705" y="330190"/>
                </a:lnTo>
                <a:lnTo>
                  <a:pt x="447428" y="318483"/>
                </a:lnTo>
                <a:lnTo>
                  <a:pt x="447621" y="317413"/>
                </a:lnTo>
                <a:lnTo>
                  <a:pt x="448495" y="316576"/>
                </a:lnTo>
                <a:lnTo>
                  <a:pt x="449796" y="318336"/>
                </a:lnTo>
                <a:lnTo>
                  <a:pt x="452802" y="327701"/>
                </a:lnTo>
                <a:lnTo>
                  <a:pt x="454281" y="330129"/>
                </a:lnTo>
                <a:lnTo>
                  <a:pt x="455997" y="331435"/>
                </a:lnTo>
                <a:lnTo>
                  <a:pt x="459193" y="331491"/>
                </a:lnTo>
                <a:lnTo>
                  <a:pt x="461127" y="330283"/>
                </a:lnTo>
                <a:lnTo>
                  <a:pt x="462013" y="328427"/>
                </a:lnTo>
                <a:lnTo>
                  <a:pt x="463610" y="322065"/>
                </a:lnTo>
                <a:lnTo>
                  <a:pt x="464843" y="320335"/>
                </a:lnTo>
                <a:lnTo>
                  <a:pt x="466329" y="319582"/>
                </a:lnTo>
                <a:lnTo>
                  <a:pt x="467435" y="319837"/>
                </a:lnTo>
                <a:lnTo>
                  <a:pt x="467835" y="320601"/>
                </a:lnTo>
                <a:lnTo>
                  <a:pt x="467534" y="329177"/>
                </a:lnTo>
                <a:lnTo>
                  <a:pt x="468643" y="330334"/>
                </a:lnTo>
                <a:lnTo>
                  <a:pt x="470337" y="331462"/>
                </a:lnTo>
                <a:lnTo>
                  <a:pt x="472403" y="331913"/>
                </a:lnTo>
                <a:lnTo>
                  <a:pt x="475421" y="331390"/>
                </a:lnTo>
                <a:lnTo>
                  <a:pt x="476860" y="330283"/>
                </a:lnTo>
                <a:lnTo>
                  <a:pt x="477370" y="329078"/>
                </a:lnTo>
                <a:lnTo>
                  <a:pt x="477606" y="326079"/>
                </a:lnTo>
                <a:lnTo>
                  <a:pt x="477803" y="308452"/>
                </a:lnTo>
                <a:lnTo>
                  <a:pt x="477492" y="299273"/>
                </a:lnTo>
                <a:lnTo>
                  <a:pt x="476648" y="296578"/>
                </a:lnTo>
                <a:lnTo>
                  <a:pt x="474940" y="295504"/>
                </a:lnTo>
                <a:lnTo>
                  <a:pt x="469767" y="294993"/>
                </a:lnTo>
                <a:lnTo>
                  <a:pt x="467490" y="295610"/>
                </a:lnTo>
                <a:lnTo>
                  <a:pt x="464932" y="297118"/>
                </a:lnTo>
                <a:lnTo>
                  <a:pt x="463354" y="299726"/>
                </a:lnTo>
                <a:lnTo>
                  <a:pt x="460856" y="308963"/>
                </a:lnTo>
                <a:lnTo>
                  <a:pt x="459782" y="310509"/>
                </a:lnTo>
                <a:lnTo>
                  <a:pt x="457409" y="311868"/>
                </a:lnTo>
                <a:lnTo>
                  <a:pt x="455814" y="309583"/>
                </a:lnTo>
                <a:lnTo>
                  <a:pt x="452829" y="299718"/>
                </a:lnTo>
                <a:lnTo>
                  <a:pt x="450884" y="296662"/>
                </a:lnTo>
                <a:lnTo>
                  <a:pt x="449828" y="295802"/>
                </a:lnTo>
                <a:lnTo>
                  <a:pt x="447179" y="295153"/>
                </a:lnTo>
                <a:lnTo>
                  <a:pt x="443859" y="294973"/>
                </a:lnTo>
                <a:lnTo>
                  <a:pt x="441257" y="295379"/>
                </a:lnTo>
                <a:close/>
                <a:moveTo>
                  <a:pt x="505045" y="295282"/>
                </a:moveTo>
                <a:lnTo>
                  <a:pt x="503188" y="295991"/>
                </a:lnTo>
                <a:lnTo>
                  <a:pt x="501429" y="297452"/>
                </a:lnTo>
                <a:lnTo>
                  <a:pt x="501429" y="329949"/>
                </a:lnTo>
                <a:lnTo>
                  <a:pt x="503615" y="331458"/>
                </a:lnTo>
                <a:lnTo>
                  <a:pt x="505831" y="331817"/>
                </a:lnTo>
                <a:lnTo>
                  <a:pt x="509306" y="330978"/>
                </a:lnTo>
                <a:lnTo>
                  <a:pt x="510301" y="329920"/>
                </a:lnTo>
                <a:lnTo>
                  <a:pt x="511035" y="323810"/>
                </a:lnTo>
                <a:lnTo>
                  <a:pt x="511071" y="306082"/>
                </a:lnTo>
                <a:lnTo>
                  <a:pt x="514187" y="303859"/>
                </a:lnTo>
                <a:lnTo>
                  <a:pt x="517472" y="303604"/>
                </a:lnTo>
                <a:lnTo>
                  <a:pt x="519403" y="304071"/>
                </a:lnTo>
                <a:lnTo>
                  <a:pt x="520048" y="304666"/>
                </a:lnTo>
                <a:lnTo>
                  <a:pt x="520831" y="306970"/>
                </a:lnTo>
                <a:lnTo>
                  <a:pt x="520955" y="329515"/>
                </a:lnTo>
                <a:lnTo>
                  <a:pt x="522496" y="331037"/>
                </a:lnTo>
                <a:lnTo>
                  <a:pt x="524270" y="331694"/>
                </a:lnTo>
                <a:lnTo>
                  <a:pt x="527336" y="331611"/>
                </a:lnTo>
                <a:lnTo>
                  <a:pt x="529130" y="330899"/>
                </a:lnTo>
                <a:lnTo>
                  <a:pt x="530309" y="329707"/>
                </a:lnTo>
                <a:lnTo>
                  <a:pt x="530641" y="326571"/>
                </a:lnTo>
                <a:lnTo>
                  <a:pt x="530839" y="298175"/>
                </a:lnTo>
                <a:lnTo>
                  <a:pt x="528667" y="296134"/>
                </a:lnTo>
                <a:lnTo>
                  <a:pt x="526886" y="295331"/>
                </a:lnTo>
                <a:lnTo>
                  <a:pt x="505045" y="295282"/>
                </a:lnTo>
                <a:close/>
                <a:moveTo>
                  <a:pt x="563625" y="295957"/>
                </a:moveTo>
                <a:lnTo>
                  <a:pt x="561185" y="298346"/>
                </a:lnTo>
                <a:lnTo>
                  <a:pt x="559915" y="301027"/>
                </a:lnTo>
                <a:lnTo>
                  <a:pt x="557564" y="309850"/>
                </a:lnTo>
                <a:lnTo>
                  <a:pt x="551710" y="326686"/>
                </a:lnTo>
                <a:lnTo>
                  <a:pt x="551501" y="329805"/>
                </a:lnTo>
                <a:lnTo>
                  <a:pt x="553319" y="331769"/>
                </a:lnTo>
                <a:lnTo>
                  <a:pt x="557118" y="331760"/>
                </a:lnTo>
                <a:lnTo>
                  <a:pt x="558939" y="330304"/>
                </a:lnTo>
                <a:lnTo>
                  <a:pt x="560962" y="326512"/>
                </a:lnTo>
                <a:lnTo>
                  <a:pt x="562323" y="324964"/>
                </a:lnTo>
                <a:lnTo>
                  <a:pt x="564153" y="324159"/>
                </a:lnTo>
                <a:lnTo>
                  <a:pt x="567560" y="323894"/>
                </a:lnTo>
                <a:lnTo>
                  <a:pt x="569561" y="324458"/>
                </a:lnTo>
                <a:lnTo>
                  <a:pt x="570570" y="325296"/>
                </a:lnTo>
                <a:lnTo>
                  <a:pt x="573057" y="329597"/>
                </a:lnTo>
                <a:lnTo>
                  <a:pt x="574648" y="331039"/>
                </a:lnTo>
                <a:lnTo>
                  <a:pt x="577463" y="331877"/>
                </a:lnTo>
                <a:lnTo>
                  <a:pt x="580964" y="331407"/>
                </a:lnTo>
                <a:lnTo>
                  <a:pt x="582043" y="330327"/>
                </a:lnTo>
                <a:lnTo>
                  <a:pt x="582332" y="329274"/>
                </a:lnTo>
                <a:lnTo>
                  <a:pt x="581699" y="324856"/>
                </a:lnTo>
                <a:lnTo>
                  <a:pt x="575411" y="306229"/>
                </a:lnTo>
                <a:lnTo>
                  <a:pt x="573271" y="298604"/>
                </a:lnTo>
                <a:lnTo>
                  <a:pt x="572207" y="296952"/>
                </a:lnTo>
                <a:lnTo>
                  <a:pt x="569881" y="295528"/>
                </a:lnTo>
                <a:lnTo>
                  <a:pt x="565798" y="295013"/>
                </a:lnTo>
                <a:lnTo>
                  <a:pt x="563625" y="295957"/>
                </a:lnTo>
                <a:close/>
                <a:moveTo>
                  <a:pt x="567675" y="312688"/>
                </a:moveTo>
                <a:lnTo>
                  <a:pt x="568200" y="313989"/>
                </a:lnTo>
                <a:lnTo>
                  <a:pt x="567521" y="315022"/>
                </a:lnTo>
                <a:lnTo>
                  <a:pt x="565421" y="315459"/>
                </a:lnTo>
                <a:lnTo>
                  <a:pt x="564352" y="314796"/>
                </a:lnTo>
                <a:lnTo>
                  <a:pt x="564168" y="313137"/>
                </a:lnTo>
                <a:lnTo>
                  <a:pt x="564946" y="312011"/>
                </a:lnTo>
                <a:lnTo>
                  <a:pt x="566266" y="311822"/>
                </a:lnTo>
                <a:lnTo>
                  <a:pt x="567675" y="312688"/>
                </a:lnTo>
                <a:close/>
                <a:moveTo>
                  <a:pt x="606632" y="295379"/>
                </a:moveTo>
                <a:lnTo>
                  <a:pt x="605091" y="296781"/>
                </a:lnTo>
                <a:lnTo>
                  <a:pt x="604355" y="300767"/>
                </a:lnTo>
                <a:lnTo>
                  <a:pt x="604185" y="322627"/>
                </a:lnTo>
                <a:lnTo>
                  <a:pt x="604371" y="329140"/>
                </a:lnTo>
                <a:lnTo>
                  <a:pt x="604729" y="330180"/>
                </a:lnTo>
                <a:lnTo>
                  <a:pt x="606718" y="331592"/>
                </a:lnTo>
                <a:lnTo>
                  <a:pt x="609477" y="331957"/>
                </a:lnTo>
                <a:lnTo>
                  <a:pt x="611240" y="331512"/>
                </a:lnTo>
                <a:lnTo>
                  <a:pt x="613189" y="330093"/>
                </a:lnTo>
                <a:lnTo>
                  <a:pt x="613507" y="321391"/>
                </a:lnTo>
                <a:lnTo>
                  <a:pt x="614021" y="318678"/>
                </a:lnTo>
                <a:lnTo>
                  <a:pt x="615892" y="317237"/>
                </a:lnTo>
                <a:lnTo>
                  <a:pt x="619138" y="316828"/>
                </a:lnTo>
                <a:lnTo>
                  <a:pt x="622214" y="317500"/>
                </a:lnTo>
                <a:lnTo>
                  <a:pt x="623411" y="318522"/>
                </a:lnTo>
                <a:lnTo>
                  <a:pt x="623893" y="329659"/>
                </a:lnTo>
                <a:lnTo>
                  <a:pt x="625691" y="331338"/>
                </a:lnTo>
                <a:lnTo>
                  <a:pt x="627095" y="331879"/>
                </a:lnTo>
                <a:lnTo>
                  <a:pt x="629541" y="331923"/>
                </a:lnTo>
                <a:lnTo>
                  <a:pt x="631680" y="331061"/>
                </a:lnTo>
                <a:lnTo>
                  <a:pt x="633054" y="329515"/>
                </a:lnTo>
                <a:lnTo>
                  <a:pt x="633054" y="298513"/>
                </a:lnTo>
                <a:lnTo>
                  <a:pt x="631897" y="296666"/>
                </a:lnTo>
                <a:lnTo>
                  <a:pt x="630763" y="295561"/>
                </a:lnTo>
                <a:lnTo>
                  <a:pt x="629582" y="295138"/>
                </a:lnTo>
                <a:lnTo>
                  <a:pt x="627460" y="295112"/>
                </a:lnTo>
                <a:lnTo>
                  <a:pt x="625804" y="295871"/>
                </a:lnTo>
                <a:lnTo>
                  <a:pt x="624284" y="298375"/>
                </a:lnTo>
                <a:lnTo>
                  <a:pt x="624053" y="305166"/>
                </a:lnTo>
                <a:lnTo>
                  <a:pt x="623470" y="307124"/>
                </a:lnTo>
                <a:lnTo>
                  <a:pt x="622208" y="308320"/>
                </a:lnTo>
                <a:lnTo>
                  <a:pt x="618872" y="308854"/>
                </a:lnTo>
                <a:lnTo>
                  <a:pt x="615544" y="308423"/>
                </a:lnTo>
                <a:lnTo>
                  <a:pt x="613973" y="307348"/>
                </a:lnTo>
                <a:lnTo>
                  <a:pt x="613364" y="304945"/>
                </a:lnTo>
                <a:lnTo>
                  <a:pt x="613286" y="297693"/>
                </a:lnTo>
                <a:lnTo>
                  <a:pt x="610003" y="295112"/>
                </a:lnTo>
                <a:lnTo>
                  <a:pt x="608420" y="294942"/>
                </a:lnTo>
                <a:lnTo>
                  <a:pt x="606632" y="295379"/>
                </a:lnTo>
                <a:close/>
                <a:moveTo>
                  <a:pt x="659716" y="295861"/>
                </a:moveTo>
                <a:lnTo>
                  <a:pt x="657959" y="297321"/>
                </a:lnTo>
                <a:lnTo>
                  <a:pt x="657578" y="298673"/>
                </a:lnTo>
                <a:lnTo>
                  <a:pt x="657257" y="329177"/>
                </a:lnTo>
                <a:lnTo>
                  <a:pt x="658755" y="330837"/>
                </a:lnTo>
                <a:lnTo>
                  <a:pt x="660623" y="331690"/>
                </a:lnTo>
                <a:lnTo>
                  <a:pt x="662850" y="331923"/>
                </a:lnTo>
                <a:lnTo>
                  <a:pt x="664827" y="331443"/>
                </a:lnTo>
                <a:lnTo>
                  <a:pt x="667430" y="328400"/>
                </a:lnTo>
                <a:lnTo>
                  <a:pt x="671528" y="321632"/>
                </a:lnTo>
                <a:lnTo>
                  <a:pt x="676157" y="316449"/>
                </a:lnTo>
                <a:lnTo>
                  <a:pt x="677500" y="318224"/>
                </a:lnTo>
                <a:lnTo>
                  <a:pt x="677827" y="319402"/>
                </a:lnTo>
                <a:lnTo>
                  <a:pt x="677653" y="327030"/>
                </a:lnTo>
                <a:lnTo>
                  <a:pt x="677989" y="329852"/>
                </a:lnTo>
                <a:lnTo>
                  <a:pt x="679051" y="331056"/>
                </a:lnTo>
                <a:lnTo>
                  <a:pt x="680687" y="331756"/>
                </a:lnTo>
                <a:lnTo>
                  <a:pt x="683498" y="331794"/>
                </a:lnTo>
                <a:lnTo>
                  <a:pt x="685131" y="331101"/>
                </a:lnTo>
                <a:lnTo>
                  <a:pt x="686571" y="329515"/>
                </a:lnTo>
                <a:lnTo>
                  <a:pt x="686571" y="297693"/>
                </a:lnTo>
                <a:lnTo>
                  <a:pt x="683298" y="295048"/>
                </a:lnTo>
                <a:lnTo>
                  <a:pt x="681337" y="294940"/>
                </a:lnTo>
                <a:lnTo>
                  <a:pt x="679320" y="295951"/>
                </a:lnTo>
                <a:lnTo>
                  <a:pt x="676257" y="299529"/>
                </a:lnTo>
                <a:lnTo>
                  <a:pt x="670295" y="308915"/>
                </a:lnTo>
                <a:lnTo>
                  <a:pt x="668510" y="310614"/>
                </a:lnTo>
                <a:lnTo>
                  <a:pt x="667800" y="310304"/>
                </a:lnTo>
                <a:lnTo>
                  <a:pt x="667061" y="308415"/>
                </a:lnTo>
                <a:lnTo>
                  <a:pt x="666636" y="299454"/>
                </a:lnTo>
                <a:lnTo>
                  <a:pt x="665829" y="296488"/>
                </a:lnTo>
                <a:lnTo>
                  <a:pt x="664586" y="295427"/>
                </a:lnTo>
                <a:lnTo>
                  <a:pt x="663096" y="294971"/>
                </a:lnTo>
                <a:lnTo>
                  <a:pt x="661680" y="295007"/>
                </a:lnTo>
                <a:lnTo>
                  <a:pt x="659716" y="295861"/>
                </a:lnTo>
                <a:close/>
                <a:moveTo>
                  <a:pt x="712077" y="296777"/>
                </a:moveTo>
                <a:lnTo>
                  <a:pt x="710679" y="298224"/>
                </a:lnTo>
                <a:lnTo>
                  <a:pt x="710920" y="324693"/>
                </a:lnTo>
                <a:lnTo>
                  <a:pt x="711185" y="329417"/>
                </a:lnTo>
                <a:lnTo>
                  <a:pt x="711743" y="330406"/>
                </a:lnTo>
                <a:lnTo>
                  <a:pt x="713309" y="331344"/>
                </a:lnTo>
                <a:lnTo>
                  <a:pt x="715325" y="331775"/>
                </a:lnTo>
                <a:lnTo>
                  <a:pt x="717382" y="331667"/>
                </a:lnTo>
                <a:lnTo>
                  <a:pt x="719069" y="330991"/>
                </a:lnTo>
                <a:lnTo>
                  <a:pt x="725565" y="320121"/>
                </a:lnTo>
                <a:lnTo>
                  <a:pt x="727391" y="318600"/>
                </a:lnTo>
                <a:lnTo>
                  <a:pt x="729517" y="317658"/>
                </a:lnTo>
                <a:lnTo>
                  <a:pt x="730237" y="317861"/>
                </a:lnTo>
                <a:lnTo>
                  <a:pt x="730597" y="318877"/>
                </a:lnTo>
                <a:lnTo>
                  <a:pt x="731555" y="330431"/>
                </a:lnTo>
                <a:lnTo>
                  <a:pt x="733363" y="331543"/>
                </a:lnTo>
                <a:lnTo>
                  <a:pt x="736120" y="331882"/>
                </a:lnTo>
                <a:lnTo>
                  <a:pt x="738696" y="331377"/>
                </a:lnTo>
                <a:lnTo>
                  <a:pt x="740571" y="330045"/>
                </a:lnTo>
                <a:lnTo>
                  <a:pt x="740432" y="301937"/>
                </a:lnTo>
                <a:lnTo>
                  <a:pt x="739509" y="296622"/>
                </a:lnTo>
                <a:lnTo>
                  <a:pt x="738084" y="295540"/>
                </a:lnTo>
                <a:lnTo>
                  <a:pt x="735750" y="295379"/>
                </a:lnTo>
                <a:lnTo>
                  <a:pt x="734304" y="295622"/>
                </a:lnTo>
                <a:lnTo>
                  <a:pt x="732194" y="296837"/>
                </a:lnTo>
                <a:lnTo>
                  <a:pt x="730267" y="298964"/>
                </a:lnTo>
                <a:lnTo>
                  <a:pt x="723938" y="309216"/>
                </a:lnTo>
                <a:lnTo>
                  <a:pt x="722262" y="310289"/>
                </a:lnTo>
                <a:lnTo>
                  <a:pt x="721296" y="310000"/>
                </a:lnTo>
                <a:lnTo>
                  <a:pt x="720661" y="308831"/>
                </a:lnTo>
                <a:lnTo>
                  <a:pt x="720321" y="297741"/>
                </a:lnTo>
                <a:lnTo>
                  <a:pt x="718538" y="296105"/>
                </a:lnTo>
                <a:lnTo>
                  <a:pt x="716423" y="295340"/>
                </a:lnTo>
                <a:lnTo>
                  <a:pt x="714111" y="295569"/>
                </a:lnTo>
                <a:lnTo>
                  <a:pt x="712077" y="296777"/>
                </a:lnTo>
                <a:close/>
                <a:moveTo>
                  <a:pt x="952039" y="298320"/>
                </a:moveTo>
                <a:lnTo>
                  <a:pt x="951702" y="300249"/>
                </a:lnTo>
                <a:lnTo>
                  <a:pt x="954512" y="306484"/>
                </a:lnTo>
                <a:lnTo>
                  <a:pt x="953908" y="307749"/>
                </a:lnTo>
                <a:lnTo>
                  <a:pt x="950526" y="308599"/>
                </a:lnTo>
                <a:lnTo>
                  <a:pt x="941771" y="307873"/>
                </a:lnTo>
                <a:lnTo>
                  <a:pt x="936673" y="308532"/>
                </a:lnTo>
                <a:lnTo>
                  <a:pt x="933621" y="310201"/>
                </a:lnTo>
                <a:lnTo>
                  <a:pt x="933176" y="312428"/>
                </a:lnTo>
                <a:lnTo>
                  <a:pt x="934217" y="314684"/>
                </a:lnTo>
                <a:lnTo>
                  <a:pt x="936527" y="316120"/>
                </a:lnTo>
                <a:lnTo>
                  <a:pt x="941879" y="317702"/>
                </a:lnTo>
                <a:lnTo>
                  <a:pt x="948194" y="318410"/>
                </a:lnTo>
                <a:lnTo>
                  <a:pt x="949882" y="319046"/>
                </a:lnTo>
                <a:lnTo>
                  <a:pt x="951710" y="320649"/>
                </a:lnTo>
                <a:lnTo>
                  <a:pt x="955237" y="328258"/>
                </a:lnTo>
                <a:lnTo>
                  <a:pt x="960063" y="341840"/>
                </a:lnTo>
                <a:lnTo>
                  <a:pt x="966865" y="351696"/>
                </a:lnTo>
                <a:lnTo>
                  <a:pt x="971351" y="362236"/>
                </a:lnTo>
                <a:lnTo>
                  <a:pt x="972331" y="368231"/>
                </a:lnTo>
                <a:lnTo>
                  <a:pt x="972673" y="388370"/>
                </a:lnTo>
                <a:lnTo>
                  <a:pt x="974073" y="395327"/>
                </a:lnTo>
                <a:lnTo>
                  <a:pt x="972452" y="405573"/>
                </a:lnTo>
                <a:lnTo>
                  <a:pt x="970429" y="428035"/>
                </a:lnTo>
                <a:lnTo>
                  <a:pt x="969435" y="432623"/>
                </a:lnTo>
                <a:lnTo>
                  <a:pt x="967187" y="438068"/>
                </a:lnTo>
                <a:lnTo>
                  <a:pt x="965715" y="440326"/>
                </a:lnTo>
                <a:lnTo>
                  <a:pt x="963695" y="442047"/>
                </a:lnTo>
                <a:lnTo>
                  <a:pt x="961154" y="443212"/>
                </a:lnTo>
                <a:lnTo>
                  <a:pt x="958120" y="443804"/>
                </a:lnTo>
                <a:lnTo>
                  <a:pt x="953775" y="443879"/>
                </a:lnTo>
                <a:lnTo>
                  <a:pt x="948983" y="437837"/>
                </a:lnTo>
                <a:lnTo>
                  <a:pt x="949025" y="436694"/>
                </a:lnTo>
                <a:lnTo>
                  <a:pt x="949858" y="435809"/>
                </a:lnTo>
                <a:lnTo>
                  <a:pt x="955627" y="434734"/>
                </a:lnTo>
                <a:lnTo>
                  <a:pt x="957373" y="433873"/>
                </a:lnTo>
                <a:lnTo>
                  <a:pt x="958307" y="432693"/>
                </a:lnTo>
                <a:lnTo>
                  <a:pt x="958452" y="410370"/>
                </a:lnTo>
                <a:lnTo>
                  <a:pt x="955903" y="403724"/>
                </a:lnTo>
                <a:lnTo>
                  <a:pt x="954493" y="394445"/>
                </a:lnTo>
                <a:lnTo>
                  <a:pt x="953276" y="390689"/>
                </a:lnTo>
                <a:lnTo>
                  <a:pt x="950109" y="385758"/>
                </a:lnTo>
                <a:lnTo>
                  <a:pt x="943794" y="380241"/>
                </a:lnTo>
                <a:lnTo>
                  <a:pt x="940859" y="378942"/>
                </a:lnTo>
                <a:lnTo>
                  <a:pt x="938632" y="379626"/>
                </a:lnTo>
                <a:lnTo>
                  <a:pt x="928242" y="395003"/>
                </a:lnTo>
                <a:lnTo>
                  <a:pt x="925921" y="397095"/>
                </a:lnTo>
                <a:lnTo>
                  <a:pt x="923591" y="397292"/>
                </a:lnTo>
                <a:lnTo>
                  <a:pt x="919775" y="394537"/>
                </a:lnTo>
                <a:lnTo>
                  <a:pt x="917861" y="393670"/>
                </a:lnTo>
                <a:lnTo>
                  <a:pt x="916169" y="393753"/>
                </a:lnTo>
                <a:lnTo>
                  <a:pt x="914480" y="395086"/>
                </a:lnTo>
                <a:lnTo>
                  <a:pt x="918386" y="407604"/>
                </a:lnTo>
                <a:lnTo>
                  <a:pt x="919844" y="408686"/>
                </a:lnTo>
                <a:lnTo>
                  <a:pt x="923549" y="409385"/>
                </a:lnTo>
                <a:lnTo>
                  <a:pt x="926904" y="408908"/>
                </a:lnTo>
                <a:lnTo>
                  <a:pt x="929600" y="407322"/>
                </a:lnTo>
                <a:lnTo>
                  <a:pt x="934356" y="402835"/>
                </a:lnTo>
                <a:lnTo>
                  <a:pt x="941963" y="394598"/>
                </a:lnTo>
                <a:lnTo>
                  <a:pt x="943011" y="394569"/>
                </a:lnTo>
                <a:lnTo>
                  <a:pt x="943999" y="395729"/>
                </a:lnTo>
                <a:lnTo>
                  <a:pt x="944458" y="397995"/>
                </a:lnTo>
                <a:lnTo>
                  <a:pt x="944518" y="404488"/>
                </a:lnTo>
                <a:lnTo>
                  <a:pt x="948134" y="410852"/>
                </a:lnTo>
                <a:lnTo>
                  <a:pt x="948471" y="422134"/>
                </a:lnTo>
                <a:lnTo>
                  <a:pt x="946129" y="424197"/>
                </a:lnTo>
                <a:lnTo>
                  <a:pt x="941421" y="425018"/>
                </a:lnTo>
                <a:lnTo>
                  <a:pt x="939388" y="426478"/>
                </a:lnTo>
                <a:lnTo>
                  <a:pt x="936056" y="432313"/>
                </a:lnTo>
                <a:lnTo>
                  <a:pt x="934967" y="435013"/>
                </a:lnTo>
                <a:lnTo>
                  <a:pt x="934718" y="436954"/>
                </a:lnTo>
                <a:lnTo>
                  <a:pt x="936031" y="439534"/>
                </a:lnTo>
                <a:lnTo>
                  <a:pt x="942905" y="447489"/>
                </a:lnTo>
                <a:lnTo>
                  <a:pt x="944845" y="452017"/>
                </a:lnTo>
                <a:lnTo>
                  <a:pt x="944393" y="454696"/>
                </a:lnTo>
                <a:lnTo>
                  <a:pt x="939622" y="460715"/>
                </a:lnTo>
                <a:lnTo>
                  <a:pt x="939576" y="462815"/>
                </a:lnTo>
                <a:lnTo>
                  <a:pt x="942042" y="465387"/>
                </a:lnTo>
                <a:lnTo>
                  <a:pt x="944263" y="466301"/>
                </a:lnTo>
                <a:lnTo>
                  <a:pt x="948117" y="466942"/>
                </a:lnTo>
                <a:lnTo>
                  <a:pt x="951345" y="466547"/>
                </a:lnTo>
                <a:lnTo>
                  <a:pt x="952596" y="465652"/>
                </a:lnTo>
                <a:lnTo>
                  <a:pt x="955254" y="462037"/>
                </a:lnTo>
                <a:lnTo>
                  <a:pt x="957376" y="456899"/>
                </a:lnTo>
                <a:lnTo>
                  <a:pt x="959766" y="454595"/>
                </a:lnTo>
                <a:lnTo>
                  <a:pt x="963587" y="452993"/>
                </a:lnTo>
                <a:lnTo>
                  <a:pt x="970373" y="451344"/>
                </a:lnTo>
                <a:lnTo>
                  <a:pt x="974342" y="445898"/>
                </a:lnTo>
                <a:lnTo>
                  <a:pt x="978798" y="438624"/>
                </a:lnTo>
                <a:lnTo>
                  <a:pt x="981818" y="417633"/>
                </a:lnTo>
                <a:lnTo>
                  <a:pt x="983030" y="402124"/>
                </a:lnTo>
                <a:lnTo>
                  <a:pt x="982848" y="361674"/>
                </a:lnTo>
                <a:lnTo>
                  <a:pt x="977767" y="350301"/>
                </a:lnTo>
                <a:lnTo>
                  <a:pt x="974933" y="345720"/>
                </a:lnTo>
                <a:lnTo>
                  <a:pt x="972127" y="342237"/>
                </a:lnTo>
                <a:lnTo>
                  <a:pt x="968186" y="335286"/>
                </a:lnTo>
                <a:lnTo>
                  <a:pt x="967720" y="333377"/>
                </a:lnTo>
                <a:lnTo>
                  <a:pt x="968195" y="330669"/>
                </a:lnTo>
                <a:lnTo>
                  <a:pt x="969177" y="330235"/>
                </a:lnTo>
                <a:lnTo>
                  <a:pt x="971719" y="332137"/>
                </a:lnTo>
                <a:lnTo>
                  <a:pt x="980672" y="343931"/>
                </a:lnTo>
                <a:lnTo>
                  <a:pt x="985130" y="350555"/>
                </a:lnTo>
                <a:lnTo>
                  <a:pt x="988240" y="354028"/>
                </a:lnTo>
                <a:lnTo>
                  <a:pt x="990951" y="356331"/>
                </a:lnTo>
                <a:lnTo>
                  <a:pt x="993265" y="360060"/>
                </a:lnTo>
                <a:lnTo>
                  <a:pt x="995450" y="365096"/>
                </a:lnTo>
                <a:lnTo>
                  <a:pt x="997891" y="369372"/>
                </a:lnTo>
                <a:lnTo>
                  <a:pt x="1000941" y="373245"/>
                </a:lnTo>
                <a:lnTo>
                  <a:pt x="1004257" y="376331"/>
                </a:lnTo>
                <a:lnTo>
                  <a:pt x="1007496" y="378247"/>
                </a:lnTo>
                <a:lnTo>
                  <a:pt x="1008980" y="378645"/>
                </a:lnTo>
                <a:lnTo>
                  <a:pt x="1011563" y="378289"/>
                </a:lnTo>
                <a:lnTo>
                  <a:pt x="1012979" y="376240"/>
                </a:lnTo>
                <a:lnTo>
                  <a:pt x="1013609" y="371943"/>
                </a:lnTo>
                <a:lnTo>
                  <a:pt x="1016405" y="370864"/>
                </a:lnTo>
                <a:lnTo>
                  <a:pt x="1019815" y="370272"/>
                </a:lnTo>
                <a:lnTo>
                  <a:pt x="1020751" y="368779"/>
                </a:lnTo>
                <a:lnTo>
                  <a:pt x="1019877" y="366440"/>
                </a:lnTo>
                <a:lnTo>
                  <a:pt x="1016771" y="363313"/>
                </a:lnTo>
                <a:lnTo>
                  <a:pt x="1004080" y="357046"/>
                </a:lnTo>
                <a:lnTo>
                  <a:pt x="1001547" y="355065"/>
                </a:lnTo>
                <a:lnTo>
                  <a:pt x="999645" y="352447"/>
                </a:lnTo>
                <a:lnTo>
                  <a:pt x="998036" y="347016"/>
                </a:lnTo>
                <a:lnTo>
                  <a:pt x="997420" y="342500"/>
                </a:lnTo>
                <a:lnTo>
                  <a:pt x="998207" y="340682"/>
                </a:lnTo>
                <a:lnTo>
                  <a:pt x="1002592" y="337428"/>
                </a:lnTo>
                <a:lnTo>
                  <a:pt x="1002664" y="334625"/>
                </a:lnTo>
                <a:lnTo>
                  <a:pt x="1001705" y="332775"/>
                </a:lnTo>
                <a:lnTo>
                  <a:pt x="975254" y="314213"/>
                </a:lnTo>
                <a:lnTo>
                  <a:pt x="972896" y="311775"/>
                </a:lnTo>
                <a:lnTo>
                  <a:pt x="968273" y="305690"/>
                </a:lnTo>
                <a:lnTo>
                  <a:pt x="960959" y="298706"/>
                </a:lnTo>
                <a:lnTo>
                  <a:pt x="959050" y="297805"/>
                </a:lnTo>
                <a:lnTo>
                  <a:pt x="955866" y="297211"/>
                </a:lnTo>
                <a:lnTo>
                  <a:pt x="953138" y="297555"/>
                </a:lnTo>
                <a:lnTo>
                  <a:pt x="952039" y="298320"/>
                </a:lnTo>
                <a:close/>
                <a:moveTo>
                  <a:pt x="648241" y="347932"/>
                </a:moveTo>
                <a:lnTo>
                  <a:pt x="642794" y="348762"/>
                </a:lnTo>
                <a:lnTo>
                  <a:pt x="637670" y="350133"/>
                </a:lnTo>
                <a:lnTo>
                  <a:pt x="632905" y="352017"/>
                </a:lnTo>
                <a:lnTo>
                  <a:pt x="628532" y="354385"/>
                </a:lnTo>
                <a:lnTo>
                  <a:pt x="624586" y="357208"/>
                </a:lnTo>
                <a:lnTo>
                  <a:pt x="621101" y="360457"/>
                </a:lnTo>
                <a:lnTo>
                  <a:pt x="618113" y="364105"/>
                </a:lnTo>
                <a:lnTo>
                  <a:pt x="615654" y="368122"/>
                </a:lnTo>
                <a:lnTo>
                  <a:pt x="613761" y="372480"/>
                </a:lnTo>
                <a:lnTo>
                  <a:pt x="612466" y="377150"/>
                </a:lnTo>
                <a:lnTo>
                  <a:pt x="611598" y="381441"/>
                </a:lnTo>
                <a:lnTo>
                  <a:pt x="611598" y="451352"/>
                </a:lnTo>
                <a:lnTo>
                  <a:pt x="613317" y="459657"/>
                </a:lnTo>
                <a:lnTo>
                  <a:pt x="616071" y="466314"/>
                </a:lnTo>
                <a:lnTo>
                  <a:pt x="617931" y="469386"/>
                </a:lnTo>
                <a:lnTo>
                  <a:pt x="622509" y="474888"/>
                </a:lnTo>
                <a:lnTo>
                  <a:pt x="628089" y="479361"/>
                </a:lnTo>
                <a:lnTo>
                  <a:pt x="634500" y="482595"/>
                </a:lnTo>
                <a:lnTo>
                  <a:pt x="642274" y="485017"/>
                </a:lnTo>
                <a:lnTo>
                  <a:pt x="657769" y="485634"/>
                </a:lnTo>
                <a:lnTo>
                  <a:pt x="704356" y="485548"/>
                </a:lnTo>
                <a:lnTo>
                  <a:pt x="710843" y="484724"/>
                </a:lnTo>
                <a:lnTo>
                  <a:pt x="720089" y="481248"/>
                </a:lnTo>
                <a:lnTo>
                  <a:pt x="726366" y="477026"/>
                </a:lnTo>
                <a:lnTo>
                  <a:pt x="731603" y="472064"/>
                </a:lnTo>
                <a:lnTo>
                  <a:pt x="736078" y="465049"/>
                </a:lnTo>
                <a:lnTo>
                  <a:pt x="739418" y="454961"/>
                </a:lnTo>
                <a:lnTo>
                  <a:pt x="740071" y="445910"/>
                </a:lnTo>
                <a:lnTo>
                  <a:pt x="740217" y="435217"/>
                </a:lnTo>
                <a:lnTo>
                  <a:pt x="739848" y="378066"/>
                </a:lnTo>
                <a:lnTo>
                  <a:pt x="735483" y="367532"/>
                </a:lnTo>
                <a:lnTo>
                  <a:pt x="732875" y="363548"/>
                </a:lnTo>
                <a:lnTo>
                  <a:pt x="729578" y="359551"/>
                </a:lnTo>
                <a:lnTo>
                  <a:pt x="723745" y="354700"/>
                </a:lnTo>
                <a:lnTo>
                  <a:pt x="717348" y="351338"/>
                </a:lnTo>
                <a:lnTo>
                  <a:pt x="705616" y="347740"/>
                </a:lnTo>
                <a:lnTo>
                  <a:pt x="648241" y="347932"/>
                </a:lnTo>
                <a:close/>
                <a:moveTo>
                  <a:pt x="701566" y="378066"/>
                </a:moveTo>
                <a:lnTo>
                  <a:pt x="704329" y="379657"/>
                </a:lnTo>
                <a:lnTo>
                  <a:pt x="707757" y="383127"/>
                </a:lnTo>
                <a:lnTo>
                  <a:pt x="709184" y="385781"/>
                </a:lnTo>
                <a:lnTo>
                  <a:pt x="709391" y="388140"/>
                </a:lnTo>
                <a:lnTo>
                  <a:pt x="709722" y="408119"/>
                </a:lnTo>
                <a:lnTo>
                  <a:pt x="709511" y="440696"/>
                </a:lnTo>
                <a:lnTo>
                  <a:pt x="709136" y="447881"/>
                </a:lnTo>
                <a:lnTo>
                  <a:pt x="707395" y="450942"/>
                </a:lnTo>
                <a:lnTo>
                  <a:pt x="703977" y="454775"/>
                </a:lnTo>
                <a:lnTo>
                  <a:pt x="695395" y="457427"/>
                </a:lnTo>
                <a:lnTo>
                  <a:pt x="654027" y="457138"/>
                </a:lnTo>
                <a:lnTo>
                  <a:pt x="646795" y="454155"/>
                </a:lnTo>
                <a:lnTo>
                  <a:pt x="644080" y="451198"/>
                </a:lnTo>
                <a:lnTo>
                  <a:pt x="641105" y="445566"/>
                </a:lnTo>
                <a:lnTo>
                  <a:pt x="641202" y="388529"/>
                </a:lnTo>
                <a:lnTo>
                  <a:pt x="644507" y="382038"/>
                </a:lnTo>
                <a:lnTo>
                  <a:pt x="648056" y="378824"/>
                </a:lnTo>
                <a:lnTo>
                  <a:pt x="649880" y="378018"/>
                </a:lnTo>
                <a:lnTo>
                  <a:pt x="651928" y="377747"/>
                </a:lnTo>
                <a:lnTo>
                  <a:pt x="682908" y="377341"/>
                </a:lnTo>
                <a:lnTo>
                  <a:pt x="701566" y="378066"/>
                </a:lnTo>
                <a:close/>
                <a:moveTo>
                  <a:pt x="29266" y="350825"/>
                </a:moveTo>
                <a:lnTo>
                  <a:pt x="1832" y="351066"/>
                </a:lnTo>
                <a:lnTo>
                  <a:pt x="0" y="353332"/>
                </a:lnTo>
                <a:lnTo>
                  <a:pt x="0" y="376765"/>
                </a:lnTo>
                <a:lnTo>
                  <a:pt x="1832" y="379031"/>
                </a:lnTo>
                <a:lnTo>
                  <a:pt x="69959" y="379272"/>
                </a:lnTo>
                <a:lnTo>
                  <a:pt x="74599" y="381245"/>
                </a:lnTo>
                <a:lnTo>
                  <a:pt x="76550" y="382535"/>
                </a:lnTo>
                <a:lnTo>
                  <a:pt x="80036" y="387131"/>
                </a:lnTo>
                <a:lnTo>
                  <a:pt x="79915" y="397647"/>
                </a:lnTo>
                <a:lnTo>
                  <a:pt x="79312" y="400232"/>
                </a:lnTo>
                <a:lnTo>
                  <a:pt x="76999" y="401055"/>
                </a:lnTo>
                <a:lnTo>
                  <a:pt x="73266" y="401318"/>
                </a:lnTo>
                <a:lnTo>
                  <a:pt x="35341" y="401836"/>
                </a:lnTo>
                <a:lnTo>
                  <a:pt x="34423" y="403197"/>
                </a:lnTo>
                <a:lnTo>
                  <a:pt x="33935" y="406477"/>
                </a:lnTo>
                <a:lnTo>
                  <a:pt x="33875" y="423531"/>
                </a:lnTo>
                <a:lnTo>
                  <a:pt x="34582" y="428925"/>
                </a:lnTo>
                <a:lnTo>
                  <a:pt x="35250" y="430066"/>
                </a:lnTo>
                <a:lnTo>
                  <a:pt x="36072" y="430463"/>
                </a:lnTo>
                <a:lnTo>
                  <a:pt x="78011" y="430861"/>
                </a:lnTo>
                <a:lnTo>
                  <a:pt x="80277" y="432693"/>
                </a:lnTo>
                <a:lnTo>
                  <a:pt x="79550" y="447009"/>
                </a:lnTo>
                <a:lnTo>
                  <a:pt x="78522" y="448922"/>
                </a:lnTo>
                <a:lnTo>
                  <a:pt x="76084" y="451270"/>
                </a:lnTo>
                <a:lnTo>
                  <a:pt x="70634" y="454245"/>
                </a:lnTo>
                <a:lnTo>
                  <a:pt x="2025" y="454727"/>
                </a:lnTo>
                <a:lnTo>
                  <a:pt x="0" y="456559"/>
                </a:lnTo>
                <a:lnTo>
                  <a:pt x="0" y="480907"/>
                </a:lnTo>
                <a:lnTo>
                  <a:pt x="1832" y="483174"/>
                </a:lnTo>
                <a:lnTo>
                  <a:pt x="68296" y="483210"/>
                </a:lnTo>
                <a:lnTo>
                  <a:pt x="77628" y="482610"/>
                </a:lnTo>
                <a:lnTo>
                  <a:pt x="84714" y="481646"/>
                </a:lnTo>
                <a:lnTo>
                  <a:pt x="89438" y="480275"/>
                </a:lnTo>
                <a:lnTo>
                  <a:pt x="95899" y="477539"/>
                </a:lnTo>
                <a:lnTo>
                  <a:pt x="101748" y="472575"/>
                </a:lnTo>
                <a:lnTo>
                  <a:pt x="105541" y="467039"/>
                </a:lnTo>
                <a:lnTo>
                  <a:pt x="107538" y="462347"/>
                </a:lnTo>
                <a:lnTo>
                  <a:pt x="109850" y="454768"/>
                </a:lnTo>
                <a:lnTo>
                  <a:pt x="110438" y="450441"/>
                </a:lnTo>
                <a:lnTo>
                  <a:pt x="111158" y="427596"/>
                </a:lnTo>
                <a:lnTo>
                  <a:pt x="110640" y="387299"/>
                </a:lnTo>
                <a:lnTo>
                  <a:pt x="109783" y="378229"/>
                </a:lnTo>
                <a:lnTo>
                  <a:pt x="106276" y="367275"/>
                </a:lnTo>
                <a:lnTo>
                  <a:pt x="103724" y="363007"/>
                </a:lnTo>
                <a:lnTo>
                  <a:pt x="102112" y="361107"/>
                </a:lnTo>
                <a:lnTo>
                  <a:pt x="98204" y="357766"/>
                </a:lnTo>
                <a:lnTo>
                  <a:pt x="93368" y="355019"/>
                </a:lnTo>
                <a:lnTo>
                  <a:pt x="85591" y="352246"/>
                </a:lnTo>
                <a:lnTo>
                  <a:pt x="79310" y="351252"/>
                </a:lnTo>
                <a:lnTo>
                  <a:pt x="69398" y="350763"/>
                </a:lnTo>
                <a:lnTo>
                  <a:pt x="29266" y="350825"/>
                </a:lnTo>
                <a:close/>
                <a:moveTo>
                  <a:pt x="220002" y="350729"/>
                </a:moveTo>
                <a:lnTo>
                  <a:pt x="216985" y="351231"/>
                </a:lnTo>
                <a:lnTo>
                  <a:pt x="216386" y="351645"/>
                </a:lnTo>
                <a:lnTo>
                  <a:pt x="216129" y="352606"/>
                </a:lnTo>
                <a:lnTo>
                  <a:pt x="215277" y="397979"/>
                </a:lnTo>
                <a:lnTo>
                  <a:pt x="213445" y="400004"/>
                </a:lnTo>
                <a:lnTo>
                  <a:pt x="170408" y="399954"/>
                </a:lnTo>
                <a:lnTo>
                  <a:pt x="155250" y="399522"/>
                </a:lnTo>
                <a:lnTo>
                  <a:pt x="154068" y="397769"/>
                </a:lnTo>
                <a:lnTo>
                  <a:pt x="153500" y="392218"/>
                </a:lnTo>
                <a:lnTo>
                  <a:pt x="153321" y="352320"/>
                </a:lnTo>
                <a:lnTo>
                  <a:pt x="151494" y="351257"/>
                </a:lnTo>
                <a:lnTo>
                  <a:pt x="148964" y="350958"/>
                </a:lnTo>
                <a:lnTo>
                  <a:pt x="124875" y="350825"/>
                </a:lnTo>
                <a:lnTo>
                  <a:pt x="122946" y="352754"/>
                </a:lnTo>
                <a:lnTo>
                  <a:pt x="122946" y="481004"/>
                </a:lnTo>
                <a:lnTo>
                  <a:pt x="124310" y="482292"/>
                </a:lnTo>
                <a:lnTo>
                  <a:pt x="126586" y="483051"/>
                </a:lnTo>
                <a:lnTo>
                  <a:pt x="129417" y="483298"/>
                </a:lnTo>
                <a:lnTo>
                  <a:pt x="151345" y="483174"/>
                </a:lnTo>
                <a:lnTo>
                  <a:pt x="153418" y="481100"/>
                </a:lnTo>
                <a:lnTo>
                  <a:pt x="153396" y="440774"/>
                </a:lnTo>
                <a:lnTo>
                  <a:pt x="154039" y="431263"/>
                </a:lnTo>
                <a:lnTo>
                  <a:pt x="154761" y="429772"/>
                </a:lnTo>
                <a:lnTo>
                  <a:pt x="155718" y="429331"/>
                </a:lnTo>
                <a:lnTo>
                  <a:pt x="166581" y="429019"/>
                </a:lnTo>
                <a:lnTo>
                  <a:pt x="213541" y="428932"/>
                </a:lnTo>
                <a:lnTo>
                  <a:pt x="215518" y="431488"/>
                </a:lnTo>
                <a:lnTo>
                  <a:pt x="215518" y="481052"/>
                </a:lnTo>
                <a:lnTo>
                  <a:pt x="217929" y="483463"/>
                </a:lnTo>
                <a:lnTo>
                  <a:pt x="243434" y="483174"/>
                </a:lnTo>
                <a:lnTo>
                  <a:pt x="245604" y="481004"/>
                </a:lnTo>
                <a:lnTo>
                  <a:pt x="245411" y="353236"/>
                </a:lnTo>
                <a:lnTo>
                  <a:pt x="244117" y="351601"/>
                </a:lnTo>
                <a:lnTo>
                  <a:pt x="241619" y="351170"/>
                </a:lnTo>
                <a:lnTo>
                  <a:pt x="220002" y="350729"/>
                </a:lnTo>
                <a:close/>
                <a:moveTo>
                  <a:pt x="288080" y="351356"/>
                </a:moveTo>
                <a:lnTo>
                  <a:pt x="282940" y="352596"/>
                </a:lnTo>
                <a:lnTo>
                  <a:pt x="275966" y="355208"/>
                </a:lnTo>
                <a:lnTo>
                  <a:pt x="272314" y="357238"/>
                </a:lnTo>
                <a:lnTo>
                  <a:pt x="269012" y="360147"/>
                </a:lnTo>
                <a:lnTo>
                  <a:pt x="266194" y="363561"/>
                </a:lnTo>
                <a:lnTo>
                  <a:pt x="262969" y="369466"/>
                </a:lnTo>
                <a:lnTo>
                  <a:pt x="261552" y="373817"/>
                </a:lnTo>
                <a:lnTo>
                  <a:pt x="259875" y="382116"/>
                </a:lnTo>
                <a:lnTo>
                  <a:pt x="259466" y="400248"/>
                </a:lnTo>
                <a:lnTo>
                  <a:pt x="259634" y="451352"/>
                </a:lnTo>
                <a:lnTo>
                  <a:pt x="261816" y="460716"/>
                </a:lnTo>
                <a:lnTo>
                  <a:pt x="265146" y="468552"/>
                </a:lnTo>
                <a:lnTo>
                  <a:pt x="268274" y="472693"/>
                </a:lnTo>
                <a:lnTo>
                  <a:pt x="274511" y="477535"/>
                </a:lnTo>
                <a:lnTo>
                  <a:pt x="281993" y="480878"/>
                </a:lnTo>
                <a:lnTo>
                  <a:pt x="287663" y="482153"/>
                </a:lnTo>
                <a:lnTo>
                  <a:pt x="296313" y="482840"/>
                </a:lnTo>
                <a:lnTo>
                  <a:pt x="310209" y="483120"/>
                </a:lnTo>
                <a:lnTo>
                  <a:pt x="367489" y="483174"/>
                </a:lnTo>
                <a:lnTo>
                  <a:pt x="369321" y="480907"/>
                </a:lnTo>
                <a:lnTo>
                  <a:pt x="369243" y="459994"/>
                </a:lnTo>
                <a:lnTo>
                  <a:pt x="368984" y="456999"/>
                </a:lnTo>
                <a:lnTo>
                  <a:pt x="367995" y="455140"/>
                </a:lnTo>
                <a:lnTo>
                  <a:pt x="366162" y="454684"/>
                </a:lnTo>
                <a:lnTo>
                  <a:pt x="359752" y="454560"/>
                </a:lnTo>
                <a:lnTo>
                  <a:pt x="299652" y="454245"/>
                </a:lnTo>
                <a:lnTo>
                  <a:pt x="294909" y="451901"/>
                </a:lnTo>
                <a:lnTo>
                  <a:pt x="291577" y="448897"/>
                </a:lnTo>
                <a:lnTo>
                  <a:pt x="289806" y="444491"/>
                </a:lnTo>
                <a:lnTo>
                  <a:pt x="289286" y="438045"/>
                </a:lnTo>
                <a:lnTo>
                  <a:pt x="289546" y="433175"/>
                </a:lnTo>
                <a:lnTo>
                  <a:pt x="291311" y="431102"/>
                </a:lnTo>
                <a:lnTo>
                  <a:pt x="367441" y="430234"/>
                </a:lnTo>
                <a:lnTo>
                  <a:pt x="368570" y="428989"/>
                </a:lnTo>
                <a:lnTo>
                  <a:pt x="368996" y="427136"/>
                </a:lnTo>
                <a:lnTo>
                  <a:pt x="369321" y="415722"/>
                </a:lnTo>
                <a:lnTo>
                  <a:pt x="369321" y="403957"/>
                </a:lnTo>
                <a:lnTo>
                  <a:pt x="367489" y="401691"/>
                </a:lnTo>
                <a:lnTo>
                  <a:pt x="291229" y="400849"/>
                </a:lnTo>
                <a:lnTo>
                  <a:pt x="290254" y="400571"/>
                </a:lnTo>
                <a:lnTo>
                  <a:pt x="289750" y="399928"/>
                </a:lnTo>
                <a:lnTo>
                  <a:pt x="289299" y="396122"/>
                </a:lnTo>
                <a:lnTo>
                  <a:pt x="289792" y="388945"/>
                </a:lnTo>
                <a:lnTo>
                  <a:pt x="292207" y="383837"/>
                </a:lnTo>
                <a:lnTo>
                  <a:pt x="293649" y="382159"/>
                </a:lnTo>
                <a:lnTo>
                  <a:pt x="294911" y="381390"/>
                </a:lnTo>
                <a:lnTo>
                  <a:pt x="300809" y="379272"/>
                </a:lnTo>
                <a:lnTo>
                  <a:pt x="366766" y="379272"/>
                </a:lnTo>
                <a:lnTo>
                  <a:pt x="369321" y="377295"/>
                </a:lnTo>
                <a:lnTo>
                  <a:pt x="369321" y="352320"/>
                </a:lnTo>
                <a:lnTo>
                  <a:pt x="367052" y="351258"/>
                </a:lnTo>
                <a:lnTo>
                  <a:pt x="357110" y="350913"/>
                </a:lnTo>
                <a:lnTo>
                  <a:pt x="288080" y="351356"/>
                </a:lnTo>
                <a:close/>
                <a:moveTo>
                  <a:pt x="385570" y="351693"/>
                </a:moveTo>
                <a:lnTo>
                  <a:pt x="384750" y="352609"/>
                </a:lnTo>
                <a:lnTo>
                  <a:pt x="384750" y="481052"/>
                </a:lnTo>
                <a:lnTo>
                  <a:pt x="387113" y="483415"/>
                </a:lnTo>
                <a:lnTo>
                  <a:pt x="405133" y="483375"/>
                </a:lnTo>
                <a:lnTo>
                  <a:pt x="411932" y="482863"/>
                </a:lnTo>
                <a:lnTo>
                  <a:pt x="413524" y="482261"/>
                </a:lnTo>
                <a:lnTo>
                  <a:pt x="414546" y="481341"/>
                </a:lnTo>
                <a:lnTo>
                  <a:pt x="414914" y="479524"/>
                </a:lnTo>
                <a:lnTo>
                  <a:pt x="415274" y="440977"/>
                </a:lnTo>
                <a:lnTo>
                  <a:pt x="415684" y="437163"/>
                </a:lnTo>
                <a:lnTo>
                  <a:pt x="416478" y="435448"/>
                </a:lnTo>
                <a:lnTo>
                  <a:pt x="417777" y="434718"/>
                </a:lnTo>
                <a:lnTo>
                  <a:pt x="420759" y="434518"/>
                </a:lnTo>
                <a:lnTo>
                  <a:pt x="458465" y="434238"/>
                </a:lnTo>
                <a:lnTo>
                  <a:pt x="470297" y="433622"/>
                </a:lnTo>
                <a:lnTo>
                  <a:pt x="480890" y="431101"/>
                </a:lnTo>
                <a:lnTo>
                  <a:pt x="484985" y="429315"/>
                </a:lnTo>
                <a:lnTo>
                  <a:pt x="488622" y="427110"/>
                </a:lnTo>
                <a:lnTo>
                  <a:pt x="493172" y="423052"/>
                </a:lnTo>
                <a:lnTo>
                  <a:pt x="496061" y="419100"/>
                </a:lnTo>
                <a:lnTo>
                  <a:pt x="497645" y="415473"/>
                </a:lnTo>
                <a:lnTo>
                  <a:pt x="500079" y="406995"/>
                </a:lnTo>
                <a:lnTo>
                  <a:pt x="500356" y="383525"/>
                </a:lnTo>
                <a:lnTo>
                  <a:pt x="499903" y="377809"/>
                </a:lnTo>
                <a:lnTo>
                  <a:pt x="497071" y="367867"/>
                </a:lnTo>
                <a:lnTo>
                  <a:pt x="495068" y="364149"/>
                </a:lnTo>
                <a:lnTo>
                  <a:pt x="492400" y="360727"/>
                </a:lnTo>
                <a:lnTo>
                  <a:pt x="489259" y="357809"/>
                </a:lnTo>
                <a:lnTo>
                  <a:pt x="485832" y="355601"/>
                </a:lnTo>
                <a:lnTo>
                  <a:pt x="476739" y="352010"/>
                </a:lnTo>
                <a:lnTo>
                  <a:pt x="469366" y="351115"/>
                </a:lnTo>
                <a:lnTo>
                  <a:pt x="451214" y="350844"/>
                </a:lnTo>
                <a:lnTo>
                  <a:pt x="386341" y="350825"/>
                </a:lnTo>
                <a:lnTo>
                  <a:pt x="385570" y="351693"/>
                </a:lnTo>
                <a:close/>
                <a:moveTo>
                  <a:pt x="460205" y="379802"/>
                </a:moveTo>
                <a:lnTo>
                  <a:pt x="464999" y="381664"/>
                </a:lnTo>
                <a:lnTo>
                  <a:pt x="467202" y="383280"/>
                </a:lnTo>
                <a:lnTo>
                  <a:pt x="468717" y="385294"/>
                </a:lnTo>
                <a:lnTo>
                  <a:pt x="469896" y="389252"/>
                </a:lnTo>
                <a:lnTo>
                  <a:pt x="469987" y="393604"/>
                </a:lnTo>
                <a:lnTo>
                  <a:pt x="469192" y="398375"/>
                </a:lnTo>
                <a:lnTo>
                  <a:pt x="467471" y="400921"/>
                </a:lnTo>
                <a:lnTo>
                  <a:pt x="463881" y="403716"/>
                </a:lnTo>
                <a:lnTo>
                  <a:pt x="461952" y="404392"/>
                </a:lnTo>
                <a:lnTo>
                  <a:pt x="455480" y="404687"/>
                </a:lnTo>
                <a:lnTo>
                  <a:pt x="417102" y="404825"/>
                </a:lnTo>
                <a:lnTo>
                  <a:pt x="415125" y="402270"/>
                </a:lnTo>
                <a:lnTo>
                  <a:pt x="415423" y="384060"/>
                </a:lnTo>
                <a:lnTo>
                  <a:pt x="416242" y="380953"/>
                </a:lnTo>
                <a:lnTo>
                  <a:pt x="417825" y="379513"/>
                </a:lnTo>
                <a:lnTo>
                  <a:pt x="438581" y="379133"/>
                </a:lnTo>
                <a:lnTo>
                  <a:pt x="460205" y="379802"/>
                </a:lnTo>
                <a:close/>
                <a:moveTo>
                  <a:pt x="539759" y="351549"/>
                </a:moveTo>
                <a:lnTo>
                  <a:pt x="535238" y="352710"/>
                </a:lnTo>
                <a:lnTo>
                  <a:pt x="528752" y="355089"/>
                </a:lnTo>
                <a:lnTo>
                  <a:pt x="525446" y="357075"/>
                </a:lnTo>
                <a:lnTo>
                  <a:pt x="522155" y="359847"/>
                </a:lnTo>
                <a:lnTo>
                  <a:pt x="519205" y="363088"/>
                </a:lnTo>
                <a:lnTo>
                  <a:pt x="516923" y="366480"/>
                </a:lnTo>
                <a:lnTo>
                  <a:pt x="513245" y="375866"/>
                </a:lnTo>
                <a:lnTo>
                  <a:pt x="512385" y="385775"/>
                </a:lnTo>
                <a:lnTo>
                  <a:pt x="512132" y="398793"/>
                </a:lnTo>
                <a:lnTo>
                  <a:pt x="512036" y="481052"/>
                </a:lnTo>
                <a:lnTo>
                  <a:pt x="514398" y="483415"/>
                </a:lnTo>
                <a:lnTo>
                  <a:pt x="536458" y="483183"/>
                </a:lnTo>
                <a:lnTo>
                  <a:pt x="539941" y="482493"/>
                </a:lnTo>
                <a:lnTo>
                  <a:pt x="541398" y="481100"/>
                </a:lnTo>
                <a:lnTo>
                  <a:pt x="541808" y="469758"/>
                </a:lnTo>
                <a:lnTo>
                  <a:pt x="542206" y="394254"/>
                </a:lnTo>
                <a:lnTo>
                  <a:pt x="542689" y="388623"/>
                </a:lnTo>
                <a:lnTo>
                  <a:pt x="544469" y="383984"/>
                </a:lnTo>
                <a:lnTo>
                  <a:pt x="547719" y="381549"/>
                </a:lnTo>
                <a:lnTo>
                  <a:pt x="553523" y="379583"/>
                </a:lnTo>
                <a:lnTo>
                  <a:pt x="563369" y="379151"/>
                </a:lnTo>
                <a:lnTo>
                  <a:pt x="599400" y="379031"/>
                </a:lnTo>
                <a:lnTo>
                  <a:pt x="601232" y="376765"/>
                </a:lnTo>
                <a:lnTo>
                  <a:pt x="601100" y="354972"/>
                </a:lnTo>
                <a:lnTo>
                  <a:pt x="600800" y="352629"/>
                </a:lnTo>
                <a:lnTo>
                  <a:pt x="599738" y="350825"/>
                </a:lnTo>
                <a:lnTo>
                  <a:pt x="551864" y="350993"/>
                </a:lnTo>
                <a:lnTo>
                  <a:pt x="539759" y="351549"/>
                </a:lnTo>
                <a:close/>
                <a:moveTo>
                  <a:pt x="839170" y="362927"/>
                </a:moveTo>
                <a:lnTo>
                  <a:pt x="835115" y="365348"/>
                </a:lnTo>
                <a:lnTo>
                  <a:pt x="831061" y="366908"/>
                </a:lnTo>
                <a:lnTo>
                  <a:pt x="828117" y="368773"/>
                </a:lnTo>
                <a:lnTo>
                  <a:pt x="819589" y="376421"/>
                </a:lnTo>
                <a:lnTo>
                  <a:pt x="815303" y="379343"/>
                </a:lnTo>
                <a:lnTo>
                  <a:pt x="813750" y="381414"/>
                </a:lnTo>
                <a:lnTo>
                  <a:pt x="813375" y="383129"/>
                </a:lnTo>
                <a:lnTo>
                  <a:pt x="813753" y="383978"/>
                </a:lnTo>
                <a:lnTo>
                  <a:pt x="820208" y="390960"/>
                </a:lnTo>
                <a:lnTo>
                  <a:pt x="821405" y="393464"/>
                </a:lnTo>
                <a:lnTo>
                  <a:pt x="820330" y="400956"/>
                </a:lnTo>
                <a:lnTo>
                  <a:pt x="819785" y="411825"/>
                </a:lnTo>
                <a:lnTo>
                  <a:pt x="819268" y="413748"/>
                </a:lnTo>
                <a:lnTo>
                  <a:pt x="817804" y="416027"/>
                </a:lnTo>
                <a:lnTo>
                  <a:pt x="814966" y="418904"/>
                </a:lnTo>
                <a:lnTo>
                  <a:pt x="807782" y="417313"/>
                </a:lnTo>
                <a:lnTo>
                  <a:pt x="802004" y="419345"/>
                </a:lnTo>
                <a:lnTo>
                  <a:pt x="799652" y="419633"/>
                </a:lnTo>
                <a:lnTo>
                  <a:pt x="791978" y="417535"/>
                </a:lnTo>
                <a:lnTo>
                  <a:pt x="789040" y="417361"/>
                </a:lnTo>
                <a:lnTo>
                  <a:pt x="787779" y="417699"/>
                </a:lnTo>
                <a:lnTo>
                  <a:pt x="785332" y="419354"/>
                </a:lnTo>
                <a:lnTo>
                  <a:pt x="779499" y="426316"/>
                </a:lnTo>
                <a:lnTo>
                  <a:pt x="775133" y="430466"/>
                </a:lnTo>
                <a:lnTo>
                  <a:pt x="770638" y="433231"/>
                </a:lnTo>
                <a:lnTo>
                  <a:pt x="767839" y="434120"/>
                </a:lnTo>
                <a:lnTo>
                  <a:pt x="765343" y="434382"/>
                </a:lnTo>
                <a:lnTo>
                  <a:pt x="762521" y="436268"/>
                </a:lnTo>
                <a:lnTo>
                  <a:pt x="761515" y="438360"/>
                </a:lnTo>
                <a:lnTo>
                  <a:pt x="761381" y="440772"/>
                </a:lnTo>
                <a:lnTo>
                  <a:pt x="762268" y="443204"/>
                </a:lnTo>
                <a:lnTo>
                  <a:pt x="763763" y="444852"/>
                </a:lnTo>
                <a:lnTo>
                  <a:pt x="765680" y="445983"/>
                </a:lnTo>
                <a:lnTo>
                  <a:pt x="767721" y="446523"/>
                </a:lnTo>
                <a:lnTo>
                  <a:pt x="770370" y="446053"/>
                </a:lnTo>
                <a:lnTo>
                  <a:pt x="772289" y="444498"/>
                </a:lnTo>
                <a:lnTo>
                  <a:pt x="783475" y="437792"/>
                </a:lnTo>
                <a:lnTo>
                  <a:pt x="790022" y="430165"/>
                </a:lnTo>
                <a:lnTo>
                  <a:pt x="792106" y="428559"/>
                </a:lnTo>
                <a:lnTo>
                  <a:pt x="793594" y="428507"/>
                </a:lnTo>
                <a:lnTo>
                  <a:pt x="798994" y="430561"/>
                </a:lnTo>
                <a:lnTo>
                  <a:pt x="801888" y="431048"/>
                </a:lnTo>
                <a:lnTo>
                  <a:pt x="804288" y="430585"/>
                </a:lnTo>
                <a:lnTo>
                  <a:pt x="807204" y="428450"/>
                </a:lnTo>
                <a:lnTo>
                  <a:pt x="815663" y="428866"/>
                </a:lnTo>
                <a:lnTo>
                  <a:pt x="818298" y="428629"/>
                </a:lnTo>
                <a:lnTo>
                  <a:pt x="821476" y="427279"/>
                </a:lnTo>
                <a:lnTo>
                  <a:pt x="831356" y="419073"/>
                </a:lnTo>
                <a:lnTo>
                  <a:pt x="832088" y="417543"/>
                </a:lnTo>
                <a:lnTo>
                  <a:pt x="832102" y="416340"/>
                </a:lnTo>
                <a:lnTo>
                  <a:pt x="830086" y="410888"/>
                </a:lnTo>
                <a:lnTo>
                  <a:pt x="829734" y="404914"/>
                </a:lnTo>
                <a:lnTo>
                  <a:pt x="830676" y="400422"/>
                </a:lnTo>
                <a:lnTo>
                  <a:pt x="833006" y="394452"/>
                </a:lnTo>
                <a:lnTo>
                  <a:pt x="833288" y="392043"/>
                </a:lnTo>
                <a:lnTo>
                  <a:pt x="832319" y="388865"/>
                </a:lnTo>
                <a:lnTo>
                  <a:pt x="829533" y="385128"/>
                </a:lnTo>
                <a:lnTo>
                  <a:pt x="828804" y="383225"/>
                </a:lnTo>
                <a:lnTo>
                  <a:pt x="829866" y="381039"/>
                </a:lnTo>
                <a:lnTo>
                  <a:pt x="832667" y="378386"/>
                </a:lnTo>
                <a:lnTo>
                  <a:pt x="841796" y="372915"/>
                </a:lnTo>
                <a:lnTo>
                  <a:pt x="843331" y="371310"/>
                </a:lnTo>
                <a:lnTo>
                  <a:pt x="844290" y="366830"/>
                </a:lnTo>
                <a:lnTo>
                  <a:pt x="844088" y="363843"/>
                </a:lnTo>
                <a:lnTo>
                  <a:pt x="842008" y="362535"/>
                </a:lnTo>
                <a:lnTo>
                  <a:pt x="839170" y="362927"/>
                </a:lnTo>
                <a:close/>
                <a:moveTo>
                  <a:pt x="639948" y="508438"/>
                </a:moveTo>
                <a:lnTo>
                  <a:pt x="620566" y="508727"/>
                </a:lnTo>
                <a:lnTo>
                  <a:pt x="618348" y="510945"/>
                </a:lnTo>
                <a:lnTo>
                  <a:pt x="618244" y="630942"/>
                </a:lnTo>
                <a:lnTo>
                  <a:pt x="618348" y="638520"/>
                </a:lnTo>
                <a:lnTo>
                  <a:pt x="618916" y="639726"/>
                </a:lnTo>
                <a:lnTo>
                  <a:pt x="621362" y="640762"/>
                </a:lnTo>
                <a:lnTo>
                  <a:pt x="624770" y="641059"/>
                </a:lnTo>
                <a:lnTo>
                  <a:pt x="645830" y="641027"/>
                </a:lnTo>
                <a:lnTo>
                  <a:pt x="648000" y="639002"/>
                </a:lnTo>
                <a:lnTo>
                  <a:pt x="648121" y="552433"/>
                </a:lnTo>
                <a:lnTo>
                  <a:pt x="648327" y="542340"/>
                </a:lnTo>
                <a:lnTo>
                  <a:pt x="648905" y="539545"/>
                </a:lnTo>
                <a:lnTo>
                  <a:pt x="650266" y="538427"/>
                </a:lnTo>
                <a:lnTo>
                  <a:pt x="656561" y="538124"/>
                </a:lnTo>
                <a:lnTo>
                  <a:pt x="701134" y="537933"/>
                </a:lnTo>
                <a:lnTo>
                  <a:pt x="708144" y="538447"/>
                </a:lnTo>
                <a:lnTo>
                  <a:pt x="708991" y="539960"/>
                </a:lnTo>
                <a:lnTo>
                  <a:pt x="709266" y="541867"/>
                </a:lnTo>
                <a:lnTo>
                  <a:pt x="709665" y="556123"/>
                </a:lnTo>
                <a:lnTo>
                  <a:pt x="710100" y="639436"/>
                </a:lnTo>
                <a:lnTo>
                  <a:pt x="711443" y="640428"/>
                </a:lnTo>
                <a:lnTo>
                  <a:pt x="714856" y="640915"/>
                </a:lnTo>
                <a:lnTo>
                  <a:pt x="738498" y="641075"/>
                </a:lnTo>
                <a:lnTo>
                  <a:pt x="740137" y="639243"/>
                </a:lnTo>
                <a:lnTo>
                  <a:pt x="740208" y="537616"/>
                </a:lnTo>
                <a:lnTo>
                  <a:pt x="740053" y="514161"/>
                </a:lnTo>
                <a:lnTo>
                  <a:pt x="739698" y="510089"/>
                </a:lnTo>
                <a:lnTo>
                  <a:pt x="737196" y="508854"/>
                </a:lnTo>
                <a:lnTo>
                  <a:pt x="733145" y="508503"/>
                </a:lnTo>
                <a:lnTo>
                  <a:pt x="639948" y="508438"/>
                </a:lnTo>
                <a:close/>
                <a:moveTo>
                  <a:pt x="155732" y="509691"/>
                </a:moveTo>
                <a:lnTo>
                  <a:pt x="146635" y="511681"/>
                </a:lnTo>
                <a:lnTo>
                  <a:pt x="142742" y="513060"/>
                </a:lnTo>
                <a:lnTo>
                  <a:pt x="136175" y="516646"/>
                </a:lnTo>
                <a:lnTo>
                  <a:pt x="133463" y="518880"/>
                </a:lnTo>
                <a:lnTo>
                  <a:pt x="131106" y="521425"/>
                </a:lnTo>
                <a:lnTo>
                  <a:pt x="127386" y="527497"/>
                </a:lnTo>
                <a:lnTo>
                  <a:pt x="124169" y="537449"/>
                </a:lnTo>
                <a:lnTo>
                  <a:pt x="123576" y="543611"/>
                </a:lnTo>
                <a:lnTo>
                  <a:pt x="123278" y="563284"/>
                </a:lnTo>
                <a:lnTo>
                  <a:pt x="123183" y="629608"/>
                </a:lnTo>
                <a:lnTo>
                  <a:pt x="123477" y="640207"/>
                </a:lnTo>
                <a:lnTo>
                  <a:pt x="124111" y="641162"/>
                </a:lnTo>
                <a:lnTo>
                  <a:pt x="125411" y="641755"/>
                </a:lnTo>
                <a:lnTo>
                  <a:pt x="132307" y="642127"/>
                </a:lnTo>
                <a:lnTo>
                  <a:pt x="151538" y="641799"/>
                </a:lnTo>
                <a:lnTo>
                  <a:pt x="153321" y="639388"/>
                </a:lnTo>
                <a:lnTo>
                  <a:pt x="153843" y="550730"/>
                </a:lnTo>
                <a:lnTo>
                  <a:pt x="154141" y="546238"/>
                </a:lnTo>
                <a:lnTo>
                  <a:pt x="156371" y="542652"/>
                </a:lnTo>
                <a:lnTo>
                  <a:pt x="158963" y="540115"/>
                </a:lnTo>
                <a:lnTo>
                  <a:pt x="163467" y="539187"/>
                </a:lnTo>
                <a:lnTo>
                  <a:pt x="175426" y="538517"/>
                </a:lnTo>
                <a:lnTo>
                  <a:pt x="210066" y="538133"/>
                </a:lnTo>
                <a:lnTo>
                  <a:pt x="211422" y="537434"/>
                </a:lnTo>
                <a:lnTo>
                  <a:pt x="212052" y="536087"/>
                </a:lnTo>
                <a:lnTo>
                  <a:pt x="212584" y="529474"/>
                </a:lnTo>
                <a:lnTo>
                  <a:pt x="212625" y="511475"/>
                </a:lnTo>
                <a:lnTo>
                  <a:pt x="210793" y="509209"/>
                </a:lnTo>
                <a:lnTo>
                  <a:pt x="167705" y="509202"/>
                </a:lnTo>
                <a:lnTo>
                  <a:pt x="155732" y="509691"/>
                </a:lnTo>
                <a:close/>
                <a:moveTo>
                  <a:pt x="228680" y="509547"/>
                </a:moveTo>
                <a:lnTo>
                  <a:pt x="227330" y="510849"/>
                </a:lnTo>
                <a:lnTo>
                  <a:pt x="227120" y="519604"/>
                </a:lnTo>
                <a:lnTo>
                  <a:pt x="227798" y="637460"/>
                </a:lnTo>
                <a:lnTo>
                  <a:pt x="228968" y="640558"/>
                </a:lnTo>
                <a:lnTo>
                  <a:pt x="229645" y="641268"/>
                </a:lnTo>
                <a:lnTo>
                  <a:pt x="231035" y="641681"/>
                </a:lnTo>
                <a:lnTo>
                  <a:pt x="255783" y="642059"/>
                </a:lnTo>
                <a:lnTo>
                  <a:pt x="257469" y="640450"/>
                </a:lnTo>
                <a:lnTo>
                  <a:pt x="257852" y="637922"/>
                </a:lnTo>
                <a:lnTo>
                  <a:pt x="258070" y="600426"/>
                </a:lnTo>
                <a:lnTo>
                  <a:pt x="258363" y="596539"/>
                </a:lnTo>
                <a:lnTo>
                  <a:pt x="258923" y="594721"/>
                </a:lnTo>
                <a:lnTo>
                  <a:pt x="259827" y="594018"/>
                </a:lnTo>
                <a:lnTo>
                  <a:pt x="261308" y="593903"/>
                </a:lnTo>
                <a:lnTo>
                  <a:pt x="302407" y="593305"/>
                </a:lnTo>
                <a:lnTo>
                  <a:pt x="312282" y="592731"/>
                </a:lnTo>
                <a:lnTo>
                  <a:pt x="316825" y="591987"/>
                </a:lnTo>
                <a:lnTo>
                  <a:pt x="324011" y="590005"/>
                </a:lnTo>
                <a:lnTo>
                  <a:pt x="328758" y="587937"/>
                </a:lnTo>
                <a:lnTo>
                  <a:pt x="332781" y="585291"/>
                </a:lnTo>
                <a:lnTo>
                  <a:pt x="336139" y="582021"/>
                </a:lnTo>
                <a:lnTo>
                  <a:pt x="338890" y="578079"/>
                </a:lnTo>
                <a:lnTo>
                  <a:pt x="341349" y="572744"/>
                </a:lnTo>
                <a:lnTo>
                  <a:pt x="342169" y="569511"/>
                </a:lnTo>
                <a:lnTo>
                  <a:pt x="342755" y="558710"/>
                </a:lnTo>
                <a:lnTo>
                  <a:pt x="342562" y="532352"/>
                </a:lnTo>
                <a:lnTo>
                  <a:pt x="339042" y="524680"/>
                </a:lnTo>
                <a:lnTo>
                  <a:pt x="337306" y="522060"/>
                </a:lnTo>
                <a:lnTo>
                  <a:pt x="332979" y="517523"/>
                </a:lnTo>
                <a:lnTo>
                  <a:pt x="327534" y="513937"/>
                </a:lnTo>
                <a:lnTo>
                  <a:pt x="324400" y="512506"/>
                </a:lnTo>
                <a:lnTo>
                  <a:pt x="317327" y="510381"/>
                </a:lnTo>
                <a:lnTo>
                  <a:pt x="309625" y="509466"/>
                </a:lnTo>
                <a:lnTo>
                  <a:pt x="292799" y="509144"/>
                </a:lnTo>
                <a:lnTo>
                  <a:pt x="246602" y="509062"/>
                </a:lnTo>
                <a:lnTo>
                  <a:pt x="228680" y="509547"/>
                </a:lnTo>
                <a:close/>
                <a:moveTo>
                  <a:pt x="302593" y="538620"/>
                </a:moveTo>
                <a:lnTo>
                  <a:pt x="306383" y="539715"/>
                </a:lnTo>
                <a:lnTo>
                  <a:pt x="309012" y="541026"/>
                </a:lnTo>
                <a:lnTo>
                  <a:pt x="310776" y="542717"/>
                </a:lnTo>
                <a:lnTo>
                  <a:pt x="312429" y="545466"/>
                </a:lnTo>
                <a:lnTo>
                  <a:pt x="312429" y="557038"/>
                </a:lnTo>
                <a:lnTo>
                  <a:pt x="309879" y="560238"/>
                </a:lnTo>
                <a:lnTo>
                  <a:pt x="305534" y="563209"/>
                </a:lnTo>
                <a:lnTo>
                  <a:pt x="259971" y="563499"/>
                </a:lnTo>
                <a:lnTo>
                  <a:pt x="257946" y="560895"/>
                </a:lnTo>
                <a:lnTo>
                  <a:pt x="258149" y="542498"/>
                </a:lnTo>
                <a:lnTo>
                  <a:pt x="258764" y="539671"/>
                </a:lnTo>
                <a:lnTo>
                  <a:pt x="260020" y="538524"/>
                </a:lnTo>
                <a:lnTo>
                  <a:pt x="288388" y="537918"/>
                </a:lnTo>
                <a:lnTo>
                  <a:pt x="298124" y="538084"/>
                </a:lnTo>
                <a:lnTo>
                  <a:pt x="302593" y="538620"/>
                </a:lnTo>
                <a:close/>
                <a:moveTo>
                  <a:pt x="482095" y="509884"/>
                </a:moveTo>
                <a:lnTo>
                  <a:pt x="480938" y="510800"/>
                </a:lnTo>
                <a:lnTo>
                  <a:pt x="480821" y="619139"/>
                </a:lnTo>
                <a:lnTo>
                  <a:pt x="481004" y="633572"/>
                </a:lnTo>
                <a:lnTo>
                  <a:pt x="481869" y="641074"/>
                </a:lnTo>
                <a:lnTo>
                  <a:pt x="483011" y="641750"/>
                </a:lnTo>
                <a:lnTo>
                  <a:pt x="484990" y="641892"/>
                </a:lnTo>
                <a:lnTo>
                  <a:pt x="504984" y="642104"/>
                </a:lnTo>
                <a:lnTo>
                  <a:pt x="507993" y="641560"/>
                </a:lnTo>
                <a:lnTo>
                  <a:pt x="510348" y="639725"/>
                </a:lnTo>
                <a:lnTo>
                  <a:pt x="510598" y="550531"/>
                </a:lnTo>
                <a:lnTo>
                  <a:pt x="510782" y="540404"/>
                </a:lnTo>
                <a:lnTo>
                  <a:pt x="511439" y="539180"/>
                </a:lnTo>
                <a:lnTo>
                  <a:pt x="515296" y="538210"/>
                </a:lnTo>
                <a:lnTo>
                  <a:pt x="521885" y="537964"/>
                </a:lnTo>
                <a:lnTo>
                  <a:pt x="568929" y="537897"/>
                </a:lnTo>
                <a:lnTo>
                  <a:pt x="571918" y="540597"/>
                </a:lnTo>
                <a:lnTo>
                  <a:pt x="571967" y="613497"/>
                </a:lnTo>
                <a:lnTo>
                  <a:pt x="572400" y="639291"/>
                </a:lnTo>
                <a:lnTo>
                  <a:pt x="575920" y="642040"/>
                </a:lnTo>
                <a:lnTo>
                  <a:pt x="593214" y="641993"/>
                </a:lnTo>
                <a:lnTo>
                  <a:pt x="600158" y="641582"/>
                </a:lnTo>
                <a:lnTo>
                  <a:pt x="602196" y="638954"/>
                </a:lnTo>
                <a:lnTo>
                  <a:pt x="602196" y="511331"/>
                </a:lnTo>
                <a:lnTo>
                  <a:pt x="599834" y="508968"/>
                </a:lnTo>
                <a:lnTo>
                  <a:pt x="483204" y="508968"/>
                </a:lnTo>
                <a:lnTo>
                  <a:pt x="482095" y="509884"/>
                </a:lnTo>
                <a:close/>
                <a:moveTo>
                  <a:pt x="355146" y="511041"/>
                </a:moveTo>
                <a:lnTo>
                  <a:pt x="353816" y="513279"/>
                </a:lnTo>
                <a:lnTo>
                  <a:pt x="353572" y="515731"/>
                </a:lnTo>
                <a:lnTo>
                  <a:pt x="353666" y="556733"/>
                </a:lnTo>
                <a:lnTo>
                  <a:pt x="354098" y="568663"/>
                </a:lnTo>
                <a:lnTo>
                  <a:pt x="355388" y="574098"/>
                </a:lnTo>
                <a:lnTo>
                  <a:pt x="358254" y="578951"/>
                </a:lnTo>
                <a:lnTo>
                  <a:pt x="361049" y="582386"/>
                </a:lnTo>
                <a:lnTo>
                  <a:pt x="364319" y="585340"/>
                </a:lnTo>
                <a:lnTo>
                  <a:pt x="370164" y="588908"/>
                </a:lnTo>
                <a:lnTo>
                  <a:pt x="380461" y="592435"/>
                </a:lnTo>
                <a:lnTo>
                  <a:pt x="391393" y="593346"/>
                </a:lnTo>
                <a:lnTo>
                  <a:pt x="434700" y="594066"/>
                </a:lnTo>
                <a:lnTo>
                  <a:pt x="436641" y="594776"/>
                </a:lnTo>
                <a:lnTo>
                  <a:pt x="437388" y="595778"/>
                </a:lnTo>
                <a:lnTo>
                  <a:pt x="437962" y="600008"/>
                </a:lnTo>
                <a:lnTo>
                  <a:pt x="438027" y="607084"/>
                </a:lnTo>
                <a:lnTo>
                  <a:pt x="433988" y="611699"/>
                </a:lnTo>
                <a:lnTo>
                  <a:pt x="430777" y="613086"/>
                </a:lnTo>
                <a:lnTo>
                  <a:pt x="419506" y="613958"/>
                </a:lnTo>
                <a:lnTo>
                  <a:pt x="370714" y="614208"/>
                </a:lnTo>
                <a:lnTo>
                  <a:pt x="361952" y="614474"/>
                </a:lnTo>
                <a:lnTo>
                  <a:pt x="360729" y="614857"/>
                </a:lnTo>
                <a:lnTo>
                  <a:pt x="359773" y="615848"/>
                </a:lnTo>
                <a:lnTo>
                  <a:pt x="359172" y="617709"/>
                </a:lnTo>
                <a:lnTo>
                  <a:pt x="358768" y="623052"/>
                </a:lnTo>
                <a:lnTo>
                  <a:pt x="358944" y="638745"/>
                </a:lnTo>
                <a:lnTo>
                  <a:pt x="359360" y="641086"/>
                </a:lnTo>
                <a:lnTo>
                  <a:pt x="360091" y="642334"/>
                </a:lnTo>
                <a:lnTo>
                  <a:pt x="361871" y="643064"/>
                </a:lnTo>
                <a:lnTo>
                  <a:pt x="371527" y="643365"/>
                </a:lnTo>
                <a:lnTo>
                  <a:pt x="437545" y="643486"/>
                </a:lnTo>
                <a:lnTo>
                  <a:pt x="450984" y="639346"/>
                </a:lnTo>
                <a:lnTo>
                  <a:pt x="456503" y="636181"/>
                </a:lnTo>
                <a:lnTo>
                  <a:pt x="459773" y="633307"/>
                </a:lnTo>
                <a:lnTo>
                  <a:pt x="463586" y="628534"/>
                </a:lnTo>
                <a:lnTo>
                  <a:pt x="465998" y="623344"/>
                </a:lnTo>
                <a:lnTo>
                  <a:pt x="467293" y="617740"/>
                </a:lnTo>
                <a:lnTo>
                  <a:pt x="467373" y="529513"/>
                </a:lnTo>
                <a:lnTo>
                  <a:pt x="467160" y="517677"/>
                </a:lnTo>
                <a:lnTo>
                  <a:pt x="466215" y="511313"/>
                </a:lnTo>
                <a:lnTo>
                  <a:pt x="463933" y="510268"/>
                </a:lnTo>
                <a:lnTo>
                  <a:pt x="452467" y="509920"/>
                </a:lnTo>
                <a:lnTo>
                  <a:pt x="441093" y="510268"/>
                </a:lnTo>
                <a:lnTo>
                  <a:pt x="440100" y="510463"/>
                </a:lnTo>
                <a:lnTo>
                  <a:pt x="439008" y="511355"/>
                </a:lnTo>
                <a:lnTo>
                  <a:pt x="438123" y="515182"/>
                </a:lnTo>
                <a:lnTo>
                  <a:pt x="437900" y="521123"/>
                </a:lnTo>
                <a:lnTo>
                  <a:pt x="437930" y="562004"/>
                </a:lnTo>
                <a:lnTo>
                  <a:pt x="436590" y="563417"/>
                </a:lnTo>
                <a:lnTo>
                  <a:pt x="433972" y="564310"/>
                </a:lnTo>
                <a:lnTo>
                  <a:pt x="430304" y="564617"/>
                </a:lnTo>
                <a:lnTo>
                  <a:pt x="397334" y="564945"/>
                </a:lnTo>
                <a:lnTo>
                  <a:pt x="390167" y="563186"/>
                </a:lnTo>
                <a:lnTo>
                  <a:pt x="387317" y="561986"/>
                </a:lnTo>
                <a:lnTo>
                  <a:pt x="385176" y="559408"/>
                </a:lnTo>
                <a:lnTo>
                  <a:pt x="383423" y="555038"/>
                </a:lnTo>
                <a:lnTo>
                  <a:pt x="382988" y="550994"/>
                </a:lnTo>
                <a:lnTo>
                  <a:pt x="384310" y="543164"/>
                </a:lnTo>
                <a:lnTo>
                  <a:pt x="384594" y="522332"/>
                </a:lnTo>
                <a:lnTo>
                  <a:pt x="384316" y="515357"/>
                </a:lnTo>
                <a:lnTo>
                  <a:pt x="383361" y="512338"/>
                </a:lnTo>
                <a:lnTo>
                  <a:pt x="380652" y="510174"/>
                </a:lnTo>
                <a:lnTo>
                  <a:pt x="356304" y="509884"/>
                </a:lnTo>
                <a:lnTo>
                  <a:pt x="355146" y="511041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" name="motif"/>
          <p:cNvCxnSpPr/>
          <p:nvPr/>
        </p:nvCxnSpPr>
        <p:spPr>
          <a:xfrm>
            <a:off x="648000" y="3849120"/>
            <a:ext cx="6336000" cy="0"/>
          </a:xfrm>
          <a:prstGeom prst="line">
            <a:avLst/>
          </a:prstGeom>
          <a:ln w="5080">
            <a:solidFill>
              <a:srgbClr val="696385"/>
            </a:solidFill>
          </a:ln>
          <a:effectLst/>
        </p:spPr>
      </p:cxnSp>
      <p:sp>
        <p:nvSpPr>
          <p:cNvPr id="7" name="marker"/>
          <p:cNvSpPr/>
          <p:nvPr/>
        </p:nvSpPr>
        <p:spPr>
          <a:xfrm>
            <a:off x="648000" y="4014192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item: СРО в области инженерных изыск"/>
          <p:cNvSpPr txBox="1"/>
          <p:nvPr/>
        </p:nvSpPr>
        <p:spPr>
          <a:xfrm>
            <a:off x="864000" y="3954184"/>
            <a:ext cx="6120000" cy="5600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СРО в области инженерных изысканий и в области архитектурно-строительного</a:t>
            </a:r>
          </a:p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проектирования.</a:t>
            </a:r>
          </a:p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Уровень ответственности 25 млн. руб.</a:t>
            </a:r>
          </a:p>
        </p:txBody>
      </p:sp>
      <p:cxnSp>
        <p:nvCxnSpPr>
          <p:cNvPr id="9" name="motif"/>
          <p:cNvCxnSpPr/>
          <p:nvPr/>
        </p:nvCxnSpPr>
        <p:spPr>
          <a:xfrm>
            <a:off x="648000" y="4610651"/>
            <a:ext cx="6336000" cy="0"/>
          </a:xfrm>
          <a:prstGeom prst="line">
            <a:avLst/>
          </a:prstGeom>
          <a:ln w="5080">
            <a:solidFill>
              <a:srgbClr val="696385"/>
            </a:solidFill>
          </a:ln>
          <a:effectLst/>
        </p:spPr>
      </p:cxnSp>
      <p:sp>
        <p:nvSpPr>
          <p:cNvPr id="10" name="marker"/>
          <p:cNvSpPr/>
          <p:nvPr/>
        </p:nvSpPr>
        <p:spPr>
          <a:xfrm>
            <a:off x="648000" y="4775723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item: СРО в области строительства, р"/>
          <p:cNvSpPr txBox="1"/>
          <p:nvPr/>
        </p:nvSpPr>
        <p:spPr>
          <a:xfrm>
            <a:off x="864000" y="4715716"/>
            <a:ext cx="6120000" cy="5600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СРО в области строительства, реконструкции, капитального ремонта, сноса объектов</a:t>
            </a:r>
          </a:p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капитального строительства.</a:t>
            </a:r>
          </a:p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Уровень ответственности 3 млрд. рублей</a:t>
            </a:r>
          </a:p>
        </p:txBody>
      </p:sp>
      <p:cxnSp>
        <p:nvCxnSpPr>
          <p:cNvPr id="12" name="motif"/>
          <p:cNvCxnSpPr/>
          <p:nvPr/>
        </p:nvCxnSpPr>
        <p:spPr>
          <a:xfrm>
            <a:off x="648000" y="5372182"/>
            <a:ext cx="6336000" cy="0"/>
          </a:xfrm>
          <a:prstGeom prst="line">
            <a:avLst/>
          </a:prstGeom>
          <a:ln w="5080">
            <a:solidFill>
              <a:srgbClr val="696385"/>
            </a:solidFill>
          </a:ln>
          <a:effectLst/>
        </p:spPr>
      </p:cxnSp>
      <p:sp>
        <p:nvSpPr>
          <p:cNvPr id="13" name="marker"/>
          <p:cNvSpPr/>
          <p:nvPr/>
        </p:nvSpPr>
        <p:spPr>
          <a:xfrm>
            <a:off x="648000" y="5537255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item: Лицензия Министерства Культуры"/>
          <p:cNvSpPr txBox="1"/>
          <p:nvPr/>
        </p:nvSpPr>
        <p:spPr>
          <a:xfrm>
            <a:off x="864000" y="5477247"/>
            <a:ext cx="6120000" cy="2133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Лицензия Министерства Культуры</a:t>
            </a:r>
          </a:p>
        </p:txBody>
      </p:sp>
      <p:cxnSp>
        <p:nvCxnSpPr>
          <p:cNvPr id="15" name="motif"/>
          <p:cNvCxnSpPr/>
          <p:nvPr/>
        </p:nvCxnSpPr>
        <p:spPr>
          <a:xfrm>
            <a:off x="648000" y="5787004"/>
            <a:ext cx="6336000" cy="0"/>
          </a:xfrm>
          <a:prstGeom prst="line">
            <a:avLst/>
          </a:prstGeom>
          <a:ln w="5080">
            <a:solidFill>
              <a:srgbClr val="696385"/>
            </a:solidFill>
          </a:ln>
          <a:effectLst/>
        </p:spPr>
      </p:cxnSp>
      <p:sp>
        <p:nvSpPr>
          <p:cNvPr id="16" name="marker"/>
          <p:cNvSpPr/>
          <p:nvPr/>
        </p:nvSpPr>
        <p:spPr>
          <a:xfrm>
            <a:off x="648000" y="5952076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item: Лицензия МЧС"/>
          <p:cNvSpPr txBox="1"/>
          <p:nvPr/>
        </p:nvSpPr>
        <p:spPr>
          <a:xfrm>
            <a:off x="864000" y="5892068"/>
            <a:ext cx="6120000" cy="2133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Лицензия МЧС</a:t>
            </a:r>
          </a:p>
        </p:txBody>
      </p:sp>
      <p:cxnSp>
        <p:nvCxnSpPr>
          <p:cNvPr id="18" name="motif"/>
          <p:cNvCxnSpPr/>
          <p:nvPr/>
        </p:nvCxnSpPr>
        <p:spPr>
          <a:xfrm>
            <a:off x="648000" y="6201825"/>
            <a:ext cx="6336000" cy="0"/>
          </a:xfrm>
          <a:prstGeom prst="line">
            <a:avLst/>
          </a:prstGeom>
          <a:ln w="5080">
            <a:solidFill>
              <a:srgbClr val="696385"/>
            </a:solidFill>
          </a:ln>
          <a:effectLst/>
        </p:spPr>
      </p:cxnSp>
      <p:sp>
        <p:nvSpPr>
          <p:cNvPr id="19" name="marker"/>
          <p:cNvSpPr/>
          <p:nvPr/>
        </p:nvSpPr>
        <p:spPr>
          <a:xfrm>
            <a:off x="648000" y="6366897"/>
            <a:ext cx="576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item: Свидетельство Ростехнадзора о "/>
          <p:cNvSpPr txBox="1"/>
          <p:nvPr/>
        </p:nvSpPr>
        <p:spPr>
          <a:xfrm>
            <a:off x="864000" y="6306890"/>
            <a:ext cx="6120000" cy="2133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3F1EC"/>
                </a:solidFill>
                <a:latin typeface="Onest"/>
                <a:ea typeface="Onest"/>
                <a:cs typeface="Onest"/>
              </a:rPr>
              <a:t>Свидетельство Ростехнадзора о регистрации электролаборатории</a:t>
            </a:r>
          </a:p>
        </p:txBody>
      </p:sp>
      <p:cxnSp>
        <p:nvCxnSpPr>
          <p:cNvPr id="21" name="motif"/>
          <p:cNvCxnSpPr/>
          <p:nvPr/>
        </p:nvCxnSpPr>
        <p:spPr>
          <a:xfrm>
            <a:off x="648000" y="6616646"/>
            <a:ext cx="6336000" cy="0"/>
          </a:xfrm>
          <a:prstGeom prst="line">
            <a:avLst/>
          </a:prstGeom>
          <a:ln w="5080">
            <a:solidFill>
              <a:srgbClr val="696385"/>
            </a:solidFill>
          </a:ln>
          <a:effectLst/>
        </p:spPr>
      </p:cxnSp>
      <p:sp>
        <p:nvSpPr>
          <p:cNvPr id="22" name="label: E-mail:"/>
          <p:cNvSpPr txBox="1"/>
          <p:nvPr/>
        </p:nvSpPr>
        <p:spPr>
          <a:xfrm>
            <a:off x="648000" y="9561180"/>
            <a:ext cx="720000" cy="14763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3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60">
                <a:solidFill>
                  <a:srgbClr val="A39EB0"/>
                </a:solidFill>
                <a:latin typeface="Onest SemiBold"/>
                <a:ea typeface="Onest SemiBold"/>
                <a:cs typeface="Onest SemiBold"/>
              </a:rPr>
              <a:t>E-mail:</a:t>
            </a:r>
          </a:p>
        </p:txBody>
      </p:sp>
      <p:sp>
        <p:nvSpPr>
          <p:cNvPr id="23" name="contact: info@egroupp.ru"/>
          <p:cNvSpPr txBox="1"/>
          <p:nvPr/>
        </p:nvSpPr>
        <p:spPr>
          <a:xfrm>
            <a:off x="1296000" y="9562670"/>
            <a:ext cx="5688000" cy="17335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EA8729"/>
                </a:solidFill>
                <a:latin typeface="Onest SemiBold"/>
                <a:ea typeface="Onest SemiBold"/>
                <a:cs typeface="Onest SemiBold"/>
              </a:rPr>
              <a:t>info@egroupp.ru</a:t>
            </a:r>
          </a:p>
        </p:txBody>
      </p:sp>
      <p:sp>
        <p:nvSpPr>
          <p:cNvPr id="24" name="label: Сайт:"/>
          <p:cNvSpPr txBox="1"/>
          <p:nvPr/>
        </p:nvSpPr>
        <p:spPr>
          <a:xfrm>
            <a:off x="648000" y="9795180"/>
            <a:ext cx="720000" cy="14763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3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60">
                <a:solidFill>
                  <a:srgbClr val="A39EB0"/>
                </a:solidFill>
                <a:latin typeface="Onest SemiBold"/>
                <a:ea typeface="Onest SemiBold"/>
                <a:cs typeface="Onest SemiBold"/>
              </a:rPr>
              <a:t>Сайт:</a:t>
            </a:r>
          </a:p>
        </p:txBody>
      </p:sp>
      <p:sp>
        <p:nvSpPr>
          <p:cNvPr id="25" name="contact: https://egroupp.ru/"/>
          <p:cNvSpPr txBox="1"/>
          <p:nvPr/>
        </p:nvSpPr>
        <p:spPr>
          <a:xfrm>
            <a:off x="1296000" y="9796670"/>
            <a:ext cx="5688000" cy="17335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EA8729"/>
                </a:solidFill>
                <a:latin typeface="Onest SemiBold"/>
                <a:ea typeface="Onest SemiBold"/>
                <a:cs typeface="Onest SemiBold"/>
              </a:rPr>
              <a:t>https://egroupp.ru/</a:t>
            </a:r>
          </a:p>
        </p:txBody>
      </p:sp>
      <p:sp>
        <p:nvSpPr>
          <p:cNvPr id="26" name="folio: 31"/>
          <p:cNvSpPr txBox="1"/>
          <p:nvPr/>
        </p:nvSpPr>
        <p:spPr>
          <a:xfrm>
            <a:off x="648000" y="10332088"/>
            <a:ext cx="6336000" cy="1377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75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A39EB0"/>
                </a:solidFill>
                <a:latin typeface="Onest SemiBold"/>
                <a:ea typeface="Onest SemiBold"/>
                <a:cs typeface="Onest SemiBold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image" descr="a28767049f097655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ГК «ЭНЕРГО ГРУПП» — Комплексное строительство 2025</dc:title>
  <dc:subject/>
  <dc:creator>ГК «ЭНЕРГО ГРУПП»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